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14650"/>
            <a:ext cx="85344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305176"/>
            <a:ext cx="103632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180035"/>
            <a:ext cx="103632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1335"/>
            <a:ext cx="5386917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31156"/>
            <a:ext cx="5386917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51335"/>
            <a:ext cx="5389033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31156"/>
            <a:ext cx="5389033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50000"/>
            <a:ext cx="4011084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550000"/>
            <a:ext cx="6815666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076326"/>
            <a:ext cx="4011084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3600450"/>
            <a:ext cx="73152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550000"/>
            <a:ext cx="73152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4025503"/>
            <a:ext cx="73152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50000"/>
            <a:ext cx="27432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50000"/>
            <a:ext cx="80264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Logo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365760" y="182880"/>
            <a:ext cx="10972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004367"/>
      </a:dk2>
      <a:lt2>
        <a:srgbClr val="FFFFFF"/>
      </a:lt2>
      <a:accent1>
        <a:srgbClr val="004367"/>
      </a:accent1>
      <a:accent2>
        <a:srgbClr val="56A09A"/>
      </a:accent2>
      <a:accent3>
        <a:srgbClr val="31BAE9"/>
      </a:accent3>
      <a:accent4>
        <a:srgbClr val="8064A2"/>
      </a:accent4>
      <a:accent5>
        <a:srgbClr val="4BACC6"/>
      </a:accent5>
      <a:accent6>
        <a:srgbClr val="F79646"/>
      </a:accent6>
      <a:hlink>
        <a:srgbClr val="56A09A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