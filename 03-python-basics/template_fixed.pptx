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"/>
  </p:handout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3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handoutMaster" Target="handoutMasters/handout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829EE0B7-AFDD-1338-2921-AD837483F6F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51130A8-0A00-B798-5E8D-00FF15448FB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C5E2DF-8ECA-477A-AA97-5183DFA0AB66}" type="datetimeFigureOut">
              <a:rPr lang="fr-FR" smtClean="0"/>
              <a:t>10/04/2026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FFCFB71-7A65-258B-F511-98D93AD59C6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0B172BE-1E6B-B09B-3A33-76867124EB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CDA59B-3452-4D5C-B9F6-258B4FBF8BE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70343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>
            <a:alpha val="16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352F8010-9737-2336-F5D5-3A66BADA5917}"/>
              </a:ext>
            </a:extLst>
          </p:cNvPr>
          <p:cNvSpPr txBox="1"/>
          <p:nvPr userDrawn="1"/>
        </p:nvSpPr>
        <p:spPr>
          <a:xfrm>
            <a:off x="1065118" y="4553389"/>
            <a:ext cx="6743568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7200" err="1">
                <a:ln w="19050">
                  <a:solidFill>
                    <a:schemeClr val="accent3">
                      <a:lumMod val="20000"/>
                      <a:lumOff val="80000"/>
                    </a:schemeClr>
                  </a:solidFill>
                </a:ln>
                <a:noFill/>
                <a:latin typeface="Poppins Black" panose="00000A00000000000000" pitchFamily="2" charset="0"/>
                <a:ea typeface="Open Sans Extrabold" panose="020B0906030804020204" pitchFamily="34" charset="0"/>
                <a:cs typeface="Poppins Black" panose="00000A00000000000000" pitchFamily="2" charset="0"/>
              </a:rPr>
              <a:t>Speedykom</a:t>
            </a:r>
            <a:endParaRPr lang="en-US" sz="7200">
              <a:ln w="19050">
                <a:solidFill>
                  <a:schemeClr val="accent3">
                    <a:lumMod val="20000"/>
                    <a:lumOff val="80000"/>
                  </a:schemeClr>
                </a:solidFill>
              </a:ln>
              <a:noFill/>
              <a:latin typeface="Poppins Black" panose="00000A00000000000000" pitchFamily="2" charset="0"/>
              <a:ea typeface="Open Sans Extrabold" panose="020B0906030804020204" pitchFamily="34" charset="0"/>
              <a:cs typeface="Poppins Black" panose="00000A00000000000000" pitchFamily="2" charset="0"/>
            </a:endParaRPr>
          </a:p>
        </p:txBody>
      </p:sp>
      <p:sp>
        <p:nvSpPr>
          <p:cNvPr id="14" name="Rectangle: Rounded Corners 8">
            <a:extLst>
              <a:ext uri="{FF2B5EF4-FFF2-40B4-BE49-F238E27FC236}">
                <a16:creationId xmlns:a16="http://schemas.microsoft.com/office/drawing/2014/main" id="{5592D2CD-78B5-17B2-AA47-0D326C282788}"/>
              </a:ext>
            </a:extLst>
          </p:cNvPr>
          <p:cNvSpPr/>
          <p:nvPr userDrawn="1"/>
        </p:nvSpPr>
        <p:spPr>
          <a:xfrm>
            <a:off x="1065118" y="5312769"/>
            <a:ext cx="3602132" cy="483218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Image 16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04378457-BA41-E32C-DC45-E056F27220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713" y="288856"/>
            <a:ext cx="1420523" cy="418581"/>
          </a:xfrm>
          <a:prstGeom prst="rect">
            <a:avLst/>
          </a:prstGeom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B5E7FD5E-6BCC-570B-068C-786124CF90B4}"/>
              </a:ext>
            </a:extLst>
          </p:cNvPr>
          <p:cNvSpPr>
            <a:spLocks noGrp="1"/>
          </p:cNvSpPr>
          <p:nvPr>
            <p:ph type="ctrTitle" sz="quarter" idx="0" hasCustomPrompt="1"/>
          </p:nvPr>
        </p:nvSpPr>
        <p:spPr>
          <a:xfrm>
            <a:off x="1065213" y="3429000"/>
            <a:ext cx="9360935" cy="20478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>
                <a:latin typeface="Poppins Black" panose="00000A00000000000000" pitchFamily="2" charset="0"/>
                <a:cs typeface="Poppins Black" panose="00000A00000000000000" pitchFamily="2" charset="0"/>
              </a:defRPr>
            </a:lvl1pPr>
            <a:lvl2pPr>
              <a:defRPr sz="12400">
                <a:latin typeface="Poppins Black" panose="00000A00000000000000" pitchFamily="2" charset="0"/>
                <a:cs typeface="Poppins Black" panose="00000A00000000000000" pitchFamily="2" charset="0"/>
              </a:defRPr>
            </a:lvl2pPr>
            <a:lvl3pPr>
              <a:defRPr sz="12400">
                <a:latin typeface="Poppins Black" panose="00000A00000000000000" pitchFamily="2" charset="0"/>
                <a:cs typeface="Poppins Black" panose="00000A00000000000000" pitchFamily="2" charset="0"/>
              </a:defRPr>
            </a:lvl3pPr>
            <a:lvl4pPr>
              <a:defRPr sz="12400">
                <a:latin typeface="Poppins Black" panose="00000A00000000000000" pitchFamily="2" charset="0"/>
                <a:cs typeface="Poppins Black" panose="00000A00000000000000" pitchFamily="2" charset="0"/>
              </a:defRPr>
            </a:lvl4pPr>
            <a:lvl5pPr>
              <a:defRPr sz="12400">
                <a:latin typeface="Poppins Black" panose="00000A00000000000000" pitchFamily="2" charset="0"/>
                <a:cs typeface="Poppins Black" panose="00000A00000000000000" pitchFamily="2" charset="0"/>
              </a:defRPr>
            </a:lvl5pPr>
          </a:lstStyle>
          <a:p>
            <a:pPr lvl="0"/>
            <a:r>
              <a:rPr lang="fr-FR" dirty="0" err="1"/>
              <a:t>Title</a:t>
            </a:r>
            <a:endParaRPr lang="fr-FR" dirty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E5C894F3-C51A-3B95-B051-0DCFFE8303EE}"/>
              </a:ext>
            </a:extLst>
          </p:cNvPr>
          <p:cNvSpPr>
            <a:spLocks noGrp="1"/>
          </p:cNvSpPr>
          <p:nvPr>
            <p:ph type="subTitle" sz="quarter" idx="1" hasCustomPrompt="1"/>
          </p:nvPr>
        </p:nvSpPr>
        <p:spPr>
          <a:xfrm>
            <a:off x="1128713" y="5394325"/>
            <a:ext cx="3538537" cy="3587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700">
                <a:solidFill>
                  <a:schemeClr val="bg2">
                    <a:lumMod val="2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 marL="457200" indent="0">
              <a:buNone/>
              <a:defRPr sz="1700">
                <a:solidFill>
                  <a:schemeClr val="bg2">
                    <a:lumMod val="2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2pPr>
            <a:lvl3pPr marL="914400" indent="0">
              <a:buNone/>
              <a:defRPr sz="1700">
                <a:solidFill>
                  <a:schemeClr val="bg2">
                    <a:lumMod val="2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3pPr>
            <a:lvl4pPr marL="1371600" indent="0">
              <a:buNone/>
              <a:defRPr sz="1700">
                <a:solidFill>
                  <a:schemeClr val="bg2">
                    <a:lumMod val="2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4pPr>
            <a:lvl5pPr marL="1828800" indent="0">
              <a:buNone/>
              <a:defRPr sz="1700">
                <a:solidFill>
                  <a:schemeClr val="bg2">
                    <a:lumMod val="2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5pPr>
          </a:lstStyle>
          <a:p>
            <a:pPr lvl="0"/>
            <a:r>
              <a:rPr lang="fr-FR" err="1"/>
              <a:t>Presentation</a:t>
            </a:r>
            <a:r>
              <a:rPr lang="fr-FR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840545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7BBEB34-FC76-FC14-EBD1-884E7B3C7A06}"/>
              </a:ext>
            </a:extLst>
          </p:cNvPr>
          <p:cNvSpPr/>
          <p:nvPr userDrawn="1"/>
        </p:nvSpPr>
        <p:spPr>
          <a:xfrm>
            <a:off x="855407" y="855409"/>
            <a:ext cx="10481186" cy="51471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2">
            <a:extLst>
              <a:ext uri="{FF2B5EF4-FFF2-40B4-BE49-F238E27FC236}">
                <a16:creationId xmlns:a16="http://schemas.microsoft.com/office/drawing/2014/main" id="{972FE58F-254A-298A-C971-A8B57B98575C}"/>
              </a:ext>
            </a:extLst>
          </p:cNvPr>
          <p:cNvCxnSpPr>
            <a:cxnSpLocks/>
          </p:cNvCxnSpPr>
          <p:nvPr userDrawn="1"/>
        </p:nvCxnSpPr>
        <p:spPr>
          <a:xfrm flipV="1">
            <a:off x="4152168" y="0"/>
            <a:ext cx="0" cy="1349829"/>
          </a:xfrm>
          <a:prstGeom prst="line">
            <a:avLst/>
          </a:prstGeom>
          <a:ln w="31750">
            <a:solidFill>
              <a:srgbClr val="0043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reeform 5">
            <a:extLst>
              <a:ext uri="{FF2B5EF4-FFF2-40B4-BE49-F238E27FC236}">
                <a16:creationId xmlns:a16="http://schemas.microsoft.com/office/drawing/2014/main" id="{EDA7FD6D-93B8-03D3-17FB-977F2ABB5D9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9588451" y="4222177"/>
            <a:ext cx="472347" cy="417905"/>
          </a:xfrm>
          <a:custGeom>
            <a:avLst/>
            <a:gdLst>
              <a:gd name="T0" fmla="*/ 805 w 2962"/>
              <a:gd name="T1" fmla="*/ 1288 h 2621"/>
              <a:gd name="T2" fmla="*/ 635 w 2962"/>
              <a:gd name="T3" fmla="*/ 1136 h 2621"/>
              <a:gd name="T4" fmla="*/ 456 w 2962"/>
              <a:gd name="T5" fmla="*/ 1136 h 2621"/>
              <a:gd name="T6" fmla="*/ 139 w 2962"/>
              <a:gd name="T7" fmla="*/ 969 h 2621"/>
              <a:gd name="T8" fmla="*/ 0 w 2962"/>
              <a:gd name="T9" fmla="*/ 595 h 2621"/>
              <a:gd name="T10" fmla="*/ 179 w 2962"/>
              <a:gd name="T11" fmla="*/ 171 h 2621"/>
              <a:gd name="T12" fmla="*/ 626 w 2962"/>
              <a:gd name="T13" fmla="*/ 0 h 2621"/>
              <a:gd name="T14" fmla="*/ 1132 w 2962"/>
              <a:gd name="T15" fmla="*/ 246 h 2621"/>
              <a:gd name="T16" fmla="*/ 1333 w 2962"/>
              <a:gd name="T17" fmla="*/ 876 h 2621"/>
              <a:gd name="T18" fmla="*/ 778 w 2962"/>
              <a:gd name="T19" fmla="*/ 2344 h 2621"/>
              <a:gd name="T20" fmla="*/ 420 w 2962"/>
              <a:gd name="T21" fmla="*/ 2621 h 2621"/>
              <a:gd name="T22" fmla="*/ 241 w 2962"/>
              <a:gd name="T23" fmla="*/ 2442 h 2621"/>
              <a:gd name="T24" fmla="*/ 340 w 2962"/>
              <a:gd name="T25" fmla="*/ 2245 h 2621"/>
              <a:gd name="T26" fmla="*/ 662 w 2962"/>
              <a:gd name="T27" fmla="*/ 1726 h 2621"/>
              <a:gd name="T28" fmla="*/ 805 w 2962"/>
              <a:gd name="T29" fmla="*/ 1288 h 2621"/>
              <a:gd name="T30" fmla="*/ 2425 w 2962"/>
              <a:gd name="T31" fmla="*/ 1288 h 2621"/>
              <a:gd name="T32" fmla="*/ 2264 w 2962"/>
              <a:gd name="T33" fmla="*/ 1136 h 2621"/>
              <a:gd name="T34" fmla="*/ 2085 w 2962"/>
              <a:gd name="T35" fmla="*/ 1136 h 2621"/>
              <a:gd name="T36" fmla="*/ 1758 w 2962"/>
              <a:gd name="T37" fmla="*/ 969 h 2621"/>
              <a:gd name="T38" fmla="*/ 1619 w 2962"/>
              <a:gd name="T39" fmla="*/ 595 h 2621"/>
              <a:gd name="T40" fmla="*/ 1798 w 2962"/>
              <a:gd name="T41" fmla="*/ 171 h 2621"/>
              <a:gd name="T42" fmla="*/ 2246 w 2962"/>
              <a:gd name="T43" fmla="*/ 0 h 2621"/>
              <a:gd name="T44" fmla="*/ 2760 w 2962"/>
              <a:gd name="T45" fmla="*/ 246 h 2621"/>
              <a:gd name="T46" fmla="*/ 2962 w 2962"/>
              <a:gd name="T47" fmla="*/ 876 h 2621"/>
              <a:gd name="T48" fmla="*/ 2398 w 2962"/>
              <a:gd name="T49" fmla="*/ 2344 h 2621"/>
              <a:gd name="T50" fmla="*/ 2040 w 2962"/>
              <a:gd name="T51" fmla="*/ 2621 h 2621"/>
              <a:gd name="T52" fmla="*/ 1870 w 2962"/>
              <a:gd name="T53" fmla="*/ 2442 h 2621"/>
              <a:gd name="T54" fmla="*/ 1968 w 2962"/>
              <a:gd name="T55" fmla="*/ 2245 h 2621"/>
              <a:gd name="T56" fmla="*/ 2282 w 2962"/>
              <a:gd name="T57" fmla="*/ 1726 h 2621"/>
              <a:gd name="T58" fmla="*/ 2425 w 2962"/>
              <a:gd name="T59" fmla="*/ 1288 h 26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2962" h="2621">
                <a:moveTo>
                  <a:pt x="805" y="1288"/>
                </a:moveTo>
                <a:cubicBezTo>
                  <a:pt x="805" y="1193"/>
                  <a:pt x="748" y="1142"/>
                  <a:pt x="635" y="1136"/>
                </a:cubicBezTo>
                <a:cubicBezTo>
                  <a:pt x="456" y="1136"/>
                  <a:pt x="456" y="1136"/>
                  <a:pt x="456" y="1136"/>
                </a:cubicBezTo>
                <a:cubicBezTo>
                  <a:pt x="337" y="1130"/>
                  <a:pt x="231" y="1074"/>
                  <a:pt x="139" y="969"/>
                </a:cubicBezTo>
                <a:cubicBezTo>
                  <a:pt x="46" y="864"/>
                  <a:pt x="0" y="739"/>
                  <a:pt x="0" y="595"/>
                </a:cubicBezTo>
                <a:cubicBezTo>
                  <a:pt x="0" y="426"/>
                  <a:pt x="59" y="285"/>
                  <a:pt x="179" y="171"/>
                </a:cubicBezTo>
                <a:cubicBezTo>
                  <a:pt x="298" y="57"/>
                  <a:pt x="447" y="0"/>
                  <a:pt x="626" y="0"/>
                </a:cubicBezTo>
                <a:cubicBezTo>
                  <a:pt x="829" y="0"/>
                  <a:pt x="998" y="82"/>
                  <a:pt x="1132" y="246"/>
                </a:cubicBezTo>
                <a:cubicBezTo>
                  <a:pt x="1266" y="410"/>
                  <a:pt x="1333" y="620"/>
                  <a:pt x="1333" y="876"/>
                </a:cubicBezTo>
                <a:cubicBezTo>
                  <a:pt x="1333" y="1366"/>
                  <a:pt x="1148" y="1855"/>
                  <a:pt x="778" y="2344"/>
                </a:cubicBezTo>
                <a:cubicBezTo>
                  <a:pt x="641" y="2529"/>
                  <a:pt x="522" y="2621"/>
                  <a:pt x="420" y="2621"/>
                </a:cubicBezTo>
                <a:cubicBezTo>
                  <a:pt x="301" y="2621"/>
                  <a:pt x="241" y="2562"/>
                  <a:pt x="241" y="2442"/>
                </a:cubicBezTo>
                <a:cubicBezTo>
                  <a:pt x="241" y="2395"/>
                  <a:pt x="274" y="2329"/>
                  <a:pt x="340" y="2245"/>
                </a:cubicBezTo>
                <a:cubicBezTo>
                  <a:pt x="459" y="2096"/>
                  <a:pt x="567" y="1923"/>
                  <a:pt x="662" y="1726"/>
                </a:cubicBezTo>
                <a:cubicBezTo>
                  <a:pt x="757" y="1530"/>
                  <a:pt x="805" y="1383"/>
                  <a:pt x="805" y="1288"/>
                </a:cubicBezTo>
                <a:close/>
                <a:moveTo>
                  <a:pt x="2425" y="1288"/>
                </a:moveTo>
                <a:cubicBezTo>
                  <a:pt x="2425" y="1193"/>
                  <a:pt x="2371" y="1142"/>
                  <a:pt x="2264" y="1136"/>
                </a:cubicBezTo>
                <a:cubicBezTo>
                  <a:pt x="2085" y="1136"/>
                  <a:pt x="2085" y="1136"/>
                  <a:pt x="2085" y="1136"/>
                </a:cubicBezTo>
                <a:cubicBezTo>
                  <a:pt x="1959" y="1130"/>
                  <a:pt x="1851" y="1074"/>
                  <a:pt x="1758" y="969"/>
                </a:cubicBezTo>
                <a:cubicBezTo>
                  <a:pt x="1666" y="864"/>
                  <a:pt x="1619" y="739"/>
                  <a:pt x="1619" y="595"/>
                </a:cubicBezTo>
                <a:cubicBezTo>
                  <a:pt x="1619" y="426"/>
                  <a:pt x="1679" y="285"/>
                  <a:pt x="1798" y="171"/>
                </a:cubicBezTo>
                <a:cubicBezTo>
                  <a:pt x="1918" y="57"/>
                  <a:pt x="2067" y="0"/>
                  <a:pt x="2246" y="0"/>
                </a:cubicBezTo>
                <a:cubicBezTo>
                  <a:pt x="2454" y="0"/>
                  <a:pt x="2626" y="82"/>
                  <a:pt x="2760" y="246"/>
                </a:cubicBezTo>
                <a:cubicBezTo>
                  <a:pt x="2894" y="410"/>
                  <a:pt x="2962" y="620"/>
                  <a:pt x="2962" y="876"/>
                </a:cubicBezTo>
                <a:cubicBezTo>
                  <a:pt x="2962" y="1360"/>
                  <a:pt x="2774" y="1849"/>
                  <a:pt x="2398" y="2344"/>
                </a:cubicBezTo>
                <a:cubicBezTo>
                  <a:pt x="2255" y="2529"/>
                  <a:pt x="2135" y="2621"/>
                  <a:pt x="2040" y="2621"/>
                </a:cubicBezTo>
                <a:cubicBezTo>
                  <a:pt x="1927" y="2621"/>
                  <a:pt x="1870" y="2562"/>
                  <a:pt x="1870" y="2442"/>
                </a:cubicBezTo>
                <a:cubicBezTo>
                  <a:pt x="1870" y="2395"/>
                  <a:pt x="1903" y="2329"/>
                  <a:pt x="1968" y="2245"/>
                </a:cubicBezTo>
                <a:cubicBezTo>
                  <a:pt x="2082" y="2096"/>
                  <a:pt x="2186" y="1923"/>
                  <a:pt x="2282" y="1726"/>
                </a:cubicBezTo>
                <a:cubicBezTo>
                  <a:pt x="2377" y="1530"/>
                  <a:pt x="2425" y="1383"/>
                  <a:pt x="2425" y="1288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898A18D5-9D9A-281D-AC9E-0438F7F70096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660224" y="1647744"/>
            <a:ext cx="472347" cy="417905"/>
          </a:xfrm>
          <a:custGeom>
            <a:avLst/>
            <a:gdLst>
              <a:gd name="T0" fmla="*/ 2157 w 2962"/>
              <a:gd name="T1" fmla="*/ 1333 h 2621"/>
              <a:gd name="T2" fmla="*/ 2327 w 2962"/>
              <a:gd name="T3" fmla="*/ 1485 h 2621"/>
              <a:gd name="T4" fmla="*/ 2506 w 2962"/>
              <a:gd name="T5" fmla="*/ 1485 h 2621"/>
              <a:gd name="T6" fmla="*/ 2823 w 2962"/>
              <a:gd name="T7" fmla="*/ 1652 h 2621"/>
              <a:gd name="T8" fmla="*/ 2962 w 2962"/>
              <a:gd name="T9" fmla="*/ 2026 h 2621"/>
              <a:gd name="T10" fmla="*/ 2783 w 2962"/>
              <a:gd name="T11" fmla="*/ 2450 h 2621"/>
              <a:gd name="T12" fmla="*/ 2336 w 2962"/>
              <a:gd name="T13" fmla="*/ 2621 h 2621"/>
              <a:gd name="T14" fmla="*/ 1830 w 2962"/>
              <a:gd name="T15" fmla="*/ 2375 h 2621"/>
              <a:gd name="T16" fmla="*/ 1629 w 2962"/>
              <a:gd name="T17" fmla="*/ 1745 h 2621"/>
              <a:gd name="T18" fmla="*/ 2184 w 2962"/>
              <a:gd name="T19" fmla="*/ 277 h 2621"/>
              <a:gd name="T20" fmla="*/ 2542 w 2962"/>
              <a:gd name="T21" fmla="*/ 0 h 2621"/>
              <a:gd name="T22" fmla="*/ 2720 w 2962"/>
              <a:gd name="T23" fmla="*/ 179 h 2621"/>
              <a:gd name="T24" fmla="*/ 2622 w 2962"/>
              <a:gd name="T25" fmla="*/ 376 h 2621"/>
              <a:gd name="T26" fmla="*/ 2300 w 2962"/>
              <a:gd name="T27" fmla="*/ 895 h 2621"/>
              <a:gd name="T28" fmla="*/ 2157 w 2962"/>
              <a:gd name="T29" fmla="*/ 1333 h 2621"/>
              <a:gd name="T30" fmla="*/ 537 w 2962"/>
              <a:gd name="T31" fmla="*/ 1333 h 2621"/>
              <a:gd name="T32" fmla="*/ 698 w 2962"/>
              <a:gd name="T33" fmla="*/ 1485 h 2621"/>
              <a:gd name="T34" fmla="*/ 877 w 2962"/>
              <a:gd name="T35" fmla="*/ 1485 h 2621"/>
              <a:gd name="T36" fmla="*/ 1204 w 2962"/>
              <a:gd name="T37" fmla="*/ 1652 h 2621"/>
              <a:gd name="T38" fmla="*/ 1343 w 2962"/>
              <a:gd name="T39" fmla="*/ 2026 h 2621"/>
              <a:gd name="T40" fmla="*/ 1164 w 2962"/>
              <a:gd name="T41" fmla="*/ 2450 h 2621"/>
              <a:gd name="T42" fmla="*/ 716 w 2962"/>
              <a:gd name="T43" fmla="*/ 2621 h 2621"/>
              <a:gd name="T44" fmla="*/ 202 w 2962"/>
              <a:gd name="T45" fmla="*/ 2375 h 2621"/>
              <a:gd name="T46" fmla="*/ 0 w 2962"/>
              <a:gd name="T47" fmla="*/ 1745 h 2621"/>
              <a:gd name="T48" fmla="*/ 564 w 2962"/>
              <a:gd name="T49" fmla="*/ 277 h 2621"/>
              <a:gd name="T50" fmla="*/ 922 w 2962"/>
              <a:gd name="T51" fmla="*/ 0 h 2621"/>
              <a:gd name="T52" fmla="*/ 1092 w 2962"/>
              <a:gd name="T53" fmla="*/ 179 h 2621"/>
              <a:gd name="T54" fmla="*/ 994 w 2962"/>
              <a:gd name="T55" fmla="*/ 376 h 2621"/>
              <a:gd name="T56" fmla="*/ 680 w 2962"/>
              <a:gd name="T57" fmla="*/ 895 h 2621"/>
              <a:gd name="T58" fmla="*/ 537 w 2962"/>
              <a:gd name="T59" fmla="*/ 1333 h 26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2962" h="2621">
                <a:moveTo>
                  <a:pt x="2157" y="1333"/>
                </a:moveTo>
                <a:cubicBezTo>
                  <a:pt x="2157" y="1428"/>
                  <a:pt x="2214" y="1479"/>
                  <a:pt x="2327" y="1485"/>
                </a:cubicBezTo>
                <a:cubicBezTo>
                  <a:pt x="2506" y="1485"/>
                  <a:pt x="2506" y="1485"/>
                  <a:pt x="2506" y="1485"/>
                </a:cubicBezTo>
                <a:cubicBezTo>
                  <a:pt x="2625" y="1491"/>
                  <a:pt x="2731" y="1547"/>
                  <a:pt x="2823" y="1652"/>
                </a:cubicBezTo>
                <a:cubicBezTo>
                  <a:pt x="2916" y="1757"/>
                  <a:pt x="2962" y="1882"/>
                  <a:pt x="2962" y="2026"/>
                </a:cubicBezTo>
                <a:cubicBezTo>
                  <a:pt x="2962" y="2194"/>
                  <a:pt x="2902" y="2336"/>
                  <a:pt x="2783" y="2450"/>
                </a:cubicBezTo>
                <a:cubicBezTo>
                  <a:pt x="2664" y="2564"/>
                  <a:pt x="2515" y="2621"/>
                  <a:pt x="2336" y="2621"/>
                </a:cubicBezTo>
                <a:cubicBezTo>
                  <a:pt x="2133" y="2621"/>
                  <a:pt x="1964" y="2539"/>
                  <a:pt x="1830" y="2375"/>
                </a:cubicBezTo>
                <a:cubicBezTo>
                  <a:pt x="1696" y="2211"/>
                  <a:pt x="1629" y="2001"/>
                  <a:pt x="1629" y="1745"/>
                </a:cubicBezTo>
                <a:cubicBezTo>
                  <a:pt x="1629" y="1255"/>
                  <a:pt x="1814" y="766"/>
                  <a:pt x="2184" y="277"/>
                </a:cubicBezTo>
                <a:cubicBezTo>
                  <a:pt x="2321" y="92"/>
                  <a:pt x="2440" y="0"/>
                  <a:pt x="2542" y="0"/>
                </a:cubicBezTo>
                <a:cubicBezTo>
                  <a:pt x="2661" y="0"/>
                  <a:pt x="2720" y="59"/>
                  <a:pt x="2720" y="179"/>
                </a:cubicBezTo>
                <a:cubicBezTo>
                  <a:pt x="2720" y="226"/>
                  <a:pt x="2688" y="292"/>
                  <a:pt x="2622" y="376"/>
                </a:cubicBezTo>
                <a:cubicBezTo>
                  <a:pt x="2503" y="525"/>
                  <a:pt x="2395" y="698"/>
                  <a:pt x="2300" y="895"/>
                </a:cubicBezTo>
                <a:cubicBezTo>
                  <a:pt x="2205" y="1091"/>
                  <a:pt x="2157" y="1237"/>
                  <a:pt x="2157" y="1333"/>
                </a:cubicBezTo>
                <a:close/>
                <a:moveTo>
                  <a:pt x="537" y="1333"/>
                </a:moveTo>
                <a:cubicBezTo>
                  <a:pt x="537" y="1428"/>
                  <a:pt x="591" y="1479"/>
                  <a:pt x="698" y="1485"/>
                </a:cubicBezTo>
                <a:cubicBezTo>
                  <a:pt x="877" y="1485"/>
                  <a:pt x="877" y="1485"/>
                  <a:pt x="877" y="1485"/>
                </a:cubicBezTo>
                <a:cubicBezTo>
                  <a:pt x="1003" y="1491"/>
                  <a:pt x="1111" y="1547"/>
                  <a:pt x="1204" y="1652"/>
                </a:cubicBezTo>
                <a:cubicBezTo>
                  <a:pt x="1296" y="1757"/>
                  <a:pt x="1343" y="1882"/>
                  <a:pt x="1343" y="2026"/>
                </a:cubicBezTo>
                <a:cubicBezTo>
                  <a:pt x="1343" y="2194"/>
                  <a:pt x="1283" y="2336"/>
                  <a:pt x="1164" y="2450"/>
                </a:cubicBezTo>
                <a:cubicBezTo>
                  <a:pt x="1044" y="2564"/>
                  <a:pt x="895" y="2621"/>
                  <a:pt x="716" y="2621"/>
                </a:cubicBezTo>
                <a:cubicBezTo>
                  <a:pt x="508" y="2621"/>
                  <a:pt x="336" y="2539"/>
                  <a:pt x="202" y="2375"/>
                </a:cubicBezTo>
                <a:cubicBezTo>
                  <a:pt x="68" y="2211"/>
                  <a:pt x="0" y="2001"/>
                  <a:pt x="0" y="1745"/>
                </a:cubicBezTo>
                <a:cubicBezTo>
                  <a:pt x="0" y="1261"/>
                  <a:pt x="188" y="772"/>
                  <a:pt x="564" y="277"/>
                </a:cubicBezTo>
                <a:cubicBezTo>
                  <a:pt x="707" y="92"/>
                  <a:pt x="827" y="0"/>
                  <a:pt x="922" y="0"/>
                </a:cubicBezTo>
                <a:cubicBezTo>
                  <a:pt x="1035" y="0"/>
                  <a:pt x="1092" y="59"/>
                  <a:pt x="1092" y="179"/>
                </a:cubicBezTo>
                <a:cubicBezTo>
                  <a:pt x="1092" y="226"/>
                  <a:pt x="1059" y="292"/>
                  <a:pt x="994" y="376"/>
                </a:cubicBezTo>
                <a:cubicBezTo>
                  <a:pt x="880" y="525"/>
                  <a:pt x="776" y="698"/>
                  <a:pt x="680" y="895"/>
                </a:cubicBezTo>
                <a:cubicBezTo>
                  <a:pt x="585" y="1091"/>
                  <a:pt x="537" y="1237"/>
                  <a:pt x="537" y="1333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accent1"/>
              </a:solidFill>
            </a:endParaRPr>
          </a:p>
        </p:txBody>
      </p:sp>
      <p:cxnSp>
        <p:nvCxnSpPr>
          <p:cNvPr id="8" name="Straight Connector 35">
            <a:extLst>
              <a:ext uri="{FF2B5EF4-FFF2-40B4-BE49-F238E27FC236}">
                <a16:creationId xmlns:a16="http://schemas.microsoft.com/office/drawing/2014/main" id="{BED369B9-4957-B1CD-9167-D2FE5CC28A44}"/>
              </a:ext>
            </a:extLst>
          </p:cNvPr>
          <p:cNvCxnSpPr>
            <a:cxnSpLocks/>
          </p:cNvCxnSpPr>
          <p:nvPr userDrawn="1"/>
        </p:nvCxnSpPr>
        <p:spPr>
          <a:xfrm flipV="1">
            <a:off x="4152168" y="3730171"/>
            <a:ext cx="0" cy="3127829"/>
          </a:xfrm>
          <a:prstGeom prst="line">
            <a:avLst/>
          </a:prstGeom>
          <a:ln w="31750">
            <a:solidFill>
              <a:srgbClr val="0043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 8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DE63E6FB-0A00-FA22-F941-EAB96BE0D6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11" y="270631"/>
            <a:ext cx="1323628" cy="390029"/>
          </a:xfrm>
          <a:prstGeom prst="rect">
            <a:avLst/>
          </a:prstGeom>
        </p:spPr>
      </p:pic>
      <p:sp>
        <p:nvSpPr>
          <p:cNvPr id="11" name="Espace réservé du contenu 9">
            <a:extLst>
              <a:ext uri="{FF2B5EF4-FFF2-40B4-BE49-F238E27FC236}">
                <a16:creationId xmlns:a16="http://schemas.microsoft.com/office/drawing/2014/main" id="{9F46E0C1-2E08-CD89-1F5B-5A1AC4E43995}"/>
              </a:ext>
            </a:extLst>
          </p:cNvPr>
          <p:cNvSpPr>
            <a:spLocks noGrp="1"/>
          </p:cNvSpPr>
          <p:nvPr>
            <p:ph sz="quarter" idx="0" type="title"/>
          </p:nvPr>
        </p:nvSpPr>
        <p:spPr>
          <a:xfrm>
            <a:off x="6359977" y="1681293"/>
            <a:ext cx="3994150" cy="29924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>
                <a:solidFill>
                  <a:sysClr val="windowText" lastClr="000000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 marL="457200" indent="0">
              <a:buNone/>
              <a:defRPr sz="4000">
                <a:solidFill>
                  <a:sysClr val="windowText" lastClr="000000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2pPr>
            <a:lvl3pPr marL="914400" indent="0">
              <a:buNone/>
              <a:defRPr sz="4000">
                <a:solidFill>
                  <a:sysClr val="windowText" lastClr="000000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3pPr>
            <a:lvl4pPr marL="1371600" indent="0">
              <a:buNone/>
              <a:defRPr sz="4000">
                <a:solidFill>
                  <a:sysClr val="windowText" lastClr="000000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4pPr>
            <a:lvl5pPr marL="1828800" indent="0">
              <a:buNone/>
              <a:defRPr sz="4000">
                <a:solidFill>
                  <a:sysClr val="windowText" lastClr="000000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3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4751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4">
            <a:extLst>
              <a:ext uri="{FF2B5EF4-FFF2-40B4-BE49-F238E27FC236}">
                <a16:creationId xmlns:a16="http://schemas.microsoft.com/office/drawing/2014/main" id="{18496ED6-E0A9-11BA-2362-77321285274B}"/>
              </a:ext>
            </a:extLst>
          </p:cNvPr>
          <p:cNvCxnSpPr>
            <a:cxnSpLocks/>
          </p:cNvCxnSpPr>
          <p:nvPr userDrawn="1"/>
        </p:nvCxnSpPr>
        <p:spPr>
          <a:xfrm>
            <a:off x="0" y="1607549"/>
            <a:ext cx="951593" cy="0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0">
            <a:extLst>
              <a:ext uri="{FF2B5EF4-FFF2-40B4-BE49-F238E27FC236}">
                <a16:creationId xmlns:a16="http://schemas.microsoft.com/office/drawing/2014/main" id="{2410B683-02DF-76FB-CBE5-FBA350C1FCA6}"/>
              </a:ext>
            </a:extLst>
          </p:cNvPr>
          <p:cNvCxnSpPr/>
          <p:nvPr userDrawn="1"/>
        </p:nvCxnSpPr>
        <p:spPr>
          <a:xfrm>
            <a:off x="3545166" y="4981444"/>
            <a:ext cx="33813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 8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3219D637-1E34-947F-4B2E-A23F8B17DC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11" y="270631"/>
            <a:ext cx="1323628" cy="390029"/>
          </a:xfrm>
          <a:prstGeom prst="rect">
            <a:avLst/>
          </a:prstGeo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D498745-9B02-4CCD-2849-8548A8676F91}"/>
              </a:ext>
            </a:extLst>
          </p:cNvPr>
          <p:cNvSpPr>
            <a:spLocks noGrp="1"/>
          </p:cNvSpPr>
          <p:nvPr>
            <p:ph type="title" sz="quarter" idx="0" hasCustomPrompt="1"/>
          </p:nvPr>
        </p:nvSpPr>
        <p:spPr>
          <a:xfrm>
            <a:off x="1300163" y="1319213"/>
            <a:ext cx="3959225" cy="5476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fr-FR"/>
              <a:t>Slide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99303DAB-4F5B-1E49-C4A6-5193F3CE4F85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3435350" y="3827463"/>
            <a:ext cx="7291388" cy="9048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buNone/>
              <a:defRPr sz="2800">
                <a:latin typeface="Poppins Light" panose="00000400000000000000" pitchFamily="2" charset="0"/>
                <a:cs typeface="Poppins Light" panose="00000400000000000000" pitchFamily="2" charset="0"/>
              </a:defRPr>
            </a:lvl2pPr>
            <a:lvl3pPr marL="914400" indent="0">
              <a:buNone/>
              <a:defRPr sz="2800">
                <a:latin typeface="Poppins Light" panose="00000400000000000000" pitchFamily="2" charset="0"/>
                <a:cs typeface="Poppins Light" panose="00000400000000000000" pitchFamily="2" charset="0"/>
              </a:defRPr>
            </a:lvl3pPr>
            <a:lvl4pPr marL="1371600" indent="0">
              <a:buNone/>
              <a:defRPr sz="2800">
                <a:latin typeface="Poppins Light" panose="00000400000000000000" pitchFamily="2" charset="0"/>
                <a:cs typeface="Poppins Light" panose="00000400000000000000" pitchFamily="2" charset="0"/>
              </a:defRPr>
            </a:lvl4pPr>
            <a:lvl5pPr marL="1828800" indent="0">
              <a:buNone/>
              <a:defRPr sz="2800">
                <a:latin typeface="Poppins Light" panose="00000400000000000000" pitchFamily="2" charset="0"/>
                <a:cs typeface="Poppins Light" panose="00000400000000000000" pitchFamily="2" charset="0"/>
              </a:defRPr>
            </a:lvl5pPr>
          </a:lstStyle>
          <a:p>
            <a:pPr fontAlgn="base">
              <a:lnSpc>
                <a:spcPts val="3000"/>
              </a:lnSpc>
            </a:pPr>
            <a:r>
              <a:rPr lang="en-US" sz="2800">
                <a:solidFill>
                  <a:schemeClr val="tx1">
                    <a:lumMod val="85000"/>
                    <a:lumOff val="1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Lorem Ipsum is simply dummy text of the printing and typesetting industry. 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FCDE1943-D3F5-2896-755D-EF28915BB869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3435350" y="5214910"/>
            <a:ext cx="5076825" cy="549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 marL="457200" indent="0">
              <a:buNone/>
              <a:defRPr sz="9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 marL="914400" indent="0">
              <a:buNone/>
              <a:defRPr sz="9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 marL="1371600" indent="0">
              <a:buNone/>
              <a:defRPr sz="9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 marL="1828800" indent="0">
              <a:buNone/>
              <a:defRPr sz="9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4429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nd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4">
            <a:extLst>
              <a:ext uri="{FF2B5EF4-FFF2-40B4-BE49-F238E27FC236}">
                <a16:creationId xmlns:a16="http://schemas.microsoft.com/office/drawing/2014/main" id="{F69D69A5-3475-D9AF-9936-7EF9E397E562}"/>
              </a:ext>
            </a:extLst>
          </p:cNvPr>
          <p:cNvCxnSpPr>
            <a:cxnSpLocks/>
          </p:cNvCxnSpPr>
          <p:nvPr userDrawn="1"/>
        </p:nvCxnSpPr>
        <p:spPr>
          <a:xfrm>
            <a:off x="0" y="2941581"/>
            <a:ext cx="951593" cy="0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6">
            <a:extLst>
              <a:ext uri="{FF2B5EF4-FFF2-40B4-BE49-F238E27FC236}">
                <a16:creationId xmlns:a16="http://schemas.microsoft.com/office/drawing/2014/main" id="{6913AD51-BE7A-F1F5-D2D3-AD298EC26CE0}"/>
              </a:ext>
            </a:extLst>
          </p:cNvPr>
          <p:cNvSpPr/>
          <p:nvPr userDrawn="1"/>
        </p:nvSpPr>
        <p:spPr>
          <a:xfrm>
            <a:off x="6669169" y="1350785"/>
            <a:ext cx="928915" cy="92891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228600" dist="38100" dir="2700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F6DEF3AA-965E-F493-0813-E4DD6D22CDA3}"/>
              </a:ext>
            </a:extLst>
          </p:cNvPr>
          <p:cNvSpPr/>
          <p:nvPr userDrawn="1"/>
        </p:nvSpPr>
        <p:spPr>
          <a:xfrm>
            <a:off x="6639007" y="4490347"/>
            <a:ext cx="928915" cy="92891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228600" dist="38100" dir="2700000" algn="tl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2">
            <a:extLst>
              <a:ext uri="{FF2B5EF4-FFF2-40B4-BE49-F238E27FC236}">
                <a16:creationId xmlns:a16="http://schemas.microsoft.com/office/drawing/2014/main" id="{3E18E88F-DDCB-45AD-D0D2-46F3CF44515A}"/>
              </a:ext>
            </a:extLst>
          </p:cNvPr>
          <p:cNvSpPr/>
          <p:nvPr userDrawn="1"/>
        </p:nvSpPr>
        <p:spPr>
          <a:xfrm>
            <a:off x="6669169" y="2941912"/>
            <a:ext cx="928915" cy="92891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5">
            <a:extLst>
              <a:ext uri="{FF2B5EF4-FFF2-40B4-BE49-F238E27FC236}">
                <a16:creationId xmlns:a16="http://schemas.microsoft.com/office/drawing/2014/main" id="{1AE87938-5249-F077-3774-98926A9FA2B6}"/>
              </a:ext>
            </a:extLst>
          </p:cNvPr>
          <p:cNvCxnSpPr>
            <a:cxnSpLocks/>
          </p:cNvCxnSpPr>
          <p:nvPr userDrawn="1"/>
        </p:nvCxnSpPr>
        <p:spPr>
          <a:xfrm>
            <a:off x="6781405" y="2610806"/>
            <a:ext cx="4107654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6">
            <a:extLst>
              <a:ext uri="{FF2B5EF4-FFF2-40B4-BE49-F238E27FC236}">
                <a16:creationId xmlns:a16="http://schemas.microsoft.com/office/drawing/2014/main" id="{709A5181-117E-463C-4BDA-8DFED8BDCCDD}"/>
              </a:ext>
            </a:extLst>
          </p:cNvPr>
          <p:cNvCxnSpPr>
            <a:cxnSpLocks/>
          </p:cNvCxnSpPr>
          <p:nvPr userDrawn="1"/>
        </p:nvCxnSpPr>
        <p:spPr>
          <a:xfrm>
            <a:off x="6781405" y="4201933"/>
            <a:ext cx="4107654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 5">
            <a:extLst>
              <a:ext uri="{FF2B5EF4-FFF2-40B4-BE49-F238E27FC236}">
                <a16:creationId xmlns:a16="http://schemas.microsoft.com/office/drawing/2014/main" id="{0AA757FC-A3B3-2661-E6EE-AE5471019C21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959133" y="1638780"/>
            <a:ext cx="348987" cy="352924"/>
          </a:xfrm>
          <a:custGeom>
            <a:avLst/>
            <a:gdLst>
              <a:gd name="T0" fmla="*/ 134 w 159"/>
              <a:gd name="T1" fmla="*/ 72 h 161"/>
              <a:gd name="T2" fmla="*/ 140 w 159"/>
              <a:gd name="T3" fmla="*/ 72 h 161"/>
              <a:gd name="T4" fmla="*/ 140 w 159"/>
              <a:gd name="T5" fmla="*/ 153 h 161"/>
              <a:gd name="T6" fmla="*/ 132 w 159"/>
              <a:gd name="T7" fmla="*/ 161 h 161"/>
              <a:gd name="T8" fmla="*/ 8 w 159"/>
              <a:gd name="T9" fmla="*/ 161 h 161"/>
              <a:gd name="T10" fmla="*/ 0 w 159"/>
              <a:gd name="T11" fmla="*/ 153 h 161"/>
              <a:gd name="T12" fmla="*/ 0 w 159"/>
              <a:gd name="T13" fmla="*/ 29 h 161"/>
              <a:gd name="T14" fmla="*/ 8 w 159"/>
              <a:gd name="T15" fmla="*/ 21 h 161"/>
              <a:gd name="T16" fmla="*/ 89 w 159"/>
              <a:gd name="T17" fmla="*/ 21 h 161"/>
              <a:gd name="T18" fmla="*/ 89 w 159"/>
              <a:gd name="T19" fmla="*/ 27 h 161"/>
              <a:gd name="T20" fmla="*/ 8 w 159"/>
              <a:gd name="T21" fmla="*/ 27 h 161"/>
              <a:gd name="T22" fmla="*/ 7 w 159"/>
              <a:gd name="T23" fmla="*/ 29 h 161"/>
              <a:gd name="T24" fmla="*/ 7 w 159"/>
              <a:gd name="T25" fmla="*/ 153 h 161"/>
              <a:gd name="T26" fmla="*/ 8 w 159"/>
              <a:gd name="T27" fmla="*/ 155 h 161"/>
              <a:gd name="T28" fmla="*/ 132 w 159"/>
              <a:gd name="T29" fmla="*/ 155 h 161"/>
              <a:gd name="T30" fmla="*/ 134 w 159"/>
              <a:gd name="T31" fmla="*/ 153 h 161"/>
              <a:gd name="T32" fmla="*/ 134 w 159"/>
              <a:gd name="T33" fmla="*/ 72 h 161"/>
              <a:gd name="T34" fmla="*/ 134 w 159"/>
              <a:gd name="T35" fmla="*/ 72 h 161"/>
              <a:gd name="T36" fmla="*/ 56 w 159"/>
              <a:gd name="T37" fmla="*/ 83 h 161"/>
              <a:gd name="T38" fmla="*/ 51 w 159"/>
              <a:gd name="T39" fmla="*/ 107 h 161"/>
              <a:gd name="T40" fmla="*/ 53 w 159"/>
              <a:gd name="T41" fmla="*/ 109 h 161"/>
              <a:gd name="T42" fmla="*/ 54 w 159"/>
              <a:gd name="T43" fmla="*/ 110 h 161"/>
              <a:gd name="T44" fmla="*/ 56 w 159"/>
              <a:gd name="T45" fmla="*/ 110 h 161"/>
              <a:gd name="T46" fmla="*/ 78 w 159"/>
              <a:gd name="T47" fmla="*/ 106 h 161"/>
              <a:gd name="T48" fmla="*/ 80 w 159"/>
              <a:gd name="T49" fmla="*/ 106 h 161"/>
              <a:gd name="T50" fmla="*/ 145 w 159"/>
              <a:gd name="T51" fmla="*/ 39 h 161"/>
              <a:gd name="T52" fmla="*/ 123 w 159"/>
              <a:gd name="T53" fmla="*/ 16 h 161"/>
              <a:gd name="T54" fmla="*/ 58 w 159"/>
              <a:gd name="T55" fmla="*/ 82 h 161"/>
              <a:gd name="T56" fmla="*/ 56 w 159"/>
              <a:gd name="T57" fmla="*/ 83 h 161"/>
              <a:gd name="T58" fmla="*/ 158 w 159"/>
              <a:gd name="T59" fmla="*/ 13 h 161"/>
              <a:gd name="T60" fmla="*/ 148 w 159"/>
              <a:gd name="T61" fmla="*/ 5 h 161"/>
              <a:gd name="T62" fmla="*/ 135 w 159"/>
              <a:gd name="T63" fmla="*/ 5 h 161"/>
              <a:gd name="T64" fmla="*/ 128 w 159"/>
              <a:gd name="T65" fmla="*/ 11 h 161"/>
              <a:gd name="T66" fmla="*/ 150 w 159"/>
              <a:gd name="T67" fmla="*/ 34 h 161"/>
              <a:gd name="T68" fmla="*/ 158 w 159"/>
              <a:gd name="T69" fmla="*/ 27 h 161"/>
              <a:gd name="T70" fmla="*/ 159 w 159"/>
              <a:gd name="T71" fmla="*/ 19 h 161"/>
              <a:gd name="T72" fmla="*/ 158 w 159"/>
              <a:gd name="T73" fmla="*/ 13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59" h="161">
                <a:moveTo>
                  <a:pt x="134" y="72"/>
                </a:moveTo>
                <a:cubicBezTo>
                  <a:pt x="140" y="72"/>
                  <a:pt x="140" y="72"/>
                  <a:pt x="140" y="72"/>
                </a:cubicBezTo>
                <a:cubicBezTo>
                  <a:pt x="140" y="153"/>
                  <a:pt x="140" y="153"/>
                  <a:pt x="140" y="153"/>
                </a:cubicBezTo>
                <a:cubicBezTo>
                  <a:pt x="140" y="158"/>
                  <a:pt x="137" y="161"/>
                  <a:pt x="132" y="161"/>
                </a:cubicBezTo>
                <a:cubicBezTo>
                  <a:pt x="8" y="161"/>
                  <a:pt x="8" y="161"/>
                  <a:pt x="8" y="161"/>
                </a:cubicBezTo>
                <a:cubicBezTo>
                  <a:pt x="5" y="161"/>
                  <a:pt x="0" y="158"/>
                  <a:pt x="0" y="153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24"/>
                  <a:pt x="5" y="21"/>
                  <a:pt x="8" y="21"/>
                </a:cubicBezTo>
                <a:cubicBezTo>
                  <a:pt x="89" y="21"/>
                  <a:pt x="89" y="21"/>
                  <a:pt x="89" y="21"/>
                </a:cubicBezTo>
                <a:cubicBezTo>
                  <a:pt x="89" y="27"/>
                  <a:pt x="89" y="27"/>
                  <a:pt x="89" y="27"/>
                </a:cubicBezTo>
                <a:cubicBezTo>
                  <a:pt x="8" y="27"/>
                  <a:pt x="8" y="27"/>
                  <a:pt x="8" y="27"/>
                </a:cubicBezTo>
                <a:cubicBezTo>
                  <a:pt x="8" y="27"/>
                  <a:pt x="7" y="27"/>
                  <a:pt x="7" y="29"/>
                </a:cubicBezTo>
                <a:cubicBezTo>
                  <a:pt x="7" y="153"/>
                  <a:pt x="7" y="153"/>
                  <a:pt x="7" y="153"/>
                </a:cubicBezTo>
                <a:cubicBezTo>
                  <a:pt x="7" y="155"/>
                  <a:pt x="8" y="155"/>
                  <a:pt x="8" y="155"/>
                </a:cubicBezTo>
                <a:cubicBezTo>
                  <a:pt x="132" y="155"/>
                  <a:pt x="132" y="155"/>
                  <a:pt x="132" y="155"/>
                </a:cubicBezTo>
                <a:cubicBezTo>
                  <a:pt x="134" y="155"/>
                  <a:pt x="134" y="155"/>
                  <a:pt x="134" y="153"/>
                </a:cubicBezTo>
                <a:cubicBezTo>
                  <a:pt x="134" y="72"/>
                  <a:pt x="134" y="72"/>
                  <a:pt x="134" y="72"/>
                </a:cubicBezTo>
                <a:cubicBezTo>
                  <a:pt x="134" y="72"/>
                  <a:pt x="134" y="72"/>
                  <a:pt x="134" y="72"/>
                </a:cubicBezTo>
                <a:close/>
                <a:moveTo>
                  <a:pt x="56" y="83"/>
                </a:moveTo>
                <a:cubicBezTo>
                  <a:pt x="51" y="107"/>
                  <a:pt x="51" y="107"/>
                  <a:pt x="51" y="107"/>
                </a:cubicBezTo>
                <a:cubicBezTo>
                  <a:pt x="53" y="109"/>
                  <a:pt x="53" y="109"/>
                  <a:pt x="53" y="109"/>
                </a:cubicBezTo>
                <a:cubicBezTo>
                  <a:pt x="53" y="110"/>
                  <a:pt x="54" y="110"/>
                  <a:pt x="54" y="110"/>
                </a:cubicBezTo>
                <a:cubicBezTo>
                  <a:pt x="56" y="110"/>
                  <a:pt x="56" y="110"/>
                  <a:pt x="56" y="110"/>
                </a:cubicBezTo>
                <a:cubicBezTo>
                  <a:pt x="78" y="106"/>
                  <a:pt x="78" y="106"/>
                  <a:pt x="78" y="106"/>
                </a:cubicBezTo>
                <a:cubicBezTo>
                  <a:pt x="80" y="106"/>
                  <a:pt x="80" y="106"/>
                  <a:pt x="80" y="106"/>
                </a:cubicBezTo>
                <a:cubicBezTo>
                  <a:pt x="145" y="39"/>
                  <a:pt x="145" y="39"/>
                  <a:pt x="145" y="39"/>
                </a:cubicBezTo>
                <a:cubicBezTo>
                  <a:pt x="123" y="16"/>
                  <a:pt x="123" y="16"/>
                  <a:pt x="123" y="16"/>
                </a:cubicBezTo>
                <a:cubicBezTo>
                  <a:pt x="58" y="82"/>
                  <a:pt x="58" y="82"/>
                  <a:pt x="58" y="82"/>
                </a:cubicBezTo>
                <a:cubicBezTo>
                  <a:pt x="58" y="83"/>
                  <a:pt x="56" y="83"/>
                  <a:pt x="56" y="83"/>
                </a:cubicBezTo>
                <a:moveTo>
                  <a:pt x="158" y="13"/>
                </a:moveTo>
                <a:cubicBezTo>
                  <a:pt x="148" y="5"/>
                  <a:pt x="148" y="5"/>
                  <a:pt x="148" y="5"/>
                </a:cubicBezTo>
                <a:cubicBezTo>
                  <a:pt x="145" y="0"/>
                  <a:pt x="139" y="0"/>
                  <a:pt x="135" y="5"/>
                </a:cubicBezTo>
                <a:cubicBezTo>
                  <a:pt x="128" y="11"/>
                  <a:pt x="128" y="11"/>
                  <a:pt x="128" y="11"/>
                </a:cubicBezTo>
                <a:cubicBezTo>
                  <a:pt x="150" y="34"/>
                  <a:pt x="150" y="34"/>
                  <a:pt x="150" y="34"/>
                </a:cubicBezTo>
                <a:cubicBezTo>
                  <a:pt x="158" y="27"/>
                  <a:pt x="158" y="27"/>
                  <a:pt x="158" y="27"/>
                </a:cubicBezTo>
                <a:cubicBezTo>
                  <a:pt x="159" y="26"/>
                  <a:pt x="159" y="23"/>
                  <a:pt x="159" y="19"/>
                </a:cubicBezTo>
                <a:cubicBezTo>
                  <a:pt x="159" y="18"/>
                  <a:pt x="159" y="15"/>
                  <a:pt x="158" y="13"/>
                </a:cubicBezTo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FC8A9415-B383-7BD5-A270-CC481F23F60D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933745" y="4825757"/>
            <a:ext cx="399762" cy="343477"/>
          </a:xfrm>
          <a:custGeom>
            <a:avLst/>
            <a:gdLst>
              <a:gd name="T0" fmla="*/ 118 w 165"/>
              <a:gd name="T1" fmla="*/ 65 h 142"/>
              <a:gd name="T2" fmla="*/ 121 w 165"/>
              <a:gd name="T3" fmla="*/ 64 h 142"/>
              <a:gd name="T4" fmla="*/ 121 w 165"/>
              <a:gd name="T5" fmla="*/ 59 h 142"/>
              <a:gd name="T6" fmla="*/ 120 w 165"/>
              <a:gd name="T7" fmla="*/ 39 h 142"/>
              <a:gd name="T8" fmla="*/ 119 w 165"/>
              <a:gd name="T9" fmla="*/ 31 h 142"/>
              <a:gd name="T10" fmla="*/ 126 w 165"/>
              <a:gd name="T11" fmla="*/ 32 h 142"/>
              <a:gd name="T12" fmla="*/ 128 w 165"/>
              <a:gd name="T13" fmla="*/ 28 h 142"/>
              <a:gd name="T14" fmla="*/ 121 w 165"/>
              <a:gd name="T15" fmla="*/ 26 h 142"/>
              <a:gd name="T16" fmla="*/ 120 w 165"/>
              <a:gd name="T17" fmla="*/ 20 h 142"/>
              <a:gd name="T18" fmla="*/ 117 w 165"/>
              <a:gd name="T19" fmla="*/ 22 h 142"/>
              <a:gd name="T20" fmla="*/ 116 w 165"/>
              <a:gd name="T21" fmla="*/ 26 h 142"/>
              <a:gd name="T22" fmla="*/ 118 w 165"/>
              <a:gd name="T23" fmla="*/ 45 h 142"/>
              <a:gd name="T24" fmla="*/ 118 w 165"/>
              <a:gd name="T25" fmla="*/ 54 h 142"/>
              <a:gd name="T26" fmla="*/ 110 w 165"/>
              <a:gd name="T27" fmla="*/ 54 h 142"/>
              <a:gd name="T28" fmla="*/ 109 w 165"/>
              <a:gd name="T29" fmla="*/ 58 h 142"/>
              <a:gd name="T30" fmla="*/ 116 w 165"/>
              <a:gd name="T31" fmla="*/ 64 h 142"/>
              <a:gd name="T32" fmla="*/ 161 w 165"/>
              <a:gd name="T33" fmla="*/ 43 h 142"/>
              <a:gd name="T34" fmla="*/ 77 w 165"/>
              <a:gd name="T35" fmla="*/ 43 h 142"/>
              <a:gd name="T36" fmla="*/ 119 w 165"/>
              <a:gd name="T37" fmla="*/ 10 h 142"/>
              <a:gd name="T38" fmla="*/ 119 w 165"/>
              <a:gd name="T39" fmla="*/ 75 h 142"/>
              <a:gd name="T40" fmla="*/ 119 w 165"/>
              <a:gd name="T41" fmla="*/ 10 h 142"/>
              <a:gd name="T42" fmla="*/ 119 w 165"/>
              <a:gd name="T43" fmla="*/ 117 h 142"/>
              <a:gd name="T44" fmla="*/ 116 w 165"/>
              <a:gd name="T45" fmla="*/ 112 h 142"/>
              <a:gd name="T46" fmla="*/ 76 w 165"/>
              <a:gd name="T47" fmla="*/ 90 h 142"/>
              <a:gd name="T48" fmla="*/ 48 w 165"/>
              <a:gd name="T49" fmla="*/ 95 h 142"/>
              <a:gd name="T50" fmla="*/ 48 w 165"/>
              <a:gd name="T51" fmla="*/ 137 h 142"/>
              <a:gd name="T52" fmla="*/ 116 w 165"/>
              <a:gd name="T53" fmla="*/ 140 h 142"/>
              <a:gd name="T54" fmla="*/ 152 w 165"/>
              <a:gd name="T55" fmla="*/ 106 h 142"/>
              <a:gd name="T56" fmla="*/ 10 w 165"/>
              <a:gd name="T57" fmla="*/ 91 h 142"/>
              <a:gd name="T58" fmla="*/ 1 w 165"/>
              <a:gd name="T59" fmla="*/ 134 h 142"/>
              <a:gd name="T60" fmla="*/ 31 w 165"/>
              <a:gd name="T61" fmla="*/ 137 h 142"/>
              <a:gd name="T62" fmla="*/ 38 w 165"/>
              <a:gd name="T63" fmla="*/ 96 h 142"/>
              <a:gd name="T64" fmla="*/ 20 w 165"/>
              <a:gd name="T65" fmla="*/ 132 h 142"/>
              <a:gd name="T66" fmla="*/ 20 w 165"/>
              <a:gd name="T67" fmla="*/ 119 h 142"/>
              <a:gd name="T68" fmla="*/ 20 w 165"/>
              <a:gd name="T69" fmla="*/ 132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65" h="142">
                <a:moveTo>
                  <a:pt x="116" y="64"/>
                </a:moveTo>
                <a:cubicBezTo>
                  <a:pt x="116" y="64"/>
                  <a:pt x="117" y="65"/>
                  <a:pt x="118" y="65"/>
                </a:cubicBezTo>
                <a:cubicBezTo>
                  <a:pt x="119" y="65"/>
                  <a:pt x="119" y="65"/>
                  <a:pt x="119" y="65"/>
                </a:cubicBezTo>
                <a:cubicBezTo>
                  <a:pt x="120" y="65"/>
                  <a:pt x="121" y="64"/>
                  <a:pt x="121" y="64"/>
                </a:cubicBezTo>
                <a:cubicBezTo>
                  <a:pt x="121" y="60"/>
                  <a:pt x="121" y="60"/>
                  <a:pt x="121" y="60"/>
                </a:cubicBezTo>
                <a:cubicBezTo>
                  <a:pt x="121" y="59"/>
                  <a:pt x="121" y="59"/>
                  <a:pt x="121" y="59"/>
                </a:cubicBezTo>
                <a:cubicBezTo>
                  <a:pt x="126" y="59"/>
                  <a:pt x="130" y="54"/>
                  <a:pt x="130" y="50"/>
                </a:cubicBezTo>
                <a:cubicBezTo>
                  <a:pt x="130" y="45"/>
                  <a:pt x="127" y="42"/>
                  <a:pt x="120" y="39"/>
                </a:cubicBezTo>
                <a:cubicBezTo>
                  <a:pt x="117" y="38"/>
                  <a:pt x="114" y="37"/>
                  <a:pt x="114" y="34"/>
                </a:cubicBezTo>
                <a:cubicBezTo>
                  <a:pt x="114" y="33"/>
                  <a:pt x="116" y="31"/>
                  <a:pt x="119" y="31"/>
                </a:cubicBezTo>
                <a:cubicBezTo>
                  <a:pt x="123" y="31"/>
                  <a:pt x="125" y="32"/>
                  <a:pt x="125" y="32"/>
                </a:cubicBezTo>
                <a:cubicBezTo>
                  <a:pt x="125" y="32"/>
                  <a:pt x="125" y="32"/>
                  <a:pt x="126" y="32"/>
                </a:cubicBezTo>
                <a:cubicBezTo>
                  <a:pt x="126" y="32"/>
                  <a:pt x="127" y="32"/>
                  <a:pt x="127" y="31"/>
                </a:cubicBezTo>
                <a:cubicBezTo>
                  <a:pt x="128" y="28"/>
                  <a:pt x="128" y="28"/>
                  <a:pt x="128" y="28"/>
                </a:cubicBezTo>
                <a:cubicBezTo>
                  <a:pt x="127" y="27"/>
                  <a:pt x="127" y="27"/>
                  <a:pt x="127" y="27"/>
                </a:cubicBezTo>
                <a:cubicBezTo>
                  <a:pt x="125" y="26"/>
                  <a:pt x="121" y="26"/>
                  <a:pt x="121" y="26"/>
                </a:cubicBezTo>
                <a:cubicBezTo>
                  <a:pt x="121" y="22"/>
                  <a:pt x="121" y="22"/>
                  <a:pt x="121" y="22"/>
                </a:cubicBezTo>
                <a:cubicBezTo>
                  <a:pt x="121" y="21"/>
                  <a:pt x="120" y="20"/>
                  <a:pt x="120" y="20"/>
                </a:cubicBezTo>
                <a:cubicBezTo>
                  <a:pt x="118" y="20"/>
                  <a:pt x="118" y="20"/>
                  <a:pt x="118" y="20"/>
                </a:cubicBezTo>
                <a:cubicBezTo>
                  <a:pt x="117" y="20"/>
                  <a:pt x="117" y="21"/>
                  <a:pt x="117" y="22"/>
                </a:cubicBezTo>
                <a:cubicBezTo>
                  <a:pt x="117" y="26"/>
                  <a:pt x="117" y="26"/>
                  <a:pt x="117" y="26"/>
                </a:cubicBezTo>
                <a:cubicBezTo>
                  <a:pt x="117" y="26"/>
                  <a:pt x="117" y="26"/>
                  <a:pt x="116" y="26"/>
                </a:cubicBezTo>
                <a:cubicBezTo>
                  <a:pt x="112" y="27"/>
                  <a:pt x="109" y="31"/>
                  <a:pt x="109" y="34"/>
                </a:cubicBezTo>
                <a:cubicBezTo>
                  <a:pt x="109" y="40"/>
                  <a:pt x="113" y="43"/>
                  <a:pt x="118" y="45"/>
                </a:cubicBezTo>
                <a:cubicBezTo>
                  <a:pt x="121" y="47"/>
                  <a:pt x="123" y="48"/>
                  <a:pt x="123" y="50"/>
                </a:cubicBezTo>
                <a:cubicBezTo>
                  <a:pt x="123" y="53"/>
                  <a:pt x="121" y="54"/>
                  <a:pt x="118" y="54"/>
                </a:cubicBezTo>
                <a:cubicBezTo>
                  <a:pt x="116" y="54"/>
                  <a:pt x="112" y="53"/>
                  <a:pt x="111" y="53"/>
                </a:cubicBezTo>
                <a:cubicBezTo>
                  <a:pt x="110" y="53"/>
                  <a:pt x="110" y="53"/>
                  <a:pt x="110" y="54"/>
                </a:cubicBezTo>
                <a:cubicBezTo>
                  <a:pt x="109" y="56"/>
                  <a:pt x="109" y="56"/>
                  <a:pt x="109" y="56"/>
                </a:cubicBezTo>
                <a:cubicBezTo>
                  <a:pt x="109" y="58"/>
                  <a:pt x="109" y="58"/>
                  <a:pt x="109" y="58"/>
                </a:cubicBezTo>
                <a:cubicBezTo>
                  <a:pt x="111" y="59"/>
                  <a:pt x="116" y="60"/>
                  <a:pt x="116" y="60"/>
                </a:cubicBezTo>
                <a:cubicBezTo>
                  <a:pt x="116" y="64"/>
                  <a:pt x="116" y="64"/>
                  <a:pt x="116" y="64"/>
                </a:cubicBezTo>
                <a:close/>
                <a:moveTo>
                  <a:pt x="119" y="84"/>
                </a:moveTo>
                <a:cubicBezTo>
                  <a:pt x="143" y="84"/>
                  <a:pt x="161" y="66"/>
                  <a:pt x="161" y="43"/>
                </a:cubicBezTo>
                <a:cubicBezTo>
                  <a:pt x="161" y="20"/>
                  <a:pt x="143" y="0"/>
                  <a:pt x="119" y="0"/>
                </a:cubicBezTo>
                <a:cubicBezTo>
                  <a:pt x="96" y="0"/>
                  <a:pt x="77" y="20"/>
                  <a:pt x="77" y="43"/>
                </a:cubicBezTo>
                <a:cubicBezTo>
                  <a:pt x="77" y="66"/>
                  <a:pt x="96" y="84"/>
                  <a:pt x="119" y="84"/>
                </a:cubicBezTo>
                <a:close/>
                <a:moveTo>
                  <a:pt x="119" y="10"/>
                </a:moveTo>
                <a:cubicBezTo>
                  <a:pt x="136" y="10"/>
                  <a:pt x="151" y="25"/>
                  <a:pt x="151" y="43"/>
                </a:cubicBezTo>
                <a:cubicBezTo>
                  <a:pt x="151" y="60"/>
                  <a:pt x="136" y="75"/>
                  <a:pt x="119" y="75"/>
                </a:cubicBezTo>
                <a:cubicBezTo>
                  <a:pt x="101" y="75"/>
                  <a:pt x="86" y="60"/>
                  <a:pt x="86" y="43"/>
                </a:cubicBezTo>
                <a:cubicBezTo>
                  <a:pt x="86" y="25"/>
                  <a:pt x="101" y="10"/>
                  <a:pt x="119" y="10"/>
                </a:cubicBezTo>
                <a:close/>
                <a:moveTo>
                  <a:pt x="152" y="106"/>
                </a:moveTo>
                <a:cubicBezTo>
                  <a:pt x="143" y="111"/>
                  <a:pt x="131" y="116"/>
                  <a:pt x="119" y="117"/>
                </a:cubicBezTo>
                <a:cubicBezTo>
                  <a:pt x="108" y="119"/>
                  <a:pt x="87" y="114"/>
                  <a:pt x="87" y="110"/>
                </a:cubicBezTo>
                <a:cubicBezTo>
                  <a:pt x="87" y="108"/>
                  <a:pt x="105" y="114"/>
                  <a:pt x="116" y="112"/>
                </a:cubicBezTo>
                <a:cubicBezTo>
                  <a:pt x="125" y="110"/>
                  <a:pt x="124" y="102"/>
                  <a:pt x="119" y="101"/>
                </a:cubicBezTo>
                <a:cubicBezTo>
                  <a:pt x="114" y="100"/>
                  <a:pt x="87" y="90"/>
                  <a:pt x="76" y="90"/>
                </a:cubicBezTo>
                <a:cubicBezTo>
                  <a:pt x="71" y="89"/>
                  <a:pt x="58" y="91"/>
                  <a:pt x="52" y="92"/>
                </a:cubicBezTo>
                <a:cubicBezTo>
                  <a:pt x="49" y="92"/>
                  <a:pt x="48" y="92"/>
                  <a:pt x="48" y="95"/>
                </a:cubicBezTo>
                <a:cubicBezTo>
                  <a:pt x="47" y="105"/>
                  <a:pt x="46" y="124"/>
                  <a:pt x="46" y="135"/>
                </a:cubicBezTo>
                <a:cubicBezTo>
                  <a:pt x="46" y="135"/>
                  <a:pt x="46" y="138"/>
                  <a:pt x="48" y="137"/>
                </a:cubicBezTo>
                <a:cubicBezTo>
                  <a:pt x="50" y="134"/>
                  <a:pt x="54" y="132"/>
                  <a:pt x="58" y="132"/>
                </a:cubicBezTo>
                <a:cubicBezTo>
                  <a:pt x="63" y="133"/>
                  <a:pt x="110" y="142"/>
                  <a:pt x="116" y="140"/>
                </a:cubicBezTo>
                <a:cubicBezTo>
                  <a:pt x="126" y="138"/>
                  <a:pt x="152" y="123"/>
                  <a:pt x="156" y="118"/>
                </a:cubicBezTo>
                <a:cubicBezTo>
                  <a:pt x="165" y="111"/>
                  <a:pt x="159" y="102"/>
                  <a:pt x="152" y="106"/>
                </a:cubicBezTo>
                <a:close/>
                <a:moveTo>
                  <a:pt x="34" y="92"/>
                </a:moveTo>
                <a:cubicBezTo>
                  <a:pt x="10" y="91"/>
                  <a:pt x="10" y="91"/>
                  <a:pt x="10" y="91"/>
                </a:cubicBezTo>
                <a:cubicBezTo>
                  <a:pt x="7" y="91"/>
                  <a:pt x="6" y="92"/>
                  <a:pt x="6" y="94"/>
                </a:cubicBezTo>
                <a:cubicBezTo>
                  <a:pt x="1" y="134"/>
                  <a:pt x="1" y="134"/>
                  <a:pt x="1" y="134"/>
                </a:cubicBezTo>
                <a:cubicBezTo>
                  <a:pt x="0" y="136"/>
                  <a:pt x="1" y="137"/>
                  <a:pt x="4" y="137"/>
                </a:cubicBezTo>
                <a:cubicBezTo>
                  <a:pt x="31" y="137"/>
                  <a:pt x="31" y="137"/>
                  <a:pt x="31" y="137"/>
                </a:cubicBezTo>
                <a:cubicBezTo>
                  <a:pt x="33" y="137"/>
                  <a:pt x="34" y="136"/>
                  <a:pt x="34" y="135"/>
                </a:cubicBezTo>
                <a:cubicBezTo>
                  <a:pt x="38" y="96"/>
                  <a:pt x="38" y="96"/>
                  <a:pt x="38" y="96"/>
                </a:cubicBezTo>
                <a:cubicBezTo>
                  <a:pt x="38" y="94"/>
                  <a:pt x="37" y="92"/>
                  <a:pt x="34" y="92"/>
                </a:cubicBezTo>
                <a:close/>
                <a:moveTo>
                  <a:pt x="20" y="132"/>
                </a:moveTo>
                <a:cubicBezTo>
                  <a:pt x="16" y="132"/>
                  <a:pt x="13" y="129"/>
                  <a:pt x="13" y="125"/>
                </a:cubicBezTo>
                <a:cubicBezTo>
                  <a:pt x="13" y="122"/>
                  <a:pt x="16" y="119"/>
                  <a:pt x="20" y="119"/>
                </a:cubicBezTo>
                <a:cubicBezTo>
                  <a:pt x="23" y="119"/>
                  <a:pt x="27" y="122"/>
                  <a:pt x="27" y="125"/>
                </a:cubicBezTo>
                <a:cubicBezTo>
                  <a:pt x="27" y="129"/>
                  <a:pt x="23" y="132"/>
                  <a:pt x="20" y="132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8">
            <a:extLst>
              <a:ext uri="{FF2B5EF4-FFF2-40B4-BE49-F238E27FC236}">
                <a16:creationId xmlns:a16="http://schemas.microsoft.com/office/drawing/2014/main" id="{9B553BA1-E8D9-2332-3884-57F20F785DC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947456" y="3212983"/>
            <a:ext cx="372341" cy="386773"/>
          </a:xfrm>
          <a:custGeom>
            <a:avLst/>
            <a:gdLst>
              <a:gd name="T0" fmla="*/ 95 w 154"/>
              <a:gd name="T1" fmla="*/ 144 h 160"/>
              <a:gd name="T2" fmla="*/ 87 w 154"/>
              <a:gd name="T3" fmla="*/ 157 h 160"/>
              <a:gd name="T4" fmla="*/ 70 w 154"/>
              <a:gd name="T5" fmla="*/ 160 h 160"/>
              <a:gd name="T6" fmla="*/ 64 w 154"/>
              <a:gd name="T7" fmla="*/ 152 h 160"/>
              <a:gd name="T8" fmla="*/ 58 w 154"/>
              <a:gd name="T9" fmla="*/ 141 h 160"/>
              <a:gd name="T10" fmla="*/ 90 w 154"/>
              <a:gd name="T11" fmla="*/ 136 h 160"/>
              <a:gd name="T12" fmla="*/ 116 w 154"/>
              <a:gd name="T13" fmla="*/ 77 h 160"/>
              <a:gd name="T14" fmla="*/ 95 w 154"/>
              <a:gd name="T15" fmla="*/ 125 h 160"/>
              <a:gd name="T16" fmla="*/ 64 w 154"/>
              <a:gd name="T17" fmla="*/ 129 h 160"/>
              <a:gd name="T18" fmla="*/ 48 w 154"/>
              <a:gd name="T19" fmla="*/ 104 h 160"/>
              <a:gd name="T20" fmla="*/ 76 w 154"/>
              <a:gd name="T21" fmla="*/ 37 h 160"/>
              <a:gd name="T22" fmla="*/ 81 w 154"/>
              <a:gd name="T23" fmla="*/ 53 h 160"/>
              <a:gd name="T24" fmla="*/ 48 w 154"/>
              <a:gd name="T25" fmla="*/ 77 h 160"/>
              <a:gd name="T26" fmla="*/ 57 w 154"/>
              <a:gd name="T27" fmla="*/ 77 h 160"/>
              <a:gd name="T28" fmla="*/ 81 w 154"/>
              <a:gd name="T29" fmla="*/ 53 h 160"/>
              <a:gd name="T30" fmla="*/ 81 w 154"/>
              <a:gd name="T31" fmla="*/ 20 h 160"/>
              <a:gd name="T32" fmla="*/ 76 w 154"/>
              <a:gd name="T33" fmla="*/ 0 h 160"/>
              <a:gd name="T34" fmla="*/ 73 w 154"/>
              <a:gd name="T35" fmla="*/ 20 h 160"/>
              <a:gd name="T36" fmla="*/ 23 w 154"/>
              <a:gd name="T37" fmla="*/ 77 h 160"/>
              <a:gd name="T38" fmla="*/ 4 w 154"/>
              <a:gd name="T39" fmla="*/ 73 h 160"/>
              <a:gd name="T40" fmla="*/ 4 w 154"/>
              <a:gd name="T41" fmla="*/ 81 h 160"/>
              <a:gd name="T42" fmla="*/ 23 w 154"/>
              <a:gd name="T43" fmla="*/ 77 h 160"/>
              <a:gd name="T44" fmla="*/ 133 w 154"/>
              <a:gd name="T45" fmla="*/ 73 h 160"/>
              <a:gd name="T46" fmla="*/ 133 w 154"/>
              <a:gd name="T47" fmla="*/ 81 h 160"/>
              <a:gd name="T48" fmla="*/ 154 w 154"/>
              <a:gd name="T49" fmla="*/ 77 h 160"/>
              <a:gd name="T50" fmla="*/ 33 w 154"/>
              <a:gd name="T51" fmla="*/ 113 h 160"/>
              <a:gd name="T52" fmla="*/ 22 w 154"/>
              <a:gd name="T53" fmla="*/ 131 h 160"/>
              <a:gd name="T54" fmla="*/ 28 w 154"/>
              <a:gd name="T55" fmla="*/ 131 h 160"/>
              <a:gd name="T56" fmla="*/ 39 w 154"/>
              <a:gd name="T57" fmla="*/ 113 h 160"/>
              <a:gd name="T58" fmla="*/ 117 w 154"/>
              <a:gd name="T59" fmla="*/ 41 h 160"/>
              <a:gd name="T60" fmla="*/ 131 w 154"/>
              <a:gd name="T61" fmla="*/ 29 h 160"/>
              <a:gd name="T62" fmla="*/ 124 w 154"/>
              <a:gd name="T63" fmla="*/ 22 h 160"/>
              <a:gd name="T64" fmla="*/ 113 w 154"/>
              <a:gd name="T65" fmla="*/ 40 h 160"/>
              <a:gd name="T66" fmla="*/ 33 w 154"/>
              <a:gd name="T67" fmla="*/ 40 h 160"/>
              <a:gd name="T68" fmla="*/ 39 w 154"/>
              <a:gd name="T69" fmla="*/ 40 h 160"/>
              <a:gd name="T70" fmla="*/ 28 w 154"/>
              <a:gd name="T71" fmla="*/ 22 h 160"/>
              <a:gd name="T72" fmla="*/ 22 w 154"/>
              <a:gd name="T73" fmla="*/ 29 h 160"/>
              <a:gd name="T74" fmla="*/ 33 w 154"/>
              <a:gd name="T75" fmla="*/ 40 h 160"/>
              <a:gd name="T76" fmla="*/ 113 w 154"/>
              <a:gd name="T77" fmla="*/ 113 h 160"/>
              <a:gd name="T78" fmla="*/ 124 w 154"/>
              <a:gd name="T79" fmla="*/ 131 h 160"/>
              <a:gd name="T80" fmla="*/ 131 w 154"/>
              <a:gd name="T81" fmla="*/ 131 h 160"/>
              <a:gd name="T82" fmla="*/ 119 w 154"/>
              <a:gd name="T83" fmla="*/ 113 h 160"/>
              <a:gd name="T84" fmla="*/ 119 w 154"/>
              <a:gd name="T85" fmla="*/ 113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54" h="160">
                <a:moveTo>
                  <a:pt x="95" y="141"/>
                </a:moveTo>
                <a:cubicBezTo>
                  <a:pt x="95" y="144"/>
                  <a:pt x="95" y="144"/>
                  <a:pt x="95" y="144"/>
                </a:cubicBezTo>
                <a:cubicBezTo>
                  <a:pt x="95" y="148"/>
                  <a:pt x="92" y="152"/>
                  <a:pt x="89" y="152"/>
                </a:cubicBezTo>
                <a:cubicBezTo>
                  <a:pt x="87" y="157"/>
                  <a:pt x="87" y="157"/>
                  <a:pt x="87" y="157"/>
                </a:cubicBezTo>
                <a:cubicBezTo>
                  <a:pt x="86" y="159"/>
                  <a:pt x="85" y="160"/>
                  <a:pt x="82" y="160"/>
                </a:cubicBezTo>
                <a:cubicBezTo>
                  <a:pt x="70" y="160"/>
                  <a:pt x="70" y="160"/>
                  <a:pt x="70" y="160"/>
                </a:cubicBezTo>
                <a:cubicBezTo>
                  <a:pt x="69" y="160"/>
                  <a:pt x="66" y="159"/>
                  <a:pt x="65" y="157"/>
                </a:cubicBezTo>
                <a:cubicBezTo>
                  <a:pt x="64" y="152"/>
                  <a:pt x="64" y="152"/>
                  <a:pt x="64" y="152"/>
                </a:cubicBezTo>
                <a:cubicBezTo>
                  <a:pt x="60" y="152"/>
                  <a:pt x="58" y="148"/>
                  <a:pt x="58" y="144"/>
                </a:cubicBezTo>
                <a:cubicBezTo>
                  <a:pt x="58" y="141"/>
                  <a:pt x="58" y="141"/>
                  <a:pt x="58" y="141"/>
                </a:cubicBezTo>
                <a:cubicBezTo>
                  <a:pt x="58" y="138"/>
                  <a:pt x="60" y="136"/>
                  <a:pt x="63" y="136"/>
                </a:cubicBezTo>
                <a:cubicBezTo>
                  <a:pt x="90" y="136"/>
                  <a:pt x="90" y="136"/>
                  <a:pt x="90" y="136"/>
                </a:cubicBezTo>
                <a:cubicBezTo>
                  <a:pt x="92" y="136"/>
                  <a:pt x="95" y="138"/>
                  <a:pt x="95" y="141"/>
                </a:cubicBezTo>
                <a:close/>
                <a:moveTo>
                  <a:pt x="116" y="77"/>
                </a:moveTo>
                <a:cubicBezTo>
                  <a:pt x="116" y="88"/>
                  <a:pt x="112" y="97"/>
                  <a:pt x="105" y="105"/>
                </a:cubicBezTo>
                <a:cubicBezTo>
                  <a:pt x="100" y="110"/>
                  <a:pt x="96" y="117"/>
                  <a:pt x="95" y="125"/>
                </a:cubicBezTo>
                <a:cubicBezTo>
                  <a:pt x="95" y="127"/>
                  <a:pt x="92" y="129"/>
                  <a:pt x="89" y="129"/>
                </a:cubicBezTo>
                <a:cubicBezTo>
                  <a:pt x="64" y="129"/>
                  <a:pt x="64" y="129"/>
                  <a:pt x="64" y="129"/>
                </a:cubicBezTo>
                <a:cubicBezTo>
                  <a:pt x="62" y="129"/>
                  <a:pt x="58" y="127"/>
                  <a:pt x="58" y="125"/>
                </a:cubicBezTo>
                <a:cubicBezTo>
                  <a:pt x="57" y="117"/>
                  <a:pt x="53" y="110"/>
                  <a:pt x="48" y="104"/>
                </a:cubicBezTo>
                <a:cubicBezTo>
                  <a:pt x="42" y="97"/>
                  <a:pt x="37" y="88"/>
                  <a:pt x="37" y="78"/>
                </a:cubicBezTo>
                <a:cubicBezTo>
                  <a:pt x="37" y="56"/>
                  <a:pt x="54" y="37"/>
                  <a:pt x="76" y="37"/>
                </a:cubicBezTo>
                <a:cubicBezTo>
                  <a:pt x="99" y="37"/>
                  <a:pt x="116" y="54"/>
                  <a:pt x="116" y="77"/>
                </a:cubicBezTo>
                <a:close/>
                <a:moveTo>
                  <a:pt x="81" y="53"/>
                </a:moveTo>
                <a:cubicBezTo>
                  <a:pt x="81" y="51"/>
                  <a:pt x="79" y="48"/>
                  <a:pt x="76" y="48"/>
                </a:cubicBezTo>
                <a:cubicBezTo>
                  <a:pt x="60" y="48"/>
                  <a:pt x="48" y="61"/>
                  <a:pt x="48" y="77"/>
                </a:cubicBezTo>
                <a:cubicBezTo>
                  <a:pt x="48" y="79"/>
                  <a:pt x="50" y="81"/>
                  <a:pt x="53" y="81"/>
                </a:cubicBezTo>
                <a:cubicBezTo>
                  <a:pt x="55" y="81"/>
                  <a:pt x="57" y="79"/>
                  <a:pt x="57" y="77"/>
                </a:cubicBezTo>
                <a:cubicBezTo>
                  <a:pt x="57" y="65"/>
                  <a:pt x="65" y="57"/>
                  <a:pt x="76" y="57"/>
                </a:cubicBezTo>
                <a:cubicBezTo>
                  <a:pt x="79" y="57"/>
                  <a:pt x="81" y="56"/>
                  <a:pt x="81" y="53"/>
                </a:cubicBezTo>
                <a:close/>
                <a:moveTo>
                  <a:pt x="76" y="24"/>
                </a:moveTo>
                <a:cubicBezTo>
                  <a:pt x="79" y="24"/>
                  <a:pt x="81" y="22"/>
                  <a:pt x="81" y="20"/>
                </a:cubicBezTo>
                <a:cubicBezTo>
                  <a:pt x="81" y="4"/>
                  <a:pt x="81" y="4"/>
                  <a:pt x="81" y="4"/>
                </a:cubicBezTo>
                <a:cubicBezTo>
                  <a:pt x="81" y="1"/>
                  <a:pt x="79" y="0"/>
                  <a:pt x="76" y="0"/>
                </a:cubicBezTo>
                <a:cubicBezTo>
                  <a:pt x="74" y="0"/>
                  <a:pt x="73" y="1"/>
                  <a:pt x="73" y="4"/>
                </a:cubicBezTo>
                <a:cubicBezTo>
                  <a:pt x="73" y="20"/>
                  <a:pt x="73" y="20"/>
                  <a:pt x="73" y="20"/>
                </a:cubicBezTo>
                <a:cubicBezTo>
                  <a:pt x="73" y="22"/>
                  <a:pt x="74" y="24"/>
                  <a:pt x="76" y="24"/>
                </a:cubicBezTo>
                <a:close/>
                <a:moveTo>
                  <a:pt x="23" y="77"/>
                </a:moveTo>
                <a:cubicBezTo>
                  <a:pt x="23" y="74"/>
                  <a:pt x="22" y="73"/>
                  <a:pt x="20" y="73"/>
                </a:cubicBezTo>
                <a:cubicBezTo>
                  <a:pt x="4" y="73"/>
                  <a:pt x="4" y="73"/>
                  <a:pt x="4" y="73"/>
                </a:cubicBezTo>
                <a:cubicBezTo>
                  <a:pt x="1" y="73"/>
                  <a:pt x="0" y="74"/>
                  <a:pt x="0" y="77"/>
                </a:cubicBezTo>
                <a:cubicBezTo>
                  <a:pt x="0" y="79"/>
                  <a:pt x="1" y="81"/>
                  <a:pt x="4" y="81"/>
                </a:cubicBezTo>
                <a:cubicBezTo>
                  <a:pt x="20" y="81"/>
                  <a:pt x="20" y="81"/>
                  <a:pt x="20" y="81"/>
                </a:cubicBezTo>
                <a:cubicBezTo>
                  <a:pt x="22" y="81"/>
                  <a:pt x="23" y="79"/>
                  <a:pt x="23" y="77"/>
                </a:cubicBezTo>
                <a:close/>
                <a:moveTo>
                  <a:pt x="149" y="73"/>
                </a:moveTo>
                <a:cubicBezTo>
                  <a:pt x="133" y="73"/>
                  <a:pt x="133" y="73"/>
                  <a:pt x="133" y="73"/>
                </a:cubicBezTo>
                <a:cubicBezTo>
                  <a:pt x="131" y="73"/>
                  <a:pt x="129" y="74"/>
                  <a:pt x="129" y="77"/>
                </a:cubicBezTo>
                <a:cubicBezTo>
                  <a:pt x="129" y="79"/>
                  <a:pt x="131" y="81"/>
                  <a:pt x="133" y="81"/>
                </a:cubicBezTo>
                <a:cubicBezTo>
                  <a:pt x="149" y="81"/>
                  <a:pt x="149" y="81"/>
                  <a:pt x="149" y="81"/>
                </a:cubicBezTo>
                <a:cubicBezTo>
                  <a:pt x="152" y="81"/>
                  <a:pt x="154" y="79"/>
                  <a:pt x="154" y="77"/>
                </a:cubicBezTo>
                <a:cubicBezTo>
                  <a:pt x="154" y="74"/>
                  <a:pt x="152" y="73"/>
                  <a:pt x="149" y="73"/>
                </a:cubicBezTo>
                <a:close/>
                <a:moveTo>
                  <a:pt x="33" y="113"/>
                </a:moveTo>
                <a:cubicBezTo>
                  <a:pt x="22" y="125"/>
                  <a:pt x="22" y="125"/>
                  <a:pt x="22" y="125"/>
                </a:cubicBezTo>
                <a:cubicBezTo>
                  <a:pt x="20" y="127"/>
                  <a:pt x="20" y="129"/>
                  <a:pt x="22" y="131"/>
                </a:cubicBezTo>
                <a:cubicBezTo>
                  <a:pt x="23" y="132"/>
                  <a:pt x="25" y="133"/>
                  <a:pt x="25" y="133"/>
                </a:cubicBezTo>
                <a:cubicBezTo>
                  <a:pt x="26" y="133"/>
                  <a:pt x="27" y="132"/>
                  <a:pt x="28" y="131"/>
                </a:cubicBezTo>
                <a:cubicBezTo>
                  <a:pt x="39" y="120"/>
                  <a:pt x="39" y="120"/>
                  <a:pt x="39" y="120"/>
                </a:cubicBezTo>
                <a:cubicBezTo>
                  <a:pt x="41" y="118"/>
                  <a:pt x="41" y="116"/>
                  <a:pt x="39" y="113"/>
                </a:cubicBezTo>
                <a:cubicBezTo>
                  <a:pt x="38" y="112"/>
                  <a:pt x="34" y="112"/>
                  <a:pt x="33" y="113"/>
                </a:cubicBezTo>
                <a:close/>
                <a:moveTo>
                  <a:pt x="117" y="41"/>
                </a:moveTo>
                <a:cubicBezTo>
                  <a:pt x="118" y="41"/>
                  <a:pt x="119" y="41"/>
                  <a:pt x="119" y="40"/>
                </a:cubicBezTo>
                <a:cubicBezTo>
                  <a:pt x="131" y="29"/>
                  <a:pt x="131" y="29"/>
                  <a:pt x="131" y="29"/>
                </a:cubicBezTo>
                <a:cubicBezTo>
                  <a:pt x="133" y="27"/>
                  <a:pt x="133" y="24"/>
                  <a:pt x="131" y="22"/>
                </a:cubicBezTo>
                <a:cubicBezTo>
                  <a:pt x="129" y="20"/>
                  <a:pt x="127" y="20"/>
                  <a:pt x="124" y="22"/>
                </a:cubicBezTo>
                <a:cubicBezTo>
                  <a:pt x="113" y="33"/>
                  <a:pt x="113" y="33"/>
                  <a:pt x="113" y="33"/>
                </a:cubicBezTo>
                <a:cubicBezTo>
                  <a:pt x="112" y="35"/>
                  <a:pt x="112" y="38"/>
                  <a:pt x="113" y="40"/>
                </a:cubicBezTo>
                <a:cubicBezTo>
                  <a:pt x="115" y="41"/>
                  <a:pt x="116" y="41"/>
                  <a:pt x="117" y="41"/>
                </a:cubicBezTo>
                <a:close/>
                <a:moveTo>
                  <a:pt x="33" y="40"/>
                </a:moveTo>
                <a:cubicBezTo>
                  <a:pt x="34" y="41"/>
                  <a:pt x="36" y="41"/>
                  <a:pt x="36" y="41"/>
                </a:cubicBezTo>
                <a:cubicBezTo>
                  <a:pt x="37" y="41"/>
                  <a:pt x="38" y="41"/>
                  <a:pt x="39" y="40"/>
                </a:cubicBezTo>
                <a:cubicBezTo>
                  <a:pt x="41" y="38"/>
                  <a:pt x="41" y="35"/>
                  <a:pt x="39" y="33"/>
                </a:cubicBezTo>
                <a:cubicBezTo>
                  <a:pt x="28" y="22"/>
                  <a:pt x="28" y="22"/>
                  <a:pt x="28" y="22"/>
                </a:cubicBezTo>
                <a:cubicBezTo>
                  <a:pt x="27" y="20"/>
                  <a:pt x="23" y="20"/>
                  <a:pt x="22" y="22"/>
                </a:cubicBezTo>
                <a:cubicBezTo>
                  <a:pt x="20" y="24"/>
                  <a:pt x="20" y="27"/>
                  <a:pt x="22" y="29"/>
                </a:cubicBezTo>
                <a:cubicBezTo>
                  <a:pt x="33" y="40"/>
                  <a:pt x="33" y="40"/>
                  <a:pt x="33" y="40"/>
                </a:cubicBezTo>
                <a:cubicBezTo>
                  <a:pt x="33" y="40"/>
                  <a:pt x="33" y="40"/>
                  <a:pt x="33" y="40"/>
                </a:cubicBezTo>
                <a:close/>
                <a:moveTo>
                  <a:pt x="119" y="113"/>
                </a:moveTo>
                <a:cubicBezTo>
                  <a:pt x="118" y="112"/>
                  <a:pt x="116" y="112"/>
                  <a:pt x="113" y="113"/>
                </a:cubicBezTo>
                <a:cubicBezTo>
                  <a:pt x="112" y="116"/>
                  <a:pt x="112" y="118"/>
                  <a:pt x="113" y="120"/>
                </a:cubicBezTo>
                <a:cubicBezTo>
                  <a:pt x="124" y="131"/>
                  <a:pt x="124" y="131"/>
                  <a:pt x="124" y="131"/>
                </a:cubicBezTo>
                <a:cubicBezTo>
                  <a:pt x="126" y="132"/>
                  <a:pt x="127" y="133"/>
                  <a:pt x="128" y="133"/>
                </a:cubicBezTo>
                <a:cubicBezTo>
                  <a:pt x="129" y="133"/>
                  <a:pt x="131" y="132"/>
                  <a:pt x="131" y="131"/>
                </a:cubicBezTo>
                <a:cubicBezTo>
                  <a:pt x="133" y="129"/>
                  <a:pt x="133" y="127"/>
                  <a:pt x="131" y="125"/>
                </a:cubicBezTo>
                <a:cubicBezTo>
                  <a:pt x="119" y="113"/>
                  <a:pt x="119" y="113"/>
                  <a:pt x="119" y="113"/>
                </a:cubicBezTo>
                <a:cubicBezTo>
                  <a:pt x="119" y="113"/>
                  <a:pt x="119" y="113"/>
                  <a:pt x="119" y="113"/>
                </a:cubicBezTo>
                <a:close/>
                <a:moveTo>
                  <a:pt x="119" y="113"/>
                </a:moveTo>
                <a:cubicBezTo>
                  <a:pt x="119" y="113"/>
                  <a:pt x="119" y="113"/>
                  <a:pt x="119" y="113"/>
                </a:cubicBezTo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" name="Image 19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4EFA54D5-B22A-A60D-25AA-8097298E36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11" y="270631"/>
            <a:ext cx="1323628" cy="390029"/>
          </a:xfrm>
          <a:prstGeom prst="rect">
            <a:avLst/>
          </a:prstGeom>
        </p:spPr>
      </p:pic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34EF7273-2C36-1C09-B509-DCD3DC0B7E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36175" y="2650027"/>
            <a:ext cx="2543175" cy="11287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24" name="Espace réservé du texte 22">
            <a:extLst>
              <a:ext uri="{FF2B5EF4-FFF2-40B4-BE49-F238E27FC236}">
                <a16:creationId xmlns:a16="http://schemas.microsoft.com/office/drawing/2014/main" id="{93BA0165-3DA0-EB95-88AA-C0B11097E6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34472" y="3888632"/>
            <a:ext cx="3359150" cy="6588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et dolore magna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aliqua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. Ut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enim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add be ad</a:t>
            </a:r>
          </a:p>
        </p:txBody>
      </p:sp>
      <p:sp>
        <p:nvSpPr>
          <p:cNvPr id="30" name="Espace réservé du texte 20">
            <a:extLst>
              <a:ext uri="{FF2B5EF4-FFF2-40B4-BE49-F238E27FC236}">
                <a16:creationId xmlns:a16="http://schemas.microsoft.com/office/drawing/2014/main" id="{3D27500B-16C2-80AA-F130-4E05E1318A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09491" y="1426841"/>
            <a:ext cx="2543175" cy="3900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31" name="Espace réservé du texte 20">
            <a:extLst>
              <a:ext uri="{FF2B5EF4-FFF2-40B4-BE49-F238E27FC236}">
                <a16:creationId xmlns:a16="http://schemas.microsoft.com/office/drawing/2014/main" id="{CC53C9D2-3147-466A-A16A-A2EB89CC1A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802337" y="3017968"/>
            <a:ext cx="2543175" cy="3900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32" name="Espace réservé du texte 20">
            <a:extLst>
              <a:ext uri="{FF2B5EF4-FFF2-40B4-BE49-F238E27FC236}">
                <a16:creationId xmlns:a16="http://schemas.microsoft.com/office/drawing/2014/main" id="{13A0EA19-A16A-3D14-51C6-C30D4188018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09490" y="4601647"/>
            <a:ext cx="2543175" cy="3900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33" name="Espace réservé du texte 22">
            <a:extLst>
              <a:ext uri="{FF2B5EF4-FFF2-40B4-BE49-F238E27FC236}">
                <a16:creationId xmlns:a16="http://schemas.microsoft.com/office/drawing/2014/main" id="{C8F21173-C3FB-BA2F-6A1F-0D5C4549CF7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09490" y="1892999"/>
            <a:ext cx="3359150" cy="6588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et dolore magna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aliqua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. Ut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enim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add be ad</a:t>
            </a:r>
          </a:p>
        </p:txBody>
      </p:sp>
      <p:sp>
        <p:nvSpPr>
          <p:cNvPr id="34" name="Espace réservé du texte 22">
            <a:extLst>
              <a:ext uri="{FF2B5EF4-FFF2-40B4-BE49-F238E27FC236}">
                <a16:creationId xmlns:a16="http://schemas.microsoft.com/office/drawing/2014/main" id="{31654F24-7965-633E-7AA1-EE2017C34D5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02337" y="3485751"/>
            <a:ext cx="3359150" cy="6588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et dolore magna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aliqua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. Ut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enim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add be ad</a:t>
            </a:r>
          </a:p>
        </p:txBody>
      </p:sp>
      <p:sp>
        <p:nvSpPr>
          <p:cNvPr id="35" name="Espace réservé du texte 22">
            <a:extLst>
              <a:ext uri="{FF2B5EF4-FFF2-40B4-BE49-F238E27FC236}">
                <a16:creationId xmlns:a16="http://schemas.microsoft.com/office/drawing/2014/main" id="{A358CF03-B29B-AB8F-CCD7-58C08BD712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09490" y="5076877"/>
            <a:ext cx="3359150" cy="6588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et dolore magna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aliqua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. Ut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enim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add be ad</a:t>
            </a:r>
          </a:p>
        </p:txBody>
      </p:sp>
    </p:spTree>
    <p:extLst>
      <p:ext uri="{BB962C8B-B14F-4D97-AF65-F5344CB8AC3E}">
        <p14:creationId xmlns:p14="http://schemas.microsoft.com/office/powerpoint/2010/main" val="3377035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4574FA-A414-1B9F-129F-C00BAA6C606E}"/>
              </a:ext>
            </a:extLst>
          </p:cNvPr>
          <p:cNvSpPr/>
          <p:nvPr userDrawn="1"/>
        </p:nvSpPr>
        <p:spPr>
          <a:xfrm>
            <a:off x="5611387" y="1305792"/>
            <a:ext cx="2702012" cy="219456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5" name="Straight Connector 51">
            <a:extLst>
              <a:ext uri="{FF2B5EF4-FFF2-40B4-BE49-F238E27FC236}">
                <a16:creationId xmlns:a16="http://schemas.microsoft.com/office/drawing/2014/main" id="{086A1180-7B14-2714-F17F-242CB9D6D94F}"/>
              </a:ext>
            </a:extLst>
          </p:cNvPr>
          <p:cNvCxnSpPr>
            <a:cxnSpLocks/>
          </p:cNvCxnSpPr>
          <p:nvPr userDrawn="1"/>
        </p:nvCxnSpPr>
        <p:spPr>
          <a:xfrm>
            <a:off x="0" y="2941581"/>
            <a:ext cx="951593" cy="0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861C4DFF-8C43-1EF9-7542-E19C5CF85A76}"/>
              </a:ext>
            </a:extLst>
          </p:cNvPr>
          <p:cNvSpPr/>
          <p:nvPr userDrawn="1"/>
        </p:nvSpPr>
        <p:spPr>
          <a:xfrm>
            <a:off x="8313399" y="3500352"/>
            <a:ext cx="2702012" cy="2194560"/>
          </a:xfrm>
          <a:prstGeom prst="rect">
            <a:avLst/>
          </a:prstGeom>
          <a:solidFill>
            <a:srgbClr val="004367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 23">
            <a:extLst>
              <a:ext uri="{FF2B5EF4-FFF2-40B4-BE49-F238E27FC236}">
                <a16:creationId xmlns:a16="http://schemas.microsoft.com/office/drawing/2014/main" id="{24DBDEEF-8800-E27D-9CB7-369B2AEE3FFC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733808" y="4043878"/>
            <a:ext cx="457170" cy="351449"/>
          </a:xfrm>
          <a:custGeom>
            <a:avLst/>
            <a:gdLst>
              <a:gd name="T0" fmla="*/ 120 w 160"/>
              <a:gd name="T1" fmla="*/ 123 h 123"/>
              <a:gd name="T2" fmla="*/ 40 w 160"/>
              <a:gd name="T3" fmla="*/ 123 h 123"/>
              <a:gd name="T4" fmla="*/ 0 w 160"/>
              <a:gd name="T5" fmla="*/ 84 h 123"/>
              <a:gd name="T6" fmla="*/ 34 w 160"/>
              <a:gd name="T7" fmla="*/ 45 h 123"/>
              <a:gd name="T8" fmla="*/ 80 w 160"/>
              <a:gd name="T9" fmla="*/ 0 h 123"/>
              <a:gd name="T10" fmla="*/ 127 w 160"/>
              <a:gd name="T11" fmla="*/ 45 h 123"/>
              <a:gd name="T12" fmla="*/ 127 w 160"/>
              <a:gd name="T13" fmla="*/ 45 h 123"/>
              <a:gd name="T14" fmla="*/ 160 w 160"/>
              <a:gd name="T15" fmla="*/ 84 h 123"/>
              <a:gd name="T16" fmla="*/ 120 w 160"/>
              <a:gd name="T17" fmla="*/ 123 h 123"/>
              <a:gd name="T18" fmla="*/ 80 w 160"/>
              <a:gd name="T19" fmla="*/ 7 h 123"/>
              <a:gd name="T20" fmla="*/ 40 w 160"/>
              <a:gd name="T21" fmla="*/ 45 h 123"/>
              <a:gd name="T22" fmla="*/ 40 w 160"/>
              <a:gd name="T23" fmla="*/ 47 h 123"/>
              <a:gd name="T24" fmla="*/ 40 w 160"/>
              <a:gd name="T25" fmla="*/ 50 h 123"/>
              <a:gd name="T26" fmla="*/ 39 w 160"/>
              <a:gd name="T27" fmla="*/ 50 h 123"/>
              <a:gd name="T28" fmla="*/ 7 w 160"/>
              <a:gd name="T29" fmla="*/ 84 h 123"/>
              <a:gd name="T30" fmla="*/ 40 w 160"/>
              <a:gd name="T31" fmla="*/ 116 h 123"/>
              <a:gd name="T32" fmla="*/ 120 w 160"/>
              <a:gd name="T33" fmla="*/ 116 h 123"/>
              <a:gd name="T34" fmla="*/ 154 w 160"/>
              <a:gd name="T35" fmla="*/ 84 h 123"/>
              <a:gd name="T36" fmla="*/ 122 w 160"/>
              <a:gd name="T37" fmla="*/ 50 h 123"/>
              <a:gd name="T38" fmla="*/ 120 w 160"/>
              <a:gd name="T39" fmla="*/ 50 h 123"/>
              <a:gd name="T40" fmla="*/ 120 w 160"/>
              <a:gd name="T41" fmla="*/ 47 h 123"/>
              <a:gd name="T42" fmla="*/ 120 w 160"/>
              <a:gd name="T43" fmla="*/ 45 h 123"/>
              <a:gd name="T44" fmla="*/ 80 w 160"/>
              <a:gd name="T45" fmla="*/ 7 h 123"/>
              <a:gd name="T46" fmla="*/ 71 w 160"/>
              <a:gd name="T47" fmla="*/ 94 h 123"/>
              <a:gd name="T48" fmla="*/ 69 w 160"/>
              <a:gd name="T49" fmla="*/ 92 h 123"/>
              <a:gd name="T50" fmla="*/ 50 w 160"/>
              <a:gd name="T51" fmla="*/ 74 h 123"/>
              <a:gd name="T52" fmla="*/ 53 w 160"/>
              <a:gd name="T53" fmla="*/ 69 h 123"/>
              <a:gd name="T54" fmla="*/ 71 w 160"/>
              <a:gd name="T55" fmla="*/ 85 h 123"/>
              <a:gd name="T56" fmla="*/ 101 w 160"/>
              <a:gd name="T57" fmla="*/ 57 h 123"/>
              <a:gd name="T58" fmla="*/ 104 w 160"/>
              <a:gd name="T59" fmla="*/ 60 h 123"/>
              <a:gd name="T60" fmla="*/ 72 w 160"/>
              <a:gd name="T61" fmla="*/ 92 h 123"/>
              <a:gd name="T62" fmla="*/ 71 w 160"/>
              <a:gd name="T63" fmla="*/ 94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60" h="123">
                <a:moveTo>
                  <a:pt x="120" y="123"/>
                </a:moveTo>
                <a:cubicBezTo>
                  <a:pt x="40" y="123"/>
                  <a:pt x="40" y="123"/>
                  <a:pt x="40" y="123"/>
                </a:cubicBezTo>
                <a:cubicBezTo>
                  <a:pt x="18" y="123"/>
                  <a:pt x="0" y="105"/>
                  <a:pt x="0" y="84"/>
                </a:cubicBezTo>
                <a:cubicBezTo>
                  <a:pt x="0" y="65"/>
                  <a:pt x="15" y="47"/>
                  <a:pt x="34" y="45"/>
                </a:cubicBezTo>
                <a:cubicBezTo>
                  <a:pt x="34" y="19"/>
                  <a:pt x="55" y="0"/>
                  <a:pt x="80" y="0"/>
                </a:cubicBezTo>
                <a:cubicBezTo>
                  <a:pt x="106" y="0"/>
                  <a:pt x="127" y="19"/>
                  <a:pt x="127" y="45"/>
                </a:cubicBezTo>
                <a:cubicBezTo>
                  <a:pt x="127" y="45"/>
                  <a:pt x="127" y="45"/>
                  <a:pt x="127" y="45"/>
                </a:cubicBezTo>
                <a:cubicBezTo>
                  <a:pt x="146" y="47"/>
                  <a:pt x="160" y="65"/>
                  <a:pt x="160" y="84"/>
                </a:cubicBezTo>
                <a:cubicBezTo>
                  <a:pt x="160" y="105"/>
                  <a:pt x="143" y="123"/>
                  <a:pt x="120" y="123"/>
                </a:cubicBezTo>
                <a:moveTo>
                  <a:pt x="80" y="7"/>
                </a:moveTo>
                <a:cubicBezTo>
                  <a:pt x="58" y="7"/>
                  <a:pt x="40" y="24"/>
                  <a:pt x="40" y="45"/>
                </a:cubicBezTo>
                <a:cubicBezTo>
                  <a:pt x="40" y="47"/>
                  <a:pt x="40" y="47"/>
                  <a:pt x="40" y="47"/>
                </a:cubicBezTo>
                <a:cubicBezTo>
                  <a:pt x="40" y="48"/>
                  <a:pt x="40" y="48"/>
                  <a:pt x="40" y="50"/>
                </a:cubicBezTo>
                <a:cubicBezTo>
                  <a:pt x="39" y="50"/>
                  <a:pt x="39" y="50"/>
                  <a:pt x="39" y="50"/>
                </a:cubicBezTo>
                <a:cubicBezTo>
                  <a:pt x="21" y="52"/>
                  <a:pt x="7" y="66"/>
                  <a:pt x="7" y="84"/>
                </a:cubicBezTo>
                <a:cubicBezTo>
                  <a:pt x="7" y="102"/>
                  <a:pt x="21" y="116"/>
                  <a:pt x="40" y="116"/>
                </a:cubicBezTo>
                <a:cubicBezTo>
                  <a:pt x="120" y="116"/>
                  <a:pt x="120" y="116"/>
                  <a:pt x="120" y="116"/>
                </a:cubicBezTo>
                <a:cubicBezTo>
                  <a:pt x="139" y="116"/>
                  <a:pt x="154" y="102"/>
                  <a:pt x="154" y="84"/>
                </a:cubicBezTo>
                <a:cubicBezTo>
                  <a:pt x="154" y="66"/>
                  <a:pt x="139" y="52"/>
                  <a:pt x="122" y="50"/>
                </a:cubicBezTo>
                <a:cubicBezTo>
                  <a:pt x="120" y="50"/>
                  <a:pt x="120" y="50"/>
                  <a:pt x="120" y="50"/>
                </a:cubicBezTo>
                <a:cubicBezTo>
                  <a:pt x="120" y="48"/>
                  <a:pt x="120" y="48"/>
                  <a:pt x="120" y="47"/>
                </a:cubicBezTo>
                <a:cubicBezTo>
                  <a:pt x="120" y="45"/>
                  <a:pt x="120" y="45"/>
                  <a:pt x="120" y="45"/>
                </a:cubicBezTo>
                <a:cubicBezTo>
                  <a:pt x="120" y="24"/>
                  <a:pt x="103" y="7"/>
                  <a:pt x="80" y="7"/>
                </a:cubicBezTo>
                <a:moveTo>
                  <a:pt x="71" y="94"/>
                </a:moveTo>
                <a:cubicBezTo>
                  <a:pt x="69" y="94"/>
                  <a:pt x="69" y="94"/>
                  <a:pt x="69" y="92"/>
                </a:cubicBezTo>
                <a:cubicBezTo>
                  <a:pt x="50" y="74"/>
                  <a:pt x="50" y="74"/>
                  <a:pt x="50" y="74"/>
                </a:cubicBezTo>
                <a:cubicBezTo>
                  <a:pt x="53" y="69"/>
                  <a:pt x="53" y="69"/>
                  <a:pt x="53" y="69"/>
                </a:cubicBezTo>
                <a:cubicBezTo>
                  <a:pt x="71" y="85"/>
                  <a:pt x="71" y="85"/>
                  <a:pt x="71" y="85"/>
                </a:cubicBezTo>
                <a:cubicBezTo>
                  <a:pt x="101" y="57"/>
                  <a:pt x="101" y="57"/>
                  <a:pt x="101" y="57"/>
                </a:cubicBezTo>
                <a:cubicBezTo>
                  <a:pt x="104" y="60"/>
                  <a:pt x="104" y="60"/>
                  <a:pt x="104" y="60"/>
                </a:cubicBezTo>
                <a:cubicBezTo>
                  <a:pt x="72" y="92"/>
                  <a:pt x="72" y="92"/>
                  <a:pt x="72" y="92"/>
                </a:cubicBezTo>
                <a:cubicBezTo>
                  <a:pt x="72" y="94"/>
                  <a:pt x="72" y="94"/>
                  <a:pt x="71" y="94"/>
                </a:cubicBez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Freeform 19">
            <a:extLst>
              <a:ext uri="{FF2B5EF4-FFF2-40B4-BE49-F238E27FC236}">
                <a16:creationId xmlns:a16="http://schemas.microsoft.com/office/drawing/2014/main" id="{CA1634B8-5719-C218-290F-36FFE910C0A4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9454393" y="1850561"/>
            <a:ext cx="420025" cy="457164"/>
          </a:xfrm>
          <a:custGeom>
            <a:avLst/>
            <a:gdLst>
              <a:gd name="T0" fmla="*/ 73 w 147"/>
              <a:gd name="T1" fmla="*/ 45 h 160"/>
              <a:gd name="T2" fmla="*/ 51 w 147"/>
              <a:gd name="T3" fmla="*/ 22 h 160"/>
              <a:gd name="T4" fmla="*/ 73 w 147"/>
              <a:gd name="T5" fmla="*/ 0 h 160"/>
              <a:gd name="T6" fmla="*/ 96 w 147"/>
              <a:gd name="T7" fmla="*/ 22 h 160"/>
              <a:gd name="T8" fmla="*/ 73 w 147"/>
              <a:gd name="T9" fmla="*/ 45 h 160"/>
              <a:gd name="T10" fmla="*/ 73 w 147"/>
              <a:gd name="T11" fmla="*/ 6 h 160"/>
              <a:gd name="T12" fmla="*/ 57 w 147"/>
              <a:gd name="T13" fmla="*/ 22 h 160"/>
              <a:gd name="T14" fmla="*/ 73 w 147"/>
              <a:gd name="T15" fmla="*/ 38 h 160"/>
              <a:gd name="T16" fmla="*/ 89 w 147"/>
              <a:gd name="T17" fmla="*/ 22 h 160"/>
              <a:gd name="T18" fmla="*/ 73 w 147"/>
              <a:gd name="T19" fmla="*/ 6 h 160"/>
              <a:gd name="T20" fmla="*/ 73 w 147"/>
              <a:gd name="T21" fmla="*/ 160 h 160"/>
              <a:gd name="T22" fmla="*/ 51 w 147"/>
              <a:gd name="T23" fmla="*/ 137 h 160"/>
              <a:gd name="T24" fmla="*/ 73 w 147"/>
              <a:gd name="T25" fmla="*/ 115 h 160"/>
              <a:gd name="T26" fmla="*/ 96 w 147"/>
              <a:gd name="T27" fmla="*/ 137 h 160"/>
              <a:gd name="T28" fmla="*/ 73 w 147"/>
              <a:gd name="T29" fmla="*/ 160 h 160"/>
              <a:gd name="T30" fmla="*/ 73 w 147"/>
              <a:gd name="T31" fmla="*/ 121 h 160"/>
              <a:gd name="T32" fmla="*/ 57 w 147"/>
              <a:gd name="T33" fmla="*/ 137 h 160"/>
              <a:gd name="T34" fmla="*/ 73 w 147"/>
              <a:gd name="T35" fmla="*/ 153 h 160"/>
              <a:gd name="T36" fmla="*/ 89 w 147"/>
              <a:gd name="T37" fmla="*/ 137 h 160"/>
              <a:gd name="T38" fmla="*/ 73 w 147"/>
              <a:gd name="T39" fmla="*/ 121 h 160"/>
              <a:gd name="T40" fmla="*/ 124 w 147"/>
              <a:gd name="T41" fmla="*/ 134 h 160"/>
              <a:gd name="T42" fmla="*/ 102 w 147"/>
              <a:gd name="T43" fmla="*/ 112 h 160"/>
              <a:gd name="T44" fmla="*/ 124 w 147"/>
              <a:gd name="T45" fmla="*/ 89 h 160"/>
              <a:gd name="T46" fmla="*/ 147 w 147"/>
              <a:gd name="T47" fmla="*/ 112 h 160"/>
              <a:gd name="T48" fmla="*/ 124 w 147"/>
              <a:gd name="T49" fmla="*/ 134 h 160"/>
              <a:gd name="T50" fmla="*/ 124 w 147"/>
              <a:gd name="T51" fmla="*/ 96 h 160"/>
              <a:gd name="T52" fmla="*/ 108 w 147"/>
              <a:gd name="T53" fmla="*/ 112 h 160"/>
              <a:gd name="T54" fmla="*/ 124 w 147"/>
              <a:gd name="T55" fmla="*/ 128 h 160"/>
              <a:gd name="T56" fmla="*/ 140 w 147"/>
              <a:gd name="T57" fmla="*/ 112 h 160"/>
              <a:gd name="T58" fmla="*/ 124 w 147"/>
              <a:gd name="T59" fmla="*/ 96 h 160"/>
              <a:gd name="T60" fmla="*/ 124 w 147"/>
              <a:gd name="T61" fmla="*/ 77 h 160"/>
              <a:gd name="T62" fmla="*/ 102 w 147"/>
              <a:gd name="T63" fmla="*/ 54 h 160"/>
              <a:gd name="T64" fmla="*/ 124 w 147"/>
              <a:gd name="T65" fmla="*/ 32 h 160"/>
              <a:gd name="T66" fmla="*/ 147 w 147"/>
              <a:gd name="T67" fmla="*/ 54 h 160"/>
              <a:gd name="T68" fmla="*/ 124 w 147"/>
              <a:gd name="T69" fmla="*/ 77 h 160"/>
              <a:gd name="T70" fmla="*/ 124 w 147"/>
              <a:gd name="T71" fmla="*/ 38 h 160"/>
              <a:gd name="T72" fmla="*/ 108 w 147"/>
              <a:gd name="T73" fmla="*/ 54 h 160"/>
              <a:gd name="T74" fmla="*/ 124 w 147"/>
              <a:gd name="T75" fmla="*/ 70 h 160"/>
              <a:gd name="T76" fmla="*/ 140 w 147"/>
              <a:gd name="T77" fmla="*/ 54 h 160"/>
              <a:gd name="T78" fmla="*/ 124 w 147"/>
              <a:gd name="T79" fmla="*/ 38 h 160"/>
              <a:gd name="T80" fmla="*/ 22 w 147"/>
              <a:gd name="T81" fmla="*/ 134 h 160"/>
              <a:gd name="T82" fmla="*/ 0 w 147"/>
              <a:gd name="T83" fmla="*/ 112 h 160"/>
              <a:gd name="T84" fmla="*/ 22 w 147"/>
              <a:gd name="T85" fmla="*/ 89 h 160"/>
              <a:gd name="T86" fmla="*/ 45 w 147"/>
              <a:gd name="T87" fmla="*/ 112 h 160"/>
              <a:gd name="T88" fmla="*/ 22 w 147"/>
              <a:gd name="T89" fmla="*/ 134 h 160"/>
              <a:gd name="T90" fmla="*/ 22 w 147"/>
              <a:gd name="T91" fmla="*/ 96 h 160"/>
              <a:gd name="T92" fmla="*/ 6 w 147"/>
              <a:gd name="T93" fmla="*/ 112 h 160"/>
              <a:gd name="T94" fmla="*/ 22 w 147"/>
              <a:gd name="T95" fmla="*/ 128 h 160"/>
              <a:gd name="T96" fmla="*/ 38 w 147"/>
              <a:gd name="T97" fmla="*/ 112 h 160"/>
              <a:gd name="T98" fmla="*/ 22 w 147"/>
              <a:gd name="T99" fmla="*/ 96 h 160"/>
              <a:gd name="T100" fmla="*/ 22 w 147"/>
              <a:gd name="T101" fmla="*/ 77 h 160"/>
              <a:gd name="T102" fmla="*/ 0 w 147"/>
              <a:gd name="T103" fmla="*/ 54 h 160"/>
              <a:gd name="T104" fmla="*/ 22 w 147"/>
              <a:gd name="T105" fmla="*/ 32 h 160"/>
              <a:gd name="T106" fmla="*/ 45 w 147"/>
              <a:gd name="T107" fmla="*/ 54 h 160"/>
              <a:gd name="T108" fmla="*/ 22 w 147"/>
              <a:gd name="T109" fmla="*/ 77 h 160"/>
              <a:gd name="T110" fmla="*/ 22 w 147"/>
              <a:gd name="T111" fmla="*/ 38 h 160"/>
              <a:gd name="T112" fmla="*/ 6 w 147"/>
              <a:gd name="T113" fmla="*/ 54 h 160"/>
              <a:gd name="T114" fmla="*/ 22 w 147"/>
              <a:gd name="T115" fmla="*/ 70 h 160"/>
              <a:gd name="T116" fmla="*/ 38 w 147"/>
              <a:gd name="T117" fmla="*/ 54 h 160"/>
              <a:gd name="T118" fmla="*/ 22 w 147"/>
              <a:gd name="T119" fmla="*/ 38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147" h="160">
                <a:moveTo>
                  <a:pt x="73" y="45"/>
                </a:moveTo>
                <a:cubicBezTo>
                  <a:pt x="61" y="45"/>
                  <a:pt x="51" y="35"/>
                  <a:pt x="51" y="22"/>
                </a:cubicBezTo>
                <a:cubicBezTo>
                  <a:pt x="51" y="9"/>
                  <a:pt x="61" y="0"/>
                  <a:pt x="73" y="0"/>
                </a:cubicBezTo>
                <a:cubicBezTo>
                  <a:pt x="86" y="0"/>
                  <a:pt x="96" y="9"/>
                  <a:pt x="96" y="22"/>
                </a:cubicBezTo>
                <a:cubicBezTo>
                  <a:pt x="96" y="35"/>
                  <a:pt x="86" y="45"/>
                  <a:pt x="73" y="45"/>
                </a:cubicBezTo>
                <a:moveTo>
                  <a:pt x="73" y="6"/>
                </a:moveTo>
                <a:cubicBezTo>
                  <a:pt x="64" y="6"/>
                  <a:pt x="57" y="13"/>
                  <a:pt x="57" y="22"/>
                </a:cubicBezTo>
                <a:cubicBezTo>
                  <a:pt x="57" y="32"/>
                  <a:pt x="64" y="38"/>
                  <a:pt x="73" y="38"/>
                </a:cubicBezTo>
                <a:cubicBezTo>
                  <a:pt x="83" y="38"/>
                  <a:pt x="89" y="32"/>
                  <a:pt x="89" y="22"/>
                </a:cubicBezTo>
                <a:cubicBezTo>
                  <a:pt x="89" y="13"/>
                  <a:pt x="83" y="6"/>
                  <a:pt x="73" y="6"/>
                </a:cubicBezTo>
                <a:moveTo>
                  <a:pt x="73" y="160"/>
                </a:moveTo>
                <a:cubicBezTo>
                  <a:pt x="61" y="160"/>
                  <a:pt x="51" y="150"/>
                  <a:pt x="51" y="137"/>
                </a:cubicBezTo>
                <a:cubicBezTo>
                  <a:pt x="51" y="125"/>
                  <a:pt x="61" y="115"/>
                  <a:pt x="73" y="115"/>
                </a:cubicBezTo>
                <a:cubicBezTo>
                  <a:pt x="86" y="115"/>
                  <a:pt x="96" y="125"/>
                  <a:pt x="96" y="137"/>
                </a:cubicBezTo>
                <a:cubicBezTo>
                  <a:pt x="96" y="150"/>
                  <a:pt x="86" y="160"/>
                  <a:pt x="73" y="160"/>
                </a:cubicBezTo>
                <a:moveTo>
                  <a:pt x="73" y="121"/>
                </a:moveTo>
                <a:cubicBezTo>
                  <a:pt x="64" y="121"/>
                  <a:pt x="57" y="128"/>
                  <a:pt x="57" y="137"/>
                </a:cubicBezTo>
                <a:cubicBezTo>
                  <a:pt x="57" y="147"/>
                  <a:pt x="64" y="153"/>
                  <a:pt x="73" y="153"/>
                </a:cubicBezTo>
                <a:cubicBezTo>
                  <a:pt x="83" y="153"/>
                  <a:pt x="89" y="147"/>
                  <a:pt x="89" y="137"/>
                </a:cubicBezTo>
                <a:cubicBezTo>
                  <a:pt x="89" y="128"/>
                  <a:pt x="83" y="121"/>
                  <a:pt x="73" y="121"/>
                </a:cubicBezTo>
                <a:moveTo>
                  <a:pt x="124" y="134"/>
                </a:moveTo>
                <a:cubicBezTo>
                  <a:pt x="112" y="134"/>
                  <a:pt x="102" y="125"/>
                  <a:pt x="102" y="112"/>
                </a:cubicBezTo>
                <a:cubicBezTo>
                  <a:pt x="102" y="99"/>
                  <a:pt x="112" y="89"/>
                  <a:pt x="124" y="89"/>
                </a:cubicBezTo>
                <a:cubicBezTo>
                  <a:pt x="137" y="89"/>
                  <a:pt x="147" y="99"/>
                  <a:pt x="147" y="112"/>
                </a:cubicBezTo>
                <a:cubicBezTo>
                  <a:pt x="147" y="125"/>
                  <a:pt x="137" y="134"/>
                  <a:pt x="124" y="134"/>
                </a:cubicBezTo>
                <a:moveTo>
                  <a:pt x="124" y="96"/>
                </a:moveTo>
                <a:cubicBezTo>
                  <a:pt x="115" y="96"/>
                  <a:pt x="108" y="102"/>
                  <a:pt x="108" y="112"/>
                </a:cubicBezTo>
                <a:cubicBezTo>
                  <a:pt x="108" y="121"/>
                  <a:pt x="115" y="128"/>
                  <a:pt x="124" y="128"/>
                </a:cubicBezTo>
                <a:cubicBezTo>
                  <a:pt x="134" y="128"/>
                  <a:pt x="140" y="121"/>
                  <a:pt x="140" y="112"/>
                </a:cubicBezTo>
                <a:cubicBezTo>
                  <a:pt x="140" y="102"/>
                  <a:pt x="134" y="96"/>
                  <a:pt x="124" y="96"/>
                </a:cubicBezTo>
                <a:moveTo>
                  <a:pt x="124" y="77"/>
                </a:moveTo>
                <a:cubicBezTo>
                  <a:pt x="112" y="77"/>
                  <a:pt x="102" y="67"/>
                  <a:pt x="102" y="54"/>
                </a:cubicBezTo>
                <a:cubicBezTo>
                  <a:pt x="102" y="41"/>
                  <a:pt x="112" y="32"/>
                  <a:pt x="124" y="32"/>
                </a:cubicBezTo>
                <a:cubicBezTo>
                  <a:pt x="137" y="32"/>
                  <a:pt x="147" y="41"/>
                  <a:pt x="147" y="54"/>
                </a:cubicBezTo>
                <a:cubicBezTo>
                  <a:pt x="147" y="67"/>
                  <a:pt x="137" y="77"/>
                  <a:pt x="124" y="77"/>
                </a:cubicBezTo>
                <a:moveTo>
                  <a:pt x="124" y="38"/>
                </a:moveTo>
                <a:cubicBezTo>
                  <a:pt x="115" y="38"/>
                  <a:pt x="108" y="45"/>
                  <a:pt x="108" y="54"/>
                </a:cubicBezTo>
                <a:cubicBezTo>
                  <a:pt x="108" y="64"/>
                  <a:pt x="115" y="70"/>
                  <a:pt x="124" y="70"/>
                </a:cubicBezTo>
                <a:cubicBezTo>
                  <a:pt x="134" y="70"/>
                  <a:pt x="140" y="64"/>
                  <a:pt x="140" y="54"/>
                </a:cubicBezTo>
                <a:cubicBezTo>
                  <a:pt x="140" y="45"/>
                  <a:pt x="134" y="38"/>
                  <a:pt x="124" y="38"/>
                </a:cubicBezTo>
                <a:moveTo>
                  <a:pt x="22" y="134"/>
                </a:moveTo>
                <a:cubicBezTo>
                  <a:pt x="10" y="134"/>
                  <a:pt x="0" y="125"/>
                  <a:pt x="0" y="112"/>
                </a:cubicBezTo>
                <a:cubicBezTo>
                  <a:pt x="0" y="99"/>
                  <a:pt x="10" y="89"/>
                  <a:pt x="22" y="89"/>
                </a:cubicBezTo>
                <a:cubicBezTo>
                  <a:pt x="35" y="89"/>
                  <a:pt x="45" y="99"/>
                  <a:pt x="45" y="112"/>
                </a:cubicBezTo>
                <a:cubicBezTo>
                  <a:pt x="45" y="125"/>
                  <a:pt x="35" y="134"/>
                  <a:pt x="22" y="134"/>
                </a:cubicBezTo>
                <a:moveTo>
                  <a:pt x="22" y="96"/>
                </a:moveTo>
                <a:cubicBezTo>
                  <a:pt x="13" y="96"/>
                  <a:pt x="6" y="102"/>
                  <a:pt x="6" y="112"/>
                </a:cubicBezTo>
                <a:cubicBezTo>
                  <a:pt x="6" y="121"/>
                  <a:pt x="13" y="128"/>
                  <a:pt x="22" y="128"/>
                </a:cubicBezTo>
                <a:cubicBezTo>
                  <a:pt x="32" y="128"/>
                  <a:pt x="38" y="121"/>
                  <a:pt x="38" y="112"/>
                </a:cubicBezTo>
                <a:cubicBezTo>
                  <a:pt x="38" y="102"/>
                  <a:pt x="32" y="96"/>
                  <a:pt x="22" y="96"/>
                </a:cubicBezTo>
                <a:moveTo>
                  <a:pt x="22" y="77"/>
                </a:moveTo>
                <a:cubicBezTo>
                  <a:pt x="10" y="77"/>
                  <a:pt x="0" y="67"/>
                  <a:pt x="0" y="54"/>
                </a:cubicBezTo>
                <a:cubicBezTo>
                  <a:pt x="0" y="41"/>
                  <a:pt x="10" y="32"/>
                  <a:pt x="22" y="32"/>
                </a:cubicBezTo>
                <a:cubicBezTo>
                  <a:pt x="35" y="32"/>
                  <a:pt x="45" y="41"/>
                  <a:pt x="45" y="54"/>
                </a:cubicBezTo>
                <a:cubicBezTo>
                  <a:pt x="45" y="67"/>
                  <a:pt x="35" y="77"/>
                  <a:pt x="22" y="77"/>
                </a:cubicBezTo>
                <a:moveTo>
                  <a:pt x="22" y="38"/>
                </a:moveTo>
                <a:cubicBezTo>
                  <a:pt x="13" y="38"/>
                  <a:pt x="6" y="45"/>
                  <a:pt x="6" y="54"/>
                </a:cubicBezTo>
                <a:cubicBezTo>
                  <a:pt x="6" y="64"/>
                  <a:pt x="13" y="70"/>
                  <a:pt x="22" y="70"/>
                </a:cubicBezTo>
                <a:cubicBezTo>
                  <a:pt x="32" y="70"/>
                  <a:pt x="38" y="64"/>
                  <a:pt x="38" y="54"/>
                </a:cubicBezTo>
                <a:cubicBezTo>
                  <a:pt x="38" y="45"/>
                  <a:pt x="32" y="38"/>
                  <a:pt x="22" y="38"/>
                </a:cubicBez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84">
            <a:extLst>
              <a:ext uri="{FF2B5EF4-FFF2-40B4-BE49-F238E27FC236}">
                <a16:creationId xmlns:a16="http://schemas.microsoft.com/office/drawing/2014/main" id="{06654746-353E-0233-BB79-C0C5240D2F73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733808" y="1850561"/>
            <a:ext cx="457170" cy="457167"/>
          </a:xfrm>
          <a:custGeom>
            <a:avLst/>
            <a:gdLst>
              <a:gd name="T0" fmla="*/ 73 w 160"/>
              <a:gd name="T1" fmla="*/ 159 h 160"/>
              <a:gd name="T2" fmla="*/ 0 w 160"/>
              <a:gd name="T3" fmla="*/ 111 h 160"/>
              <a:gd name="T4" fmla="*/ 19 w 160"/>
              <a:gd name="T5" fmla="*/ 96 h 160"/>
              <a:gd name="T6" fmla="*/ 0 w 160"/>
              <a:gd name="T7" fmla="*/ 80 h 160"/>
              <a:gd name="T8" fmla="*/ 19 w 160"/>
              <a:gd name="T9" fmla="*/ 66 h 160"/>
              <a:gd name="T10" fmla="*/ 0 w 160"/>
              <a:gd name="T11" fmla="*/ 51 h 160"/>
              <a:gd name="T12" fmla="*/ 73 w 160"/>
              <a:gd name="T13" fmla="*/ 2 h 160"/>
              <a:gd name="T14" fmla="*/ 156 w 160"/>
              <a:gd name="T15" fmla="*/ 45 h 160"/>
              <a:gd name="T16" fmla="*/ 156 w 160"/>
              <a:gd name="T17" fmla="*/ 56 h 160"/>
              <a:gd name="T18" fmla="*/ 156 w 160"/>
              <a:gd name="T19" fmla="*/ 75 h 160"/>
              <a:gd name="T20" fmla="*/ 156 w 160"/>
              <a:gd name="T21" fmla="*/ 87 h 160"/>
              <a:gd name="T22" fmla="*/ 156 w 160"/>
              <a:gd name="T23" fmla="*/ 104 h 160"/>
              <a:gd name="T24" fmla="*/ 156 w 160"/>
              <a:gd name="T25" fmla="*/ 117 h 160"/>
              <a:gd name="T26" fmla="*/ 80 w 160"/>
              <a:gd name="T27" fmla="*/ 160 h 160"/>
              <a:gd name="T28" fmla="*/ 6 w 160"/>
              <a:gd name="T29" fmla="*/ 111 h 160"/>
              <a:gd name="T30" fmla="*/ 83 w 160"/>
              <a:gd name="T31" fmla="*/ 152 h 160"/>
              <a:gd name="T32" fmla="*/ 153 w 160"/>
              <a:gd name="T33" fmla="*/ 111 h 160"/>
              <a:gd name="T34" fmla="*/ 136 w 160"/>
              <a:gd name="T35" fmla="*/ 99 h 160"/>
              <a:gd name="T36" fmla="*/ 73 w 160"/>
              <a:gd name="T37" fmla="*/ 128 h 160"/>
              <a:gd name="T38" fmla="*/ 6 w 160"/>
              <a:gd name="T39" fmla="*/ 111 h 160"/>
              <a:gd name="T40" fmla="*/ 6 w 160"/>
              <a:gd name="T41" fmla="*/ 80 h 160"/>
              <a:gd name="T42" fmla="*/ 76 w 160"/>
              <a:gd name="T43" fmla="*/ 123 h 160"/>
              <a:gd name="T44" fmla="*/ 153 w 160"/>
              <a:gd name="T45" fmla="*/ 82 h 160"/>
              <a:gd name="T46" fmla="*/ 153 w 160"/>
              <a:gd name="T47" fmla="*/ 80 h 160"/>
              <a:gd name="T48" fmla="*/ 86 w 160"/>
              <a:gd name="T49" fmla="*/ 99 h 160"/>
              <a:gd name="T50" fmla="*/ 24 w 160"/>
              <a:gd name="T51" fmla="*/ 69 h 160"/>
              <a:gd name="T52" fmla="*/ 6 w 160"/>
              <a:gd name="T53" fmla="*/ 80 h 160"/>
              <a:gd name="T54" fmla="*/ 6 w 160"/>
              <a:gd name="T55" fmla="*/ 51 h 160"/>
              <a:gd name="T56" fmla="*/ 83 w 160"/>
              <a:gd name="T57" fmla="*/ 93 h 160"/>
              <a:gd name="T58" fmla="*/ 153 w 160"/>
              <a:gd name="T59" fmla="*/ 51 h 160"/>
              <a:gd name="T60" fmla="*/ 83 w 160"/>
              <a:gd name="T61" fmla="*/ 8 h 160"/>
              <a:gd name="T62" fmla="*/ 6 w 160"/>
              <a:gd name="T63" fmla="*/ 50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60" h="160">
                <a:moveTo>
                  <a:pt x="80" y="160"/>
                </a:moveTo>
                <a:cubicBezTo>
                  <a:pt x="76" y="160"/>
                  <a:pt x="75" y="160"/>
                  <a:pt x="73" y="159"/>
                </a:cubicBezTo>
                <a:cubicBezTo>
                  <a:pt x="3" y="117"/>
                  <a:pt x="3" y="117"/>
                  <a:pt x="3" y="117"/>
                </a:cubicBezTo>
                <a:cubicBezTo>
                  <a:pt x="1" y="115"/>
                  <a:pt x="0" y="114"/>
                  <a:pt x="0" y="111"/>
                </a:cubicBezTo>
                <a:cubicBezTo>
                  <a:pt x="0" y="109"/>
                  <a:pt x="1" y="106"/>
                  <a:pt x="3" y="104"/>
                </a:cubicBezTo>
                <a:cubicBezTo>
                  <a:pt x="19" y="96"/>
                  <a:pt x="19" y="96"/>
                  <a:pt x="19" y="96"/>
                </a:cubicBezTo>
                <a:cubicBezTo>
                  <a:pt x="3" y="87"/>
                  <a:pt x="3" y="87"/>
                  <a:pt x="3" y="87"/>
                </a:cubicBezTo>
                <a:cubicBezTo>
                  <a:pt x="1" y="85"/>
                  <a:pt x="0" y="83"/>
                  <a:pt x="0" y="80"/>
                </a:cubicBezTo>
                <a:cubicBezTo>
                  <a:pt x="0" y="79"/>
                  <a:pt x="1" y="77"/>
                  <a:pt x="3" y="75"/>
                </a:cubicBezTo>
                <a:cubicBezTo>
                  <a:pt x="19" y="66"/>
                  <a:pt x="19" y="66"/>
                  <a:pt x="19" y="66"/>
                </a:cubicBezTo>
                <a:cubicBezTo>
                  <a:pt x="3" y="56"/>
                  <a:pt x="3" y="56"/>
                  <a:pt x="3" y="56"/>
                </a:cubicBezTo>
                <a:cubicBezTo>
                  <a:pt x="1" y="56"/>
                  <a:pt x="0" y="53"/>
                  <a:pt x="0" y="51"/>
                </a:cubicBezTo>
                <a:cubicBezTo>
                  <a:pt x="0" y="48"/>
                  <a:pt x="1" y="47"/>
                  <a:pt x="3" y="45"/>
                </a:cubicBezTo>
                <a:cubicBezTo>
                  <a:pt x="73" y="2"/>
                  <a:pt x="73" y="2"/>
                  <a:pt x="73" y="2"/>
                </a:cubicBezTo>
                <a:cubicBezTo>
                  <a:pt x="76" y="0"/>
                  <a:pt x="83" y="0"/>
                  <a:pt x="86" y="2"/>
                </a:cubicBezTo>
                <a:cubicBezTo>
                  <a:pt x="156" y="45"/>
                  <a:pt x="156" y="45"/>
                  <a:pt x="156" y="45"/>
                </a:cubicBezTo>
                <a:cubicBezTo>
                  <a:pt x="158" y="47"/>
                  <a:pt x="160" y="48"/>
                  <a:pt x="160" y="51"/>
                </a:cubicBezTo>
                <a:cubicBezTo>
                  <a:pt x="160" y="53"/>
                  <a:pt x="158" y="56"/>
                  <a:pt x="156" y="56"/>
                </a:cubicBezTo>
                <a:cubicBezTo>
                  <a:pt x="140" y="66"/>
                  <a:pt x="140" y="66"/>
                  <a:pt x="140" y="66"/>
                </a:cubicBezTo>
                <a:cubicBezTo>
                  <a:pt x="156" y="75"/>
                  <a:pt x="156" y="75"/>
                  <a:pt x="156" y="75"/>
                </a:cubicBezTo>
                <a:cubicBezTo>
                  <a:pt x="158" y="77"/>
                  <a:pt x="160" y="79"/>
                  <a:pt x="160" y="80"/>
                </a:cubicBezTo>
                <a:cubicBezTo>
                  <a:pt x="160" y="83"/>
                  <a:pt x="158" y="85"/>
                  <a:pt x="156" y="87"/>
                </a:cubicBezTo>
                <a:cubicBezTo>
                  <a:pt x="140" y="96"/>
                  <a:pt x="140" y="96"/>
                  <a:pt x="140" y="96"/>
                </a:cubicBezTo>
                <a:cubicBezTo>
                  <a:pt x="156" y="104"/>
                  <a:pt x="156" y="104"/>
                  <a:pt x="156" y="104"/>
                </a:cubicBezTo>
                <a:cubicBezTo>
                  <a:pt x="158" y="106"/>
                  <a:pt x="160" y="109"/>
                  <a:pt x="160" y="111"/>
                </a:cubicBezTo>
                <a:cubicBezTo>
                  <a:pt x="160" y="114"/>
                  <a:pt x="158" y="115"/>
                  <a:pt x="156" y="117"/>
                </a:cubicBezTo>
                <a:cubicBezTo>
                  <a:pt x="86" y="159"/>
                  <a:pt x="86" y="159"/>
                  <a:pt x="86" y="159"/>
                </a:cubicBezTo>
                <a:cubicBezTo>
                  <a:pt x="84" y="160"/>
                  <a:pt x="83" y="160"/>
                  <a:pt x="80" y="160"/>
                </a:cubicBezTo>
                <a:moveTo>
                  <a:pt x="6" y="111"/>
                </a:moveTo>
                <a:cubicBezTo>
                  <a:pt x="6" y="111"/>
                  <a:pt x="6" y="111"/>
                  <a:pt x="6" y="111"/>
                </a:cubicBezTo>
                <a:cubicBezTo>
                  <a:pt x="76" y="152"/>
                  <a:pt x="76" y="152"/>
                  <a:pt x="76" y="152"/>
                </a:cubicBezTo>
                <a:cubicBezTo>
                  <a:pt x="78" y="154"/>
                  <a:pt x="81" y="154"/>
                  <a:pt x="83" y="152"/>
                </a:cubicBezTo>
                <a:cubicBezTo>
                  <a:pt x="153" y="111"/>
                  <a:pt x="153" y="111"/>
                  <a:pt x="153" y="111"/>
                </a:cubicBezTo>
                <a:cubicBezTo>
                  <a:pt x="153" y="111"/>
                  <a:pt x="153" y="111"/>
                  <a:pt x="153" y="111"/>
                </a:cubicBezTo>
                <a:cubicBezTo>
                  <a:pt x="153" y="111"/>
                  <a:pt x="153" y="111"/>
                  <a:pt x="153" y="111"/>
                </a:cubicBezTo>
                <a:cubicBezTo>
                  <a:pt x="136" y="99"/>
                  <a:pt x="136" y="99"/>
                  <a:pt x="136" y="99"/>
                </a:cubicBezTo>
                <a:cubicBezTo>
                  <a:pt x="86" y="128"/>
                  <a:pt x="86" y="128"/>
                  <a:pt x="86" y="128"/>
                </a:cubicBezTo>
                <a:cubicBezTo>
                  <a:pt x="83" y="131"/>
                  <a:pt x="76" y="131"/>
                  <a:pt x="73" y="128"/>
                </a:cubicBezTo>
                <a:cubicBezTo>
                  <a:pt x="24" y="99"/>
                  <a:pt x="24" y="99"/>
                  <a:pt x="24" y="99"/>
                </a:cubicBezTo>
                <a:cubicBezTo>
                  <a:pt x="6" y="111"/>
                  <a:pt x="6" y="111"/>
                  <a:pt x="6" y="111"/>
                </a:cubicBezTo>
                <a:cubicBezTo>
                  <a:pt x="6" y="111"/>
                  <a:pt x="6" y="111"/>
                  <a:pt x="6" y="111"/>
                </a:cubicBezTo>
                <a:moveTo>
                  <a:pt x="6" y="80"/>
                </a:moveTo>
                <a:cubicBezTo>
                  <a:pt x="6" y="82"/>
                  <a:pt x="6" y="82"/>
                  <a:pt x="6" y="82"/>
                </a:cubicBezTo>
                <a:cubicBezTo>
                  <a:pt x="76" y="123"/>
                  <a:pt x="76" y="123"/>
                  <a:pt x="76" y="123"/>
                </a:cubicBezTo>
                <a:cubicBezTo>
                  <a:pt x="78" y="123"/>
                  <a:pt x="81" y="123"/>
                  <a:pt x="83" y="123"/>
                </a:cubicBezTo>
                <a:cubicBezTo>
                  <a:pt x="153" y="82"/>
                  <a:pt x="153" y="82"/>
                  <a:pt x="153" y="82"/>
                </a:cubicBezTo>
                <a:cubicBezTo>
                  <a:pt x="153" y="80"/>
                  <a:pt x="153" y="80"/>
                  <a:pt x="153" y="80"/>
                </a:cubicBezTo>
                <a:cubicBezTo>
                  <a:pt x="153" y="80"/>
                  <a:pt x="153" y="80"/>
                  <a:pt x="153" y="80"/>
                </a:cubicBezTo>
                <a:cubicBezTo>
                  <a:pt x="136" y="69"/>
                  <a:pt x="136" y="69"/>
                  <a:pt x="136" y="69"/>
                </a:cubicBezTo>
                <a:cubicBezTo>
                  <a:pt x="86" y="99"/>
                  <a:pt x="86" y="99"/>
                  <a:pt x="86" y="99"/>
                </a:cubicBezTo>
                <a:cubicBezTo>
                  <a:pt x="83" y="101"/>
                  <a:pt x="76" y="101"/>
                  <a:pt x="73" y="99"/>
                </a:cubicBezTo>
                <a:cubicBezTo>
                  <a:pt x="24" y="69"/>
                  <a:pt x="24" y="69"/>
                  <a:pt x="24" y="69"/>
                </a:cubicBezTo>
                <a:cubicBezTo>
                  <a:pt x="6" y="80"/>
                  <a:pt x="6" y="80"/>
                  <a:pt x="6" y="80"/>
                </a:cubicBezTo>
                <a:cubicBezTo>
                  <a:pt x="6" y="80"/>
                  <a:pt x="6" y="80"/>
                  <a:pt x="6" y="80"/>
                </a:cubicBezTo>
                <a:moveTo>
                  <a:pt x="6" y="51"/>
                </a:moveTo>
                <a:cubicBezTo>
                  <a:pt x="6" y="51"/>
                  <a:pt x="6" y="51"/>
                  <a:pt x="6" y="51"/>
                </a:cubicBezTo>
                <a:cubicBezTo>
                  <a:pt x="76" y="93"/>
                  <a:pt x="76" y="93"/>
                  <a:pt x="76" y="93"/>
                </a:cubicBezTo>
                <a:cubicBezTo>
                  <a:pt x="78" y="95"/>
                  <a:pt x="81" y="95"/>
                  <a:pt x="83" y="93"/>
                </a:cubicBezTo>
                <a:cubicBezTo>
                  <a:pt x="153" y="51"/>
                  <a:pt x="153" y="51"/>
                  <a:pt x="153" y="51"/>
                </a:cubicBezTo>
                <a:cubicBezTo>
                  <a:pt x="153" y="51"/>
                  <a:pt x="153" y="51"/>
                  <a:pt x="153" y="51"/>
                </a:cubicBezTo>
                <a:cubicBezTo>
                  <a:pt x="153" y="51"/>
                  <a:pt x="153" y="51"/>
                  <a:pt x="153" y="50"/>
                </a:cubicBezTo>
                <a:cubicBezTo>
                  <a:pt x="83" y="8"/>
                  <a:pt x="83" y="8"/>
                  <a:pt x="83" y="8"/>
                </a:cubicBezTo>
                <a:cubicBezTo>
                  <a:pt x="81" y="7"/>
                  <a:pt x="78" y="7"/>
                  <a:pt x="76" y="8"/>
                </a:cubicBezTo>
                <a:cubicBezTo>
                  <a:pt x="6" y="50"/>
                  <a:pt x="6" y="50"/>
                  <a:pt x="6" y="50"/>
                </a:cubicBezTo>
                <a:cubicBezTo>
                  <a:pt x="6" y="51"/>
                  <a:pt x="6" y="51"/>
                  <a:pt x="6" y="51"/>
                </a:cubicBez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Freeform 142">
            <a:extLst>
              <a:ext uri="{FF2B5EF4-FFF2-40B4-BE49-F238E27FC236}">
                <a16:creationId xmlns:a16="http://schemas.microsoft.com/office/drawing/2014/main" id="{D6C94426-825A-2222-E17B-B0FC80A51F55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9439709" y="3959977"/>
            <a:ext cx="449393" cy="435350"/>
          </a:xfrm>
          <a:custGeom>
            <a:avLst/>
            <a:gdLst>
              <a:gd name="T0" fmla="*/ 6 w 160"/>
              <a:gd name="T1" fmla="*/ 55 h 155"/>
              <a:gd name="T2" fmla="*/ 136 w 160"/>
              <a:gd name="T3" fmla="*/ 63 h 155"/>
              <a:gd name="T4" fmla="*/ 136 w 160"/>
              <a:gd name="T5" fmla="*/ 51 h 155"/>
              <a:gd name="T6" fmla="*/ 0 w 160"/>
              <a:gd name="T7" fmla="*/ 117 h 155"/>
              <a:gd name="T8" fmla="*/ 95 w 160"/>
              <a:gd name="T9" fmla="*/ 117 h 155"/>
              <a:gd name="T10" fmla="*/ 12 w 160"/>
              <a:gd name="T11" fmla="*/ 42 h 155"/>
              <a:gd name="T12" fmla="*/ 122 w 160"/>
              <a:gd name="T13" fmla="*/ 44 h 155"/>
              <a:gd name="T14" fmla="*/ 16 w 160"/>
              <a:gd name="T15" fmla="*/ 16 h 155"/>
              <a:gd name="T16" fmla="*/ 7 w 160"/>
              <a:gd name="T17" fmla="*/ 42 h 155"/>
              <a:gd name="T18" fmla="*/ 45 w 160"/>
              <a:gd name="T19" fmla="*/ 6 h 155"/>
              <a:gd name="T20" fmla="*/ 109 w 160"/>
              <a:gd name="T21" fmla="*/ 27 h 155"/>
              <a:gd name="T22" fmla="*/ 36 w 160"/>
              <a:gd name="T23" fmla="*/ 12 h 155"/>
              <a:gd name="T24" fmla="*/ 112 w 160"/>
              <a:gd name="T25" fmla="*/ 63 h 155"/>
              <a:gd name="T26" fmla="*/ 87 w 160"/>
              <a:gd name="T27" fmla="*/ 63 h 155"/>
              <a:gd name="T28" fmla="*/ 112 w 160"/>
              <a:gd name="T29" fmla="*/ 63 h 155"/>
              <a:gd name="T30" fmla="*/ 68 w 160"/>
              <a:gd name="T31" fmla="*/ 61 h 155"/>
              <a:gd name="T32" fmla="*/ 68 w 160"/>
              <a:gd name="T33" fmla="*/ 65 h 155"/>
              <a:gd name="T34" fmla="*/ 49 w 160"/>
              <a:gd name="T35" fmla="*/ 85 h 155"/>
              <a:gd name="T36" fmla="*/ 102 w 160"/>
              <a:gd name="T37" fmla="*/ 80 h 155"/>
              <a:gd name="T38" fmla="*/ 160 w 160"/>
              <a:gd name="T39" fmla="*/ 144 h 155"/>
              <a:gd name="T40" fmla="*/ 156 w 160"/>
              <a:gd name="T41" fmla="*/ 144 h 155"/>
              <a:gd name="T42" fmla="*/ 106 w 160"/>
              <a:gd name="T43" fmla="*/ 140 h 155"/>
              <a:gd name="T44" fmla="*/ 156 w 160"/>
              <a:gd name="T45" fmla="*/ 144 h 155"/>
              <a:gd name="T46" fmla="*/ 106 w 160"/>
              <a:gd name="T47" fmla="*/ 133 h 155"/>
              <a:gd name="T48" fmla="*/ 156 w 160"/>
              <a:gd name="T49" fmla="*/ 129 h 155"/>
              <a:gd name="T50" fmla="*/ 132 w 160"/>
              <a:gd name="T51" fmla="*/ 127 h 155"/>
              <a:gd name="T52" fmla="*/ 132 w 160"/>
              <a:gd name="T53" fmla="*/ 123 h 155"/>
              <a:gd name="T54" fmla="*/ 156 w 160"/>
              <a:gd name="T55" fmla="*/ 112 h 155"/>
              <a:gd name="T56" fmla="*/ 106 w 160"/>
              <a:gd name="T57" fmla="*/ 108 h 155"/>
              <a:gd name="T58" fmla="*/ 156 w 160"/>
              <a:gd name="T59" fmla="*/ 112 h 155"/>
              <a:gd name="T60" fmla="*/ 106 w 160"/>
              <a:gd name="T61" fmla="*/ 101 h 155"/>
              <a:gd name="T62" fmla="*/ 156 w 160"/>
              <a:gd name="T63" fmla="*/ 97 h 155"/>
              <a:gd name="T64" fmla="*/ 132 w 160"/>
              <a:gd name="T65" fmla="*/ 95 h 155"/>
              <a:gd name="T66" fmla="*/ 132 w 160"/>
              <a:gd name="T67" fmla="*/ 91 h 155"/>
              <a:gd name="T68" fmla="*/ 132 w 160"/>
              <a:gd name="T69" fmla="*/ 84 h 155"/>
              <a:gd name="T70" fmla="*/ 156 w 160"/>
              <a:gd name="T71" fmla="*/ 80 h 155"/>
              <a:gd name="T72" fmla="*/ 47 w 160"/>
              <a:gd name="T73" fmla="*/ 65 h 155"/>
              <a:gd name="T74" fmla="*/ 26 w 160"/>
              <a:gd name="T75" fmla="*/ 61 h 155"/>
              <a:gd name="T76" fmla="*/ 11 w 160"/>
              <a:gd name="T77" fmla="*/ 76 h 155"/>
              <a:gd name="T78" fmla="*/ 23 w 160"/>
              <a:gd name="T79" fmla="*/ 108 h 155"/>
              <a:gd name="T80" fmla="*/ 49 w 160"/>
              <a:gd name="T81" fmla="*/ 106 h 155"/>
              <a:gd name="T82" fmla="*/ 17 w 160"/>
              <a:gd name="T83" fmla="*/ 93 h 155"/>
              <a:gd name="T84" fmla="*/ 62 w 160"/>
              <a:gd name="T85" fmla="*/ 89 h 155"/>
              <a:gd name="T86" fmla="*/ 64 w 160"/>
              <a:gd name="T87" fmla="*/ 93 h 155"/>
              <a:gd name="T88" fmla="*/ 75 w 160"/>
              <a:gd name="T89" fmla="*/ 89 h 155"/>
              <a:gd name="T90" fmla="*/ 64 w 160"/>
              <a:gd name="T91" fmla="*/ 80 h 155"/>
              <a:gd name="T92" fmla="*/ 75 w 160"/>
              <a:gd name="T93" fmla="*/ 78 h 155"/>
              <a:gd name="T94" fmla="*/ 68 w 160"/>
              <a:gd name="T95" fmla="*/ 72 h 155"/>
              <a:gd name="T96" fmla="*/ 66 w 160"/>
              <a:gd name="T97" fmla="*/ 87 h 155"/>
              <a:gd name="T98" fmla="*/ 68 w 160"/>
              <a:gd name="T99" fmla="*/ 89 h 1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60" h="155">
                <a:moveTo>
                  <a:pt x="93" y="114"/>
                </a:moveTo>
                <a:cubicBezTo>
                  <a:pt x="6" y="114"/>
                  <a:pt x="6" y="114"/>
                  <a:pt x="6" y="114"/>
                </a:cubicBezTo>
                <a:cubicBezTo>
                  <a:pt x="6" y="55"/>
                  <a:pt x="6" y="55"/>
                  <a:pt x="6" y="55"/>
                </a:cubicBezTo>
                <a:cubicBezTo>
                  <a:pt x="134" y="55"/>
                  <a:pt x="134" y="55"/>
                  <a:pt x="134" y="55"/>
                </a:cubicBezTo>
                <a:cubicBezTo>
                  <a:pt x="134" y="61"/>
                  <a:pt x="134" y="61"/>
                  <a:pt x="134" y="61"/>
                </a:cubicBezTo>
                <a:cubicBezTo>
                  <a:pt x="136" y="63"/>
                  <a:pt x="136" y="63"/>
                  <a:pt x="136" y="63"/>
                </a:cubicBezTo>
                <a:cubicBezTo>
                  <a:pt x="138" y="63"/>
                  <a:pt x="138" y="61"/>
                  <a:pt x="138" y="61"/>
                </a:cubicBezTo>
                <a:cubicBezTo>
                  <a:pt x="138" y="53"/>
                  <a:pt x="138" y="53"/>
                  <a:pt x="138" y="53"/>
                </a:cubicBezTo>
                <a:cubicBezTo>
                  <a:pt x="138" y="51"/>
                  <a:pt x="138" y="51"/>
                  <a:pt x="136" y="51"/>
                </a:cubicBezTo>
                <a:cubicBezTo>
                  <a:pt x="4" y="51"/>
                  <a:pt x="4" y="51"/>
                  <a:pt x="4" y="51"/>
                </a:cubicBezTo>
                <a:cubicBezTo>
                  <a:pt x="2" y="51"/>
                  <a:pt x="0" y="51"/>
                  <a:pt x="0" y="53"/>
                </a:cubicBezTo>
                <a:cubicBezTo>
                  <a:pt x="0" y="117"/>
                  <a:pt x="0" y="117"/>
                  <a:pt x="0" y="117"/>
                </a:cubicBezTo>
                <a:cubicBezTo>
                  <a:pt x="0" y="119"/>
                  <a:pt x="2" y="119"/>
                  <a:pt x="4" y="119"/>
                </a:cubicBezTo>
                <a:cubicBezTo>
                  <a:pt x="93" y="119"/>
                  <a:pt x="93" y="119"/>
                  <a:pt x="93" y="119"/>
                </a:cubicBezTo>
                <a:cubicBezTo>
                  <a:pt x="95" y="119"/>
                  <a:pt x="95" y="119"/>
                  <a:pt x="95" y="117"/>
                </a:cubicBezTo>
                <a:cubicBezTo>
                  <a:pt x="95" y="114"/>
                  <a:pt x="95" y="114"/>
                  <a:pt x="93" y="114"/>
                </a:cubicBezTo>
                <a:close/>
                <a:moveTo>
                  <a:pt x="9" y="44"/>
                </a:moveTo>
                <a:cubicBezTo>
                  <a:pt x="9" y="44"/>
                  <a:pt x="12" y="44"/>
                  <a:pt x="12" y="42"/>
                </a:cubicBezTo>
                <a:cubicBezTo>
                  <a:pt x="16" y="20"/>
                  <a:pt x="16" y="20"/>
                  <a:pt x="16" y="20"/>
                </a:cubicBezTo>
                <a:cubicBezTo>
                  <a:pt x="120" y="44"/>
                  <a:pt x="120" y="44"/>
                  <a:pt x="120" y="44"/>
                </a:cubicBezTo>
                <a:cubicBezTo>
                  <a:pt x="122" y="44"/>
                  <a:pt x="122" y="44"/>
                  <a:pt x="122" y="44"/>
                </a:cubicBezTo>
                <a:cubicBezTo>
                  <a:pt x="122" y="44"/>
                  <a:pt x="124" y="44"/>
                  <a:pt x="124" y="42"/>
                </a:cubicBezTo>
                <a:cubicBezTo>
                  <a:pt x="122" y="40"/>
                  <a:pt x="122" y="40"/>
                  <a:pt x="122" y="40"/>
                </a:cubicBezTo>
                <a:cubicBezTo>
                  <a:pt x="16" y="16"/>
                  <a:pt x="16" y="16"/>
                  <a:pt x="16" y="16"/>
                </a:cubicBezTo>
                <a:cubicBezTo>
                  <a:pt x="14" y="16"/>
                  <a:pt x="14" y="16"/>
                  <a:pt x="14" y="16"/>
                </a:cubicBezTo>
                <a:cubicBezTo>
                  <a:pt x="14" y="16"/>
                  <a:pt x="14" y="16"/>
                  <a:pt x="14" y="18"/>
                </a:cubicBezTo>
                <a:cubicBezTo>
                  <a:pt x="7" y="42"/>
                  <a:pt x="7" y="42"/>
                  <a:pt x="7" y="42"/>
                </a:cubicBezTo>
                <a:cubicBezTo>
                  <a:pt x="7" y="42"/>
                  <a:pt x="7" y="44"/>
                  <a:pt x="9" y="44"/>
                </a:cubicBezTo>
                <a:close/>
                <a:moveTo>
                  <a:pt x="40" y="15"/>
                </a:moveTo>
                <a:cubicBezTo>
                  <a:pt x="45" y="6"/>
                  <a:pt x="45" y="6"/>
                  <a:pt x="45" y="6"/>
                </a:cubicBezTo>
                <a:cubicBezTo>
                  <a:pt x="106" y="32"/>
                  <a:pt x="106" y="32"/>
                  <a:pt x="106" y="32"/>
                </a:cubicBezTo>
                <a:cubicBezTo>
                  <a:pt x="109" y="32"/>
                  <a:pt x="109" y="32"/>
                  <a:pt x="109" y="30"/>
                </a:cubicBezTo>
                <a:cubicBezTo>
                  <a:pt x="111" y="30"/>
                  <a:pt x="109" y="27"/>
                  <a:pt x="109" y="27"/>
                </a:cubicBezTo>
                <a:cubicBezTo>
                  <a:pt x="45" y="0"/>
                  <a:pt x="45" y="0"/>
                  <a:pt x="45" y="0"/>
                </a:cubicBezTo>
                <a:cubicBezTo>
                  <a:pt x="42" y="0"/>
                  <a:pt x="42" y="0"/>
                  <a:pt x="40" y="2"/>
                </a:cubicBezTo>
                <a:cubicBezTo>
                  <a:pt x="36" y="12"/>
                  <a:pt x="36" y="12"/>
                  <a:pt x="36" y="12"/>
                </a:cubicBezTo>
                <a:cubicBezTo>
                  <a:pt x="36" y="15"/>
                  <a:pt x="36" y="15"/>
                  <a:pt x="36" y="15"/>
                </a:cubicBezTo>
                <a:cubicBezTo>
                  <a:pt x="38" y="17"/>
                  <a:pt x="38" y="15"/>
                  <a:pt x="40" y="15"/>
                </a:cubicBezTo>
                <a:close/>
                <a:moveTo>
                  <a:pt x="112" y="63"/>
                </a:moveTo>
                <a:cubicBezTo>
                  <a:pt x="112" y="61"/>
                  <a:pt x="110" y="61"/>
                  <a:pt x="110" y="61"/>
                </a:cubicBezTo>
                <a:cubicBezTo>
                  <a:pt x="89" y="61"/>
                  <a:pt x="89" y="61"/>
                  <a:pt x="89" y="61"/>
                </a:cubicBezTo>
                <a:cubicBezTo>
                  <a:pt x="87" y="61"/>
                  <a:pt x="87" y="61"/>
                  <a:pt x="87" y="63"/>
                </a:cubicBezTo>
                <a:cubicBezTo>
                  <a:pt x="87" y="65"/>
                  <a:pt x="87" y="65"/>
                  <a:pt x="89" y="65"/>
                </a:cubicBezTo>
                <a:cubicBezTo>
                  <a:pt x="110" y="65"/>
                  <a:pt x="110" y="65"/>
                  <a:pt x="110" y="65"/>
                </a:cubicBezTo>
                <a:cubicBezTo>
                  <a:pt x="110" y="65"/>
                  <a:pt x="112" y="65"/>
                  <a:pt x="112" y="63"/>
                </a:cubicBezTo>
                <a:close/>
                <a:moveTo>
                  <a:pt x="68" y="108"/>
                </a:moveTo>
                <a:cubicBezTo>
                  <a:pt x="81" y="108"/>
                  <a:pt x="92" y="97"/>
                  <a:pt x="92" y="85"/>
                </a:cubicBezTo>
                <a:cubicBezTo>
                  <a:pt x="92" y="72"/>
                  <a:pt x="81" y="61"/>
                  <a:pt x="68" y="61"/>
                </a:cubicBezTo>
                <a:cubicBezTo>
                  <a:pt x="56" y="61"/>
                  <a:pt x="45" y="72"/>
                  <a:pt x="45" y="85"/>
                </a:cubicBezTo>
                <a:cubicBezTo>
                  <a:pt x="45" y="97"/>
                  <a:pt x="56" y="108"/>
                  <a:pt x="68" y="108"/>
                </a:cubicBezTo>
                <a:close/>
                <a:moveTo>
                  <a:pt x="68" y="65"/>
                </a:moveTo>
                <a:cubicBezTo>
                  <a:pt x="79" y="65"/>
                  <a:pt x="88" y="74"/>
                  <a:pt x="88" y="85"/>
                </a:cubicBezTo>
                <a:cubicBezTo>
                  <a:pt x="88" y="95"/>
                  <a:pt x="79" y="104"/>
                  <a:pt x="68" y="104"/>
                </a:cubicBezTo>
                <a:cubicBezTo>
                  <a:pt x="58" y="104"/>
                  <a:pt x="49" y="95"/>
                  <a:pt x="49" y="85"/>
                </a:cubicBezTo>
                <a:cubicBezTo>
                  <a:pt x="49" y="74"/>
                  <a:pt x="58" y="65"/>
                  <a:pt x="68" y="65"/>
                </a:cubicBezTo>
                <a:close/>
                <a:moveTo>
                  <a:pt x="132" y="69"/>
                </a:moveTo>
                <a:cubicBezTo>
                  <a:pt x="117" y="69"/>
                  <a:pt x="102" y="72"/>
                  <a:pt x="102" y="80"/>
                </a:cubicBezTo>
                <a:cubicBezTo>
                  <a:pt x="102" y="144"/>
                  <a:pt x="102" y="144"/>
                  <a:pt x="102" y="144"/>
                </a:cubicBezTo>
                <a:cubicBezTo>
                  <a:pt x="102" y="151"/>
                  <a:pt x="117" y="155"/>
                  <a:pt x="132" y="155"/>
                </a:cubicBezTo>
                <a:cubicBezTo>
                  <a:pt x="145" y="155"/>
                  <a:pt x="160" y="151"/>
                  <a:pt x="160" y="144"/>
                </a:cubicBezTo>
                <a:cubicBezTo>
                  <a:pt x="160" y="80"/>
                  <a:pt x="160" y="80"/>
                  <a:pt x="160" y="80"/>
                </a:cubicBezTo>
                <a:cubicBezTo>
                  <a:pt x="160" y="72"/>
                  <a:pt x="145" y="69"/>
                  <a:pt x="132" y="69"/>
                </a:cubicBezTo>
                <a:close/>
                <a:moveTo>
                  <a:pt x="156" y="144"/>
                </a:moveTo>
                <a:cubicBezTo>
                  <a:pt x="156" y="144"/>
                  <a:pt x="147" y="148"/>
                  <a:pt x="132" y="148"/>
                </a:cubicBezTo>
                <a:cubicBezTo>
                  <a:pt x="115" y="148"/>
                  <a:pt x="108" y="144"/>
                  <a:pt x="106" y="144"/>
                </a:cubicBezTo>
                <a:cubicBezTo>
                  <a:pt x="106" y="140"/>
                  <a:pt x="106" y="140"/>
                  <a:pt x="106" y="140"/>
                </a:cubicBezTo>
                <a:cubicBezTo>
                  <a:pt x="112" y="142"/>
                  <a:pt x="121" y="144"/>
                  <a:pt x="132" y="144"/>
                </a:cubicBezTo>
                <a:cubicBezTo>
                  <a:pt x="141" y="144"/>
                  <a:pt x="149" y="142"/>
                  <a:pt x="156" y="140"/>
                </a:cubicBezTo>
                <a:lnTo>
                  <a:pt x="156" y="144"/>
                </a:lnTo>
                <a:close/>
                <a:moveTo>
                  <a:pt x="156" y="133"/>
                </a:moveTo>
                <a:cubicBezTo>
                  <a:pt x="156" y="133"/>
                  <a:pt x="147" y="138"/>
                  <a:pt x="132" y="138"/>
                </a:cubicBezTo>
                <a:cubicBezTo>
                  <a:pt x="115" y="138"/>
                  <a:pt x="108" y="133"/>
                  <a:pt x="106" y="133"/>
                </a:cubicBezTo>
                <a:cubicBezTo>
                  <a:pt x="106" y="129"/>
                  <a:pt x="106" y="129"/>
                  <a:pt x="106" y="129"/>
                </a:cubicBezTo>
                <a:cubicBezTo>
                  <a:pt x="112" y="131"/>
                  <a:pt x="121" y="133"/>
                  <a:pt x="132" y="133"/>
                </a:cubicBezTo>
                <a:cubicBezTo>
                  <a:pt x="141" y="133"/>
                  <a:pt x="149" y="131"/>
                  <a:pt x="156" y="129"/>
                </a:cubicBezTo>
                <a:lnTo>
                  <a:pt x="156" y="133"/>
                </a:lnTo>
                <a:close/>
                <a:moveTo>
                  <a:pt x="156" y="123"/>
                </a:moveTo>
                <a:cubicBezTo>
                  <a:pt x="156" y="123"/>
                  <a:pt x="147" y="127"/>
                  <a:pt x="132" y="127"/>
                </a:cubicBezTo>
                <a:cubicBezTo>
                  <a:pt x="115" y="127"/>
                  <a:pt x="108" y="123"/>
                  <a:pt x="106" y="123"/>
                </a:cubicBezTo>
                <a:cubicBezTo>
                  <a:pt x="106" y="119"/>
                  <a:pt x="106" y="119"/>
                  <a:pt x="106" y="119"/>
                </a:cubicBezTo>
                <a:cubicBezTo>
                  <a:pt x="112" y="121"/>
                  <a:pt x="121" y="123"/>
                  <a:pt x="132" y="123"/>
                </a:cubicBezTo>
                <a:cubicBezTo>
                  <a:pt x="141" y="123"/>
                  <a:pt x="149" y="121"/>
                  <a:pt x="156" y="119"/>
                </a:cubicBezTo>
                <a:lnTo>
                  <a:pt x="156" y="123"/>
                </a:lnTo>
                <a:close/>
                <a:moveTo>
                  <a:pt x="156" y="112"/>
                </a:moveTo>
                <a:cubicBezTo>
                  <a:pt x="156" y="112"/>
                  <a:pt x="147" y="116"/>
                  <a:pt x="132" y="116"/>
                </a:cubicBezTo>
                <a:cubicBezTo>
                  <a:pt x="115" y="116"/>
                  <a:pt x="108" y="112"/>
                  <a:pt x="106" y="112"/>
                </a:cubicBezTo>
                <a:cubicBezTo>
                  <a:pt x="106" y="108"/>
                  <a:pt x="106" y="108"/>
                  <a:pt x="106" y="108"/>
                </a:cubicBezTo>
                <a:cubicBezTo>
                  <a:pt x="112" y="110"/>
                  <a:pt x="121" y="112"/>
                  <a:pt x="132" y="112"/>
                </a:cubicBezTo>
                <a:cubicBezTo>
                  <a:pt x="141" y="112"/>
                  <a:pt x="149" y="110"/>
                  <a:pt x="156" y="108"/>
                </a:cubicBezTo>
                <a:lnTo>
                  <a:pt x="156" y="112"/>
                </a:lnTo>
                <a:close/>
                <a:moveTo>
                  <a:pt x="156" y="101"/>
                </a:moveTo>
                <a:cubicBezTo>
                  <a:pt x="156" y="101"/>
                  <a:pt x="147" y="106"/>
                  <a:pt x="132" y="106"/>
                </a:cubicBezTo>
                <a:cubicBezTo>
                  <a:pt x="115" y="106"/>
                  <a:pt x="108" y="101"/>
                  <a:pt x="106" y="101"/>
                </a:cubicBezTo>
                <a:cubicBezTo>
                  <a:pt x="106" y="97"/>
                  <a:pt x="106" y="97"/>
                  <a:pt x="106" y="97"/>
                </a:cubicBezTo>
                <a:cubicBezTo>
                  <a:pt x="112" y="99"/>
                  <a:pt x="121" y="101"/>
                  <a:pt x="132" y="101"/>
                </a:cubicBezTo>
                <a:cubicBezTo>
                  <a:pt x="141" y="101"/>
                  <a:pt x="149" y="99"/>
                  <a:pt x="156" y="97"/>
                </a:cubicBezTo>
                <a:lnTo>
                  <a:pt x="156" y="101"/>
                </a:lnTo>
                <a:close/>
                <a:moveTo>
                  <a:pt x="156" y="91"/>
                </a:moveTo>
                <a:cubicBezTo>
                  <a:pt x="156" y="91"/>
                  <a:pt x="147" y="95"/>
                  <a:pt x="132" y="95"/>
                </a:cubicBezTo>
                <a:cubicBezTo>
                  <a:pt x="115" y="95"/>
                  <a:pt x="108" y="91"/>
                  <a:pt x="106" y="91"/>
                </a:cubicBezTo>
                <a:cubicBezTo>
                  <a:pt x="106" y="87"/>
                  <a:pt x="106" y="87"/>
                  <a:pt x="106" y="87"/>
                </a:cubicBezTo>
                <a:cubicBezTo>
                  <a:pt x="112" y="89"/>
                  <a:pt x="121" y="91"/>
                  <a:pt x="132" y="91"/>
                </a:cubicBezTo>
                <a:cubicBezTo>
                  <a:pt x="141" y="91"/>
                  <a:pt x="149" y="89"/>
                  <a:pt x="156" y="87"/>
                </a:cubicBezTo>
                <a:lnTo>
                  <a:pt x="156" y="91"/>
                </a:lnTo>
                <a:close/>
                <a:moveTo>
                  <a:pt x="132" y="84"/>
                </a:moveTo>
                <a:cubicBezTo>
                  <a:pt x="115" y="84"/>
                  <a:pt x="108" y="80"/>
                  <a:pt x="106" y="80"/>
                </a:cubicBezTo>
                <a:cubicBezTo>
                  <a:pt x="108" y="78"/>
                  <a:pt x="115" y="74"/>
                  <a:pt x="132" y="74"/>
                </a:cubicBezTo>
                <a:cubicBezTo>
                  <a:pt x="147" y="74"/>
                  <a:pt x="156" y="78"/>
                  <a:pt x="156" y="80"/>
                </a:cubicBezTo>
                <a:cubicBezTo>
                  <a:pt x="156" y="80"/>
                  <a:pt x="147" y="84"/>
                  <a:pt x="132" y="84"/>
                </a:cubicBezTo>
                <a:close/>
                <a:moveTo>
                  <a:pt x="28" y="65"/>
                </a:moveTo>
                <a:cubicBezTo>
                  <a:pt x="47" y="65"/>
                  <a:pt x="47" y="65"/>
                  <a:pt x="47" y="65"/>
                </a:cubicBezTo>
                <a:cubicBezTo>
                  <a:pt x="47" y="65"/>
                  <a:pt x="49" y="65"/>
                  <a:pt x="49" y="63"/>
                </a:cubicBezTo>
                <a:cubicBezTo>
                  <a:pt x="49" y="61"/>
                  <a:pt x="47" y="61"/>
                  <a:pt x="47" y="61"/>
                </a:cubicBezTo>
                <a:cubicBezTo>
                  <a:pt x="26" y="61"/>
                  <a:pt x="26" y="61"/>
                  <a:pt x="26" y="61"/>
                </a:cubicBezTo>
                <a:cubicBezTo>
                  <a:pt x="26" y="61"/>
                  <a:pt x="26" y="61"/>
                  <a:pt x="23" y="61"/>
                </a:cubicBezTo>
                <a:cubicBezTo>
                  <a:pt x="13" y="74"/>
                  <a:pt x="13" y="74"/>
                  <a:pt x="13" y="74"/>
                </a:cubicBezTo>
                <a:cubicBezTo>
                  <a:pt x="13" y="74"/>
                  <a:pt x="11" y="74"/>
                  <a:pt x="11" y="76"/>
                </a:cubicBezTo>
                <a:cubicBezTo>
                  <a:pt x="11" y="95"/>
                  <a:pt x="11" y="95"/>
                  <a:pt x="11" y="95"/>
                </a:cubicBezTo>
                <a:cubicBezTo>
                  <a:pt x="13" y="95"/>
                  <a:pt x="13" y="95"/>
                  <a:pt x="13" y="95"/>
                </a:cubicBezTo>
                <a:cubicBezTo>
                  <a:pt x="23" y="108"/>
                  <a:pt x="23" y="108"/>
                  <a:pt x="23" y="108"/>
                </a:cubicBezTo>
                <a:cubicBezTo>
                  <a:pt x="23" y="108"/>
                  <a:pt x="23" y="108"/>
                  <a:pt x="26" y="108"/>
                </a:cubicBezTo>
                <a:cubicBezTo>
                  <a:pt x="47" y="108"/>
                  <a:pt x="47" y="108"/>
                  <a:pt x="47" y="108"/>
                </a:cubicBezTo>
                <a:cubicBezTo>
                  <a:pt x="47" y="108"/>
                  <a:pt x="49" y="108"/>
                  <a:pt x="49" y="106"/>
                </a:cubicBezTo>
                <a:cubicBezTo>
                  <a:pt x="49" y="104"/>
                  <a:pt x="47" y="104"/>
                  <a:pt x="47" y="104"/>
                </a:cubicBezTo>
                <a:cubicBezTo>
                  <a:pt x="26" y="104"/>
                  <a:pt x="26" y="104"/>
                  <a:pt x="26" y="104"/>
                </a:cubicBezTo>
                <a:cubicBezTo>
                  <a:pt x="17" y="93"/>
                  <a:pt x="17" y="93"/>
                  <a:pt x="17" y="93"/>
                </a:cubicBezTo>
                <a:cubicBezTo>
                  <a:pt x="17" y="76"/>
                  <a:pt x="17" y="76"/>
                  <a:pt x="17" y="76"/>
                </a:cubicBezTo>
                <a:cubicBezTo>
                  <a:pt x="28" y="65"/>
                  <a:pt x="28" y="65"/>
                  <a:pt x="28" y="65"/>
                </a:cubicBezTo>
                <a:close/>
                <a:moveTo>
                  <a:pt x="62" y="89"/>
                </a:moveTo>
                <a:cubicBezTo>
                  <a:pt x="60" y="89"/>
                  <a:pt x="60" y="89"/>
                  <a:pt x="60" y="91"/>
                </a:cubicBezTo>
                <a:cubicBezTo>
                  <a:pt x="60" y="93"/>
                  <a:pt x="60" y="93"/>
                  <a:pt x="62" y="93"/>
                </a:cubicBezTo>
                <a:cubicBezTo>
                  <a:pt x="64" y="93"/>
                  <a:pt x="64" y="93"/>
                  <a:pt x="64" y="93"/>
                </a:cubicBezTo>
                <a:cubicBezTo>
                  <a:pt x="64" y="95"/>
                  <a:pt x="66" y="97"/>
                  <a:pt x="68" y="97"/>
                </a:cubicBezTo>
                <a:cubicBezTo>
                  <a:pt x="68" y="97"/>
                  <a:pt x="70" y="95"/>
                  <a:pt x="70" y="93"/>
                </a:cubicBezTo>
                <a:cubicBezTo>
                  <a:pt x="73" y="93"/>
                  <a:pt x="75" y="91"/>
                  <a:pt x="75" y="89"/>
                </a:cubicBezTo>
                <a:cubicBezTo>
                  <a:pt x="75" y="85"/>
                  <a:pt x="73" y="83"/>
                  <a:pt x="68" y="83"/>
                </a:cubicBezTo>
                <a:cubicBezTo>
                  <a:pt x="66" y="83"/>
                  <a:pt x="66" y="83"/>
                  <a:pt x="66" y="83"/>
                </a:cubicBezTo>
                <a:cubicBezTo>
                  <a:pt x="66" y="83"/>
                  <a:pt x="64" y="83"/>
                  <a:pt x="64" y="80"/>
                </a:cubicBezTo>
                <a:cubicBezTo>
                  <a:pt x="66" y="80"/>
                  <a:pt x="66" y="80"/>
                  <a:pt x="66" y="80"/>
                </a:cubicBezTo>
                <a:cubicBezTo>
                  <a:pt x="73" y="80"/>
                  <a:pt x="73" y="80"/>
                  <a:pt x="73" y="80"/>
                </a:cubicBezTo>
                <a:cubicBezTo>
                  <a:pt x="75" y="80"/>
                  <a:pt x="75" y="80"/>
                  <a:pt x="75" y="78"/>
                </a:cubicBezTo>
                <a:cubicBezTo>
                  <a:pt x="75" y="76"/>
                  <a:pt x="75" y="76"/>
                  <a:pt x="73" y="76"/>
                </a:cubicBezTo>
                <a:cubicBezTo>
                  <a:pt x="70" y="76"/>
                  <a:pt x="70" y="76"/>
                  <a:pt x="70" y="76"/>
                </a:cubicBezTo>
                <a:cubicBezTo>
                  <a:pt x="70" y="74"/>
                  <a:pt x="68" y="72"/>
                  <a:pt x="68" y="72"/>
                </a:cubicBezTo>
                <a:cubicBezTo>
                  <a:pt x="66" y="72"/>
                  <a:pt x="64" y="74"/>
                  <a:pt x="64" y="76"/>
                </a:cubicBezTo>
                <a:cubicBezTo>
                  <a:pt x="62" y="76"/>
                  <a:pt x="60" y="78"/>
                  <a:pt x="60" y="80"/>
                </a:cubicBezTo>
                <a:cubicBezTo>
                  <a:pt x="60" y="85"/>
                  <a:pt x="62" y="87"/>
                  <a:pt x="66" y="87"/>
                </a:cubicBezTo>
                <a:cubicBezTo>
                  <a:pt x="68" y="87"/>
                  <a:pt x="68" y="87"/>
                  <a:pt x="68" y="87"/>
                </a:cubicBezTo>
                <a:cubicBezTo>
                  <a:pt x="70" y="87"/>
                  <a:pt x="70" y="89"/>
                  <a:pt x="70" y="89"/>
                </a:cubicBezTo>
                <a:cubicBezTo>
                  <a:pt x="70" y="89"/>
                  <a:pt x="70" y="89"/>
                  <a:pt x="68" y="89"/>
                </a:cubicBezTo>
                <a:cubicBezTo>
                  <a:pt x="62" y="89"/>
                  <a:pt x="62" y="89"/>
                  <a:pt x="62" y="8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1" name="Image 20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86CEC228-E528-FD8D-1FD6-54711D9A40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11" y="298339"/>
            <a:ext cx="1323628" cy="390029"/>
          </a:xfrm>
          <a:prstGeom prst="rect">
            <a:avLst/>
          </a:prstGeom>
        </p:spPr>
      </p:pic>
      <p:sp>
        <p:nvSpPr>
          <p:cNvPr id="3" name="Espace réservé du texte 20">
            <a:extLst>
              <a:ext uri="{FF2B5EF4-FFF2-40B4-BE49-F238E27FC236}">
                <a16:creationId xmlns:a16="http://schemas.microsoft.com/office/drawing/2014/main" id="{57CB575A-C935-A366-C1F1-F28E65D847E6}"/>
              </a:ext>
            </a:extLst>
          </p:cNvPr>
          <p:cNvSpPr>
            <a:spLocks noGrp="1"/>
          </p:cNvSpPr>
          <p:nvPr>
            <p:ph type="title" sz="quarter" idx="0" hasCustomPrompt="1"/>
          </p:nvPr>
        </p:nvSpPr>
        <p:spPr>
          <a:xfrm>
            <a:off x="1536175" y="2650027"/>
            <a:ext cx="2543175" cy="11287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4" name="Espace réservé du texte 22">
            <a:extLst>
              <a:ext uri="{FF2B5EF4-FFF2-40B4-BE49-F238E27FC236}">
                <a16:creationId xmlns:a16="http://schemas.microsoft.com/office/drawing/2014/main" id="{9988A4CF-1F0F-DB81-36CC-527603269412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1534472" y="3888632"/>
            <a:ext cx="3359150" cy="6588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et dolore magna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aliqua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. Ut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enim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add be ad</a:t>
            </a:r>
          </a:p>
        </p:txBody>
      </p:sp>
      <p:sp>
        <p:nvSpPr>
          <p:cNvPr id="23" name="Espace réservé du texte 20">
            <a:extLst>
              <a:ext uri="{FF2B5EF4-FFF2-40B4-BE49-F238E27FC236}">
                <a16:creationId xmlns:a16="http://schemas.microsoft.com/office/drawing/2014/main" id="{230F0327-41B5-6C12-0245-9ED88CBAAE6A}"/>
              </a:ext>
            </a:extLst>
          </p:cNvPr>
          <p:cNvSpPr>
            <a:spLocks noGrp="1"/>
          </p:cNvSpPr>
          <p:nvPr>
            <p:ph sz="quarter" idx="2" hasCustomPrompt="1"/>
          </p:nvPr>
        </p:nvSpPr>
        <p:spPr>
          <a:xfrm>
            <a:off x="6183201" y="2372362"/>
            <a:ext cx="1558383" cy="25515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 err="1"/>
              <a:t>Title</a:t>
            </a:r>
            <a:r>
              <a:rPr lang="fr-FR"/>
              <a:t> </a:t>
            </a:r>
            <a:r>
              <a:rPr lang="fr-FR" err="1"/>
              <a:t>Here</a:t>
            </a:r>
            <a:endParaRPr lang="fr-FR"/>
          </a:p>
        </p:txBody>
      </p:sp>
      <p:sp>
        <p:nvSpPr>
          <p:cNvPr id="24" name="Espace réservé du texte 20">
            <a:extLst>
              <a:ext uri="{FF2B5EF4-FFF2-40B4-BE49-F238E27FC236}">
                <a16:creationId xmlns:a16="http://schemas.microsoft.com/office/drawing/2014/main" id="{060D9739-06F5-77DA-83A3-E0D5B289ACAB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8885213" y="2382056"/>
            <a:ext cx="1558383" cy="25515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 err="1"/>
              <a:t>Title</a:t>
            </a:r>
            <a:r>
              <a:rPr lang="fr-FR"/>
              <a:t> </a:t>
            </a:r>
            <a:r>
              <a:rPr lang="fr-FR" err="1"/>
              <a:t>Here</a:t>
            </a:r>
            <a:endParaRPr lang="fr-FR"/>
          </a:p>
        </p:txBody>
      </p:sp>
      <p:sp>
        <p:nvSpPr>
          <p:cNvPr id="25" name="Espace réservé du texte 20">
            <a:extLst>
              <a:ext uri="{FF2B5EF4-FFF2-40B4-BE49-F238E27FC236}">
                <a16:creationId xmlns:a16="http://schemas.microsoft.com/office/drawing/2014/main" id="{3F68C0E3-964F-ABCE-51F1-D1D64DC1B7BF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83200" y="4527559"/>
            <a:ext cx="1558383" cy="25515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 err="1"/>
              <a:t>Title</a:t>
            </a:r>
            <a:r>
              <a:rPr lang="fr-FR"/>
              <a:t> </a:t>
            </a:r>
            <a:r>
              <a:rPr lang="fr-FR" err="1"/>
              <a:t>Here</a:t>
            </a:r>
            <a:endParaRPr lang="fr-FR"/>
          </a:p>
        </p:txBody>
      </p:sp>
      <p:sp>
        <p:nvSpPr>
          <p:cNvPr id="26" name="Espace réservé du texte 20">
            <a:extLst>
              <a:ext uri="{FF2B5EF4-FFF2-40B4-BE49-F238E27FC236}">
                <a16:creationId xmlns:a16="http://schemas.microsoft.com/office/drawing/2014/main" id="{A5F771F2-14A2-E743-E80B-0C5F2B486C4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885213" y="4527559"/>
            <a:ext cx="1558383" cy="25515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 err="1"/>
              <a:t>Title</a:t>
            </a:r>
            <a:r>
              <a:rPr lang="fr-FR"/>
              <a:t> </a:t>
            </a:r>
            <a:r>
              <a:rPr lang="fr-FR" err="1"/>
              <a:t>Here</a:t>
            </a:r>
            <a:endParaRPr lang="fr-FR"/>
          </a:p>
        </p:txBody>
      </p:sp>
      <p:sp>
        <p:nvSpPr>
          <p:cNvPr id="29" name="Espace réservé du texte 22">
            <a:extLst>
              <a:ext uri="{FF2B5EF4-FFF2-40B4-BE49-F238E27FC236}">
                <a16:creationId xmlns:a16="http://schemas.microsoft.com/office/drawing/2014/main" id="{132B1AA9-C075-AB9D-CEE3-F22307DB58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181" y="4815397"/>
            <a:ext cx="2169310" cy="65881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  <p:sp>
        <p:nvSpPr>
          <p:cNvPr id="30" name="Espace réservé du texte 22">
            <a:extLst>
              <a:ext uri="{FF2B5EF4-FFF2-40B4-BE49-F238E27FC236}">
                <a16:creationId xmlns:a16="http://schemas.microsoft.com/office/drawing/2014/main" id="{816229F8-4A42-EB90-F052-91E8E6116D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77736" y="2660200"/>
            <a:ext cx="2169310" cy="65881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  <p:sp>
        <p:nvSpPr>
          <p:cNvPr id="31" name="Espace réservé du texte 22">
            <a:extLst>
              <a:ext uri="{FF2B5EF4-FFF2-40B4-BE49-F238E27FC236}">
                <a16:creationId xmlns:a16="http://schemas.microsoft.com/office/drawing/2014/main" id="{3EEDAFA6-C00C-BAD6-B117-5DC29259BC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79748" y="2686623"/>
            <a:ext cx="2169310" cy="65881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  <p:sp>
        <p:nvSpPr>
          <p:cNvPr id="33" name="Espace réservé du texte 20">
            <a:extLst>
              <a:ext uri="{FF2B5EF4-FFF2-40B4-BE49-F238E27FC236}">
                <a16:creationId xmlns:a16="http://schemas.microsoft.com/office/drawing/2014/main" id="{3670E12F-C04B-13C1-8169-BD79E6FB6C0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43699" y="4831769"/>
            <a:ext cx="2041407" cy="53658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DM Sans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, </a:t>
            </a:r>
            <a:r>
              <a:rPr lang="fr-FR" err="1"/>
              <a:t>sed</a:t>
            </a:r>
            <a:r>
              <a:rPr lang="fr-FR"/>
              <a:t> do </a:t>
            </a:r>
            <a:r>
              <a:rPr lang="fr-FR" err="1"/>
              <a:t>eiusmod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5927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7C56C33-B676-2F57-9879-35BE4E20C470}"/>
              </a:ext>
            </a:extLst>
          </p:cNvPr>
          <p:cNvCxnSpPr>
            <a:cxnSpLocks/>
          </p:cNvCxnSpPr>
          <p:nvPr userDrawn="1"/>
        </p:nvCxnSpPr>
        <p:spPr>
          <a:xfrm>
            <a:off x="0" y="1607549"/>
            <a:ext cx="951593" cy="0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21">
            <a:extLst>
              <a:ext uri="{FF2B5EF4-FFF2-40B4-BE49-F238E27FC236}">
                <a16:creationId xmlns:a16="http://schemas.microsoft.com/office/drawing/2014/main" id="{0EAC7D77-21CE-3285-6585-A2CF1E9686E6}"/>
              </a:ext>
            </a:extLst>
          </p:cNvPr>
          <p:cNvSpPr/>
          <p:nvPr userDrawn="1"/>
        </p:nvSpPr>
        <p:spPr>
          <a:xfrm>
            <a:off x="6502398" y="2781453"/>
            <a:ext cx="4486778" cy="1524000"/>
          </a:xfrm>
          <a:prstGeom prst="roundRect">
            <a:avLst>
              <a:gd name="adj" fmla="val 3599"/>
            </a:avLst>
          </a:prstGeom>
          <a:solidFill>
            <a:schemeClr val="bg1">
              <a:lumMod val="95000"/>
              <a:alpha val="54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: Rounded Corners 22">
            <a:extLst>
              <a:ext uri="{FF2B5EF4-FFF2-40B4-BE49-F238E27FC236}">
                <a16:creationId xmlns:a16="http://schemas.microsoft.com/office/drawing/2014/main" id="{C6403B9E-8A72-5686-C3B2-EEABD50299E1}"/>
              </a:ext>
            </a:extLst>
          </p:cNvPr>
          <p:cNvSpPr/>
          <p:nvPr userDrawn="1"/>
        </p:nvSpPr>
        <p:spPr>
          <a:xfrm>
            <a:off x="6502139" y="2781453"/>
            <a:ext cx="1379116" cy="1524000"/>
          </a:xfrm>
          <a:prstGeom prst="roundRect">
            <a:avLst>
              <a:gd name="adj" fmla="val 3599"/>
            </a:avLst>
          </a:prstGeom>
          <a:solidFill>
            <a:schemeClr val="bg1">
              <a:lumMod val="65000"/>
              <a:alpha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: Rounded Corners 23">
            <a:extLst>
              <a:ext uri="{FF2B5EF4-FFF2-40B4-BE49-F238E27FC236}">
                <a16:creationId xmlns:a16="http://schemas.microsoft.com/office/drawing/2014/main" id="{870CE184-DE87-65E1-1BB0-201C8DFDE996}"/>
              </a:ext>
            </a:extLst>
          </p:cNvPr>
          <p:cNvSpPr/>
          <p:nvPr userDrawn="1"/>
        </p:nvSpPr>
        <p:spPr>
          <a:xfrm>
            <a:off x="6502398" y="4543087"/>
            <a:ext cx="4486778" cy="1524000"/>
          </a:xfrm>
          <a:prstGeom prst="roundRect">
            <a:avLst>
              <a:gd name="adj" fmla="val 3599"/>
            </a:avLst>
          </a:prstGeom>
          <a:solidFill>
            <a:schemeClr val="bg1">
              <a:lumMod val="95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form 48">
            <a:extLst>
              <a:ext uri="{FF2B5EF4-FFF2-40B4-BE49-F238E27FC236}">
                <a16:creationId xmlns:a16="http://schemas.microsoft.com/office/drawing/2014/main" id="{171781EE-B88C-82CB-F954-6EC0E4DB9E86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911212" y="5118053"/>
            <a:ext cx="498070" cy="447164"/>
          </a:xfrm>
          <a:custGeom>
            <a:avLst/>
            <a:gdLst>
              <a:gd name="T0" fmla="*/ 142 w 161"/>
              <a:gd name="T1" fmla="*/ 56 h 159"/>
              <a:gd name="T2" fmla="*/ 140 w 161"/>
              <a:gd name="T3" fmla="*/ 29 h 159"/>
              <a:gd name="T4" fmla="*/ 109 w 161"/>
              <a:gd name="T5" fmla="*/ 0 h 159"/>
              <a:gd name="T6" fmla="*/ 19 w 161"/>
              <a:gd name="T7" fmla="*/ 4 h 159"/>
              <a:gd name="T8" fmla="*/ 15 w 161"/>
              <a:gd name="T9" fmla="*/ 37 h 159"/>
              <a:gd name="T10" fmla="*/ 0 w 161"/>
              <a:gd name="T11" fmla="*/ 145 h 159"/>
              <a:gd name="T12" fmla="*/ 146 w 161"/>
              <a:gd name="T13" fmla="*/ 159 h 159"/>
              <a:gd name="T14" fmla="*/ 160 w 161"/>
              <a:gd name="T15" fmla="*/ 70 h 159"/>
              <a:gd name="T16" fmla="*/ 114 w 161"/>
              <a:gd name="T17" fmla="*/ 15 h 159"/>
              <a:gd name="T18" fmla="*/ 114 w 161"/>
              <a:gd name="T19" fmla="*/ 27 h 159"/>
              <a:gd name="T20" fmla="*/ 30 w 161"/>
              <a:gd name="T21" fmla="*/ 9 h 159"/>
              <a:gd name="T22" fmla="*/ 105 w 161"/>
              <a:gd name="T23" fmla="*/ 33 h 159"/>
              <a:gd name="T24" fmla="*/ 133 w 161"/>
              <a:gd name="T25" fmla="*/ 37 h 159"/>
              <a:gd name="T26" fmla="*/ 66 w 161"/>
              <a:gd name="T27" fmla="*/ 56 h 159"/>
              <a:gd name="T28" fmla="*/ 48 w 161"/>
              <a:gd name="T29" fmla="*/ 37 h 159"/>
              <a:gd name="T30" fmla="*/ 30 w 161"/>
              <a:gd name="T31" fmla="*/ 9 h 159"/>
              <a:gd name="T32" fmla="*/ 151 w 161"/>
              <a:gd name="T33" fmla="*/ 145 h 159"/>
              <a:gd name="T34" fmla="*/ 15 w 161"/>
              <a:gd name="T35" fmla="*/ 150 h 159"/>
              <a:gd name="T36" fmla="*/ 10 w 161"/>
              <a:gd name="T37" fmla="*/ 51 h 159"/>
              <a:gd name="T38" fmla="*/ 48 w 161"/>
              <a:gd name="T39" fmla="*/ 47 h 159"/>
              <a:gd name="T40" fmla="*/ 58 w 161"/>
              <a:gd name="T41" fmla="*/ 63 h 159"/>
              <a:gd name="T42" fmla="*/ 147 w 161"/>
              <a:gd name="T43" fmla="*/ 65 h 159"/>
              <a:gd name="T44" fmla="*/ 152 w 161"/>
              <a:gd name="T45" fmla="*/ 145 h 159"/>
              <a:gd name="T46" fmla="*/ 95 w 161"/>
              <a:gd name="T47" fmla="*/ 93 h 159"/>
              <a:gd name="T48" fmla="*/ 48 w 161"/>
              <a:gd name="T49" fmla="*/ 98 h 159"/>
              <a:gd name="T50" fmla="*/ 67 w 161"/>
              <a:gd name="T51" fmla="*/ 136 h 159"/>
              <a:gd name="T52" fmla="*/ 109 w 161"/>
              <a:gd name="T53" fmla="*/ 140 h 159"/>
              <a:gd name="T54" fmla="*/ 113 w 161"/>
              <a:gd name="T55" fmla="*/ 98 h 159"/>
              <a:gd name="T56" fmla="*/ 67 w 161"/>
              <a:gd name="T57" fmla="*/ 98 h 159"/>
              <a:gd name="T58" fmla="*/ 58 w 161"/>
              <a:gd name="T59" fmla="*/ 98 h 159"/>
              <a:gd name="T60" fmla="*/ 85 w 161"/>
              <a:gd name="T61" fmla="*/ 93 h 159"/>
              <a:gd name="T62" fmla="*/ 67 w 161"/>
              <a:gd name="T63" fmla="*/ 98 h 159"/>
              <a:gd name="T64" fmla="*/ 77 w 161"/>
              <a:gd name="T65" fmla="*/ 111 h 159"/>
              <a:gd name="T66" fmla="*/ 85 w 161"/>
              <a:gd name="T67" fmla="*/ 103 h 159"/>
              <a:gd name="T68" fmla="*/ 77 w 161"/>
              <a:gd name="T69" fmla="*/ 130 h 159"/>
              <a:gd name="T70" fmla="*/ 95 w 161"/>
              <a:gd name="T71" fmla="*/ 102 h 159"/>
              <a:gd name="T72" fmla="*/ 105 w 161"/>
              <a:gd name="T73" fmla="*/ 130 h 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61" h="159">
                <a:moveTo>
                  <a:pt x="146" y="56"/>
                </a:moveTo>
                <a:cubicBezTo>
                  <a:pt x="142" y="56"/>
                  <a:pt x="142" y="56"/>
                  <a:pt x="142" y="56"/>
                </a:cubicBezTo>
                <a:cubicBezTo>
                  <a:pt x="142" y="33"/>
                  <a:pt x="142" y="33"/>
                  <a:pt x="142" y="33"/>
                </a:cubicBezTo>
                <a:cubicBezTo>
                  <a:pt x="142" y="31"/>
                  <a:pt x="141" y="30"/>
                  <a:pt x="140" y="29"/>
                </a:cubicBezTo>
                <a:cubicBezTo>
                  <a:pt x="112" y="1"/>
                  <a:pt x="112" y="1"/>
                  <a:pt x="112" y="1"/>
                </a:cubicBezTo>
                <a:cubicBezTo>
                  <a:pt x="111" y="0"/>
                  <a:pt x="110" y="0"/>
                  <a:pt x="109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21" y="0"/>
                  <a:pt x="19" y="2"/>
                  <a:pt x="19" y="4"/>
                </a:cubicBezTo>
                <a:cubicBezTo>
                  <a:pt x="19" y="37"/>
                  <a:pt x="19" y="37"/>
                  <a:pt x="19" y="37"/>
                </a:cubicBezTo>
                <a:cubicBezTo>
                  <a:pt x="15" y="37"/>
                  <a:pt x="15" y="37"/>
                  <a:pt x="15" y="37"/>
                </a:cubicBezTo>
                <a:cubicBezTo>
                  <a:pt x="7" y="37"/>
                  <a:pt x="0" y="44"/>
                  <a:pt x="0" y="52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3"/>
                  <a:pt x="7" y="159"/>
                  <a:pt x="15" y="159"/>
                </a:cubicBezTo>
                <a:cubicBezTo>
                  <a:pt x="146" y="159"/>
                  <a:pt x="146" y="159"/>
                  <a:pt x="146" y="159"/>
                </a:cubicBezTo>
                <a:cubicBezTo>
                  <a:pt x="154" y="159"/>
                  <a:pt x="160" y="153"/>
                  <a:pt x="160" y="145"/>
                </a:cubicBezTo>
                <a:cubicBezTo>
                  <a:pt x="160" y="70"/>
                  <a:pt x="160" y="70"/>
                  <a:pt x="160" y="70"/>
                </a:cubicBezTo>
                <a:cubicBezTo>
                  <a:pt x="161" y="62"/>
                  <a:pt x="154" y="56"/>
                  <a:pt x="146" y="56"/>
                </a:cubicBezTo>
                <a:close/>
                <a:moveTo>
                  <a:pt x="114" y="15"/>
                </a:moveTo>
                <a:cubicBezTo>
                  <a:pt x="126" y="27"/>
                  <a:pt x="126" y="27"/>
                  <a:pt x="126" y="27"/>
                </a:cubicBezTo>
                <a:cubicBezTo>
                  <a:pt x="114" y="27"/>
                  <a:pt x="114" y="27"/>
                  <a:pt x="114" y="27"/>
                </a:cubicBezTo>
                <a:lnTo>
                  <a:pt x="114" y="15"/>
                </a:lnTo>
                <a:close/>
                <a:moveTo>
                  <a:pt x="30" y="9"/>
                </a:moveTo>
                <a:cubicBezTo>
                  <a:pt x="105" y="9"/>
                  <a:pt x="105" y="9"/>
                  <a:pt x="105" y="9"/>
                </a:cubicBezTo>
                <a:cubicBezTo>
                  <a:pt x="105" y="33"/>
                  <a:pt x="105" y="33"/>
                  <a:pt x="105" y="33"/>
                </a:cubicBezTo>
                <a:cubicBezTo>
                  <a:pt x="105" y="35"/>
                  <a:pt x="107" y="37"/>
                  <a:pt x="109" y="37"/>
                </a:cubicBezTo>
                <a:cubicBezTo>
                  <a:pt x="133" y="37"/>
                  <a:pt x="133" y="37"/>
                  <a:pt x="133" y="37"/>
                </a:cubicBezTo>
                <a:cubicBezTo>
                  <a:pt x="133" y="56"/>
                  <a:pt x="133" y="56"/>
                  <a:pt x="133" y="56"/>
                </a:cubicBezTo>
                <a:cubicBezTo>
                  <a:pt x="66" y="56"/>
                  <a:pt x="66" y="56"/>
                  <a:pt x="66" y="56"/>
                </a:cubicBezTo>
                <a:cubicBezTo>
                  <a:pt x="61" y="45"/>
                  <a:pt x="61" y="45"/>
                  <a:pt x="61" y="45"/>
                </a:cubicBezTo>
                <a:cubicBezTo>
                  <a:pt x="58" y="40"/>
                  <a:pt x="53" y="37"/>
                  <a:pt x="48" y="37"/>
                </a:cubicBezTo>
                <a:cubicBezTo>
                  <a:pt x="30" y="37"/>
                  <a:pt x="30" y="37"/>
                  <a:pt x="30" y="37"/>
                </a:cubicBezTo>
                <a:lnTo>
                  <a:pt x="30" y="9"/>
                </a:lnTo>
                <a:close/>
                <a:moveTo>
                  <a:pt x="152" y="145"/>
                </a:moveTo>
                <a:cubicBezTo>
                  <a:pt x="151" y="145"/>
                  <a:pt x="151" y="145"/>
                  <a:pt x="151" y="145"/>
                </a:cubicBezTo>
                <a:cubicBezTo>
                  <a:pt x="151" y="148"/>
                  <a:pt x="149" y="150"/>
                  <a:pt x="146" y="150"/>
                </a:cubicBezTo>
                <a:cubicBezTo>
                  <a:pt x="15" y="150"/>
                  <a:pt x="15" y="150"/>
                  <a:pt x="15" y="150"/>
                </a:cubicBezTo>
                <a:cubicBezTo>
                  <a:pt x="12" y="150"/>
                  <a:pt x="10" y="148"/>
                  <a:pt x="10" y="145"/>
                </a:cubicBezTo>
                <a:cubicBezTo>
                  <a:pt x="10" y="51"/>
                  <a:pt x="10" y="51"/>
                  <a:pt x="10" y="51"/>
                </a:cubicBezTo>
                <a:cubicBezTo>
                  <a:pt x="10" y="49"/>
                  <a:pt x="12" y="47"/>
                  <a:pt x="15" y="47"/>
                </a:cubicBezTo>
                <a:cubicBezTo>
                  <a:pt x="48" y="47"/>
                  <a:pt x="48" y="47"/>
                  <a:pt x="48" y="47"/>
                </a:cubicBezTo>
                <a:cubicBezTo>
                  <a:pt x="49" y="47"/>
                  <a:pt x="51" y="48"/>
                  <a:pt x="52" y="49"/>
                </a:cubicBezTo>
                <a:cubicBezTo>
                  <a:pt x="58" y="63"/>
                  <a:pt x="58" y="63"/>
                  <a:pt x="58" y="63"/>
                </a:cubicBezTo>
                <a:cubicBezTo>
                  <a:pt x="59" y="65"/>
                  <a:pt x="61" y="65"/>
                  <a:pt x="63" y="65"/>
                </a:cubicBezTo>
                <a:cubicBezTo>
                  <a:pt x="147" y="65"/>
                  <a:pt x="147" y="65"/>
                  <a:pt x="147" y="65"/>
                </a:cubicBezTo>
                <a:cubicBezTo>
                  <a:pt x="150" y="65"/>
                  <a:pt x="152" y="67"/>
                  <a:pt x="152" y="70"/>
                </a:cubicBezTo>
                <a:lnTo>
                  <a:pt x="152" y="145"/>
                </a:lnTo>
                <a:close/>
                <a:moveTo>
                  <a:pt x="109" y="93"/>
                </a:moveTo>
                <a:cubicBezTo>
                  <a:pt x="95" y="93"/>
                  <a:pt x="95" y="93"/>
                  <a:pt x="95" y="93"/>
                </a:cubicBezTo>
                <a:cubicBezTo>
                  <a:pt x="93" y="83"/>
                  <a:pt x="83" y="75"/>
                  <a:pt x="72" y="75"/>
                </a:cubicBezTo>
                <a:cubicBezTo>
                  <a:pt x="59" y="75"/>
                  <a:pt x="48" y="85"/>
                  <a:pt x="48" y="98"/>
                </a:cubicBezTo>
                <a:cubicBezTo>
                  <a:pt x="48" y="109"/>
                  <a:pt x="56" y="119"/>
                  <a:pt x="67" y="121"/>
                </a:cubicBezTo>
                <a:cubicBezTo>
                  <a:pt x="67" y="136"/>
                  <a:pt x="67" y="136"/>
                  <a:pt x="67" y="136"/>
                </a:cubicBezTo>
                <a:cubicBezTo>
                  <a:pt x="67" y="138"/>
                  <a:pt x="69" y="140"/>
                  <a:pt x="72" y="140"/>
                </a:cubicBezTo>
                <a:cubicBezTo>
                  <a:pt x="109" y="140"/>
                  <a:pt x="109" y="140"/>
                  <a:pt x="109" y="140"/>
                </a:cubicBezTo>
                <a:cubicBezTo>
                  <a:pt x="111" y="140"/>
                  <a:pt x="113" y="138"/>
                  <a:pt x="113" y="136"/>
                </a:cubicBezTo>
                <a:cubicBezTo>
                  <a:pt x="113" y="98"/>
                  <a:pt x="113" y="98"/>
                  <a:pt x="113" y="98"/>
                </a:cubicBezTo>
                <a:cubicBezTo>
                  <a:pt x="114" y="96"/>
                  <a:pt x="112" y="93"/>
                  <a:pt x="109" y="93"/>
                </a:cubicBezTo>
                <a:close/>
                <a:moveTo>
                  <a:pt x="67" y="98"/>
                </a:moveTo>
                <a:cubicBezTo>
                  <a:pt x="67" y="111"/>
                  <a:pt x="67" y="111"/>
                  <a:pt x="67" y="111"/>
                </a:cubicBezTo>
                <a:cubicBezTo>
                  <a:pt x="62" y="109"/>
                  <a:pt x="58" y="104"/>
                  <a:pt x="58" y="98"/>
                </a:cubicBezTo>
                <a:cubicBezTo>
                  <a:pt x="58" y="90"/>
                  <a:pt x="64" y="84"/>
                  <a:pt x="72" y="84"/>
                </a:cubicBezTo>
                <a:cubicBezTo>
                  <a:pt x="78" y="84"/>
                  <a:pt x="84" y="88"/>
                  <a:pt x="85" y="93"/>
                </a:cubicBezTo>
                <a:cubicBezTo>
                  <a:pt x="72" y="93"/>
                  <a:pt x="72" y="93"/>
                  <a:pt x="72" y="93"/>
                </a:cubicBezTo>
                <a:cubicBezTo>
                  <a:pt x="69" y="93"/>
                  <a:pt x="67" y="96"/>
                  <a:pt x="67" y="98"/>
                </a:cubicBezTo>
                <a:close/>
                <a:moveTo>
                  <a:pt x="85" y="103"/>
                </a:moveTo>
                <a:cubicBezTo>
                  <a:pt x="84" y="107"/>
                  <a:pt x="80" y="110"/>
                  <a:pt x="77" y="111"/>
                </a:cubicBezTo>
                <a:cubicBezTo>
                  <a:pt x="77" y="103"/>
                  <a:pt x="77" y="103"/>
                  <a:pt x="77" y="103"/>
                </a:cubicBezTo>
                <a:lnTo>
                  <a:pt x="85" y="103"/>
                </a:lnTo>
                <a:close/>
                <a:moveTo>
                  <a:pt x="105" y="130"/>
                </a:moveTo>
                <a:cubicBezTo>
                  <a:pt x="77" y="130"/>
                  <a:pt x="77" y="130"/>
                  <a:pt x="77" y="130"/>
                </a:cubicBezTo>
                <a:cubicBezTo>
                  <a:pt x="77" y="121"/>
                  <a:pt x="77" y="121"/>
                  <a:pt x="77" y="121"/>
                </a:cubicBezTo>
                <a:cubicBezTo>
                  <a:pt x="85" y="119"/>
                  <a:pt x="93" y="111"/>
                  <a:pt x="95" y="102"/>
                </a:cubicBezTo>
                <a:cubicBezTo>
                  <a:pt x="105" y="102"/>
                  <a:pt x="105" y="102"/>
                  <a:pt x="105" y="102"/>
                </a:cubicBezTo>
                <a:lnTo>
                  <a:pt x="105" y="13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49">
            <a:extLst>
              <a:ext uri="{FF2B5EF4-FFF2-40B4-BE49-F238E27FC236}">
                <a16:creationId xmlns:a16="http://schemas.microsoft.com/office/drawing/2014/main" id="{AFA577F6-12BB-5BBF-8CF0-B62331B94924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945447" y="3318465"/>
            <a:ext cx="494974" cy="449976"/>
          </a:xfrm>
          <a:custGeom>
            <a:avLst/>
            <a:gdLst>
              <a:gd name="T0" fmla="*/ 39 w 160"/>
              <a:gd name="T1" fmla="*/ 81 h 160"/>
              <a:gd name="T2" fmla="*/ 81 w 160"/>
              <a:gd name="T3" fmla="*/ 85 h 160"/>
              <a:gd name="T4" fmla="*/ 85 w 160"/>
              <a:gd name="T5" fmla="*/ 42 h 160"/>
              <a:gd name="T6" fmla="*/ 66 w 160"/>
              <a:gd name="T7" fmla="*/ 38 h 160"/>
              <a:gd name="T8" fmla="*/ 20 w 160"/>
              <a:gd name="T9" fmla="*/ 42 h 160"/>
              <a:gd name="T10" fmla="*/ 66 w 160"/>
              <a:gd name="T11" fmla="*/ 47 h 160"/>
              <a:gd name="T12" fmla="*/ 76 w 160"/>
              <a:gd name="T13" fmla="*/ 76 h 160"/>
              <a:gd name="T14" fmla="*/ 48 w 160"/>
              <a:gd name="T15" fmla="*/ 65 h 160"/>
              <a:gd name="T16" fmla="*/ 48 w 160"/>
              <a:gd name="T17" fmla="*/ 56 h 160"/>
              <a:gd name="T18" fmla="*/ 56 w 160"/>
              <a:gd name="T19" fmla="*/ 48 h 160"/>
              <a:gd name="T20" fmla="*/ 43 w 160"/>
              <a:gd name="T21" fmla="*/ 29 h 160"/>
              <a:gd name="T22" fmla="*/ 43 w 160"/>
              <a:gd name="T23" fmla="*/ 38 h 160"/>
              <a:gd name="T24" fmla="*/ 39 w 160"/>
              <a:gd name="T25" fmla="*/ 56 h 160"/>
              <a:gd name="T26" fmla="*/ 43 w 160"/>
              <a:gd name="T27" fmla="*/ 29 h 160"/>
              <a:gd name="T28" fmla="*/ 123 w 160"/>
              <a:gd name="T29" fmla="*/ 33 h 160"/>
              <a:gd name="T30" fmla="*/ 93 w 160"/>
              <a:gd name="T31" fmla="*/ 2 h 160"/>
              <a:gd name="T32" fmla="*/ 5 w 160"/>
              <a:gd name="T33" fmla="*/ 0 h 160"/>
              <a:gd name="T34" fmla="*/ 0 w 160"/>
              <a:gd name="T35" fmla="*/ 155 h 160"/>
              <a:gd name="T36" fmla="*/ 117 w 160"/>
              <a:gd name="T37" fmla="*/ 160 h 160"/>
              <a:gd name="T38" fmla="*/ 123 w 160"/>
              <a:gd name="T39" fmla="*/ 77 h 160"/>
              <a:gd name="T40" fmla="*/ 106 w 160"/>
              <a:gd name="T41" fmla="*/ 29 h 160"/>
              <a:gd name="T42" fmla="*/ 94 w 160"/>
              <a:gd name="T43" fmla="*/ 17 h 160"/>
              <a:gd name="T44" fmla="*/ 10 w 160"/>
              <a:gd name="T45" fmla="*/ 10 h 160"/>
              <a:gd name="T46" fmla="*/ 86 w 160"/>
              <a:gd name="T47" fmla="*/ 33 h 160"/>
              <a:gd name="T48" fmla="*/ 114 w 160"/>
              <a:gd name="T49" fmla="*/ 38 h 160"/>
              <a:gd name="T50" fmla="*/ 77 w 160"/>
              <a:gd name="T51" fmla="*/ 118 h 160"/>
              <a:gd name="T52" fmla="*/ 10 w 160"/>
              <a:gd name="T53" fmla="*/ 151 h 160"/>
              <a:gd name="T54" fmla="*/ 123 w 160"/>
              <a:gd name="T55" fmla="*/ 146 h 160"/>
              <a:gd name="T56" fmla="*/ 114 w 160"/>
              <a:gd name="T57" fmla="*/ 146 h 160"/>
              <a:gd name="T58" fmla="*/ 86 w 160"/>
              <a:gd name="T59" fmla="*/ 123 h 160"/>
              <a:gd name="T60" fmla="*/ 94 w 160"/>
              <a:gd name="T61" fmla="*/ 118 h 160"/>
              <a:gd name="T62" fmla="*/ 86 w 160"/>
              <a:gd name="T63" fmla="*/ 113 h 160"/>
              <a:gd name="T64" fmla="*/ 114 w 160"/>
              <a:gd name="T65" fmla="*/ 90 h 160"/>
              <a:gd name="T66" fmla="*/ 123 w 160"/>
              <a:gd name="T67" fmla="*/ 90 h 160"/>
              <a:gd name="T68" fmla="*/ 150 w 160"/>
              <a:gd name="T69" fmla="*/ 113 h 160"/>
              <a:gd name="T70" fmla="*/ 142 w 160"/>
              <a:gd name="T71" fmla="*/ 118 h 160"/>
              <a:gd name="T72" fmla="*/ 150 w 160"/>
              <a:gd name="T73" fmla="*/ 123 h 160"/>
              <a:gd name="T74" fmla="*/ 127 w 160"/>
              <a:gd name="T75" fmla="*/ 114 h 160"/>
              <a:gd name="T76" fmla="*/ 123 w 160"/>
              <a:gd name="T77" fmla="*/ 109 h 160"/>
              <a:gd name="T78" fmla="*/ 114 w 160"/>
              <a:gd name="T79" fmla="*/ 109 h 160"/>
              <a:gd name="T80" fmla="*/ 118 w 160"/>
              <a:gd name="T81" fmla="*/ 123 h 160"/>
              <a:gd name="T82" fmla="*/ 132 w 160"/>
              <a:gd name="T83" fmla="*/ 119 h 160"/>
              <a:gd name="T84" fmla="*/ 62 w 160"/>
              <a:gd name="T85" fmla="*/ 104 h 160"/>
              <a:gd name="T86" fmla="*/ 20 w 160"/>
              <a:gd name="T87" fmla="*/ 109 h 160"/>
              <a:gd name="T88" fmla="*/ 62 w 160"/>
              <a:gd name="T89" fmla="*/ 114 h 160"/>
              <a:gd name="T90" fmla="*/ 62 w 160"/>
              <a:gd name="T91" fmla="*/ 104 h 160"/>
              <a:gd name="T92" fmla="*/ 24 w 160"/>
              <a:gd name="T93" fmla="*/ 123 h 160"/>
              <a:gd name="T94" fmla="*/ 24 w 160"/>
              <a:gd name="T95" fmla="*/ 133 h 160"/>
              <a:gd name="T96" fmla="*/ 66 w 160"/>
              <a:gd name="T97" fmla="*/ 128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60" h="160">
                <a:moveTo>
                  <a:pt x="39" y="65"/>
                </a:moveTo>
                <a:cubicBezTo>
                  <a:pt x="39" y="81"/>
                  <a:pt x="39" y="81"/>
                  <a:pt x="39" y="81"/>
                </a:cubicBezTo>
                <a:cubicBezTo>
                  <a:pt x="39" y="83"/>
                  <a:pt x="41" y="85"/>
                  <a:pt x="43" y="85"/>
                </a:cubicBezTo>
                <a:cubicBezTo>
                  <a:pt x="81" y="85"/>
                  <a:pt x="81" y="85"/>
                  <a:pt x="81" y="85"/>
                </a:cubicBezTo>
                <a:cubicBezTo>
                  <a:pt x="83" y="85"/>
                  <a:pt x="85" y="83"/>
                  <a:pt x="85" y="81"/>
                </a:cubicBezTo>
                <a:cubicBezTo>
                  <a:pt x="85" y="42"/>
                  <a:pt x="85" y="42"/>
                  <a:pt x="85" y="42"/>
                </a:cubicBezTo>
                <a:cubicBezTo>
                  <a:pt x="85" y="40"/>
                  <a:pt x="83" y="38"/>
                  <a:pt x="81" y="38"/>
                </a:cubicBezTo>
                <a:cubicBezTo>
                  <a:pt x="66" y="38"/>
                  <a:pt x="66" y="38"/>
                  <a:pt x="66" y="38"/>
                </a:cubicBezTo>
                <a:cubicBezTo>
                  <a:pt x="64" y="27"/>
                  <a:pt x="54" y="19"/>
                  <a:pt x="43" y="19"/>
                </a:cubicBezTo>
                <a:cubicBezTo>
                  <a:pt x="30" y="19"/>
                  <a:pt x="20" y="29"/>
                  <a:pt x="20" y="42"/>
                </a:cubicBezTo>
                <a:cubicBezTo>
                  <a:pt x="20" y="54"/>
                  <a:pt x="27" y="63"/>
                  <a:pt x="39" y="65"/>
                </a:cubicBezTo>
                <a:close/>
                <a:moveTo>
                  <a:pt x="66" y="47"/>
                </a:moveTo>
                <a:cubicBezTo>
                  <a:pt x="76" y="47"/>
                  <a:pt x="76" y="47"/>
                  <a:pt x="76" y="47"/>
                </a:cubicBezTo>
                <a:cubicBezTo>
                  <a:pt x="76" y="76"/>
                  <a:pt x="76" y="76"/>
                  <a:pt x="76" y="76"/>
                </a:cubicBezTo>
                <a:cubicBezTo>
                  <a:pt x="48" y="76"/>
                  <a:pt x="48" y="76"/>
                  <a:pt x="48" y="76"/>
                </a:cubicBezTo>
                <a:cubicBezTo>
                  <a:pt x="48" y="65"/>
                  <a:pt x="48" y="65"/>
                  <a:pt x="48" y="65"/>
                </a:cubicBezTo>
                <a:cubicBezTo>
                  <a:pt x="57" y="63"/>
                  <a:pt x="64" y="56"/>
                  <a:pt x="66" y="47"/>
                </a:cubicBezTo>
                <a:close/>
                <a:moveTo>
                  <a:pt x="48" y="56"/>
                </a:moveTo>
                <a:cubicBezTo>
                  <a:pt x="48" y="48"/>
                  <a:pt x="48" y="48"/>
                  <a:pt x="48" y="48"/>
                </a:cubicBezTo>
                <a:cubicBezTo>
                  <a:pt x="56" y="48"/>
                  <a:pt x="56" y="48"/>
                  <a:pt x="56" y="48"/>
                </a:cubicBezTo>
                <a:cubicBezTo>
                  <a:pt x="54" y="51"/>
                  <a:pt x="52" y="54"/>
                  <a:pt x="48" y="56"/>
                </a:cubicBezTo>
                <a:close/>
                <a:moveTo>
                  <a:pt x="43" y="29"/>
                </a:moveTo>
                <a:cubicBezTo>
                  <a:pt x="49" y="29"/>
                  <a:pt x="54" y="32"/>
                  <a:pt x="56" y="38"/>
                </a:cubicBezTo>
                <a:cubicBezTo>
                  <a:pt x="43" y="38"/>
                  <a:pt x="43" y="38"/>
                  <a:pt x="43" y="38"/>
                </a:cubicBezTo>
                <a:cubicBezTo>
                  <a:pt x="41" y="38"/>
                  <a:pt x="39" y="40"/>
                  <a:pt x="39" y="43"/>
                </a:cubicBezTo>
                <a:cubicBezTo>
                  <a:pt x="39" y="56"/>
                  <a:pt x="39" y="56"/>
                  <a:pt x="39" y="56"/>
                </a:cubicBezTo>
                <a:cubicBezTo>
                  <a:pt x="33" y="54"/>
                  <a:pt x="29" y="48"/>
                  <a:pt x="29" y="43"/>
                </a:cubicBezTo>
                <a:cubicBezTo>
                  <a:pt x="29" y="35"/>
                  <a:pt x="35" y="29"/>
                  <a:pt x="43" y="29"/>
                </a:cubicBezTo>
                <a:close/>
                <a:moveTo>
                  <a:pt x="123" y="77"/>
                </a:moveTo>
                <a:cubicBezTo>
                  <a:pt x="123" y="33"/>
                  <a:pt x="123" y="33"/>
                  <a:pt x="123" y="33"/>
                </a:cubicBezTo>
                <a:cubicBezTo>
                  <a:pt x="123" y="33"/>
                  <a:pt x="122" y="31"/>
                  <a:pt x="121" y="30"/>
                </a:cubicBezTo>
                <a:cubicBezTo>
                  <a:pt x="93" y="2"/>
                  <a:pt x="93" y="2"/>
                  <a:pt x="93" y="2"/>
                </a:cubicBezTo>
                <a:cubicBezTo>
                  <a:pt x="92" y="1"/>
                  <a:pt x="91" y="0"/>
                  <a:pt x="90" y="0"/>
                </a:cubicBezTo>
                <a:cubicBezTo>
                  <a:pt x="5" y="0"/>
                  <a:pt x="5" y="0"/>
                  <a:pt x="5" y="0"/>
                </a:cubicBezTo>
                <a:cubicBezTo>
                  <a:pt x="2" y="0"/>
                  <a:pt x="0" y="2"/>
                  <a:pt x="0" y="5"/>
                </a:cubicBezTo>
                <a:cubicBezTo>
                  <a:pt x="0" y="155"/>
                  <a:pt x="0" y="155"/>
                  <a:pt x="0" y="155"/>
                </a:cubicBezTo>
                <a:cubicBezTo>
                  <a:pt x="0" y="158"/>
                  <a:pt x="2" y="160"/>
                  <a:pt x="5" y="160"/>
                </a:cubicBezTo>
                <a:cubicBezTo>
                  <a:pt x="117" y="160"/>
                  <a:pt x="117" y="160"/>
                  <a:pt x="117" y="160"/>
                </a:cubicBezTo>
                <a:cubicBezTo>
                  <a:pt x="140" y="160"/>
                  <a:pt x="159" y="141"/>
                  <a:pt x="159" y="118"/>
                </a:cubicBezTo>
                <a:cubicBezTo>
                  <a:pt x="160" y="96"/>
                  <a:pt x="144" y="79"/>
                  <a:pt x="123" y="77"/>
                </a:cubicBezTo>
                <a:close/>
                <a:moveTo>
                  <a:pt x="94" y="17"/>
                </a:moveTo>
                <a:cubicBezTo>
                  <a:pt x="106" y="29"/>
                  <a:pt x="106" y="29"/>
                  <a:pt x="106" y="29"/>
                </a:cubicBezTo>
                <a:cubicBezTo>
                  <a:pt x="94" y="29"/>
                  <a:pt x="94" y="29"/>
                  <a:pt x="94" y="29"/>
                </a:cubicBezTo>
                <a:lnTo>
                  <a:pt x="94" y="17"/>
                </a:lnTo>
                <a:close/>
                <a:moveTo>
                  <a:pt x="10" y="151"/>
                </a:moveTo>
                <a:cubicBezTo>
                  <a:pt x="10" y="10"/>
                  <a:pt x="10" y="10"/>
                  <a:pt x="10" y="10"/>
                </a:cubicBezTo>
                <a:cubicBezTo>
                  <a:pt x="86" y="10"/>
                  <a:pt x="86" y="10"/>
                  <a:pt x="86" y="10"/>
                </a:cubicBezTo>
                <a:cubicBezTo>
                  <a:pt x="86" y="33"/>
                  <a:pt x="86" y="33"/>
                  <a:pt x="86" y="33"/>
                </a:cubicBezTo>
                <a:cubicBezTo>
                  <a:pt x="86" y="36"/>
                  <a:pt x="88" y="38"/>
                  <a:pt x="90" y="38"/>
                </a:cubicBezTo>
                <a:cubicBezTo>
                  <a:pt x="114" y="38"/>
                  <a:pt x="114" y="38"/>
                  <a:pt x="114" y="38"/>
                </a:cubicBezTo>
                <a:cubicBezTo>
                  <a:pt x="114" y="77"/>
                  <a:pt x="114" y="77"/>
                  <a:pt x="114" y="77"/>
                </a:cubicBezTo>
                <a:cubicBezTo>
                  <a:pt x="93" y="79"/>
                  <a:pt x="77" y="97"/>
                  <a:pt x="77" y="118"/>
                </a:cubicBezTo>
                <a:cubicBezTo>
                  <a:pt x="77" y="131"/>
                  <a:pt x="83" y="144"/>
                  <a:pt x="92" y="151"/>
                </a:cubicBezTo>
                <a:lnTo>
                  <a:pt x="10" y="151"/>
                </a:lnTo>
                <a:close/>
                <a:moveTo>
                  <a:pt x="123" y="150"/>
                </a:moveTo>
                <a:cubicBezTo>
                  <a:pt x="123" y="146"/>
                  <a:pt x="123" y="146"/>
                  <a:pt x="123" y="146"/>
                </a:cubicBezTo>
                <a:cubicBezTo>
                  <a:pt x="123" y="144"/>
                  <a:pt x="121" y="141"/>
                  <a:pt x="118" y="141"/>
                </a:cubicBezTo>
                <a:cubicBezTo>
                  <a:pt x="115" y="141"/>
                  <a:pt x="114" y="144"/>
                  <a:pt x="114" y="146"/>
                </a:cubicBezTo>
                <a:cubicBezTo>
                  <a:pt x="114" y="150"/>
                  <a:pt x="114" y="150"/>
                  <a:pt x="114" y="150"/>
                </a:cubicBezTo>
                <a:cubicBezTo>
                  <a:pt x="99" y="148"/>
                  <a:pt x="88" y="136"/>
                  <a:pt x="86" y="123"/>
                </a:cubicBezTo>
                <a:cubicBezTo>
                  <a:pt x="90" y="123"/>
                  <a:pt x="90" y="123"/>
                  <a:pt x="90" y="123"/>
                </a:cubicBezTo>
                <a:cubicBezTo>
                  <a:pt x="93" y="123"/>
                  <a:pt x="94" y="121"/>
                  <a:pt x="94" y="118"/>
                </a:cubicBezTo>
                <a:cubicBezTo>
                  <a:pt x="94" y="115"/>
                  <a:pt x="93" y="113"/>
                  <a:pt x="90" y="113"/>
                </a:cubicBezTo>
                <a:cubicBezTo>
                  <a:pt x="86" y="113"/>
                  <a:pt x="86" y="113"/>
                  <a:pt x="86" y="113"/>
                </a:cubicBezTo>
                <a:cubicBezTo>
                  <a:pt x="88" y="99"/>
                  <a:pt x="99" y="87"/>
                  <a:pt x="114" y="85"/>
                </a:cubicBezTo>
                <a:cubicBezTo>
                  <a:pt x="114" y="90"/>
                  <a:pt x="114" y="90"/>
                  <a:pt x="114" y="90"/>
                </a:cubicBezTo>
                <a:cubicBezTo>
                  <a:pt x="114" y="92"/>
                  <a:pt x="115" y="94"/>
                  <a:pt x="118" y="94"/>
                </a:cubicBezTo>
                <a:cubicBezTo>
                  <a:pt x="121" y="94"/>
                  <a:pt x="123" y="92"/>
                  <a:pt x="123" y="90"/>
                </a:cubicBezTo>
                <a:cubicBezTo>
                  <a:pt x="123" y="86"/>
                  <a:pt x="123" y="86"/>
                  <a:pt x="123" y="86"/>
                </a:cubicBezTo>
                <a:cubicBezTo>
                  <a:pt x="137" y="88"/>
                  <a:pt x="148" y="100"/>
                  <a:pt x="150" y="113"/>
                </a:cubicBezTo>
                <a:cubicBezTo>
                  <a:pt x="146" y="113"/>
                  <a:pt x="146" y="113"/>
                  <a:pt x="146" y="113"/>
                </a:cubicBezTo>
                <a:cubicBezTo>
                  <a:pt x="144" y="113"/>
                  <a:pt x="142" y="116"/>
                  <a:pt x="142" y="118"/>
                </a:cubicBezTo>
                <a:cubicBezTo>
                  <a:pt x="142" y="121"/>
                  <a:pt x="144" y="123"/>
                  <a:pt x="146" y="123"/>
                </a:cubicBezTo>
                <a:cubicBezTo>
                  <a:pt x="150" y="123"/>
                  <a:pt x="150" y="123"/>
                  <a:pt x="150" y="123"/>
                </a:cubicBezTo>
                <a:cubicBezTo>
                  <a:pt x="148" y="137"/>
                  <a:pt x="137" y="148"/>
                  <a:pt x="123" y="150"/>
                </a:cubicBezTo>
                <a:close/>
                <a:moveTo>
                  <a:pt x="127" y="114"/>
                </a:moveTo>
                <a:cubicBezTo>
                  <a:pt x="123" y="114"/>
                  <a:pt x="123" y="114"/>
                  <a:pt x="123" y="114"/>
                </a:cubicBezTo>
                <a:cubicBezTo>
                  <a:pt x="123" y="109"/>
                  <a:pt x="123" y="109"/>
                  <a:pt x="123" y="109"/>
                </a:cubicBezTo>
                <a:cubicBezTo>
                  <a:pt x="123" y="106"/>
                  <a:pt x="121" y="104"/>
                  <a:pt x="118" y="104"/>
                </a:cubicBezTo>
                <a:cubicBezTo>
                  <a:pt x="116" y="104"/>
                  <a:pt x="114" y="106"/>
                  <a:pt x="114" y="109"/>
                </a:cubicBezTo>
                <a:cubicBezTo>
                  <a:pt x="114" y="119"/>
                  <a:pt x="114" y="119"/>
                  <a:pt x="114" y="119"/>
                </a:cubicBezTo>
                <a:cubicBezTo>
                  <a:pt x="114" y="121"/>
                  <a:pt x="116" y="123"/>
                  <a:pt x="118" y="123"/>
                </a:cubicBezTo>
                <a:cubicBezTo>
                  <a:pt x="127" y="123"/>
                  <a:pt x="127" y="123"/>
                  <a:pt x="127" y="123"/>
                </a:cubicBezTo>
                <a:cubicBezTo>
                  <a:pt x="130" y="123"/>
                  <a:pt x="132" y="121"/>
                  <a:pt x="132" y="119"/>
                </a:cubicBezTo>
                <a:cubicBezTo>
                  <a:pt x="132" y="116"/>
                  <a:pt x="130" y="114"/>
                  <a:pt x="127" y="114"/>
                </a:cubicBezTo>
                <a:close/>
                <a:moveTo>
                  <a:pt x="62" y="104"/>
                </a:moveTo>
                <a:cubicBezTo>
                  <a:pt x="24" y="104"/>
                  <a:pt x="24" y="104"/>
                  <a:pt x="24" y="104"/>
                </a:cubicBezTo>
                <a:cubicBezTo>
                  <a:pt x="22" y="104"/>
                  <a:pt x="20" y="106"/>
                  <a:pt x="20" y="109"/>
                </a:cubicBezTo>
                <a:cubicBezTo>
                  <a:pt x="20" y="111"/>
                  <a:pt x="22" y="114"/>
                  <a:pt x="24" y="114"/>
                </a:cubicBezTo>
                <a:cubicBezTo>
                  <a:pt x="62" y="114"/>
                  <a:pt x="62" y="114"/>
                  <a:pt x="62" y="114"/>
                </a:cubicBezTo>
                <a:cubicBezTo>
                  <a:pt x="64" y="114"/>
                  <a:pt x="66" y="111"/>
                  <a:pt x="66" y="109"/>
                </a:cubicBezTo>
                <a:cubicBezTo>
                  <a:pt x="66" y="106"/>
                  <a:pt x="64" y="104"/>
                  <a:pt x="62" y="104"/>
                </a:cubicBezTo>
                <a:close/>
                <a:moveTo>
                  <a:pt x="62" y="123"/>
                </a:moveTo>
                <a:cubicBezTo>
                  <a:pt x="24" y="123"/>
                  <a:pt x="24" y="123"/>
                  <a:pt x="24" y="123"/>
                </a:cubicBezTo>
                <a:cubicBezTo>
                  <a:pt x="22" y="123"/>
                  <a:pt x="20" y="125"/>
                  <a:pt x="20" y="128"/>
                </a:cubicBezTo>
                <a:cubicBezTo>
                  <a:pt x="20" y="130"/>
                  <a:pt x="22" y="133"/>
                  <a:pt x="24" y="133"/>
                </a:cubicBezTo>
                <a:cubicBezTo>
                  <a:pt x="62" y="133"/>
                  <a:pt x="62" y="133"/>
                  <a:pt x="62" y="133"/>
                </a:cubicBezTo>
                <a:cubicBezTo>
                  <a:pt x="64" y="133"/>
                  <a:pt x="66" y="130"/>
                  <a:pt x="66" y="128"/>
                </a:cubicBezTo>
                <a:cubicBezTo>
                  <a:pt x="66" y="125"/>
                  <a:pt x="64" y="123"/>
                  <a:pt x="62" y="123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ectangle: Rounded Corners 34">
            <a:extLst>
              <a:ext uri="{FF2B5EF4-FFF2-40B4-BE49-F238E27FC236}">
                <a16:creationId xmlns:a16="http://schemas.microsoft.com/office/drawing/2014/main" id="{4ABBED8A-9FF8-4833-BD88-2FF087DC8DDD}"/>
              </a:ext>
            </a:extLst>
          </p:cNvPr>
          <p:cNvSpPr/>
          <p:nvPr userDrawn="1"/>
        </p:nvSpPr>
        <p:spPr>
          <a:xfrm>
            <a:off x="6502139" y="4543087"/>
            <a:ext cx="1379116" cy="1524000"/>
          </a:xfrm>
          <a:prstGeom prst="roundRect">
            <a:avLst>
              <a:gd name="adj" fmla="val 3599"/>
            </a:avLst>
          </a:prstGeom>
          <a:solidFill>
            <a:schemeClr val="bg1">
              <a:lumMod val="65000"/>
              <a:alpha val="1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" name="Straight Connector 40">
            <a:extLst>
              <a:ext uri="{FF2B5EF4-FFF2-40B4-BE49-F238E27FC236}">
                <a16:creationId xmlns:a16="http://schemas.microsoft.com/office/drawing/2014/main" id="{26C68504-6D10-151E-BA0E-5EF2AF642857}"/>
              </a:ext>
            </a:extLst>
          </p:cNvPr>
          <p:cNvCxnSpPr/>
          <p:nvPr userDrawn="1"/>
        </p:nvCxnSpPr>
        <p:spPr>
          <a:xfrm>
            <a:off x="2767890" y="4981444"/>
            <a:ext cx="33813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 18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C812E4AE-F601-C6FC-60F0-C2B58993EB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11" y="270631"/>
            <a:ext cx="1323628" cy="390029"/>
          </a:xfrm>
          <a:prstGeom prst="rect">
            <a:avLst/>
          </a:prstGeo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C07D68A-AB07-2DCF-18D9-7D7766796B2D}"/>
              </a:ext>
            </a:extLst>
          </p:cNvPr>
          <p:cNvSpPr>
            <a:spLocks noGrp="1"/>
          </p:cNvSpPr>
          <p:nvPr>
            <p:ph type="title" sz="quarter" idx="0" hasCustomPrompt="1"/>
          </p:nvPr>
        </p:nvSpPr>
        <p:spPr>
          <a:xfrm>
            <a:off x="1300163" y="1319213"/>
            <a:ext cx="3959225" cy="5476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fr-FR"/>
              <a:t>Slide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23" name="Espace réservé du texte 20">
            <a:extLst>
              <a:ext uri="{FF2B5EF4-FFF2-40B4-BE49-F238E27FC236}">
                <a16:creationId xmlns:a16="http://schemas.microsoft.com/office/drawing/2014/main" id="{B10A84A6-6DCD-46C3-26C2-16D2956D9C42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8261091" y="3055660"/>
            <a:ext cx="1863848" cy="26280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 err="1"/>
              <a:t>Title</a:t>
            </a:r>
            <a:r>
              <a:rPr lang="fr-FR"/>
              <a:t> </a:t>
            </a:r>
            <a:r>
              <a:rPr lang="fr-FR" err="1"/>
              <a:t>Here</a:t>
            </a:r>
            <a:endParaRPr lang="fr-FR"/>
          </a:p>
        </p:txBody>
      </p:sp>
      <p:sp>
        <p:nvSpPr>
          <p:cNvPr id="25" name="Espace réservé du texte 22">
            <a:extLst>
              <a:ext uri="{FF2B5EF4-FFF2-40B4-BE49-F238E27FC236}">
                <a16:creationId xmlns:a16="http://schemas.microsoft.com/office/drawing/2014/main" id="{A578B7D6-2D8D-3769-7641-016C0239FE31}"/>
              </a:ext>
            </a:extLst>
          </p:cNvPr>
          <p:cNvSpPr>
            <a:spLocks noGrp="1"/>
          </p:cNvSpPr>
          <p:nvPr>
            <p:ph sz="quarter" idx="2" hasCustomPrompt="1"/>
          </p:nvPr>
        </p:nvSpPr>
        <p:spPr>
          <a:xfrm>
            <a:off x="8261090" y="3351150"/>
            <a:ext cx="2169310" cy="65881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  <p:sp>
        <p:nvSpPr>
          <p:cNvPr id="26" name="Espace réservé du texte 20">
            <a:extLst>
              <a:ext uri="{FF2B5EF4-FFF2-40B4-BE49-F238E27FC236}">
                <a16:creationId xmlns:a16="http://schemas.microsoft.com/office/drawing/2014/main" id="{BBF5F41B-637B-8559-0EB5-B5CF25B93F9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1091" y="4822563"/>
            <a:ext cx="1863848" cy="26280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 err="1"/>
              <a:t>Title</a:t>
            </a:r>
            <a:r>
              <a:rPr lang="fr-FR"/>
              <a:t> </a:t>
            </a:r>
            <a:r>
              <a:rPr lang="fr-FR" err="1"/>
              <a:t>Here</a:t>
            </a:r>
            <a:endParaRPr lang="fr-FR"/>
          </a:p>
        </p:txBody>
      </p:sp>
      <p:sp>
        <p:nvSpPr>
          <p:cNvPr id="27" name="Espace réservé du texte 22">
            <a:extLst>
              <a:ext uri="{FF2B5EF4-FFF2-40B4-BE49-F238E27FC236}">
                <a16:creationId xmlns:a16="http://schemas.microsoft.com/office/drawing/2014/main" id="{0144662E-9937-7B14-64CC-C900043DCF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1090" y="5118053"/>
            <a:ext cx="2169310" cy="65881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  <p:sp>
        <p:nvSpPr>
          <p:cNvPr id="28" name="Espace réservé du texte 9">
            <a:extLst>
              <a:ext uri="{FF2B5EF4-FFF2-40B4-BE49-F238E27FC236}">
                <a16:creationId xmlns:a16="http://schemas.microsoft.com/office/drawing/2014/main" id="{A58FBFDA-9BFF-4AD1-EDCA-B252354DC3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658185" y="3785853"/>
            <a:ext cx="1379116" cy="9048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Poppins Light" panose="00000400000000000000" pitchFamily="2" charset="0"/>
                <a:cs typeface="Poppins Light" panose="00000400000000000000" pitchFamily="2" charset="0"/>
              </a:defRPr>
            </a:lvl1pPr>
            <a:lvl2pPr marL="457200" indent="0">
              <a:buNone/>
              <a:defRPr sz="2800">
                <a:latin typeface="Poppins Light" panose="00000400000000000000" pitchFamily="2" charset="0"/>
                <a:cs typeface="Poppins Light" panose="00000400000000000000" pitchFamily="2" charset="0"/>
              </a:defRPr>
            </a:lvl2pPr>
            <a:lvl3pPr marL="914400" indent="0">
              <a:buNone/>
              <a:defRPr sz="2800">
                <a:latin typeface="Poppins Light" panose="00000400000000000000" pitchFamily="2" charset="0"/>
                <a:cs typeface="Poppins Light" panose="00000400000000000000" pitchFamily="2" charset="0"/>
              </a:defRPr>
            </a:lvl3pPr>
            <a:lvl4pPr marL="1371600" indent="0">
              <a:buNone/>
              <a:defRPr sz="2800">
                <a:latin typeface="Poppins Light" panose="00000400000000000000" pitchFamily="2" charset="0"/>
                <a:cs typeface="Poppins Light" panose="00000400000000000000" pitchFamily="2" charset="0"/>
              </a:defRPr>
            </a:lvl4pPr>
            <a:lvl5pPr marL="1828800" indent="0">
              <a:buNone/>
              <a:defRPr sz="2800">
                <a:latin typeface="Poppins Light" panose="00000400000000000000" pitchFamily="2" charset="0"/>
                <a:cs typeface="Poppins Light" panose="00000400000000000000" pitchFamily="2" charset="0"/>
              </a:defRPr>
            </a:lvl5pPr>
          </a:lstStyle>
          <a:p>
            <a:pPr fontAlgn="base">
              <a:lnSpc>
                <a:spcPts val="3000"/>
              </a:lnSpc>
            </a:pPr>
            <a:r>
              <a:rPr lang="en-US" sz="2800">
                <a:solidFill>
                  <a:schemeClr val="tx1">
                    <a:lumMod val="85000"/>
                    <a:lumOff val="1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Lorem Ipsum</a:t>
            </a:r>
          </a:p>
        </p:txBody>
      </p:sp>
      <p:sp>
        <p:nvSpPr>
          <p:cNvPr id="29" name="Espace réservé du texte 16">
            <a:extLst>
              <a:ext uri="{FF2B5EF4-FFF2-40B4-BE49-F238E27FC236}">
                <a16:creationId xmlns:a16="http://schemas.microsoft.com/office/drawing/2014/main" id="{B6EC9A85-0007-97F5-70DE-64291637C52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658186" y="5227096"/>
            <a:ext cx="2696240" cy="549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 marL="457200" indent="0">
              <a:buNone/>
              <a:defRPr sz="9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 marL="914400" indent="0">
              <a:buNone/>
              <a:defRPr sz="9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 marL="1371600" indent="0">
              <a:buNone/>
              <a:defRPr sz="9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 marL="1828800" indent="0">
              <a:buNone/>
              <a:defRPr sz="9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 lvl="0"/>
            <a:r>
              <a:rPr lang="en-US"/>
              <a:t>Lorem Ipsum is simply dummy text of the printing and typesetting industry. Lorem Ipsum has been the industry's standard dummy text ever since the 1500s,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2862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nd ico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5918CE-EA8F-1024-1796-E9CF8C6DD14C}"/>
              </a:ext>
            </a:extLst>
          </p:cNvPr>
          <p:cNvSpPr/>
          <p:nvPr userDrawn="1"/>
        </p:nvSpPr>
        <p:spPr>
          <a:xfrm>
            <a:off x="6555728" y="1314604"/>
            <a:ext cx="1819625" cy="178649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6E76E0-48BE-2C97-8C19-26DB46CC5934}"/>
              </a:ext>
            </a:extLst>
          </p:cNvPr>
          <p:cNvSpPr/>
          <p:nvPr userDrawn="1"/>
        </p:nvSpPr>
        <p:spPr>
          <a:xfrm>
            <a:off x="8507091" y="1314604"/>
            <a:ext cx="1819625" cy="178649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836588-943F-5BEF-A4D4-C2C3136DA114}"/>
              </a:ext>
            </a:extLst>
          </p:cNvPr>
          <p:cNvSpPr/>
          <p:nvPr userDrawn="1"/>
        </p:nvSpPr>
        <p:spPr>
          <a:xfrm>
            <a:off x="6555728" y="3218760"/>
            <a:ext cx="1819625" cy="178649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94BA60-F2E8-4A7E-FE3F-6629392B8227}"/>
              </a:ext>
            </a:extLst>
          </p:cNvPr>
          <p:cNvSpPr/>
          <p:nvPr userDrawn="1"/>
        </p:nvSpPr>
        <p:spPr>
          <a:xfrm>
            <a:off x="8507091" y="3218760"/>
            <a:ext cx="2350048" cy="2319564"/>
          </a:xfrm>
          <a:prstGeom prst="rect">
            <a:avLst/>
          </a:prstGeom>
          <a:solidFill>
            <a:srgbClr val="0043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13">
            <a:extLst>
              <a:ext uri="{FF2B5EF4-FFF2-40B4-BE49-F238E27FC236}">
                <a16:creationId xmlns:a16="http://schemas.microsoft.com/office/drawing/2014/main" id="{C30EA4D9-FFB1-F041-9F12-C67E2ABABC89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143087" y="3839515"/>
            <a:ext cx="1078056" cy="1078054"/>
          </a:xfrm>
          <a:custGeom>
            <a:avLst/>
            <a:gdLst>
              <a:gd name="T0" fmla="*/ 1350 w 1639"/>
              <a:gd name="T1" fmla="*/ 60 h 1639"/>
              <a:gd name="T2" fmla="*/ 948 w 1639"/>
              <a:gd name="T3" fmla="*/ 82 h 1639"/>
              <a:gd name="T4" fmla="*/ 797 w 1639"/>
              <a:gd name="T5" fmla="*/ 0 h 1639"/>
              <a:gd name="T6" fmla="*/ 673 w 1639"/>
              <a:gd name="T7" fmla="*/ 97 h 1639"/>
              <a:gd name="T8" fmla="*/ 288 w 1639"/>
              <a:gd name="T9" fmla="*/ 60 h 1639"/>
              <a:gd name="T10" fmla="*/ 0 w 1639"/>
              <a:gd name="T11" fmla="*/ 36 h 1639"/>
              <a:gd name="T12" fmla="*/ 241 w 1639"/>
              <a:gd name="T13" fmla="*/ 288 h 1639"/>
              <a:gd name="T14" fmla="*/ 301 w 1639"/>
              <a:gd name="T15" fmla="*/ 192 h 1639"/>
              <a:gd name="T16" fmla="*/ 396 w 1639"/>
              <a:gd name="T17" fmla="*/ 263 h 1639"/>
              <a:gd name="T18" fmla="*/ 102 w 1639"/>
              <a:gd name="T19" fmla="*/ 843 h 1639"/>
              <a:gd name="T20" fmla="*/ 303 w 1639"/>
              <a:gd name="T21" fmla="*/ 689 h 1639"/>
              <a:gd name="T22" fmla="*/ 676 w 1639"/>
              <a:gd name="T23" fmla="*/ 212 h 1639"/>
              <a:gd name="T24" fmla="*/ 962 w 1639"/>
              <a:gd name="T25" fmla="*/ 212 h 1639"/>
              <a:gd name="T26" fmla="*/ 1335 w 1639"/>
              <a:gd name="T27" fmla="*/ 689 h 1639"/>
              <a:gd name="T28" fmla="*/ 1539 w 1639"/>
              <a:gd name="T29" fmla="*/ 831 h 1639"/>
              <a:gd name="T30" fmla="*/ 1230 w 1639"/>
              <a:gd name="T31" fmla="*/ 252 h 1639"/>
              <a:gd name="T32" fmla="*/ 1349 w 1639"/>
              <a:gd name="T33" fmla="*/ 195 h 1639"/>
              <a:gd name="T34" fmla="*/ 1574 w 1639"/>
              <a:gd name="T35" fmla="*/ 289 h 1639"/>
              <a:gd name="T36" fmla="*/ 1600 w 1639"/>
              <a:gd name="T37" fmla="*/ 0 h 1639"/>
              <a:gd name="T38" fmla="*/ 99 w 1639"/>
              <a:gd name="T39" fmla="*/ 189 h 1639"/>
              <a:gd name="T40" fmla="*/ 146 w 1639"/>
              <a:gd name="T41" fmla="*/ 97 h 1639"/>
              <a:gd name="T42" fmla="*/ 189 w 1639"/>
              <a:gd name="T43" fmla="*/ 190 h 1639"/>
              <a:gd name="T44" fmla="*/ 244 w 1639"/>
              <a:gd name="T45" fmla="*/ 772 h 1639"/>
              <a:gd name="T46" fmla="*/ 819 w 1639"/>
              <a:gd name="T47" fmla="*/ 192 h 1639"/>
              <a:gd name="T48" fmla="*/ 867 w 1639"/>
              <a:gd name="T49" fmla="*/ 143 h 1639"/>
              <a:gd name="T50" fmla="*/ 1443 w 1639"/>
              <a:gd name="T51" fmla="*/ 820 h 1639"/>
              <a:gd name="T52" fmla="*/ 1396 w 1639"/>
              <a:gd name="T53" fmla="*/ 772 h 1639"/>
              <a:gd name="T54" fmla="*/ 1457 w 1639"/>
              <a:gd name="T55" fmla="*/ 192 h 1639"/>
              <a:gd name="T56" fmla="*/ 1457 w 1639"/>
              <a:gd name="T57" fmla="*/ 96 h 1639"/>
              <a:gd name="T58" fmla="*/ 1543 w 1639"/>
              <a:gd name="T59" fmla="*/ 107 h 1639"/>
              <a:gd name="T60" fmla="*/ 774 w 1639"/>
              <a:gd name="T61" fmla="*/ 417 h 1639"/>
              <a:gd name="T62" fmla="*/ 407 w 1639"/>
              <a:gd name="T63" fmla="*/ 1051 h 1639"/>
              <a:gd name="T64" fmla="*/ 564 w 1639"/>
              <a:gd name="T65" fmla="*/ 1411 h 1639"/>
              <a:gd name="T66" fmla="*/ 1117 w 1639"/>
              <a:gd name="T67" fmla="*/ 1639 h 1639"/>
              <a:gd name="T68" fmla="*/ 1066 w 1639"/>
              <a:gd name="T69" fmla="*/ 1384 h 1639"/>
              <a:gd name="T70" fmla="*/ 865 w 1639"/>
              <a:gd name="T71" fmla="*/ 417 h 1639"/>
              <a:gd name="T72" fmla="*/ 816 w 1639"/>
              <a:gd name="T73" fmla="*/ 1059 h 1639"/>
              <a:gd name="T74" fmla="*/ 590 w 1639"/>
              <a:gd name="T75" fmla="*/ 1542 h 1639"/>
              <a:gd name="T76" fmla="*/ 1049 w 1639"/>
              <a:gd name="T77" fmla="*/ 1542 h 1639"/>
              <a:gd name="T78" fmla="*/ 977 w 1639"/>
              <a:gd name="T79" fmla="*/ 1343 h 1639"/>
              <a:gd name="T80" fmla="*/ 730 w 1639"/>
              <a:gd name="T81" fmla="*/ 1348 h 1639"/>
              <a:gd name="T82" fmla="*/ 504 w 1639"/>
              <a:gd name="T83" fmla="*/ 1016 h 1639"/>
              <a:gd name="T84" fmla="*/ 771 w 1639"/>
              <a:gd name="T85" fmla="*/ 595 h 1639"/>
              <a:gd name="T86" fmla="*/ 760 w 1639"/>
              <a:gd name="T87" fmla="*/ 881 h 1639"/>
              <a:gd name="T88" fmla="*/ 952 w 1639"/>
              <a:gd name="T89" fmla="*/ 1067 h 1639"/>
              <a:gd name="T90" fmla="*/ 867 w 1639"/>
              <a:gd name="T91" fmla="*/ 599 h 1639"/>
              <a:gd name="T92" fmla="*/ 1133 w 1639"/>
              <a:gd name="T93" fmla="*/ 1018 h 16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1639" h="1639">
                <a:moveTo>
                  <a:pt x="1600" y="0"/>
                </a:moveTo>
                <a:cubicBezTo>
                  <a:pt x="1389" y="0"/>
                  <a:pt x="1389" y="0"/>
                  <a:pt x="1389" y="0"/>
                </a:cubicBezTo>
                <a:cubicBezTo>
                  <a:pt x="1361" y="10"/>
                  <a:pt x="1349" y="30"/>
                  <a:pt x="1350" y="60"/>
                </a:cubicBezTo>
                <a:cubicBezTo>
                  <a:pt x="1352" y="96"/>
                  <a:pt x="1351" y="96"/>
                  <a:pt x="1314" y="96"/>
                </a:cubicBezTo>
                <a:cubicBezTo>
                  <a:pt x="1200" y="96"/>
                  <a:pt x="1086" y="96"/>
                  <a:pt x="972" y="97"/>
                </a:cubicBezTo>
                <a:cubicBezTo>
                  <a:pt x="960" y="97"/>
                  <a:pt x="954" y="94"/>
                  <a:pt x="948" y="82"/>
                </a:cubicBezTo>
                <a:cubicBezTo>
                  <a:pt x="927" y="38"/>
                  <a:pt x="892" y="11"/>
                  <a:pt x="843" y="3"/>
                </a:cubicBezTo>
                <a:cubicBezTo>
                  <a:pt x="841" y="3"/>
                  <a:pt x="839" y="3"/>
                  <a:pt x="839" y="0"/>
                </a:cubicBezTo>
                <a:cubicBezTo>
                  <a:pt x="797" y="0"/>
                  <a:pt x="797" y="0"/>
                  <a:pt x="797" y="0"/>
                </a:cubicBezTo>
                <a:cubicBezTo>
                  <a:pt x="783" y="6"/>
                  <a:pt x="768" y="10"/>
                  <a:pt x="755" y="16"/>
                </a:cubicBezTo>
                <a:cubicBezTo>
                  <a:pt x="725" y="31"/>
                  <a:pt x="703" y="54"/>
                  <a:pt x="689" y="85"/>
                </a:cubicBezTo>
                <a:cubicBezTo>
                  <a:pt x="686" y="92"/>
                  <a:pt x="683" y="97"/>
                  <a:pt x="673" y="97"/>
                </a:cubicBezTo>
                <a:cubicBezTo>
                  <a:pt x="549" y="96"/>
                  <a:pt x="424" y="96"/>
                  <a:pt x="300" y="96"/>
                </a:cubicBezTo>
                <a:cubicBezTo>
                  <a:pt x="291" y="97"/>
                  <a:pt x="287" y="95"/>
                  <a:pt x="288" y="85"/>
                </a:cubicBezTo>
                <a:cubicBezTo>
                  <a:pt x="289" y="77"/>
                  <a:pt x="288" y="68"/>
                  <a:pt x="288" y="60"/>
                </a:cubicBezTo>
                <a:cubicBezTo>
                  <a:pt x="290" y="30"/>
                  <a:pt x="278" y="10"/>
                  <a:pt x="250" y="0"/>
                </a:cubicBezTo>
                <a:cubicBezTo>
                  <a:pt x="39" y="0"/>
                  <a:pt x="39" y="0"/>
                  <a:pt x="39" y="0"/>
                </a:cubicBezTo>
                <a:cubicBezTo>
                  <a:pt x="21" y="6"/>
                  <a:pt x="9" y="19"/>
                  <a:pt x="0" y="36"/>
                </a:cubicBezTo>
                <a:cubicBezTo>
                  <a:pt x="0" y="253"/>
                  <a:pt x="0" y="253"/>
                  <a:pt x="0" y="253"/>
                </a:cubicBezTo>
                <a:cubicBezTo>
                  <a:pt x="10" y="273"/>
                  <a:pt x="24" y="288"/>
                  <a:pt x="49" y="288"/>
                </a:cubicBezTo>
                <a:cubicBezTo>
                  <a:pt x="113" y="288"/>
                  <a:pt x="177" y="289"/>
                  <a:pt x="241" y="288"/>
                </a:cubicBezTo>
                <a:cubicBezTo>
                  <a:pt x="268" y="288"/>
                  <a:pt x="287" y="268"/>
                  <a:pt x="288" y="240"/>
                </a:cubicBezTo>
                <a:cubicBezTo>
                  <a:pt x="289" y="228"/>
                  <a:pt x="289" y="217"/>
                  <a:pt x="288" y="205"/>
                </a:cubicBezTo>
                <a:cubicBezTo>
                  <a:pt x="287" y="195"/>
                  <a:pt x="290" y="192"/>
                  <a:pt x="301" y="192"/>
                </a:cubicBezTo>
                <a:cubicBezTo>
                  <a:pt x="343" y="192"/>
                  <a:pt x="384" y="192"/>
                  <a:pt x="426" y="192"/>
                </a:cubicBezTo>
                <a:cubicBezTo>
                  <a:pt x="487" y="192"/>
                  <a:pt x="487" y="192"/>
                  <a:pt x="487" y="192"/>
                </a:cubicBezTo>
                <a:cubicBezTo>
                  <a:pt x="452" y="215"/>
                  <a:pt x="422" y="237"/>
                  <a:pt x="396" y="263"/>
                </a:cubicBezTo>
                <a:cubicBezTo>
                  <a:pt x="280" y="374"/>
                  <a:pt x="213" y="510"/>
                  <a:pt x="198" y="670"/>
                </a:cubicBezTo>
                <a:cubicBezTo>
                  <a:pt x="198" y="678"/>
                  <a:pt x="196" y="684"/>
                  <a:pt x="188" y="688"/>
                </a:cubicBezTo>
                <a:cubicBezTo>
                  <a:pt x="123" y="718"/>
                  <a:pt x="93" y="773"/>
                  <a:pt x="102" y="843"/>
                </a:cubicBezTo>
                <a:cubicBezTo>
                  <a:pt x="114" y="934"/>
                  <a:pt x="222" y="992"/>
                  <a:pt x="304" y="950"/>
                </a:cubicBezTo>
                <a:cubicBezTo>
                  <a:pt x="358" y="923"/>
                  <a:pt x="387" y="878"/>
                  <a:pt x="387" y="818"/>
                </a:cubicBezTo>
                <a:cubicBezTo>
                  <a:pt x="386" y="759"/>
                  <a:pt x="357" y="715"/>
                  <a:pt x="303" y="689"/>
                </a:cubicBezTo>
                <a:cubicBezTo>
                  <a:pt x="295" y="685"/>
                  <a:pt x="294" y="681"/>
                  <a:pt x="294" y="673"/>
                </a:cubicBezTo>
                <a:cubicBezTo>
                  <a:pt x="296" y="649"/>
                  <a:pt x="300" y="626"/>
                  <a:pt x="306" y="602"/>
                </a:cubicBezTo>
                <a:cubicBezTo>
                  <a:pt x="359" y="406"/>
                  <a:pt x="481" y="275"/>
                  <a:pt x="676" y="212"/>
                </a:cubicBezTo>
                <a:cubicBezTo>
                  <a:pt x="687" y="209"/>
                  <a:pt x="692" y="211"/>
                  <a:pt x="698" y="221"/>
                </a:cubicBezTo>
                <a:cubicBezTo>
                  <a:pt x="753" y="311"/>
                  <a:pt x="886" y="310"/>
                  <a:pt x="941" y="220"/>
                </a:cubicBezTo>
                <a:cubicBezTo>
                  <a:pt x="947" y="211"/>
                  <a:pt x="951" y="209"/>
                  <a:pt x="962" y="212"/>
                </a:cubicBezTo>
                <a:cubicBezTo>
                  <a:pt x="1080" y="247"/>
                  <a:pt x="1174" y="314"/>
                  <a:pt x="1246" y="413"/>
                </a:cubicBezTo>
                <a:cubicBezTo>
                  <a:pt x="1302" y="490"/>
                  <a:pt x="1335" y="577"/>
                  <a:pt x="1345" y="673"/>
                </a:cubicBezTo>
                <a:cubicBezTo>
                  <a:pt x="1346" y="681"/>
                  <a:pt x="1344" y="685"/>
                  <a:pt x="1335" y="689"/>
                </a:cubicBezTo>
                <a:cubicBezTo>
                  <a:pt x="1258" y="726"/>
                  <a:pt x="1230" y="815"/>
                  <a:pt x="1270" y="889"/>
                </a:cubicBezTo>
                <a:cubicBezTo>
                  <a:pt x="1300" y="944"/>
                  <a:pt x="1361" y="972"/>
                  <a:pt x="1425" y="960"/>
                </a:cubicBezTo>
                <a:cubicBezTo>
                  <a:pt x="1485" y="949"/>
                  <a:pt x="1531" y="898"/>
                  <a:pt x="1539" y="831"/>
                </a:cubicBezTo>
                <a:cubicBezTo>
                  <a:pt x="1545" y="774"/>
                  <a:pt x="1510" y="713"/>
                  <a:pt x="1455" y="689"/>
                </a:cubicBezTo>
                <a:cubicBezTo>
                  <a:pt x="1445" y="685"/>
                  <a:pt x="1441" y="680"/>
                  <a:pt x="1440" y="669"/>
                </a:cubicBezTo>
                <a:cubicBezTo>
                  <a:pt x="1425" y="503"/>
                  <a:pt x="1354" y="364"/>
                  <a:pt x="1230" y="252"/>
                </a:cubicBezTo>
                <a:cubicBezTo>
                  <a:pt x="1207" y="231"/>
                  <a:pt x="1181" y="213"/>
                  <a:pt x="1152" y="192"/>
                </a:cubicBezTo>
                <a:cubicBezTo>
                  <a:pt x="1207" y="192"/>
                  <a:pt x="1259" y="192"/>
                  <a:pt x="1310" y="192"/>
                </a:cubicBezTo>
                <a:cubicBezTo>
                  <a:pt x="1324" y="193"/>
                  <a:pt x="1341" y="187"/>
                  <a:pt x="1349" y="195"/>
                </a:cubicBezTo>
                <a:cubicBezTo>
                  <a:pt x="1355" y="202"/>
                  <a:pt x="1351" y="219"/>
                  <a:pt x="1351" y="232"/>
                </a:cubicBezTo>
                <a:cubicBezTo>
                  <a:pt x="1351" y="270"/>
                  <a:pt x="1369" y="288"/>
                  <a:pt x="1406" y="288"/>
                </a:cubicBezTo>
                <a:cubicBezTo>
                  <a:pt x="1462" y="288"/>
                  <a:pt x="1518" y="287"/>
                  <a:pt x="1574" y="289"/>
                </a:cubicBezTo>
                <a:cubicBezTo>
                  <a:pt x="1604" y="290"/>
                  <a:pt x="1626" y="281"/>
                  <a:pt x="1639" y="253"/>
                </a:cubicBezTo>
                <a:cubicBezTo>
                  <a:pt x="1639" y="39"/>
                  <a:pt x="1639" y="39"/>
                  <a:pt x="1639" y="39"/>
                </a:cubicBezTo>
                <a:cubicBezTo>
                  <a:pt x="1632" y="20"/>
                  <a:pt x="1619" y="7"/>
                  <a:pt x="1600" y="0"/>
                </a:cubicBezTo>
                <a:close/>
                <a:moveTo>
                  <a:pt x="189" y="190"/>
                </a:moveTo>
                <a:cubicBezTo>
                  <a:pt x="180" y="198"/>
                  <a:pt x="159" y="193"/>
                  <a:pt x="143" y="192"/>
                </a:cubicBezTo>
                <a:cubicBezTo>
                  <a:pt x="128" y="192"/>
                  <a:pt x="107" y="199"/>
                  <a:pt x="99" y="189"/>
                </a:cubicBezTo>
                <a:cubicBezTo>
                  <a:pt x="91" y="181"/>
                  <a:pt x="96" y="161"/>
                  <a:pt x="96" y="146"/>
                </a:cubicBezTo>
                <a:cubicBezTo>
                  <a:pt x="97" y="130"/>
                  <a:pt x="89" y="108"/>
                  <a:pt x="99" y="99"/>
                </a:cubicBezTo>
                <a:cubicBezTo>
                  <a:pt x="108" y="91"/>
                  <a:pt x="130" y="97"/>
                  <a:pt x="146" y="97"/>
                </a:cubicBezTo>
                <a:cubicBezTo>
                  <a:pt x="161" y="98"/>
                  <a:pt x="181" y="90"/>
                  <a:pt x="190" y="99"/>
                </a:cubicBezTo>
                <a:cubicBezTo>
                  <a:pt x="197" y="108"/>
                  <a:pt x="192" y="128"/>
                  <a:pt x="192" y="143"/>
                </a:cubicBezTo>
                <a:cubicBezTo>
                  <a:pt x="192" y="159"/>
                  <a:pt x="199" y="181"/>
                  <a:pt x="189" y="190"/>
                </a:cubicBezTo>
                <a:close/>
                <a:moveTo>
                  <a:pt x="244" y="868"/>
                </a:moveTo>
                <a:cubicBezTo>
                  <a:pt x="218" y="868"/>
                  <a:pt x="196" y="847"/>
                  <a:pt x="195" y="821"/>
                </a:cubicBezTo>
                <a:cubicBezTo>
                  <a:pt x="195" y="794"/>
                  <a:pt x="217" y="772"/>
                  <a:pt x="244" y="772"/>
                </a:cubicBezTo>
                <a:cubicBezTo>
                  <a:pt x="270" y="772"/>
                  <a:pt x="291" y="793"/>
                  <a:pt x="291" y="819"/>
                </a:cubicBezTo>
                <a:cubicBezTo>
                  <a:pt x="291" y="845"/>
                  <a:pt x="270" y="867"/>
                  <a:pt x="244" y="868"/>
                </a:cubicBezTo>
                <a:close/>
                <a:moveTo>
                  <a:pt x="819" y="192"/>
                </a:moveTo>
                <a:cubicBezTo>
                  <a:pt x="793" y="192"/>
                  <a:pt x="772" y="171"/>
                  <a:pt x="772" y="145"/>
                </a:cubicBezTo>
                <a:cubicBezTo>
                  <a:pt x="771" y="119"/>
                  <a:pt x="793" y="97"/>
                  <a:pt x="819" y="96"/>
                </a:cubicBezTo>
                <a:cubicBezTo>
                  <a:pt x="845" y="96"/>
                  <a:pt x="867" y="117"/>
                  <a:pt x="867" y="143"/>
                </a:cubicBezTo>
                <a:cubicBezTo>
                  <a:pt x="868" y="170"/>
                  <a:pt x="846" y="192"/>
                  <a:pt x="819" y="192"/>
                </a:cubicBezTo>
                <a:close/>
                <a:moveTo>
                  <a:pt x="1396" y="772"/>
                </a:moveTo>
                <a:cubicBezTo>
                  <a:pt x="1422" y="772"/>
                  <a:pt x="1444" y="794"/>
                  <a:pt x="1443" y="820"/>
                </a:cubicBezTo>
                <a:cubicBezTo>
                  <a:pt x="1443" y="846"/>
                  <a:pt x="1422" y="867"/>
                  <a:pt x="1396" y="868"/>
                </a:cubicBezTo>
                <a:cubicBezTo>
                  <a:pt x="1369" y="868"/>
                  <a:pt x="1347" y="845"/>
                  <a:pt x="1348" y="818"/>
                </a:cubicBezTo>
                <a:cubicBezTo>
                  <a:pt x="1348" y="793"/>
                  <a:pt x="1370" y="771"/>
                  <a:pt x="1396" y="772"/>
                </a:cubicBezTo>
                <a:close/>
                <a:moveTo>
                  <a:pt x="1543" y="182"/>
                </a:moveTo>
                <a:cubicBezTo>
                  <a:pt x="1543" y="190"/>
                  <a:pt x="1541" y="193"/>
                  <a:pt x="1533" y="193"/>
                </a:cubicBezTo>
                <a:cubicBezTo>
                  <a:pt x="1508" y="192"/>
                  <a:pt x="1482" y="192"/>
                  <a:pt x="1457" y="192"/>
                </a:cubicBezTo>
                <a:cubicBezTo>
                  <a:pt x="1449" y="193"/>
                  <a:pt x="1446" y="191"/>
                  <a:pt x="1447" y="182"/>
                </a:cubicBezTo>
                <a:cubicBezTo>
                  <a:pt x="1447" y="157"/>
                  <a:pt x="1447" y="132"/>
                  <a:pt x="1447" y="107"/>
                </a:cubicBezTo>
                <a:cubicBezTo>
                  <a:pt x="1446" y="99"/>
                  <a:pt x="1448" y="96"/>
                  <a:pt x="1457" y="96"/>
                </a:cubicBezTo>
                <a:cubicBezTo>
                  <a:pt x="1470" y="97"/>
                  <a:pt x="1482" y="96"/>
                  <a:pt x="1495" y="96"/>
                </a:cubicBezTo>
                <a:cubicBezTo>
                  <a:pt x="1508" y="96"/>
                  <a:pt x="1520" y="97"/>
                  <a:pt x="1532" y="96"/>
                </a:cubicBezTo>
                <a:cubicBezTo>
                  <a:pt x="1540" y="96"/>
                  <a:pt x="1543" y="98"/>
                  <a:pt x="1543" y="107"/>
                </a:cubicBezTo>
                <a:cubicBezTo>
                  <a:pt x="1542" y="132"/>
                  <a:pt x="1542" y="157"/>
                  <a:pt x="1543" y="182"/>
                </a:cubicBezTo>
                <a:close/>
                <a:moveTo>
                  <a:pt x="865" y="417"/>
                </a:moveTo>
                <a:cubicBezTo>
                  <a:pt x="838" y="377"/>
                  <a:pt x="801" y="378"/>
                  <a:pt x="774" y="417"/>
                </a:cubicBezTo>
                <a:cubicBezTo>
                  <a:pt x="708" y="516"/>
                  <a:pt x="642" y="615"/>
                  <a:pt x="576" y="713"/>
                </a:cubicBezTo>
                <a:cubicBezTo>
                  <a:pt x="518" y="801"/>
                  <a:pt x="460" y="889"/>
                  <a:pt x="401" y="977"/>
                </a:cubicBezTo>
                <a:cubicBezTo>
                  <a:pt x="382" y="1006"/>
                  <a:pt x="383" y="1025"/>
                  <a:pt x="407" y="1051"/>
                </a:cubicBezTo>
                <a:cubicBezTo>
                  <a:pt x="409" y="1054"/>
                  <a:pt x="412" y="1057"/>
                  <a:pt x="415" y="1061"/>
                </a:cubicBezTo>
                <a:cubicBezTo>
                  <a:pt x="501" y="1153"/>
                  <a:pt x="553" y="1262"/>
                  <a:pt x="573" y="1386"/>
                </a:cubicBezTo>
                <a:cubicBezTo>
                  <a:pt x="575" y="1397"/>
                  <a:pt x="572" y="1403"/>
                  <a:pt x="564" y="1411"/>
                </a:cubicBezTo>
                <a:cubicBezTo>
                  <a:pt x="523" y="1447"/>
                  <a:pt x="499" y="1492"/>
                  <a:pt x="488" y="1544"/>
                </a:cubicBezTo>
                <a:cubicBezTo>
                  <a:pt x="477" y="1599"/>
                  <a:pt x="483" y="1617"/>
                  <a:pt x="519" y="1639"/>
                </a:cubicBezTo>
                <a:cubicBezTo>
                  <a:pt x="1117" y="1639"/>
                  <a:pt x="1117" y="1639"/>
                  <a:pt x="1117" y="1639"/>
                </a:cubicBezTo>
                <a:cubicBezTo>
                  <a:pt x="1149" y="1625"/>
                  <a:pt x="1157" y="1612"/>
                  <a:pt x="1155" y="1576"/>
                </a:cubicBezTo>
                <a:cubicBezTo>
                  <a:pt x="1150" y="1511"/>
                  <a:pt x="1125" y="1456"/>
                  <a:pt x="1076" y="1412"/>
                </a:cubicBezTo>
                <a:cubicBezTo>
                  <a:pt x="1067" y="1404"/>
                  <a:pt x="1064" y="1396"/>
                  <a:pt x="1066" y="1384"/>
                </a:cubicBezTo>
                <a:cubicBezTo>
                  <a:pt x="1087" y="1258"/>
                  <a:pt x="1141" y="1148"/>
                  <a:pt x="1229" y="1054"/>
                </a:cubicBezTo>
                <a:cubicBezTo>
                  <a:pt x="1257" y="1025"/>
                  <a:pt x="1258" y="1007"/>
                  <a:pt x="1236" y="974"/>
                </a:cubicBezTo>
                <a:cubicBezTo>
                  <a:pt x="1112" y="788"/>
                  <a:pt x="988" y="603"/>
                  <a:pt x="865" y="417"/>
                </a:cubicBezTo>
                <a:close/>
                <a:moveTo>
                  <a:pt x="822" y="964"/>
                </a:moveTo>
                <a:cubicBezTo>
                  <a:pt x="848" y="965"/>
                  <a:pt x="868" y="988"/>
                  <a:pt x="867" y="1014"/>
                </a:cubicBezTo>
                <a:cubicBezTo>
                  <a:pt x="866" y="1040"/>
                  <a:pt x="843" y="1061"/>
                  <a:pt x="816" y="1059"/>
                </a:cubicBezTo>
                <a:cubicBezTo>
                  <a:pt x="790" y="1058"/>
                  <a:pt x="770" y="1035"/>
                  <a:pt x="772" y="1009"/>
                </a:cubicBezTo>
                <a:cubicBezTo>
                  <a:pt x="773" y="983"/>
                  <a:pt x="796" y="962"/>
                  <a:pt x="822" y="964"/>
                </a:cubicBezTo>
                <a:close/>
                <a:moveTo>
                  <a:pt x="590" y="1542"/>
                </a:moveTo>
                <a:cubicBezTo>
                  <a:pt x="606" y="1488"/>
                  <a:pt x="658" y="1446"/>
                  <a:pt x="716" y="1445"/>
                </a:cubicBezTo>
                <a:cubicBezTo>
                  <a:pt x="785" y="1443"/>
                  <a:pt x="854" y="1443"/>
                  <a:pt x="924" y="1445"/>
                </a:cubicBezTo>
                <a:cubicBezTo>
                  <a:pt x="981" y="1446"/>
                  <a:pt x="1034" y="1489"/>
                  <a:pt x="1049" y="1542"/>
                </a:cubicBezTo>
                <a:lnTo>
                  <a:pt x="590" y="1542"/>
                </a:lnTo>
                <a:close/>
                <a:moveTo>
                  <a:pt x="1133" y="1018"/>
                </a:moveTo>
                <a:cubicBezTo>
                  <a:pt x="1052" y="1112"/>
                  <a:pt x="1000" y="1221"/>
                  <a:pt x="977" y="1343"/>
                </a:cubicBezTo>
                <a:cubicBezTo>
                  <a:pt x="975" y="1353"/>
                  <a:pt x="972" y="1356"/>
                  <a:pt x="962" y="1353"/>
                </a:cubicBezTo>
                <a:cubicBezTo>
                  <a:pt x="945" y="1348"/>
                  <a:pt x="927" y="1348"/>
                  <a:pt x="910" y="1348"/>
                </a:cubicBezTo>
                <a:cubicBezTo>
                  <a:pt x="850" y="1348"/>
                  <a:pt x="790" y="1348"/>
                  <a:pt x="730" y="1348"/>
                </a:cubicBezTo>
                <a:cubicBezTo>
                  <a:pt x="712" y="1348"/>
                  <a:pt x="694" y="1348"/>
                  <a:pt x="676" y="1353"/>
                </a:cubicBezTo>
                <a:cubicBezTo>
                  <a:pt x="668" y="1355"/>
                  <a:pt x="664" y="1353"/>
                  <a:pt x="663" y="1344"/>
                </a:cubicBezTo>
                <a:cubicBezTo>
                  <a:pt x="639" y="1221"/>
                  <a:pt x="586" y="1111"/>
                  <a:pt x="504" y="1016"/>
                </a:cubicBezTo>
                <a:cubicBezTo>
                  <a:pt x="499" y="1009"/>
                  <a:pt x="497" y="1005"/>
                  <a:pt x="502" y="997"/>
                </a:cubicBezTo>
                <a:cubicBezTo>
                  <a:pt x="591" y="866"/>
                  <a:pt x="678" y="734"/>
                  <a:pt x="766" y="602"/>
                </a:cubicBezTo>
                <a:cubicBezTo>
                  <a:pt x="767" y="601"/>
                  <a:pt x="768" y="600"/>
                  <a:pt x="771" y="595"/>
                </a:cubicBezTo>
                <a:cubicBezTo>
                  <a:pt x="771" y="618"/>
                  <a:pt x="771" y="638"/>
                  <a:pt x="771" y="657"/>
                </a:cubicBezTo>
                <a:cubicBezTo>
                  <a:pt x="771" y="726"/>
                  <a:pt x="771" y="794"/>
                  <a:pt x="772" y="862"/>
                </a:cubicBezTo>
                <a:cubicBezTo>
                  <a:pt x="772" y="872"/>
                  <a:pt x="770" y="877"/>
                  <a:pt x="760" y="881"/>
                </a:cubicBezTo>
                <a:cubicBezTo>
                  <a:pt x="699" y="908"/>
                  <a:pt x="668" y="970"/>
                  <a:pt x="678" y="1039"/>
                </a:cubicBezTo>
                <a:cubicBezTo>
                  <a:pt x="688" y="1099"/>
                  <a:pt x="740" y="1147"/>
                  <a:pt x="808" y="1155"/>
                </a:cubicBezTo>
                <a:cubicBezTo>
                  <a:pt x="866" y="1162"/>
                  <a:pt x="929" y="1124"/>
                  <a:pt x="952" y="1067"/>
                </a:cubicBezTo>
                <a:cubicBezTo>
                  <a:pt x="982" y="995"/>
                  <a:pt x="950" y="913"/>
                  <a:pt x="878" y="881"/>
                </a:cubicBezTo>
                <a:cubicBezTo>
                  <a:pt x="872" y="878"/>
                  <a:pt x="867" y="875"/>
                  <a:pt x="867" y="866"/>
                </a:cubicBezTo>
                <a:cubicBezTo>
                  <a:pt x="868" y="777"/>
                  <a:pt x="867" y="688"/>
                  <a:pt x="867" y="599"/>
                </a:cubicBezTo>
                <a:cubicBezTo>
                  <a:pt x="873" y="599"/>
                  <a:pt x="874" y="604"/>
                  <a:pt x="876" y="607"/>
                </a:cubicBezTo>
                <a:cubicBezTo>
                  <a:pt x="962" y="736"/>
                  <a:pt x="1048" y="866"/>
                  <a:pt x="1135" y="995"/>
                </a:cubicBezTo>
                <a:cubicBezTo>
                  <a:pt x="1141" y="1004"/>
                  <a:pt x="1140" y="1009"/>
                  <a:pt x="1133" y="101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76CB2B1F-16DC-6A48-7790-34F2E62B4C16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120892" y="1903586"/>
            <a:ext cx="592023" cy="608533"/>
          </a:xfrm>
          <a:custGeom>
            <a:avLst/>
            <a:gdLst>
              <a:gd name="T0" fmla="*/ 1347 w 1422"/>
              <a:gd name="T1" fmla="*/ 770 h 1460"/>
              <a:gd name="T2" fmla="*/ 1031 w 1422"/>
              <a:gd name="T3" fmla="*/ 755 h 1460"/>
              <a:gd name="T4" fmla="*/ 1027 w 1422"/>
              <a:gd name="T5" fmla="*/ 851 h 1460"/>
              <a:gd name="T6" fmla="*/ 1236 w 1422"/>
              <a:gd name="T7" fmla="*/ 861 h 1460"/>
              <a:gd name="T8" fmla="*/ 806 w 1422"/>
              <a:gd name="T9" fmla="*/ 1196 h 1460"/>
              <a:gd name="T10" fmla="*/ 619 w 1422"/>
              <a:gd name="T11" fmla="*/ 964 h 1460"/>
              <a:gd name="T12" fmla="*/ 180 w 1422"/>
              <a:gd name="T13" fmla="*/ 1241 h 1460"/>
              <a:gd name="T14" fmla="*/ 11 w 1422"/>
              <a:gd name="T15" fmla="*/ 1422 h 1460"/>
              <a:gd name="T16" fmla="*/ 557 w 1422"/>
              <a:gd name="T17" fmla="*/ 1065 h 1460"/>
              <a:gd name="T18" fmla="*/ 745 w 1422"/>
              <a:gd name="T19" fmla="*/ 1293 h 1460"/>
              <a:gd name="T20" fmla="*/ 1118 w 1422"/>
              <a:gd name="T21" fmla="*/ 1076 h 1460"/>
              <a:gd name="T22" fmla="*/ 1255 w 1422"/>
              <a:gd name="T23" fmla="*/ 1143 h 1460"/>
              <a:gd name="T24" fmla="*/ 1349 w 1422"/>
              <a:gd name="T25" fmla="*/ 1162 h 1460"/>
              <a:gd name="T26" fmla="*/ 1369 w 1422"/>
              <a:gd name="T27" fmla="*/ 772 h 1460"/>
              <a:gd name="T28" fmla="*/ 352 w 1422"/>
              <a:gd name="T29" fmla="*/ 1008 h 1460"/>
              <a:gd name="T30" fmla="*/ 372 w 1422"/>
              <a:gd name="T31" fmla="*/ 922 h 1460"/>
              <a:gd name="T32" fmla="*/ 973 w 1422"/>
              <a:gd name="T33" fmla="*/ 186 h 1460"/>
              <a:gd name="T34" fmla="*/ 1187 w 1422"/>
              <a:gd name="T35" fmla="*/ 626 h 1460"/>
              <a:gd name="T36" fmla="*/ 1227 w 1422"/>
              <a:gd name="T37" fmla="*/ 699 h 1460"/>
              <a:gd name="T38" fmla="*/ 1283 w 1422"/>
              <a:gd name="T39" fmla="*/ 640 h 1460"/>
              <a:gd name="T40" fmla="*/ 760 w 1422"/>
              <a:gd name="T41" fmla="*/ 14 h 1460"/>
              <a:gd name="T42" fmla="*/ 145 w 1422"/>
              <a:gd name="T43" fmla="*/ 683 h 1460"/>
              <a:gd name="T44" fmla="*/ 673 w 1422"/>
              <a:gd name="T45" fmla="*/ 390 h 1460"/>
              <a:gd name="T46" fmla="*/ 896 w 1422"/>
              <a:gd name="T47" fmla="*/ 368 h 1460"/>
              <a:gd name="T48" fmla="*/ 786 w 1422"/>
              <a:gd name="T49" fmla="*/ 294 h 1460"/>
              <a:gd name="T50" fmla="*/ 774 w 1422"/>
              <a:gd name="T51" fmla="*/ 250 h 1460"/>
              <a:gd name="T52" fmla="*/ 680 w 1422"/>
              <a:gd name="T53" fmla="*/ 241 h 1460"/>
              <a:gd name="T54" fmla="*/ 651 w 1422"/>
              <a:gd name="T55" fmla="*/ 296 h 1460"/>
              <a:gd name="T56" fmla="*/ 655 w 1422"/>
              <a:gd name="T57" fmla="*/ 590 h 1460"/>
              <a:gd name="T58" fmla="*/ 807 w 1422"/>
              <a:gd name="T59" fmla="*/ 644 h 1460"/>
              <a:gd name="T60" fmla="*/ 663 w 1422"/>
              <a:gd name="T61" fmla="*/ 696 h 1460"/>
              <a:gd name="T62" fmla="*/ 526 w 1422"/>
              <a:gd name="T63" fmla="*/ 718 h 1460"/>
              <a:gd name="T64" fmla="*/ 667 w 1422"/>
              <a:gd name="T65" fmla="*/ 791 h 1460"/>
              <a:gd name="T66" fmla="*/ 679 w 1422"/>
              <a:gd name="T67" fmla="*/ 839 h 1460"/>
              <a:gd name="T68" fmla="*/ 774 w 1422"/>
              <a:gd name="T69" fmla="*/ 837 h 1460"/>
              <a:gd name="T70" fmla="*/ 787 w 1422"/>
              <a:gd name="T71" fmla="*/ 787 h 1460"/>
              <a:gd name="T72" fmla="*/ 768 w 1422"/>
              <a:gd name="T73" fmla="*/ 497 h 1460"/>
              <a:gd name="T74" fmla="*/ 617 w 1422"/>
              <a:gd name="T75" fmla="*/ 430 h 14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422" h="1460">
                <a:moveTo>
                  <a:pt x="1369" y="772"/>
                </a:moveTo>
                <a:cubicBezTo>
                  <a:pt x="1362" y="771"/>
                  <a:pt x="1354" y="771"/>
                  <a:pt x="1347" y="770"/>
                </a:cubicBezTo>
                <a:cubicBezTo>
                  <a:pt x="1288" y="767"/>
                  <a:pt x="1230" y="765"/>
                  <a:pt x="1171" y="762"/>
                </a:cubicBezTo>
                <a:cubicBezTo>
                  <a:pt x="1124" y="760"/>
                  <a:pt x="1078" y="757"/>
                  <a:pt x="1031" y="755"/>
                </a:cubicBezTo>
                <a:cubicBezTo>
                  <a:pt x="1001" y="754"/>
                  <a:pt x="981" y="773"/>
                  <a:pt x="980" y="802"/>
                </a:cubicBezTo>
                <a:cubicBezTo>
                  <a:pt x="979" y="831"/>
                  <a:pt x="998" y="850"/>
                  <a:pt x="1027" y="851"/>
                </a:cubicBezTo>
                <a:cubicBezTo>
                  <a:pt x="1049" y="852"/>
                  <a:pt x="1070" y="853"/>
                  <a:pt x="1091" y="854"/>
                </a:cubicBezTo>
                <a:cubicBezTo>
                  <a:pt x="1139" y="856"/>
                  <a:pt x="1186" y="859"/>
                  <a:pt x="1236" y="861"/>
                </a:cubicBezTo>
                <a:cubicBezTo>
                  <a:pt x="1231" y="865"/>
                  <a:pt x="1229" y="868"/>
                  <a:pt x="1227" y="870"/>
                </a:cubicBezTo>
                <a:cubicBezTo>
                  <a:pt x="1087" y="978"/>
                  <a:pt x="946" y="1087"/>
                  <a:pt x="806" y="1196"/>
                </a:cubicBezTo>
                <a:cubicBezTo>
                  <a:pt x="799" y="1202"/>
                  <a:pt x="795" y="1201"/>
                  <a:pt x="790" y="1194"/>
                </a:cubicBezTo>
                <a:cubicBezTo>
                  <a:pt x="733" y="1117"/>
                  <a:pt x="676" y="1040"/>
                  <a:pt x="619" y="964"/>
                </a:cubicBezTo>
                <a:cubicBezTo>
                  <a:pt x="598" y="936"/>
                  <a:pt x="570" y="933"/>
                  <a:pt x="542" y="955"/>
                </a:cubicBezTo>
                <a:cubicBezTo>
                  <a:pt x="422" y="1050"/>
                  <a:pt x="301" y="1146"/>
                  <a:pt x="180" y="1241"/>
                </a:cubicBezTo>
                <a:cubicBezTo>
                  <a:pt x="129" y="1282"/>
                  <a:pt x="78" y="1322"/>
                  <a:pt x="27" y="1363"/>
                </a:cubicBezTo>
                <a:cubicBezTo>
                  <a:pt x="5" y="1380"/>
                  <a:pt x="0" y="1400"/>
                  <a:pt x="11" y="1422"/>
                </a:cubicBezTo>
                <a:cubicBezTo>
                  <a:pt x="27" y="1453"/>
                  <a:pt x="59" y="1460"/>
                  <a:pt x="87" y="1437"/>
                </a:cubicBezTo>
                <a:cubicBezTo>
                  <a:pt x="244" y="1313"/>
                  <a:pt x="401" y="1189"/>
                  <a:pt x="557" y="1065"/>
                </a:cubicBezTo>
                <a:cubicBezTo>
                  <a:pt x="566" y="1058"/>
                  <a:pt x="570" y="1058"/>
                  <a:pt x="576" y="1067"/>
                </a:cubicBezTo>
                <a:cubicBezTo>
                  <a:pt x="632" y="1143"/>
                  <a:pt x="688" y="1218"/>
                  <a:pt x="745" y="1293"/>
                </a:cubicBezTo>
                <a:cubicBezTo>
                  <a:pt x="767" y="1324"/>
                  <a:pt x="793" y="1327"/>
                  <a:pt x="823" y="1304"/>
                </a:cubicBezTo>
                <a:cubicBezTo>
                  <a:pt x="921" y="1228"/>
                  <a:pt x="1019" y="1152"/>
                  <a:pt x="1118" y="1076"/>
                </a:cubicBezTo>
                <a:cubicBezTo>
                  <a:pt x="1176" y="1030"/>
                  <a:pt x="1235" y="985"/>
                  <a:pt x="1296" y="937"/>
                </a:cubicBezTo>
                <a:cubicBezTo>
                  <a:pt x="1282" y="1008"/>
                  <a:pt x="1269" y="1075"/>
                  <a:pt x="1255" y="1143"/>
                </a:cubicBezTo>
                <a:cubicBezTo>
                  <a:pt x="1250" y="1172"/>
                  <a:pt x="1264" y="1196"/>
                  <a:pt x="1292" y="1201"/>
                </a:cubicBezTo>
                <a:cubicBezTo>
                  <a:pt x="1320" y="1207"/>
                  <a:pt x="1344" y="1192"/>
                  <a:pt x="1349" y="1162"/>
                </a:cubicBezTo>
                <a:cubicBezTo>
                  <a:pt x="1371" y="1053"/>
                  <a:pt x="1393" y="943"/>
                  <a:pt x="1415" y="834"/>
                </a:cubicBezTo>
                <a:cubicBezTo>
                  <a:pt x="1422" y="800"/>
                  <a:pt x="1403" y="776"/>
                  <a:pt x="1369" y="772"/>
                </a:cubicBezTo>
                <a:close/>
                <a:moveTo>
                  <a:pt x="309" y="995"/>
                </a:moveTo>
                <a:cubicBezTo>
                  <a:pt x="321" y="1007"/>
                  <a:pt x="336" y="1011"/>
                  <a:pt x="352" y="1008"/>
                </a:cubicBezTo>
                <a:cubicBezTo>
                  <a:pt x="371" y="1005"/>
                  <a:pt x="383" y="993"/>
                  <a:pt x="388" y="975"/>
                </a:cubicBezTo>
                <a:cubicBezTo>
                  <a:pt x="395" y="954"/>
                  <a:pt x="387" y="937"/>
                  <a:pt x="372" y="922"/>
                </a:cubicBezTo>
                <a:cubicBezTo>
                  <a:pt x="251" y="799"/>
                  <a:pt x="209" y="652"/>
                  <a:pt x="246" y="483"/>
                </a:cubicBezTo>
                <a:cubicBezTo>
                  <a:pt x="318" y="154"/>
                  <a:pt x="691" y="0"/>
                  <a:pt x="973" y="186"/>
                </a:cubicBezTo>
                <a:cubicBezTo>
                  <a:pt x="1119" y="282"/>
                  <a:pt x="1188" y="422"/>
                  <a:pt x="1189" y="596"/>
                </a:cubicBezTo>
                <a:cubicBezTo>
                  <a:pt x="1188" y="606"/>
                  <a:pt x="1188" y="616"/>
                  <a:pt x="1187" y="626"/>
                </a:cubicBezTo>
                <a:cubicBezTo>
                  <a:pt x="1187" y="636"/>
                  <a:pt x="1187" y="646"/>
                  <a:pt x="1187" y="656"/>
                </a:cubicBezTo>
                <a:cubicBezTo>
                  <a:pt x="1190" y="682"/>
                  <a:pt x="1203" y="696"/>
                  <a:pt x="1227" y="699"/>
                </a:cubicBezTo>
                <a:cubicBezTo>
                  <a:pt x="1250" y="702"/>
                  <a:pt x="1269" y="691"/>
                  <a:pt x="1277" y="668"/>
                </a:cubicBezTo>
                <a:cubicBezTo>
                  <a:pt x="1280" y="659"/>
                  <a:pt x="1283" y="650"/>
                  <a:pt x="1283" y="640"/>
                </a:cubicBezTo>
                <a:cubicBezTo>
                  <a:pt x="1291" y="542"/>
                  <a:pt x="1279" y="445"/>
                  <a:pt x="1237" y="355"/>
                </a:cubicBezTo>
                <a:cubicBezTo>
                  <a:pt x="1142" y="153"/>
                  <a:pt x="983" y="37"/>
                  <a:pt x="760" y="14"/>
                </a:cubicBezTo>
                <a:cubicBezTo>
                  <a:pt x="627" y="0"/>
                  <a:pt x="502" y="29"/>
                  <a:pt x="393" y="107"/>
                </a:cubicBezTo>
                <a:cubicBezTo>
                  <a:pt x="197" y="249"/>
                  <a:pt x="114" y="443"/>
                  <a:pt x="145" y="683"/>
                </a:cubicBezTo>
                <a:cubicBezTo>
                  <a:pt x="161" y="806"/>
                  <a:pt x="220" y="909"/>
                  <a:pt x="309" y="995"/>
                </a:cubicBezTo>
                <a:close/>
                <a:moveTo>
                  <a:pt x="673" y="390"/>
                </a:moveTo>
                <a:cubicBezTo>
                  <a:pt x="733" y="390"/>
                  <a:pt x="793" y="390"/>
                  <a:pt x="853" y="390"/>
                </a:cubicBezTo>
                <a:cubicBezTo>
                  <a:pt x="872" y="390"/>
                  <a:pt x="887" y="385"/>
                  <a:pt x="896" y="368"/>
                </a:cubicBezTo>
                <a:cubicBezTo>
                  <a:pt x="916" y="335"/>
                  <a:pt x="895" y="296"/>
                  <a:pt x="857" y="294"/>
                </a:cubicBezTo>
                <a:cubicBezTo>
                  <a:pt x="833" y="293"/>
                  <a:pt x="810" y="294"/>
                  <a:pt x="786" y="294"/>
                </a:cubicBezTo>
                <a:cubicBezTo>
                  <a:pt x="777" y="294"/>
                  <a:pt x="773" y="292"/>
                  <a:pt x="774" y="283"/>
                </a:cubicBezTo>
                <a:cubicBezTo>
                  <a:pt x="775" y="272"/>
                  <a:pt x="775" y="261"/>
                  <a:pt x="774" y="250"/>
                </a:cubicBezTo>
                <a:cubicBezTo>
                  <a:pt x="773" y="225"/>
                  <a:pt x="755" y="206"/>
                  <a:pt x="732" y="203"/>
                </a:cubicBezTo>
                <a:cubicBezTo>
                  <a:pt x="707" y="201"/>
                  <a:pt x="686" y="216"/>
                  <a:pt x="680" y="241"/>
                </a:cubicBezTo>
                <a:cubicBezTo>
                  <a:pt x="678" y="248"/>
                  <a:pt x="678" y="256"/>
                  <a:pt x="678" y="264"/>
                </a:cubicBezTo>
                <a:cubicBezTo>
                  <a:pt x="678" y="293"/>
                  <a:pt x="678" y="293"/>
                  <a:pt x="651" y="296"/>
                </a:cubicBezTo>
                <a:cubicBezTo>
                  <a:pt x="574" y="303"/>
                  <a:pt x="519" y="366"/>
                  <a:pt x="520" y="446"/>
                </a:cubicBezTo>
                <a:cubicBezTo>
                  <a:pt x="522" y="525"/>
                  <a:pt x="578" y="586"/>
                  <a:pt x="655" y="590"/>
                </a:cubicBezTo>
                <a:cubicBezTo>
                  <a:pt x="688" y="592"/>
                  <a:pt x="720" y="591"/>
                  <a:pt x="753" y="591"/>
                </a:cubicBezTo>
                <a:cubicBezTo>
                  <a:pt x="786" y="592"/>
                  <a:pt x="807" y="613"/>
                  <a:pt x="807" y="644"/>
                </a:cubicBezTo>
                <a:cubicBezTo>
                  <a:pt x="807" y="675"/>
                  <a:pt x="786" y="695"/>
                  <a:pt x="753" y="695"/>
                </a:cubicBezTo>
                <a:cubicBezTo>
                  <a:pt x="723" y="696"/>
                  <a:pt x="693" y="696"/>
                  <a:pt x="663" y="696"/>
                </a:cubicBezTo>
                <a:cubicBezTo>
                  <a:pt x="632" y="696"/>
                  <a:pt x="600" y="696"/>
                  <a:pt x="569" y="696"/>
                </a:cubicBezTo>
                <a:cubicBezTo>
                  <a:pt x="551" y="696"/>
                  <a:pt x="535" y="702"/>
                  <a:pt x="526" y="718"/>
                </a:cubicBezTo>
                <a:cubicBezTo>
                  <a:pt x="507" y="751"/>
                  <a:pt x="528" y="790"/>
                  <a:pt x="566" y="791"/>
                </a:cubicBezTo>
                <a:cubicBezTo>
                  <a:pt x="600" y="792"/>
                  <a:pt x="633" y="792"/>
                  <a:pt x="667" y="791"/>
                </a:cubicBezTo>
                <a:cubicBezTo>
                  <a:pt x="676" y="791"/>
                  <a:pt x="679" y="793"/>
                  <a:pt x="678" y="803"/>
                </a:cubicBezTo>
                <a:cubicBezTo>
                  <a:pt x="678" y="815"/>
                  <a:pt x="678" y="827"/>
                  <a:pt x="679" y="839"/>
                </a:cubicBezTo>
                <a:cubicBezTo>
                  <a:pt x="681" y="866"/>
                  <a:pt x="701" y="883"/>
                  <a:pt x="728" y="882"/>
                </a:cubicBezTo>
                <a:cubicBezTo>
                  <a:pt x="755" y="881"/>
                  <a:pt x="773" y="863"/>
                  <a:pt x="774" y="837"/>
                </a:cubicBezTo>
                <a:cubicBezTo>
                  <a:pt x="775" y="826"/>
                  <a:pt x="775" y="815"/>
                  <a:pt x="774" y="804"/>
                </a:cubicBezTo>
                <a:cubicBezTo>
                  <a:pt x="773" y="794"/>
                  <a:pt x="776" y="789"/>
                  <a:pt x="787" y="787"/>
                </a:cubicBezTo>
                <a:cubicBezTo>
                  <a:pt x="860" y="772"/>
                  <a:pt x="907" y="710"/>
                  <a:pt x="903" y="635"/>
                </a:cubicBezTo>
                <a:cubicBezTo>
                  <a:pt x="898" y="559"/>
                  <a:pt x="843" y="502"/>
                  <a:pt x="768" y="497"/>
                </a:cubicBezTo>
                <a:cubicBezTo>
                  <a:pt x="733" y="495"/>
                  <a:pt x="698" y="496"/>
                  <a:pt x="663" y="495"/>
                </a:cubicBezTo>
                <a:cubicBezTo>
                  <a:pt x="630" y="493"/>
                  <a:pt x="609" y="463"/>
                  <a:pt x="617" y="430"/>
                </a:cubicBezTo>
                <a:cubicBezTo>
                  <a:pt x="623" y="403"/>
                  <a:pt x="641" y="390"/>
                  <a:pt x="673" y="390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3C39488C-85A1-3143-FE56-769FD341BF72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162810" y="3807742"/>
            <a:ext cx="605461" cy="608533"/>
          </a:xfrm>
          <a:custGeom>
            <a:avLst/>
            <a:gdLst>
              <a:gd name="T0" fmla="*/ 161 w 163"/>
              <a:gd name="T1" fmla="*/ 58 h 164"/>
              <a:gd name="T2" fmla="*/ 154 w 163"/>
              <a:gd name="T3" fmla="*/ 58 h 164"/>
              <a:gd name="T4" fmla="*/ 106 w 163"/>
              <a:gd name="T5" fmla="*/ 106 h 164"/>
              <a:gd name="T6" fmla="*/ 40 w 163"/>
              <a:gd name="T7" fmla="*/ 135 h 164"/>
              <a:gd name="T8" fmla="*/ 29 w 163"/>
              <a:gd name="T9" fmla="*/ 123 h 164"/>
              <a:gd name="T10" fmla="*/ 59 w 163"/>
              <a:gd name="T11" fmla="*/ 58 h 164"/>
              <a:gd name="T12" fmla="*/ 106 w 163"/>
              <a:gd name="T13" fmla="*/ 10 h 164"/>
              <a:gd name="T14" fmla="*/ 106 w 163"/>
              <a:gd name="T15" fmla="*/ 2 h 164"/>
              <a:gd name="T16" fmla="*/ 98 w 163"/>
              <a:gd name="T17" fmla="*/ 2 h 164"/>
              <a:gd name="T18" fmla="*/ 50 w 163"/>
              <a:gd name="T19" fmla="*/ 52 h 164"/>
              <a:gd name="T20" fmla="*/ 0 w 163"/>
              <a:gd name="T21" fmla="*/ 164 h 164"/>
              <a:gd name="T22" fmla="*/ 113 w 163"/>
              <a:gd name="T23" fmla="*/ 114 h 164"/>
              <a:gd name="T24" fmla="*/ 161 w 163"/>
              <a:gd name="T25" fmla="*/ 66 h 164"/>
              <a:gd name="T26" fmla="*/ 161 w 163"/>
              <a:gd name="T27" fmla="*/ 58 h 164"/>
              <a:gd name="T28" fmla="*/ 92 w 163"/>
              <a:gd name="T29" fmla="*/ 95 h 164"/>
              <a:gd name="T30" fmla="*/ 96 w 163"/>
              <a:gd name="T31" fmla="*/ 97 h 164"/>
              <a:gd name="T32" fmla="*/ 100 w 163"/>
              <a:gd name="T33" fmla="*/ 95 h 164"/>
              <a:gd name="T34" fmla="*/ 146 w 163"/>
              <a:gd name="T35" fmla="*/ 51 h 164"/>
              <a:gd name="T36" fmla="*/ 146 w 163"/>
              <a:gd name="T37" fmla="*/ 43 h 164"/>
              <a:gd name="T38" fmla="*/ 138 w 163"/>
              <a:gd name="T39" fmla="*/ 43 h 164"/>
              <a:gd name="T40" fmla="*/ 92 w 163"/>
              <a:gd name="T41" fmla="*/ 87 h 164"/>
              <a:gd name="T42" fmla="*/ 92 w 163"/>
              <a:gd name="T43" fmla="*/ 95 h 164"/>
              <a:gd name="T44" fmla="*/ 80 w 163"/>
              <a:gd name="T45" fmla="*/ 83 h 164"/>
              <a:gd name="T46" fmla="*/ 84 w 163"/>
              <a:gd name="T47" fmla="*/ 85 h 164"/>
              <a:gd name="T48" fmla="*/ 88 w 163"/>
              <a:gd name="T49" fmla="*/ 83 h 164"/>
              <a:gd name="T50" fmla="*/ 134 w 163"/>
              <a:gd name="T51" fmla="*/ 39 h 164"/>
              <a:gd name="T52" fmla="*/ 134 w 163"/>
              <a:gd name="T53" fmla="*/ 31 h 164"/>
              <a:gd name="T54" fmla="*/ 126 w 163"/>
              <a:gd name="T55" fmla="*/ 31 h 164"/>
              <a:gd name="T56" fmla="*/ 80 w 163"/>
              <a:gd name="T57" fmla="*/ 75 h 164"/>
              <a:gd name="T58" fmla="*/ 80 w 163"/>
              <a:gd name="T59" fmla="*/ 83 h 164"/>
              <a:gd name="T60" fmla="*/ 68 w 163"/>
              <a:gd name="T61" fmla="*/ 71 h 164"/>
              <a:gd name="T62" fmla="*/ 72 w 163"/>
              <a:gd name="T63" fmla="*/ 73 h 164"/>
              <a:gd name="T64" fmla="*/ 76 w 163"/>
              <a:gd name="T65" fmla="*/ 71 h 164"/>
              <a:gd name="T66" fmla="*/ 121 w 163"/>
              <a:gd name="T67" fmla="*/ 25 h 164"/>
              <a:gd name="T68" fmla="*/ 121 w 163"/>
              <a:gd name="T69" fmla="*/ 17 h 164"/>
              <a:gd name="T70" fmla="*/ 113 w 163"/>
              <a:gd name="T71" fmla="*/ 17 h 164"/>
              <a:gd name="T72" fmla="*/ 68 w 163"/>
              <a:gd name="T73" fmla="*/ 64 h 164"/>
              <a:gd name="T74" fmla="*/ 68 w 163"/>
              <a:gd name="T75" fmla="*/ 71 h 1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63" h="164">
                <a:moveTo>
                  <a:pt x="161" y="58"/>
                </a:moveTo>
                <a:cubicBezTo>
                  <a:pt x="160" y="56"/>
                  <a:pt x="156" y="56"/>
                  <a:pt x="154" y="58"/>
                </a:cubicBezTo>
                <a:cubicBezTo>
                  <a:pt x="106" y="106"/>
                  <a:pt x="106" y="106"/>
                  <a:pt x="106" y="106"/>
                </a:cubicBezTo>
                <a:cubicBezTo>
                  <a:pt x="40" y="135"/>
                  <a:pt x="40" y="135"/>
                  <a:pt x="40" y="135"/>
                </a:cubicBezTo>
                <a:cubicBezTo>
                  <a:pt x="29" y="123"/>
                  <a:pt x="29" y="123"/>
                  <a:pt x="29" y="123"/>
                </a:cubicBezTo>
                <a:cubicBezTo>
                  <a:pt x="59" y="58"/>
                  <a:pt x="59" y="58"/>
                  <a:pt x="59" y="58"/>
                </a:cubicBezTo>
                <a:cubicBezTo>
                  <a:pt x="106" y="10"/>
                  <a:pt x="106" y="10"/>
                  <a:pt x="106" y="10"/>
                </a:cubicBezTo>
                <a:cubicBezTo>
                  <a:pt x="108" y="8"/>
                  <a:pt x="108" y="4"/>
                  <a:pt x="106" y="2"/>
                </a:cubicBezTo>
                <a:cubicBezTo>
                  <a:pt x="104" y="0"/>
                  <a:pt x="100" y="0"/>
                  <a:pt x="98" y="2"/>
                </a:cubicBezTo>
                <a:cubicBezTo>
                  <a:pt x="50" y="52"/>
                  <a:pt x="50" y="52"/>
                  <a:pt x="50" y="52"/>
                </a:cubicBezTo>
                <a:cubicBezTo>
                  <a:pt x="0" y="164"/>
                  <a:pt x="0" y="164"/>
                  <a:pt x="0" y="164"/>
                </a:cubicBezTo>
                <a:cubicBezTo>
                  <a:pt x="113" y="114"/>
                  <a:pt x="113" y="114"/>
                  <a:pt x="113" y="114"/>
                </a:cubicBezTo>
                <a:cubicBezTo>
                  <a:pt x="161" y="66"/>
                  <a:pt x="161" y="66"/>
                  <a:pt x="161" y="66"/>
                </a:cubicBezTo>
                <a:cubicBezTo>
                  <a:pt x="163" y="64"/>
                  <a:pt x="163" y="60"/>
                  <a:pt x="161" y="58"/>
                </a:cubicBezTo>
                <a:close/>
                <a:moveTo>
                  <a:pt x="92" y="95"/>
                </a:moveTo>
                <a:cubicBezTo>
                  <a:pt x="94" y="97"/>
                  <a:pt x="94" y="97"/>
                  <a:pt x="96" y="97"/>
                </a:cubicBezTo>
                <a:cubicBezTo>
                  <a:pt x="98" y="97"/>
                  <a:pt x="100" y="97"/>
                  <a:pt x="100" y="95"/>
                </a:cubicBezTo>
                <a:cubicBezTo>
                  <a:pt x="146" y="51"/>
                  <a:pt x="146" y="51"/>
                  <a:pt x="146" y="51"/>
                </a:cubicBezTo>
                <a:cubicBezTo>
                  <a:pt x="148" y="49"/>
                  <a:pt x="148" y="45"/>
                  <a:pt x="146" y="43"/>
                </a:cubicBezTo>
                <a:cubicBezTo>
                  <a:pt x="144" y="41"/>
                  <a:pt x="140" y="41"/>
                  <a:pt x="138" y="43"/>
                </a:cubicBezTo>
                <a:cubicBezTo>
                  <a:pt x="92" y="87"/>
                  <a:pt x="92" y="87"/>
                  <a:pt x="92" y="87"/>
                </a:cubicBezTo>
                <a:cubicBezTo>
                  <a:pt x="90" y="91"/>
                  <a:pt x="90" y="93"/>
                  <a:pt x="92" y="95"/>
                </a:cubicBezTo>
                <a:close/>
                <a:moveTo>
                  <a:pt x="80" y="83"/>
                </a:moveTo>
                <a:cubicBezTo>
                  <a:pt x="80" y="85"/>
                  <a:pt x="82" y="85"/>
                  <a:pt x="84" y="85"/>
                </a:cubicBezTo>
                <a:cubicBezTo>
                  <a:pt x="86" y="85"/>
                  <a:pt x="86" y="85"/>
                  <a:pt x="88" y="83"/>
                </a:cubicBezTo>
                <a:cubicBezTo>
                  <a:pt x="134" y="39"/>
                  <a:pt x="134" y="39"/>
                  <a:pt x="134" y="39"/>
                </a:cubicBezTo>
                <a:cubicBezTo>
                  <a:pt x="136" y="35"/>
                  <a:pt x="136" y="33"/>
                  <a:pt x="134" y="31"/>
                </a:cubicBezTo>
                <a:cubicBezTo>
                  <a:pt x="132" y="27"/>
                  <a:pt x="128" y="27"/>
                  <a:pt x="126" y="31"/>
                </a:cubicBezTo>
                <a:cubicBezTo>
                  <a:pt x="80" y="75"/>
                  <a:pt x="80" y="75"/>
                  <a:pt x="80" y="75"/>
                </a:cubicBezTo>
                <a:cubicBezTo>
                  <a:pt x="78" y="77"/>
                  <a:pt x="78" y="81"/>
                  <a:pt x="80" y="83"/>
                </a:cubicBezTo>
                <a:close/>
                <a:moveTo>
                  <a:pt x="68" y="71"/>
                </a:moveTo>
                <a:cubicBezTo>
                  <a:pt x="68" y="73"/>
                  <a:pt x="70" y="73"/>
                  <a:pt x="72" y="73"/>
                </a:cubicBezTo>
                <a:cubicBezTo>
                  <a:pt x="72" y="73"/>
                  <a:pt x="74" y="73"/>
                  <a:pt x="76" y="71"/>
                </a:cubicBezTo>
                <a:cubicBezTo>
                  <a:pt x="121" y="25"/>
                  <a:pt x="121" y="25"/>
                  <a:pt x="121" y="25"/>
                </a:cubicBezTo>
                <a:cubicBezTo>
                  <a:pt x="125" y="23"/>
                  <a:pt x="125" y="19"/>
                  <a:pt x="121" y="17"/>
                </a:cubicBezTo>
                <a:cubicBezTo>
                  <a:pt x="119" y="16"/>
                  <a:pt x="117" y="16"/>
                  <a:pt x="113" y="17"/>
                </a:cubicBezTo>
                <a:cubicBezTo>
                  <a:pt x="68" y="64"/>
                  <a:pt x="68" y="64"/>
                  <a:pt x="68" y="64"/>
                </a:cubicBezTo>
                <a:cubicBezTo>
                  <a:pt x="66" y="65"/>
                  <a:pt x="66" y="69"/>
                  <a:pt x="68" y="71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09">
            <a:extLst>
              <a:ext uri="{FF2B5EF4-FFF2-40B4-BE49-F238E27FC236}">
                <a16:creationId xmlns:a16="http://schemas.microsoft.com/office/drawing/2014/main" id="{ABD91E85-D87E-7F50-BE33-1085473316E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161274" y="1903586"/>
            <a:ext cx="608533" cy="608533"/>
          </a:xfrm>
          <a:custGeom>
            <a:avLst/>
            <a:gdLst>
              <a:gd name="T0" fmla="*/ 140 w 160"/>
              <a:gd name="T1" fmla="*/ 43 h 160"/>
              <a:gd name="T2" fmla="*/ 130 w 160"/>
              <a:gd name="T3" fmla="*/ 17 h 160"/>
              <a:gd name="T4" fmla="*/ 117 w 160"/>
              <a:gd name="T5" fmla="*/ 20 h 160"/>
              <a:gd name="T6" fmla="*/ 89 w 160"/>
              <a:gd name="T7" fmla="*/ 0 h 160"/>
              <a:gd name="T8" fmla="*/ 64 w 160"/>
              <a:gd name="T9" fmla="*/ 12 h 160"/>
              <a:gd name="T10" fmla="*/ 34 w 160"/>
              <a:gd name="T11" fmla="*/ 16 h 160"/>
              <a:gd name="T12" fmla="*/ 16 w 160"/>
              <a:gd name="T13" fmla="*/ 36 h 160"/>
              <a:gd name="T14" fmla="*/ 4 w 160"/>
              <a:gd name="T15" fmla="*/ 66 h 160"/>
              <a:gd name="T16" fmla="*/ 4 w 160"/>
              <a:gd name="T17" fmla="*/ 94 h 160"/>
              <a:gd name="T18" fmla="*/ 16 w 160"/>
              <a:gd name="T19" fmla="*/ 124 h 160"/>
              <a:gd name="T20" fmla="*/ 34 w 160"/>
              <a:gd name="T21" fmla="*/ 144 h 160"/>
              <a:gd name="T22" fmla="*/ 64 w 160"/>
              <a:gd name="T23" fmla="*/ 149 h 160"/>
              <a:gd name="T24" fmla="*/ 89 w 160"/>
              <a:gd name="T25" fmla="*/ 160 h 160"/>
              <a:gd name="T26" fmla="*/ 117 w 160"/>
              <a:gd name="T27" fmla="*/ 140 h 160"/>
              <a:gd name="T28" fmla="*/ 130 w 160"/>
              <a:gd name="T29" fmla="*/ 143 h 160"/>
              <a:gd name="T30" fmla="*/ 140 w 160"/>
              <a:gd name="T31" fmla="*/ 117 h 160"/>
              <a:gd name="T32" fmla="*/ 160 w 160"/>
              <a:gd name="T33" fmla="*/ 89 h 160"/>
              <a:gd name="T34" fmla="*/ 151 w 160"/>
              <a:gd name="T35" fmla="*/ 86 h 160"/>
              <a:gd name="T36" fmla="*/ 130 w 160"/>
              <a:gd name="T37" fmla="*/ 115 h 160"/>
              <a:gd name="T38" fmla="*/ 126 w 160"/>
              <a:gd name="T39" fmla="*/ 134 h 160"/>
              <a:gd name="T40" fmla="*/ 115 w 160"/>
              <a:gd name="T41" fmla="*/ 130 h 160"/>
              <a:gd name="T42" fmla="*/ 86 w 160"/>
              <a:gd name="T43" fmla="*/ 151 h 160"/>
              <a:gd name="T44" fmla="*/ 69 w 160"/>
              <a:gd name="T45" fmla="*/ 140 h 160"/>
              <a:gd name="T46" fmla="*/ 41 w 160"/>
              <a:gd name="T47" fmla="*/ 130 h 160"/>
              <a:gd name="T48" fmla="*/ 30 w 160"/>
              <a:gd name="T49" fmla="*/ 120 h 160"/>
              <a:gd name="T50" fmla="*/ 17 w 160"/>
              <a:gd name="T51" fmla="*/ 88 h 160"/>
              <a:gd name="T52" fmla="*/ 17 w 160"/>
              <a:gd name="T53" fmla="*/ 73 h 160"/>
              <a:gd name="T54" fmla="*/ 30 w 160"/>
              <a:gd name="T55" fmla="*/ 41 h 160"/>
              <a:gd name="T56" fmla="*/ 41 w 160"/>
              <a:gd name="T57" fmla="*/ 30 h 160"/>
              <a:gd name="T58" fmla="*/ 69 w 160"/>
              <a:gd name="T59" fmla="*/ 20 h 160"/>
              <a:gd name="T60" fmla="*/ 86 w 160"/>
              <a:gd name="T61" fmla="*/ 9 h 160"/>
              <a:gd name="T62" fmla="*/ 115 w 160"/>
              <a:gd name="T63" fmla="*/ 30 h 160"/>
              <a:gd name="T64" fmla="*/ 126 w 160"/>
              <a:gd name="T65" fmla="*/ 26 h 160"/>
              <a:gd name="T66" fmla="*/ 130 w 160"/>
              <a:gd name="T67" fmla="*/ 46 h 160"/>
              <a:gd name="T68" fmla="*/ 151 w 160"/>
              <a:gd name="T69" fmla="*/ 74 h 160"/>
              <a:gd name="T70" fmla="*/ 29 w 160"/>
              <a:gd name="T71" fmla="*/ 80 h 160"/>
              <a:gd name="T72" fmla="*/ 80 w 160"/>
              <a:gd name="T73" fmla="*/ 28 h 160"/>
              <a:gd name="T74" fmla="*/ 80 w 160"/>
              <a:gd name="T75" fmla="*/ 38 h 160"/>
              <a:gd name="T76" fmla="*/ 80 w 160"/>
              <a:gd name="T77" fmla="*/ 47 h 160"/>
              <a:gd name="T78" fmla="*/ 80 w 160"/>
              <a:gd name="T79" fmla="*/ 112 h 160"/>
              <a:gd name="T80" fmla="*/ 80 w 160"/>
              <a:gd name="T81" fmla="*/ 47 h 160"/>
              <a:gd name="T82" fmla="*/ 64 w 160"/>
              <a:gd name="T83" fmla="*/ 63 h 160"/>
              <a:gd name="T84" fmla="*/ 104 w 160"/>
              <a:gd name="T85" fmla="*/ 80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60" h="160">
                <a:moveTo>
                  <a:pt x="156" y="66"/>
                </a:moveTo>
                <a:cubicBezTo>
                  <a:pt x="149" y="64"/>
                  <a:pt x="149" y="64"/>
                  <a:pt x="149" y="64"/>
                </a:cubicBezTo>
                <a:cubicBezTo>
                  <a:pt x="147" y="57"/>
                  <a:pt x="144" y="49"/>
                  <a:pt x="140" y="43"/>
                </a:cubicBezTo>
                <a:cubicBezTo>
                  <a:pt x="144" y="36"/>
                  <a:pt x="144" y="36"/>
                  <a:pt x="144" y="36"/>
                </a:cubicBezTo>
                <a:cubicBezTo>
                  <a:pt x="145" y="34"/>
                  <a:pt x="145" y="32"/>
                  <a:pt x="143" y="30"/>
                </a:cubicBezTo>
                <a:cubicBezTo>
                  <a:pt x="130" y="17"/>
                  <a:pt x="130" y="17"/>
                  <a:pt x="130" y="17"/>
                </a:cubicBezTo>
                <a:cubicBezTo>
                  <a:pt x="129" y="16"/>
                  <a:pt x="128" y="16"/>
                  <a:pt x="126" y="16"/>
                </a:cubicBezTo>
                <a:cubicBezTo>
                  <a:pt x="126" y="16"/>
                  <a:pt x="125" y="16"/>
                  <a:pt x="124" y="16"/>
                </a:cubicBezTo>
                <a:cubicBezTo>
                  <a:pt x="117" y="20"/>
                  <a:pt x="117" y="20"/>
                  <a:pt x="117" y="20"/>
                </a:cubicBezTo>
                <a:cubicBezTo>
                  <a:pt x="111" y="16"/>
                  <a:pt x="104" y="13"/>
                  <a:pt x="96" y="12"/>
                </a:cubicBezTo>
                <a:cubicBezTo>
                  <a:pt x="94" y="4"/>
                  <a:pt x="94" y="4"/>
                  <a:pt x="94" y="4"/>
                </a:cubicBezTo>
                <a:cubicBezTo>
                  <a:pt x="93" y="2"/>
                  <a:pt x="92" y="0"/>
                  <a:pt x="89" y="0"/>
                </a:cubicBezTo>
                <a:cubicBezTo>
                  <a:pt x="71" y="0"/>
                  <a:pt x="71" y="0"/>
                  <a:pt x="71" y="0"/>
                </a:cubicBezTo>
                <a:cubicBezTo>
                  <a:pt x="69" y="0"/>
                  <a:pt x="67" y="2"/>
                  <a:pt x="66" y="4"/>
                </a:cubicBezTo>
                <a:cubicBezTo>
                  <a:pt x="64" y="12"/>
                  <a:pt x="64" y="12"/>
                  <a:pt x="64" y="12"/>
                </a:cubicBezTo>
                <a:cubicBezTo>
                  <a:pt x="57" y="13"/>
                  <a:pt x="49" y="16"/>
                  <a:pt x="43" y="20"/>
                </a:cubicBezTo>
                <a:cubicBezTo>
                  <a:pt x="36" y="16"/>
                  <a:pt x="36" y="16"/>
                  <a:pt x="36" y="16"/>
                </a:cubicBezTo>
                <a:cubicBezTo>
                  <a:pt x="35" y="16"/>
                  <a:pt x="34" y="16"/>
                  <a:pt x="34" y="16"/>
                </a:cubicBezTo>
                <a:cubicBezTo>
                  <a:pt x="32" y="16"/>
                  <a:pt x="31" y="16"/>
                  <a:pt x="30" y="17"/>
                </a:cubicBezTo>
                <a:cubicBezTo>
                  <a:pt x="17" y="30"/>
                  <a:pt x="17" y="30"/>
                  <a:pt x="17" y="30"/>
                </a:cubicBezTo>
                <a:cubicBezTo>
                  <a:pt x="16" y="32"/>
                  <a:pt x="15" y="34"/>
                  <a:pt x="16" y="36"/>
                </a:cubicBezTo>
                <a:cubicBezTo>
                  <a:pt x="20" y="43"/>
                  <a:pt x="20" y="43"/>
                  <a:pt x="20" y="43"/>
                </a:cubicBezTo>
                <a:cubicBezTo>
                  <a:pt x="16" y="49"/>
                  <a:pt x="13" y="57"/>
                  <a:pt x="12" y="64"/>
                </a:cubicBezTo>
                <a:cubicBezTo>
                  <a:pt x="4" y="66"/>
                  <a:pt x="4" y="66"/>
                  <a:pt x="4" y="66"/>
                </a:cubicBezTo>
                <a:cubicBezTo>
                  <a:pt x="2" y="67"/>
                  <a:pt x="0" y="69"/>
                  <a:pt x="0" y="71"/>
                </a:cubicBezTo>
                <a:cubicBezTo>
                  <a:pt x="0" y="89"/>
                  <a:pt x="0" y="89"/>
                  <a:pt x="0" y="89"/>
                </a:cubicBezTo>
                <a:cubicBezTo>
                  <a:pt x="0" y="92"/>
                  <a:pt x="2" y="93"/>
                  <a:pt x="4" y="94"/>
                </a:cubicBezTo>
                <a:cubicBezTo>
                  <a:pt x="12" y="96"/>
                  <a:pt x="12" y="96"/>
                  <a:pt x="12" y="96"/>
                </a:cubicBezTo>
                <a:cubicBezTo>
                  <a:pt x="13" y="104"/>
                  <a:pt x="16" y="111"/>
                  <a:pt x="20" y="117"/>
                </a:cubicBezTo>
                <a:cubicBezTo>
                  <a:pt x="16" y="124"/>
                  <a:pt x="16" y="124"/>
                  <a:pt x="16" y="124"/>
                </a:cubicBezTo>
                <a:cubicBezTo>
                  <a:pt x="15" y="126"/>
                  <a:pt x="16" y="128"/>
                  <a:pt x="17" y="130"/>
                </a:cubicBezTo>
                <a:cubicBezTo>
                  <a:pt x="30" y="143"/>
                  <a:pt x="30" y="143"/>
                  <a:pt x="30" y="143"/>
                </a:cubicBezTo>
                <a:cubicBezTo>
                  <a:pt x="31" y="144"/>
                  <a:pt x="32" y="144"/>
                  <a:pt x="34" y="144"/>
                </a:cubicBezTo>
                <a:cubicBezTo>
                  <a:pt x="34" y="144"/>
                  <a:pt x="35" y="144"/>
                  <a:pt x="36" y="144"/>
                </a:cubicBezTo>
                <a:cubicBezTo>
                  <a:pt x="43" y="140"/>
                  <a:pt x="43" y="140"/>
                  <a:pt x="43" y="140"/>
                </a:cubicBezTo>
                <a:cubicBezTo>
                  <a:pt x="49" y="144"/>
                  <a:pt x="57" y="147"/>
                  <a:pt x="64" y="149"/>
                </a:cubicBezTo>
                <a:cubicBezTo>
                  <a:pt x="66" y="156"/>
                  <a:pt x="66" y="156"/>
                  <a:pt x="66" y="156"/>
                </a:cubicBezTo>
                <a:cubicBezTo>
                  <a:pt x="67" y="159"/>
                  <a:pt x="69" y="160"/>
                  <a:pt x="71" y="160"/>
                </a:cubicBezTo>
                <a:cubicBezTo>
                  <a:pt x="89" y="160"/>
                  <a:pt x="89" y="160"/>
                  <a:pt x="89" y="160"/>
                </a:cubicBezTo>
                <a:cubicBezTo>
                  <a:pt x="92" y="160"/>
                  <a:pt x="93" y="159"/>
                  <a:pt x="94" y="156"/>
                </a:cubicBezTo>
                <a:cubicBezTo>
                  <a:pt x="96" y="149"/>
                  <a:pt x="96" y="149"/>
                  <a:pt x="96" y="149"/>
                </a:cubicBezTo>
                <a:cubicBezTo>
                  <a:pt x="103" y="147"/>
                  <a:pt x="111" y="144"/>
                  <a:pt x="117" y="140"/>
                </a:cubicBezTo>
                <a:cubicBezTo>
                  <a:pt x="124" y="144"/>
                  <a:pt x="124" y="144"/>
                  <a:pt x="124" y="144"/>
                </a:cubicBezTo>
                <a:cubicBezTo>
                  <a:pt x="125" y="144"/>
                  <a:pt x="126" y="144"/>
                  <a:pt x="126" y="144"/>
                </a:cubicBezTo>
                <a:cubicBezTo>
                  <a:pt x="128" y="144"/>
                  <a:pt x="129" y="144"/>
                  <a:pt x="130" y="143"/>
                </a:cubicBezTo>
                <a:cubicBezTo>
                  <a:pt x="143" y="130"/>
                  <a:pt x="143" y="130"/>
                  <a:pt x="143" y="130"/>
                </a:cubicBezTo>
                <a:cubicBezTo>
                  <a:pt x="145" y="128"/>
                  <a:pt x="145" y="126"/>
                  <a:pt x="144" y="124"/>
                </a:cubicBezTo>
                <a:cubicBezTo>
                  <a:pt x="140" y="117"/>
                  <a:pt x="140" y="117"/>
                  <a:pt x="140" y="117"/>
                </a:cubicBezTo>
                <a:cubicBezTo>
                  <a:pt x="144" y="111"/>
                  <a:pt x="147" y="104"/>
                  <a:pt x="149" y="96"/>
                </a:cubicBezTo>
                <a:cubicBezTo>
                  <a:pt x="156" y="94"/>
                  <a:pt x="156" y="94"/>
                  <a:pt x="156" y="94"/>
                </a:cubicBezTo>
                <a:cubicBezTo>
                  <a:pt x="159" y="93"/>
                  <a:pt x="160" y="92"/>
                  <a:pt x="160" y="89"/>
                </a:cubicBezTo>
                <a:cubicBezTo>
                  <a:pt x="160" y="71"/>
                  <a:pt x="160" y="71"/>
                  <a:pt x="160" y="71"/>
                </a:cubicBezTo>
                <a:cubicBezTo>
                  <a:pt x="160" y="69"/>
                  <a:pt x="159" y="67"/>
                  <a:pt x="156" y="66"/>
                </a:cubicBezTo>
                <a:close/>
                <a:moveTo>
                  <a:pt x="151" y="86"/>
                </a:moveTo>
                <a:cubicBezTo>
                  <a:pt x="143" y="88"/>
                  <a:pt x="143" y="88"/>
                  <a:pt x="143" y="88"/>
                </a:cubicBezTo>
                <a:cubicBezTo>
                  <a:pt x="142" y="88"/>
                  <a:pt x="140" y="89"/>
                  <a:pt x="140" y="91"/>
                </a:cubicBezTo>
                <a:cubicBezTo>
                  <a:pt x="138" y="100"/>
                  <a:pt x="135" y="108"/>
                  <a:pt x="130" y="115"/>
                </a:cubicBezTo>
                <a:cubicBezTo>
                  <a:pt x="129" y="116"/>
                  <a:pt x="129" y="118"/>
                  <a:pt x="130" y="120"/>
                </a:cubicBezTo>
                <a:cubicBezTo>
                  <a:pt x="134" y="126"/>
                  <a:pt x="134" y="126"/>
                  <a:pt x="134" y="126"/>
                </a:cubicBezTo>
                <a:cubicBezTo>
                  <a:pt x="126" y="134"/>
                  <a:pt x="126" y="134"/>
                  <a:pt x="126" y="134"/>
                </a:cubicBezTo>
                <a:cubicBezTo>
                  <a:pt x="120" y="130"/>
                  <a:pt x="120" y="130"/>
                  <a:pt x="120" y="130"/>
                </a:cubicBezTo>
                <a:cubicBezTo>
                  <a:pt x="119" y="130"/>
                  <a:pt x="118" y="129"/>
                  <a:pt x="117" y="129"/>
                </a:cubicBezTo>
                <a:cubicBezTo>
                  <a:pt x="116" y="129"/>
                  <a:pt x="115" y="130"/>
                  <a:pt x="115" y="130"/>
                </a:cubicBezTo>
                <a:cubicBezTo>
                  <a:pt x="108" y="135"/>
                  <a:pt x="100" y="138"/>
                  <a:pt x="91" y="140"/>
                </a:cubicBezTo>
                <a:cubicBezTo>
                  <a:pt x="89" y="140"/>
                  <a:pt x="88" y="142"/>
                  <a:pt x="88" y="143"/>
                </a:cubicBezTo>
                <a:cubicBezTo>
                  <a:pt x="86" y="151"/>
                  <a:pt x="86" y="151"/>
                  <a:pt x="86" y="151"/>
                </a:cubicBezTo>
                <a:cubicBezTo>
                  <a:pt x="74" y="151"/>
                  <a:pt x="74" y="151"/>
                  <a:pt x="74" y="151"/>
                </a:cubicBezTo>
                <a:cubicBezTo>
                  <a:pt x="73" y="143"/>
                  <a:pt x="73" y="143"/>
                  <a:pt x="73" y="143"/>
                </a:cubicBezTo>
                <a:cubicBezTo>
                  <a:pt x="72" y="142"/>
                  <a:pt x="71" y="140"/>
                  <a:pt x="69" y="140"/>
                </a:cubicBezTo>
                <a:cubicBezTo>
                  <a:pt x="61" y="138"/>
                  <a:pt x="53" y="135"/>
                  <a:pt x="46" y="130"/>
                </a:cubicBezTo>
                <a:cubicBezTo>
                  <a:pt x="45" y="130"/>
                  <a:pt x="44" y="129"/>
                  <a:pt x="43" y="129"/>
                </a:cubicBezTo>
                <a:cubicBezTo>
                  <a:pt x="42" y="129"/>
                  <a:pt x="41" y="130"/>
                  <a:pt x="41" y="130"/>
                </a:cubicBezTo>
                <a:cubicBezTo>
                  <a:pt x="34" y="134"/>
                  <a:pt x="34" y="134"/>
                  <a:pt x="34" y="134"/>
                </a:cubicBezTo>
                <a:cubicBezTo>
                  <a:pt x="26" y="126"/>
                  <a:pt x="26" y="126"/>
                  <a:pt x="26" y="126"/>
                </a:cubicBezTo>
                <a:cubicBezTo>
                  <a:pt x="30" y="120"/>
                  <a:pt x="30" y="120"/>
                  <a:pt x="30" y="120"/>
                </a:cubicBezTo>
                <a:cubicBezTo>
                  <a:pt x="31" y="118"/>
                  <a:pt x="31" y="116"/>
                  <a:pt x="30" y="115"/>
                </a:cubicBezTo>
                <a:cubicBezTo>
                  <a:pt x="25" y="108"/>
                  <a:pt x="22" y="100"/>
                  <a:pt x="20" y="91"/>
                </a:cubicBezTo>
                <a:cubicBezTo>
                  <a:pt x="20" y="89"/>
                  <a:pt x="18" y="88"/>
                  <a:pt x="17" y="88"/>
                </a:cubicBezTo>
                <a:cubicBezTo>
                  <a:pt x="9" y="86"/>
                  <a:pt x="9" y="86"/>
                  <a:pt x="9" y="86"/>
                </a:cubicBezTo>
                <a:cubicBezTo>
                  <a:pt x="9" y="74"/>
                  <a:pt x="9" y="74"/>
                  <a:pt x="9" y="74"/>
                </a:cubicBezTo>
                <a:cubicBezTo>
                  <a:pt x="17" y="73"/>
                  <a:pt x="17" y="73"/>
                  <a:pt x="17" y="73"/>
                </a:cubicBezTo>
                <a:cubicBezTo>
                  <a:pt x="18" y="72"/>
                  <a:pt x="20" y="71"/>
                  <a:pt x="20" y="69"/>
                </a:cubicBezTo>
                <a:cubicBezTo>
                  <a:pt x="22" y="61"/>
                  <a:pt x="25" y="53"/>
                  <a:pt x="30" y="46"/>
                </a:cubicBezTo>
                <a:cubicBezTo>
                  <a:pt x="31" y="44"/>
                  <a:pt x="31" y="42"/>
                  <a:pt x="30" y="41"/>
                </a:cubicBezTo>
                <a:cubicBezTo>
                  <a:pt x="26" y="34"/>
                  <a:pt x="26" y="34"/>
                  <a:pt x="26" y="34"/>
                </a:cubicBezTo>
                <a:cubicBezTo>
                  <a:pt x="34" y="26"/>
                  <a:pt x="34" y="26"/>
                  <a:pt x="34" y="26"/>
                </a:cubicBezTo>
                <a:cubicBezTo>
                  <a:pt x="41" y="30"/>
                  <a:pt x="41" y="30"/>
                  <a:pt x="41" y="30"/>
                </a:cubicBezTo>
                <a:cubicBezTo>
                  <a:pt x="41" y="30"/>
                  <a:pt x="42" y="31"/>
                  <a:pt x="43" y="31"/>
                </a:cubicBezTo>
                <a:cubicBezTo>
                  <a:pt x="44" y="31"/>
                  <a:pt x="45" y="30"/>
                  <a:pt x="46" y="30"/>
                </a:cubicBezTo>
                <a:cubicBezTo>
                  <a:pt x="53" y="25"/>
                  <a:pt x="61" y="22"/>
                  <a:pt x="69" y="20"/>
                </a:cubicBezTo>
                <a:cubicBezTo>
                  <a:pt x="71" y="20"/>
                  <a:pt x="72" y="19"/>
                  <a:pt x="73" y="17"/>
                </a:cubicBezTo>
                <a:cubicBezTo>
                  <a:pt x="74" y="9"/>
                  <a:pt x="74" y="9"/>
                  <a:pt x="74" y="9"/>
                </a:cubicBezTo>
                <a:cubicBezTo>
                  <a:pt x="86" y="9"/>
                  <a:pt x="86" y="9"/>
                  <a:pt x="86" y="9"/>
                </a:cubicBezTo>
                <a:cubicBezTo>
                  <a:pt x="88" y="17"/>
                  <a:pt x="88" y="17"/>
                  <a:pt x="88" y="17"/>
                </a:cubicBezTo>
                <a:cubicBezTo>
                  <a:pt x="88" y="19"/>
                  <a:pt x="89" y="20"/>
                  <a:pt x="91" y="20"/>
                </a:cubicBezTo>
                <a:cubicBezTo>
                  <a:pt x="100" y="22"/>
                  <a:pt x="108" y="25"/>
                  <a:pt x="115" y="30"/>
                </a:cubicBezTo>
                <a:cubicBezTo>
                  <a:pt x="115" y="30"/>
                  <a:pt x="116" y="31"/>
                  <a:pt x="117" y="31"/>
                </a:cubicBezTo>
                <a:cubicBezTo>
                  <a:pt x="118" y="31"/>
                  <a:pt x="119" y="30"/>
                  <a:pt x="120" y="30"/>
                </a:cubicBezTo>
                <a:cubicBezTo>
                  <a:pt x="126" y="26"/>
                  <a:pt x="126" y="26"/>
                  <a:pt x="126" y="26"/>
                </a:cubicBezTo>
                <a:cubicBezTo>
                  <a:pt x="134" y="34"/>
                  <a:pt x="134" y="34"/>
                  <a:pt x="134" y="34"/>
                </a:cubicBezTo>
                <a:cubicBezTo>
                  <a:pt x="130" y="41"/>
                  <a:pt x="130" y="41"/>
                  <a:pt x="130" y="41"/>
                </a:cubicBezTo>
                <a:cubicBezTo>
                  <a:pt x="129" y="42"/>
                  <a:pt x="129" y="44"/>
                  <a:pt x="130" y="46"/>
                </a:cubicBezTo>
                <a:cubicBezTo>
                  <a:pt x="135" y="53"/>
                  <a:pt x="138" y="61"/>
                  <a:pt x="140" y="69"/>
                </a:cubicBezTo>
                <a:cubicBezTo>
                  <a:pt x="140" y="71"/>
                  <a:pt x="142" y="72"/>
                  <a:pt x="143" y="73"/>
                </a:cubicBezTo>
                <a:cubicBezTo>
                  <a:pt x="151" y="74"/>
                  <a:pt x="151" y="74"/>
                  <a:pt x="151" y="74"/>
                </a:cubicBezTo>
                <a:lnTo>
                  <a:pt x="151" y="86"/>
                </a:lnTo>
                <a:close/>
                <a:moveTo>
                  <a:pt x="80" y="28"/>
                </a:moveTo>
                <a:cubicBezTo>
                  <a:pt x="52" y="28"/>
                  <a:pt x="29" y="52"/>
                  <a:pt x="29" y="80"/>
                </a:cubicBezTo>
                <a:cubicBezTo>
                  <a:pt x="29" y="109"/>
                  <a:pt x="52" y="132"/>
                  <a:pt x="80" y="132"/>
                </a:cubicBezTo>
                <a:cubicBezTo>
                  <a:pt x="109" y="132"/>
                  <a:pt x="132" y="109"/>
                  <a:pt x="132" y="80"/>
                </a:cubicBezTo>
                <a:cubicBezTo>
                  <a:pt x="132" y="52"/>
                  <a:pt x="109" y="28"/>
                  <a:pt x="80" y="28"/>
                </a:cubicBezTo>
                <a:close/>
                <a:moveTo>
                  <a:pt x="80" y="122"/>
                </a:moveTo>
                <a:cubicBezTo>
                  <a:pt x="57" y="122"/>
                  <a:pt x="38" y="103"/>
                  <a:pt x="38" y="80"/>
                </a:cubicBezTo>
                <a:cubicBezTo>
                  <a:pt x="38" y="57"/>
                  <a:pt x="57" y="38"/>
                  <a:pt x="80" y="38"/>
                </a:cubicBezTo>
                <a:cubicBezTo>
                  <a:pt x="104" y="38"/>
                  <a:pt x="122" y="57"/>
                  <a:pt x="122" y="80"/>
                </a:cubicBezTo>
                <a:cubicBezTo>
                  <a:pt x="122" y="103"/>
                  <a:pt x="104" y="122"/>
                  <a:pt x="80" y="122"/>
                </a:cubicBezTo>
                <a:close/>
                <a:moveTo>
                  <a:pt x="80" y="47"/>
                </a:moveTo>
                <a:cubicBezTo>
                  <a:pt x="67" y="47"/>
                  <a:pt x="55" y="55"/>
                  <a:pt x="50" y="67"/>
                </a:cubicBezTo>
                <a:cubicBezTo>
                  <a:pt x="45" y="79"/>
                  <a:pt x="48" y="94"/>
                  <a:pt x="57" y="103"/>
                </a:cubicBezTo>
                <a:cubicBezTo>
                  <a:pt x="63" y="109"/>
                  <a:pt x="72" y="112"/>
                  <a:pt x="80" y="112"/>
                </a:cubicBezTo>
                <a:cubicBezTo>
                  <a:pt x="85" y="112"/>
                  <a:pt x="89" y="112"/>
                  <a:pt x="93" y="110"/>
                </a:cubicBezTo>
                <a:cubicBezTo>
                  <a:pt x="105" y="105"/>
                  <a:pt x="113" y="93"/>
                  <a:pt x="113" y="80"/>
                </a:cubicBezTo>
                <a:cubicBezTo>
                  <a:pt x="113" y="62"/>
                  <a:pt x="98" y="47"/>
                  <a:pt x="80" y="47"/>
                </a:cubicBezTo>
                <a:close/>
                <a:moveTo>
                  <a:pt x="80" y="103"/>
                </a:moveTo>
                <a:cubicBezTo>
                  <a:pt x="71" y="103"/>
                  <a:pt x="62" y="97"/>
                  <a:pt x="59" y="89"/>
                </a:cubicBezTo>
                <a:cubicBezTo>
                  <a:pt x="55" y="80"/>
                  <a:pt x="57" y="70"/>
                  <a:pt x="64" y="63"/>
                </a:cubicBezTo>
                <a:cubicBezTo>
                  <a:pt x="68" y="59"/>
                  <a:pt x="74" y="56"/>
                  <a:pt x="80" y="56"/>
                </a:cubicBezTo>
                <a:cubicBezTo>
                  <a:pt x="83" y="56"/>
                  <a:pt x="86" y="57"/>
                  <a:pt x="89" y="58"/>
                </a:cubicBezTo>
                <a:cubicBezTo>
                  <a:pt x="98" y="62"/>
                  <a:pt x="104" y="70"/>
                  <a:pt x="104" y="80"/>
                </a:cubicBezTo>
                <a:cubicBezTo>
                  <a:pt x="104" y="93"/>
                  <a:pt x="93" y="103"/>
                  <a:pt x="80" y="103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12" name="Straight Connector 12">
            <a:extLst>
              <a:ext uri="{FF2B5EF4-FFF2-40B4-BE49-F238E27FC236}">
                <a16:creationId xmlns:a16="http://schemas.microsoft.com/office/drawing/2014/main" id="{1685AC59-94D0-9592-A4C1-2C6BBE838A34}"/>
              </a:ext>
            </a:extLst>
          </p:cNvPr>
          <p:cNvCxnSpPr>
            <a:cxnSpLocks/>
          </p:cNvCxnSpPr>
          <p:nvPr userDrawn="1"/>
        </p:nvCxnSpPr>
        <p:spPr>
          <a:xfrm>
            <a:off x="0" y="2941581"/>
            <a:ext cx="951593" cy="0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Image 14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DC30B464-53FB-097B-DA31-D9290E2974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11" y="270631"/>
            <a:ext cx="1323628" cy="390029"/>
          </a:xfrm>
          <a:prstGeom prst="rect">
            <a:avLst/>
          </a:prstGeom>
        </p:spPr>
      </p:pic>
      <p:sp>
        <p:nvSpPr>
          <p:cNvPr id="3" name="Espace réservé du texte 20">
            <a:extLst>
              <a:ext uri="{FF2B5EF4-FFF2-40B4-BE49-F238E27FC236}">
                <a16:creationId xmlns:a16="http://schemas.microsoft.com/office/drawing/2014/main" id="{FCDB88C5-20AB-D6C4-B452-C799115D89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36175" y="2650027"/>
            <a:ext cx="2543175" cy="11287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11" name="Espace réservé du texte 22">
            <a:extLst>
              <a:ext uri="{FF2B5EF4-FFF2-40B4-BE49-F238E27FC236}">
                <a16:creationId xmlns:a16="http://schemas.microsoft.com/office/drawing/2014/main" id="{5AB68D61-6E0D-F829-251F-95589E7443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34472" y="3888632"/>
            <a:ext cx="3359150" cy="6588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et dolore magna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aliqua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. Ut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enim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add be ad</a:t>
            </a:r>
          </a:p>
        </p:txBody>
      </p:sp>
    </p:spTree>
    <p:extLst>
      <p:ext uri="{BB962C8B-B14F-4D97-AF65-F5344CB8AC3E}">
        <p14:creationId xmlns:p14="http://schemas.microsoft.com/office/powerpoint/2010/main" val="286543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nd icon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2">
            <a:extLst>
              <a:ext uri="{FF2B5EF4-FFF2-40B4-BE49-F238E27FC236}">
                <a16:creationId xmlns:a16="http://schemas.microsoft.com/office/drawing/2014/main" id="{6CC1F5B9-D629-078D-FCAC-03FB51B8C4D6}"/>
              </a:ext>
            </a:extLst>
          </p:cNvPr>
          <p:cNvCxnSpPr>
            <a:cxnSpLocks/>
          </p:cNvCxnSpPr>
          <p:nvPr userDrawn="1"/>
        </p:nvCxnSpPr>
        <p:spPr>
          <a:xfrm>
            <a:off x="0" y="2941581"/>
            <a:ext cx="951593" cy="0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1">
            <a:extLst>
              <a:ext uri="{FF2B5EF4-FFF2-40B4-BE49-F238E27FC236}">
                <a16:creationId xmlns:a16="http://schemas.microsoft.com/office/drawing/2014/main" id="{7CB6A5D8-BA48-4B68-8A38-C1FDE543D19D}"/>
              </a:ext>
            </a:extLst>
          </p:cNvPr>
          <p:cNvSpPr/>
          <p:nvPr userDrawn="1"/>
        </p:nvSpPr>
        <p:spPr>
          <a:xfrm>
            <a:off x="5930900" y="0"/>
            <a:ext cx="6261099" cy="6858000"/>
          </a:xfrm>
          <a:prstGeom prst="roundRect">
            <a:avLst>
              <a:gd name="adj" fmla="val 0"/>
            </a:avLst>
          </a:prstGeom>
          <a:solidFill>
            <a:srgbClr val="0043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2">
            <a:extLst>
              <a:ext uri="{FF2B5EF4-FFF2-40B4-BE49-F238E27FC236}">
                <a16:creationId xmlns:a16="http://schemas.microsoft.com/office/drawing/2014/main" id="{646E1D34-FD80-7B48-9249-1E418C67C5C9}"/>
              </a:ext>
            </a:extLst>
          </p:cNvPr>
          <p:cNvCxnSpPr>
            <a:cxnSpLocks/>
            <a:stCxn id="10" idx="4"/>
            <a:endCxn id="11" idx="0"/>
          </p:cNvCxnSpPr>
          <p:nvPr userDrawn="1"/>
        </p:nvCxnSpPr>
        <p:spPr>
          <a:xfrm>
            <a:off x="7958477" y="2121132"/>
            <a:ext cx="0" cy="2615737"/>
          </a:xfrm>
          <a:prstGeom prst="line">
            <a:avLst/>
          </a:prstGeom>
          <a:ln w="12700">
            <a:solidFill>
              <a:schemeClr val="bg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15">
            <a:extLst>
              <a:ext uri="{FF2B5EF4-FFF2-40B4-BE49-F238E27FC236}">
                <a16:creationId xmlns:a16="http://schemas.microsoft.com/office/drawing/2014/main" id="{855D632D-FA04-D111-D7DD-470035F99548}"/>
              </a:ext>
            </a:extLst>
          </p:cNvPr>
          <p:cNvSpPr/>
          <p:nvPr userDrawn="1"/>
        </p:nvSpPr>
        <p:spPr>
          <a:xfrm>
            <a:off x="7512309" y="1228797"/>
            <a:ext cx="892335" cy="8923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6">
            <a:extLst>
              <a:ext uri="{FF2B5EF4-FFF2-40B4-BE49-F238E27FC236}">
                <a16:creationId xmlns:a16="http://schemas.microsoft.com/office/drawing/2014/main" id="{6CCF9558-B148-DD2C-2D5C-620D4853C1F9}"/>
              </a:ext>
            </a:extLst>
          </p:cNvPr>
          <p:cNvSpPr/>
          <p:nvPr userDrawn="1"/>
        </p:nvSpPr>
        <p:spPr>
          <a:xfrm>
            <a:off x="7512309" y="4736869"/>
            <a:ext cx="892335" cy="89233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7">
            <a:extLst>
              <a:ext uri="{FF2B5EF4-FFF2-40B4-BE49-F238E27FC236}">
                <a16:creationId xmlns:a16="http://schemas.microsoft.com/office/drawing/2014/main" id="{7AA87361-358D-6C4B-085D-D36F08C14E59}"/>
              </a:ext>
            </a:extLst>
          </p:cNvPr>
          <p:cNvSpPr/>
          <p:nvPr userDrawn="1"/>
        </p:nvSpPr>
        <p:spPr>
          <a:xfrm>
            <a:off x="7510563" y="2981087"/>
            <a:ext cx="895827" cy="895827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81000" dist="2540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chemeClr val="bg1"/>
              </a:solidFill>
            </a:endParaRPr>
          </a:p>
        </p:txBody>
      </p:sp>
      <p:sp>
        <p:nvSpPr>
          <p:cNvPr id="19" name="Shape 3599">
            <a:extLst>
              <a:ext uri="{FF2B5EF4-FFF2-40B4-BE49-F238E27FC236}">
                <a16:creationId xmlns:a16="http://schemas.microsoft.com/office/drawing/2014/main" id="{02026B9D-4119-0063-AB30-88162C809DD5}"/>
              </a:ext>
            </a:extLst>
          </p:cNvPr>
          <p:cNvSpPr/>
          <p:nvPr userDrawn="1"/>
        </p:nvSpPr>
        <p:spPr>
          <a:xfrm>
            <a:off x="7771750" y="1488238"/>
            <a:ext cx="373452" cy="3734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4236" y="16752"/>
                </a:moveTo>
                <a:cubicBezTo>
                  <a:pt x="14001" y="16887"/>
                  <a:pt x="13921" y="17188"/>
                  <a:pt x="14057" y="17422"/>
                </a:cubicBezTo>
                <a:cubicBezTo>
                  <a:pt x="14192" y="17658"/>
                  <a:pt x="14493" y="17738"/>
                  <a:pt x="14727" y="17602"/>
                </a:cubicBezTo>
                <a:cubicBezTo>
                  <a:pt x="14962" y="17467"/>
                  <a:pt x="15042" y="17167"/>
                  <a:pt x="14907" y="16932"/>
                </a:cubicBezTo>
                <a:cubicBezTo>
                  <a:pt x="14771" y="16697"/>
                  <a:pt x="14472" y="16617"/>
                  <a:pt x="14236" y="16752"/>
                </a:cubicBezTo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5218" y="10309"/>
                </a:moveTo>
                <a:lnTo>
                  <a:pt x="12694" y="10309"/>
                </a:lnTo>
                <a:cubicBezTo>
                  <a:pt x="12515" y="9624"/>
                  <a:pt x="11978" y="9084"/>
                  <a:pt x="11291" y="8906"/>
                </a:cubicBezTo>
                <a:lnTo>
                  <a:pt x="11291" y="3436"/>
                </a:lnTo>
                <a:cubicBezTo>
                  <a:pt x="11291" y="3166"/>
                  <a:pt x="11071" y="2945"/>
                  <a:pt x="10800" y="2945"/>
                </a:cubicBezTo>
                <a:cubicBezTo>
                  <a:pt x="10529" y="2945"/>
                  <a:pt x="10309" y="3166"/>
                  <a:pt x="10309" y="3436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5218" y="11291"/>
                </a:lnTo>
                <a:cubicBezTo>
                  <a:pt x="15489" y="11291"/>
                  <a:pt x="15709" y="11072"/>
                  <a:pt x="15709" y="10800"/>
                </a:cubicBezTo>
                <a:cubicBezTo>
                  <a:pt x="15709" y="10529"/>
                  <a:pt x="15489" y="10309"/>
                  <a:pt x="15218" y="10309"/>
                </a:cubicBezTo>
                <a:moveTo>
                  <a:pt x="16932" y="6693"/>
                </a:moveTo>
                <a:cubicBezTo>
                  <a:pt x="16697" y="6829"/>
                  <a:pt x="16616" y="7129"/>
                  <a:pt x="16752" y="7364"/>
                </a:cubicBezTo>
                <a:cubicBezTo>
                  <a:pt x="16887" y="7599"/>
                  <a:pt x="17188" y="7679"/>
                  <a:pt x="17422" y="7543"/>
                </a:cubicBezTo>
                <a:cubicBezTo>
                  <a:pt x="17657" y="7408"/>
                  <a:pt x="17737" y="7108"/>
                  <a:pt x="17602" y="6873"/>
                </a:cubicBezTo>
                <a:cubicBezTo>
                  <a:pt x="17467" y="6638"/>
                  <a:pt x="17166" y="6557"/>
                  <a:pt x="16932" y="6693"/>
                </a:cubicBezTo>
                <a:moveTo>
                  <a:pt x="10800" y="17673"/>
                </a:moveTo>
                <a:cubicBezTo>
                  <a:pt x="10529" y="17673"/>
                  <a:pt x="10309" y="17893"/>
                  <a:pt x="10309" y="18164"/>
                </a:cubicBezTo>
                <a:cubicBezTo>
                  <a:pt x="10309" y="18435"/>
                  <a:pt x="10529" y="18655"/>
                  <a:pt x="10800" y="18655"/>
                </a:cubicBezTo>
                <a:cubicBezTo>
                  <a:pt x="11071" y="18655"/>
                  <a:pt x="11291" y="18435"/>
                  <a:pt x="11291" y="18164"/>
                </a:cubicBezTo>
                <a:cubicBezTo>
                  <a:pt x="11291" y="17893"/>
                  <a:pt x="11071" y="17673"/>
                  <a:pt x="10800" y="17673"/>
                </a:cubicBezTo>
                <a:moveTo>
                  <a:pt x="17422" y="14057"/>
                </a:moveTo>
                <a:cubicBezTo>
                  <a:pt x="17188" y="13921"/>
                  <a:pt x="16887" y="14001"/>
                  <a:pt x="16752" y="14236"/>
                </a:cubicBezTo>
                <a:cubicBezTo>
                  <a:pt x="16616" y="14472"/>
                  <a:pt x="16697" y="14772"/>
                  <a:pt x="16932" y="14907"/>
                </a:cubicBezTo>
                <a:cubicBezTo>
                  <a:pt x="17166" y="15043"/>
                  <a:pt x="17467" y="14962"/>
                  <a:pt x="17602" y="14727"/>
                </a:cubicBezTo>
                <a:cubicBezTo>
                  <a:pt x="17737" y="14492"/>
                  <a:pt x="17657" y="14192"/>
                  <a:pt x="17422" y="14057"/>
                </a:cubicBezTo>
                <a:moveTo>
                  <a:pt x="4668" y="6693"/>
                </a:moveTo>
                <a:cubicBezTo>
                  <a:pt x="4433" y="6557"/>
                  <a:pt x="4133" y="6638"/>
                  <a:pt x="3998" y="6873"/>
                </a:cubicBezTo>
                <a:cubicBezTo>
                  <a:pt x="3863" y="7108"/>
                  <a:pt x="3942" y="7408"/>
                  <a:pt x="4178" y="7543"/>
                </a:cubicBezTo>
                <a:cubicBezTo>
                  <a:pt x="4412" y="7679"/>
                  <a:pt x="4713" y="7599"/>
                  <a:pt x="4848" y="7364"/>
                </a:cubicBezTo>
                <a:cubicBezTo>
                  <a:pt x="4984" y="7129"/>
                  <a:pt x="4903" y="6829"/>
                  <a:pt x="4668" y="6693"/>
                </a:cubicBezTo>
                <a:moveTo>
                  <a:pt x="14236" y="4848"/>
                </a:moveTo>
                <a:cubicBezTo>
                  <a:pt x="14472" y="4984"/>
                  <a:pt x="14771" y="4903"/>
                  <a:pt x="14907" y="4669"/>
                </a:cubicBezTo>
                <a:cubicBezTo>
                  <a:pt x="15042" y="4434"/>
                  <a:pt x="14962" y="4134"/>
                  <a:pt x="14727" y="3998"/>
                </a:cubicBezTo>
                <a:cubicBezTo>
                  <a:pt x="14493" y="3863"/>
                  <a:pt x="14192" y="3943"/>
                  <a:pt x="14057" y="4178"/>
                </a:cubicBezTo>
                <a:cubicBezTo>
                  <a:pt x="13921" y="4412"/>
                  <a:pt x="14001" y="4713"/>
                  <a:pt x="14236" y="4848"/>
                </a:cubicBezTo>
                <a:moveTo>
                  <a:pt x="3436" y="10309"/>
                </a:moveTo>
                <a:cubicBezTo>
                  <a:pt x="3166" y="10309"/>
                  <a:pt x="2945" y="10529"/>
                  <a:pt x="2945" y="10800"/>
                </a:cubicBezTo>
                <a:cubicBezTo>
                  <a:pt x="2945" y="11072"/>
                  <a:pt x="3166" y="11291"/>
                  <a:pt x="3436" y="11291"/>
                </a:cubicBezTo>
                <a:cubicBezTo>
                  <a:pt x="3707" y="11291"/>
                  <a:pt x="3927" y="11072"/>
                  <a:pt x="3927" y="10800"/>
                </a:cubicBezTo>
                <a:cubicBezTo>
                  <a:pt x="3927" y="10529"/>
                  <a:pt x="3707" y="10309"/>
                  <a:pt x="3436" y="10309"/>
                </a:cubicBezTo>
                <a:moveTo>
                  <a:pt x="6873" y="3998"/>
                </a:moveTo>
                <a:cubicBezTo>
                  <a:pt x="6638" y="4134"/>
                  <a:pt x="6558" y="4434"/>
                  <a:pt x="6693" y="4669"/>
                </a:cubicBezTo>
                <a:cubicBezTo>
                  <a:pt x="6829" y="4903"/>
                  <a:pt x="7129" y="4984"/>
                  <a:pt x="7364" y="4848"/>
                </a:cubicBezTo>
                <a:cubicBezTo>
                  <a:pt x="7599" y="4713"/>
                  <a:pt x="7679" y="4412"/>
                  <a:pt x="7543" y="4178"/>
                </a:cubicBezTo>
                <a:cubicBezTo>
                  <a:pt x="7408" y="3943"/>
                  <a:pt x="7108" y="3863"/>
                  <a:pt x="6873" y="3998"/>
                </a:cubicBezTo>
                <a:moveTo>
                  <a:pt x="4178" y="14057"/>
                </a:moveTo>
                <a:cubicBezTo>
                  <a:pt x="3942" y="14192"/>
                  <a:pt x="3863" y="14492"/>
                  <a:pt x="3998" y="14727"/>
                </a:cubicBezTo>
                <a:cubicBezTo>
                  <a:pt x="4133" y="14962"/>
                  <a:pt x="4433" y="15043"/>
                  <a:pt x="4668" y="14907"/>
                </a:cubicBezTo>
                <a:cubicBezTo>
                  <a:pt x="4903" y="14772"/>
                  <a:pt x="4984" y="14472"/>
                  <a:pt x="4848" y="14236"/>
                </a:cubicBezTo>
                <a:cubicBezTo>
                  <a:pt x="4713" y="14001"/>
                  <a:pt x="4412" y="13921"/>
                  <a:pt x="4178" y="14057"/>
                </a:cubicBezTo>
                <a:moveTo>
                  <a:pt x="7364" y="16752"/>
                </a:moveTo>
                <a:cubicBezTo>
                  <a:pt x="7129" y="16617"/>
                  <a:pt x="6829" y="16697"/>
                  <a:pt x="6693" y="16932"/>
                </a:cubicBezTo>
                <a:cubicBezTo>
                  <a:pt x="6558" y="17167"/>
                  <a:pt x="6638" y="17467"/>
                  <a:pt x="6873" y="17602"/>
                </a:cubicBezTo>
                <a:cubicBezTo>
                  <a:pt x="7108" y="17738"/>
                  <a:pt x="7408" y="17658"/>
                  <a:pt x="7543" y="17422"/>
                </a:cubicBezTo>
                <a:cubicBezTo>
                  <a:pt x="7679" y="17188"/>
                  <a:pt x="7599" y="16887"/>
                  <a:pt x="7364" y="16752"/>
                </a:cubicBezTo>
                <a:moveTo>
                  <a:pt x="18164" y="10309"/>
                </a:moveTo>
                <a:cubicBezTo>
                  <a:pt x="17893" y="10309"/>
                  <a:pt x="17673" y="10529"/>
                  <a:pt x="17673" y="10800"/>
                </a:cubicBezTo>
                <a:cubicBezTo>
                  <a:pt x="17673" y="11072"/>
                  <a:pt x="17893" y="11291"/>
                  <a:pt x="18164" y="11291"/>
                </a:cubicBezTo>
                <a:cubicBezTo>
                  <a:pt x="18434" y="11291"/>
                  <a:pt x="18655" y="11072"/>
                  <a:pt x="18655" y="10800"/>
                </a:cubicBezTo>
                <a:cubicBezTo>
                  <a:pt x="18655" y="10529"/>
                  <a:pt x="18434" y="10309"/>
                  <a:pt x="18164" y="10309"/>
                </a:cubicBezTo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/>
            <a:endParaRPr>
              <a:solidFill>
                <a:prstClr val="black"/>
              </a:solidFill>
            </a:endParaRPr>
          </a:p>
        </p:txBody>
      </p:sp>
      <p:sp>
        <p:nvSpPr>
          <p:cNvPr id="20" name="Shape 3759">
            <a:extLst>
              <a:ext uri="{FF2B5EF4-FFF2-40B4-BE49-F238E27FC236}">
                <a16:creationId xmlns:a16="http://schemas.microsoft.com/office/drawing/2014/main" id="{3318AFA6-1462-6B40-5737-8D40159EAA3B}"/>
              </a:ext>
            </a:extLst>
          </p:cNvPr>
          <p:cNvSpPr/>
          <p:nvPr userDrawn="1"/>
        </p:nvSpPr>
        <p:spPr>
          <a:xfrm>
            <a:off x="7771750" y="3242274"/>
            <a:ext cx="373452" cy="3734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0309"/>
                </a:moveTo>
                <a:cubicBezTo>
                  <a:pt x="20618" y="10851"/>
                  <a:pt x="20179" y="11291"/>
                  <a:pt x="19636" y="11291"/>
                </a:cubicBezTo>
                <a:lnTo>
                  <a:pt x="19636" y="7364"/>
                </a:lnTo>
                <a:cubicBezTo>
                  <a:pt x="20179" y="7364"/>
                  <a:pt x="20618" y="7804"/>
                  <a:pt x="20618" y="8345"/>
                </a:cubicBezTo>
                <a:cubicBezTo>
                  <a:pt x="20618" y="8345"/>
                  <a:pt x="20618" y="10309"/>
                  <a:pt x="20618" y="10309"/>
                </a:cubicBezTo>
                <a:close/>
                <a:moveTo>
                  <a:pt x="18655" y="17182"/>
                </a:moveTo>
                <a:cubicBezTo>
                  <a:pt x="18655" y="17453"/>
                  <a:pt x="18434" y="17673"/>
                  <a:pt x="18164" y="17673"/>
                </a:cubicBezTo>
                <a:cubicBezTo>
                  <a:pt x="17893" y="17673"/>
                  <a:pt x="17673" y="17453"/>
                  <a:pt x="17673" y="17182"/>
                </a:cubicBezTo>
                <a:lnTo>
                  <a:pt x="17673" y="1473"/>
                </a:lnTo>
                <a:cubicBezTo>
                  <a:pt x="17673" y="1202"/>
                  <a:pt x="17893" y="982"/>
                  <a:pt x="18164" y="982"/>
                </a:cubicBezTo>
                <a:cubicBezTo>
                  <a:pt x="18434" y="982"/>
                  <a:pt x="18655" y="1202"/>
                  <a:pt x="18655" y="1473"/>
                </a:cubicBezTo>
                <a:cubicBezTo>
                  <a:pt x="18655" y="1473"/>
                  <a:pt x="18655" y="17182"/>
                  <a:pt x="18655" y="17182"/>
                </a:cubicBezTo>
                <a:close/>
                <a:moveTo>
                  <a:pt x="16691" y="15788"/>
                </a:moveTo>
                <a:lnTo>
                  <a:pt x="2945" y="11745"/>
                </a:lnTo>
                <a:lnTo>
                  <a:pt x="2945" y="6910"/>
                </a:lnTo>
                <a:lnTo>
                  <a:pt x="16691" y="2867"/>
                </a:lnTo>
                <a:cubicBezTo>
                  <a:pt x="16691" y="2867"/>
                  <a:pt x="16691" y="15788"/>
                  <a:pt x="16691" y="15788"/>
                </a:cubicBezTo>
                <a:close/>
                <a:moveTo>
                  <a:pt x="8251" y="18655"/>
                </a:moveTo>
                <a:lnTo>
                  <a:pt x="5357" y="18655"/>
                </a:lnTo>
                <a:lnTo>
                  <a:pt x="4126" y="13116"/>
                </a:lnTo>
                <a:lnTo>
                  <a:pt x="7167" y="14010"/>
                </a:lnTo>
                <a:cubicBezTo>
                  <a:pt x="7167" y="14010"/>
                  <a:pt x="8251" y="18655"/>
                  <a:pt x="8251" y="18655"/>
                </a:cubicBezTo>
                <a:close/>
                <a:moveTo>
                  <a:pt x="8709" y="20618"/>
                </a:moveTo>
                <a:lnTo>
                  <a:pt x="5794" y="20618"/>
                </a:lnTo>
                <a:lnTo>
                  <a:pt x="5576" y="19636"/>
                </a:lnTo>
                <a:lnTo>
                  <a:pt x="8479" y="19636"/>
                </a:lnTo>
                <a:cubicBezTo>
                  <a:pt x="8479" y="19636"/>
                  <a:pt x="8709" y="20618"/>
                  <a:pt x="8709" y="20618"/>
                </a:cubicBezTo>
                <a:close/>
                <a:moveTo>
                  <a:pt x="1964" y="11782"/>
                </a:moveTo>
                <a:lnTo>
                  <a:pt x="982" y="11782"/>
                </a:lnTo>
                <a:lnTo>
                  <a:pt x="982" y="6873"/>
                </a:lnTo>
                <a:lnTo>
                  <a:pt x="1964" y="6873"/>
                </a:lnTo>
                <a:cubicBezTo>
                  <a:pt x="1964" y="6873"/>
                  <a:pt x="1964" y="11782"/>
                  <a:pt x="1964" y="11782"/>
                </a:cubicBezTo>
                <a:close/>
                <a:moveTo>
                  <a:pt x="19636" y="6382"/>
                </a:moveTo>
                <a:lnTo>
                  <a:pt x="19636" y="1473"/>
                </a:lnTo>
                <a:cubicBezTo>
                  <a:pt x="19636" y="660"/>
                  <a:pt x="18977" y="0"/>
                  <a:pt x="18164" y="0"/>
                </a:cubicBezTo>
                <a:cubicBezTo>
                  <a:pt x="17350" y="0"/>
                  <a:pt x="16691" y="660"/>
                  <a:pt x="16691" y="1473"/>
                </a:cubicBezTo>
                <a:lnTo>
                  <a:pt x="16691" y="1844"/>
                </a:lnTo>
                <a:lnTo>
                  <a:pt x="2459" y="6030"/>
                </a:lnTo>
                <a:cubicBezTo>
                  <a:pt x="2313" y="5944"/>
                  <a:pt x="2145" y="5891"/>
                  <a:pt x="1964" y="5891"/>
                </a:cubicBez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11782"/>
                </a:lnTo>
                <a:cubicBezTo>
                  <a:pt x="0" y="12324"/>
                  <a:pt x="440" y="12764"/>
                  <a:pt x="982" y="12764"/>
                </a:cubicBezTo>
                <a:lnTo>
                  <a:pt x="1964" y="12764"/>
                </a:lnTo>
                <a:cubicBezTo>
                  <a:pt x="2145" y="12764"/>
                  <a:pt x="2313" y="12711"/>
                  <a:pt x="2458" y="12626"/>
                </a:cubicBezTo>
                <a:lnTo>
                  <a:pt x="3050" y="12799"/>
                </a:lnTo>
                <a:lnTo>
                  <a:pt x="4921" y="21216"/>
                </a:lnTo>
                <a:lnTo>
                  <a:pt x="4930" y="21214"/>
                </a:lnTo>
                <a:cubicBezTo>
                  <a:pt x="4980" y="21433"/>
                  <a:pt x="5166" y="21600"/>
                  <a:pt x="5400" y="21600"/>
                </a:cubicBezTo>
                <a:lnTo>
                  <a:pt x="9327" y="21600"/>
                </a:lnTo>
                <a:cubicBezTo>
                  <a:pt x="9598" y="21600"/>
                  <a:pt x="9818" y="21380"/>
                  <a:pt x="9818" y="21109"/>
                </a:cubicBezTo>
                <a:cubicBezTo>
                  <a:pt x="9818" y="21073"/>
                  <a:pt x="9805" y="21039"/>
                  <a:pt x="9797" y="21005"/>
                </a:cubicBezTo>
                <a:lnTo>
                  <a:pt x="9806" y="21003"/>
                </a:lnTo>
                <a:lnTo>
                  <a:pt x="8249" y="14329"/>
                </a:lnTo>
                <a:lnTo>
                  <a:pt x="16691" y="16812"/>
                </a:lnTo>
                <a:lnTo>
                  <a:pt x="16691" y="17182"/>
                </a:lnTo>
                <a:cubicBezTo>
                  <a:pt x="16691" y="17996"/>
                  <a:pt x="17350" y="18655"/>
                  <a:pt x="18164" y="18655"/>
                </a:cubicBezTo>
                <a:cubicBezTo>
                  <a:pt x="18977" y="18655"/>
                  <a:pt x="19636" y="17996"/>
                  <a:pt x="19636" y="17182"/>
                </a:cubicBezTo>
                <a:lnTo>
                  <a:pt x="19636" y="12273"/>
                </a:lnTo>
                <a:cubicBezTo>
                  <a:pt x="20721" y="12273"/>
                  <a:pt x="21600" y="11394"/>
                  <a:pt x="21600" y="10309"/>
                </a:cubicBezTo>
                <a:lnTo>
                  <a:pt x="21600" y="8345"/>
                </a:lnTo>
                <a:cubicBezTo>
                  <a:pt x="21600" y="7261"/>
                  <a:pt x="20721" y="6382"/>
                  <a:pt x="19636" y="6382"/>
                </a:cubicBezTo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21" name="Shape 3677">
            <a:extLst>
              <a:ext uri="{FF2B5EF4-FFF2-40B4-BE49-F238E27FC236}">
                <a16:creationId xmlns:a16="http://schemas.microsoft.com/office/drawing/2014/main" id="{63D18B8F-B4F8-02CE-9038-3A24D51AE1B1}"/>
              </a:ext>
            </a:extLst>
          </p:cNvPr>
          <p:cNvSpPr/>
          <p:nvPr userDrawn="1"/>
        </p:nvSpPr>
        <p:spPr>
          <a:xfrm>
            <a:off x="7771750" y="5030261"/>
            <a:ext cx="373452" cy="3055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9600"/>
                </a:moveTo>
                <a:lnTo>
                  <a:pt x="17673" y="9600"/>
                </a:lnTo>
                <a:lnTo>
                  <a:pt x="17673" y="8400"/>
                </a:lnTo>
                <a:cubicBezTo>
                  <a:pt x="17673" y="7738"/>
                  <a:pt x="17233" y="7200"/>
                  <a:pt x="16691" y="7200"/>
                </a:cubicBezTo>
                <a:lnTo>
                  <a:pt x="14727" y="7200"/>
                </a:lnTo>
                <a:cubicBezTo>
                  <a:pt x="14186" y="7200"/>
                  <a:pt x="13745" y="7738"/>
                  <a:pt x="13745" y="8400"/>
                </a:cubicBezTo>
                <a:lnTo>
                  <a:pt x="13745" y="9600"/>
                </a:lnTo>
                <a:lnTo>
                  <a:pt x="7855" y="9600"/>
                </a:lnTo>
                <a:lnTo>
                  <a:pt x="7855" y="8400"/>
                </a:lnTo>
                <a:cubicBezTo>
                  <a:pt x="7855" y="7738"/>
                  <a:pt x="7414" y="7200"/>
                  <a:pt x="6873" y="7200"/>
                </a:cubicBezTo>
                <a:lnTo>
                  <a:pt x="4909" y="7200"/>
                </a:lnTo>
                <a:cubicBezTo>
                  <a:pt x="4367" y="7200"/>
                  <a:pt x="3927" y="7738"/>
                  <a:pt x="3927" y="8400"/>
                </a:cubicBezTo>
                <a:lnTo>
                  <a:pt x="3927" y="9600"/>
                </a:lnTo>
                <a:lnTo>
                  <a:pt x="982" y="9600"/>
                </a:lnTo>
                <a:lnTo>
                  <a:pt x="982" y="3601"/>
                </a:lnTo>
                <a:lnTo>
                  <a:pt x="20618" y="3601"/>
                </a:lnTo>
                <a:cubicBezTo>
                  <a:pt x="20618" y="3601"/>
                  <a:pt x="20618" y="9600"/>
                  <a:pt x="20618" y="9600"/>
                </a:cubicBezTo>
                <a:close/>
                <a:moveTo>
                  <a:pt x="14727" y="8400"/>
                </a:moveTo>
                <a:lnTo>
                  <a:pt x="16691" y="8400"/>
                </a:lnTo>
                <a:lnTo>
                  <a:pt x="16691" y="12001"/>
                </a:lnTo>
                <a:lnTo>
                  <a:pt x="14727" y="12001"/>
                </a:lnTo>
                <a:cubicBezTo>
                  <a:pt x="14727" y="12001"/>
                  <a:pt x="14727" y="8400"/>
                  <a:pt x="14727" y="8400"/>
                </a:cubicBezTo>
                <a:close/>
                <a:moveTo>
                  <a:pt x="4909" y="8400"/>
                </a:moveTo>
                <a:lnTo>
                  <a:pt x="6873" y="8400"/>
                </a:lnTo>
                <a:lnTo>
                  <a:pt x="6873" y="12001"/>
                </a:lnTo>
                <a:lnTo>
                  <a:pt x="4909" y="12001"/>
                </a:lnTo>
                <a:cubicBezTo>
                  <a:pt x="4909" y="12001"/>
                  <a:pt x="4909" y="8400"/>
                  <a:pt x="4909" y="8400"/>
                </a:cubicBezTo>
                <a:close/>
                <a:moveTo>
                  <a:pt x="19636" y="20400"/>
                </a:moveTo>
                <a:lnTo>
                  <a:pt x="1964" y="20400"/>
                </a:lnTo>
                <a:lnTo>
                  <a:pt x="1964" y="10800"/>
                </a:lnTo>
                <a:lnTo>
                  <a:pt x="3927" y="10800"/>
                </a:lnTo>
                <a:lnTo>
                  <a:pt x="3927" y="12001"/>
                </a:lnTo>
                <a:cubicBezTo>
                  <a:pt x="3927" y="12662"/>
                  <a:pt x="4367" y="13200"/>
                  <a:pt x="4909" y="13200"/>
                </a:cubicBezTo>
                <a:lnTo>
                  <a:pt x="6873" y="13200"/>
                </a:lnTo>
                <a:cubicBezTo>
                  <a:pt x="7414" y="13200"/>
                  <a:pt x="7855" y="12662"/>
                  <a:pt x="7855" y="12001"/>
                </a:cubicBezTo>
                <a:lnTo>
                  <a:pt x="7855" y="10800"/>
                </a:lnTo>
                <a:lnTo>
                  <a:pt x="13745" y="10800"/>
                </a:lnTo>
                <a:lnTo>
                  <a:pt x="13745" y="12001"/>
                </a:lnTo>
                <a:cubicBezTo>
                  <a:pt x="13745" y="12662"/>
                  <a:pt x="14186" y="13200"/>
                  <a:pt x="14727" y="13200"/>
                </a:cubicBezTo>
                <a:lnTo>
                  <a:pt x="16691" y="13200"/>
                </a:lnTo>
                <a:cubicBezTo>
                  <a:pt x="17233" y="13200"/>
                  <a:pt x="17673" y="12662"/>
                  <a:pt x="17673" y="12001"/>
                </a:cubicBezTo>
                <a:lnTo>
                  <a:pt x="17673" y="10800"/>
                </a:lnTo>
                <a:lnTo>
                  <a:pt x="19636" y="10800"/>
                </a:lnTo>
                <a:cubicBezTo>
                  <a:pt x="19636" y="10800"/>
                  <a:pt x="19636" y="20400"/>
                  <a:pt x="19636" y="20400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40" y="2400"/>
                  <a:pt x="0" y="2938"/>
                  <a:pt x="0" y="3601"/>
                </a:cubicBezTo>
                <a:lnTo>
                  <a:pt x="0" y="9600"/>
                </a:lnTo>
                <a:cubicBezTo>
                  <a:pt x="0" y="10262"/>
                  <a:pt x="440" y="10800"/>
                  <a:pt x="982" y="10800"/>
                </a:cubicBezTo>
                <a:lnTo>
                  <a:pt x="982" y="20400"/>
                </a:lnTo>
                <a:cubicBezTo>
                  <a:pt x="982" y="21062"/>
                  <a:pt x="1422" y="21600"/>
                  <a:pt x="1964" y="21600"/>
                </a:cubicBezTo>
                <a:lnTo>
                  <a:pt x="19636" y="21600"/>
                </a:lnTo>
                <a:cubicBezTo>
                  <a:pt x="20178" y="21600"/>
                  <a:pt x="20618" y="21062"/>
                  <a:pt x="20618" y="20400"/>
                </a:cubicBez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endParaRPr>
              <a:solidFill>
                <a:prstClr val="black"/>
              </a:solidFill>
            </a:endParaRPr>
          </a:p>
        </p:txBody>
      </p:sp>
      <p:pic>
        <p:nvPicPr>
          <p:cNvPr id="22" name="Image 21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7AA024EC-023A-A38B-8EDD-4A3817460A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11" y="270631"/>
            <a:ext cx="1323628" cy="390029"/>
          </a:xfrm>
          <a:prstGeom prst="rect">
            <a:avLst/>
          </a:prstGeom>
        </p:spPr>
      </p:pic>
      <p:sp>
        <p:nvSpPr>
          <p:cNvPr id="8" name="Espace réservé du texte 20">
            <a:extLst>
              <a:ext uri="{FF2B5EF4-FFF2-40B4-BE49-F238E27FC236}">
                <a16:creationId xmlns:a16="http://schemas.microsoft.com/office/drawing/2014/main" id="{373E323F-A09B-8B11-E35A-635FD51BC07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36175" y="2650027"/>
            <a:ext cx="2543175" cy="11287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4E283326-57C4-51AC-66D7-58B20EACA2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34472" y="3888632"/>
            <a:ext cx="3359150" cy="6588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et dolore magna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aliqua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. Ut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enim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add be ad</a:t>
            </a:r>
          </a:p>
        </p:txBody>
      </p:sp>
      <p:sp>
        <p:nvSpPr>
          <p:cNvPr id="24" name="Espace réservé du texte 20">
            <a:extLst>
              <a:ext uri="{FF2B5EF4-FFF2-40B4-BE49-F238E27FC236}">
                <a16:creationId xmlns:a16="http://schemas.microsoft.com/office/drawing/2014/main" id="{B932740C-2A25-128B-477B-91458DD2DF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730257" y="1033548"/>
            <a:ext cx="1871295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DM Sans" pitchFamily="2" charset="0"/>
                <a:cs typeface="Poppins SemiBold" panose="000007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27" name="Espace réservé du texte 26">
            <a:extLst>
              <a:ext uri="{FF2B5EF4-FFF2-40B4-BE49-F238E27FC236}">
                <a16:creationId xmlns:a16="http://schemas.microsoft.com/office/drawing/2014/main" id="{D879FA38-430A-E273-9FB8-2F3840B350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30257" y="1488238"/>
            <a:ext cx="2762263" cy="9396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  <a:latin typeface="DM Sans" pitchFamily="2" charset="0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, </a:t>
            </a:r>
            <a:r>
              <a:rPr lang="fr-FR" err="1"/>
              <a:t>sed</a:t>
            </a:r>
            <a:r>
              <a:rPr lang="fr-FR"/>
              <a:t> do </a:t>
            </a:r>
            <a:r>
              <a:rPr lang="fr-FR" err="1"/>
              <a:t>this</a:t>
            </a:r>
            <a:r>
              <a:rPr lang="fr-FR"/>
              <a:t> </a:t>
            </a:r>
            <a:r>
              <a:rPr lang="fr-FR" err="1"/>
              <a:t>eiusmod</a:t>
            </a:r>
            <a:r>
              <a:rPr lang="fr-FR"/>
              <a:t> </a:t>
            </a:r>
            <a:r>
              <a:rPr lang="fr-FR" err="1"/>
              <a:t>tempor</a:t>
            </a:r>
            <a:r>
              <a:rPr lang="fr-FR"/>
              <a:t> </a:t>
            </a:r>
            <a:r>
              <a:rPr lang="fr-FR" err="1"/>
              <a:t>incididunt</a:t>
            </a:r>
            <a:r>
              <a:rPr lang="fr-FR"/>
              <a:t> ut </a:t>
            </a:r>
            <a:r>
              <a:rPr lang="fr-FR" err="1"/>
              <a:t>labore</a:t>
            </a:r>
            <a:r>
              <a:rPr lang="fr-FR"/>
              <a:t> </a:t>
            </a:r>
            <a:r>
              <a:rPr lang="fr-FR" err="1"/>
              <a:t>etc</a:t>
            </a:r>
            <a:endParaRPr lang="fr-FR"/>
          </a:p>
        </p:txBody>
      </p:sp>
      <p:sp>
        <p:nvSpPr>
          <p:cNvPr id="28" name="Espace réservé du texte 20">
            <a:extLst>
              <a:ext uri="{FF2B5EF4-FFF2-40B4-BE49-F238E27FC236}">
                <a16:creationId xmlns:a16="http://schemas.microsoft.com/office/drawing/2014/main" id="{91845768-996F-A9B7-B0E1-263970D100F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730257" y="2796421"/>
            <a:ext cx="1871295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DM Sans" pitchFamily="2" charset="0"/>
                <a:cs typeface="Poppins SemiBold" panose="000007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29" name="Espace réservé du texte 26">
            <a:extLst>
              <a:ext uri="{FF2B5EF4-FFF2-40B4-BE49-F238E27FC236}">
                <a16:creationId xmlns:a16="http://schemas.microsoft.com/office/drawing/2014/main" id="{E41B41F9-0A55-6D3F-A533-DEC4586952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730257" y="3251111"/>
            <a:ext cx="2762263" cy="9396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  <a:latin typeface="DM Sans" pitchFamily="2" charset="0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, </a:t>
            </a:r>
            <a:r>
              <a:rPr lang="fr-FR" err="1"/>
              <a:t>sed</a:t>
            </a:r>
            <a:r>
              <a:rPr lang="fr-FR"/>
              <a:t> do </a:t>
            </a:r>
            <a:r>
              <a:rPr lang="fr-FR" err="1"/>
              <a:t>this</a:t>
            </a:r>
            <a:r>
              <a:rPr lang="fr-FR"/>
              <a:t> </a:t>
            </a:r>
            <a:r>
              <a:rPr lang="fr-FR" err="1"/>
              <a:t>eiusmod</a:t>
            </a:r>
            <a:r>
              <a:rPr lang="fr-FR"/>
              <a:t> </a:t>
            </a:r>
            <a:r>
              <a:rPr lang="fr-FR" err="1"/>
              <a:t>tempor</a:t>
            </a:r>
            <a:r>
              <a:rPr lang="fr-FR"/>
              <a:t> </a:t>
            </a:r>
            <a:r>
              <a:rPr lang="fr-FR" err="1"/>
              <a:t>incididunt</a:t>
            </a:r>
            <a:r>
              <a:rPr lang="fr-FR"/>
              <a:t> ut </a:t>
            </a:r>
            <a:r>
              <a:rPr lang="fr-FR" err="1"/>
              <a:t>labore</a:t>
            </a:r>
            <a:r>
              <a:rPr lang="fr-FR"/>
              <a:t> </a:t>
            </a:r>
            <a:r>
              <a:rPr lang="fr-FR" err="1"/>
              <a:t>etc</a:t>
            </a:r>
            <a:endParaRPr lang="fr-FR"/>
          </a:p>
        </p:txBody>
      </p:sp>
      <p:sp>
        <p:nvSpPr>
          <p:cNvPr id="30" name="Espace réservé du texte 20">
            <a:extLst>
              <a:ext uri="{FF2B5EF4-FFF2-40B4-BE49-F238E27FC236}">
                <a16:creationId xmlns:a16="http://schemas.microsoft.com/office/drawing/2014/main" id="{E7297269-4E3B-9D25-409B-D10C97227AE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730257" y="4552203"/>
            <a:ext cx="1871295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latin typeface="DM Sans" pitchFamily="2" charset="0"/>
                <a:cs typeface="Poppins SemiBold" panose="000007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31" name="Espace réservé du texte 26">
            <a:extLst>
              <a:ext uri="{FF2B5EF4-FFF2-40B4-BE49-F238E27FC236}">
                <a16:creationId xmlns:a16="http://schemas.microsoft.com/office/drawing/2014/main" id="{E47F4ED2-0A24-0C18-E499-5D2C79BB42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730257" y="5006893"/>
            <a:ext cx="2762263" cy="9396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  <a:latin typeface="DM Sans" pitchFamily="2" charset="0"/>
              </a:defRPr>
            </a:lvl1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, </a:t>
            </a:r>
            <a:r>
              <a:rPr lang="fr-FR" err="1"/>
              <a:t>sed</a:t>
            </a:r>
            <a:r>
              <a:rPr lang="fr-FR"/>
              <a:t> do </a:t>
            </a:r>
            <a:r>
              <a:rPr lang="fr-FR" err="1"/>
              <a:t>this</a:t>
            </a:r>
            <a:r>
              <a:rPr lang="fr-FR"/>
              <a:t> </a:t>
            </a:r>
            <a:r>
              <a:rPr lang="fr-FR" err="1"/>
              <a:t>eiusmod</a:t>
            </a:r>
            <a:r>
              <a:rPr lang="fr-FR"/>
              <a:t> </a:t>
            </a:r>
            <a:r>
              <a:rPr lang="fr-FR" err="1"/>
              <a:t>tempor</a:t>
            </a:r>
            <a:r>
              <a:rPr lang="fr-FR"/>
              <a:t> </a:t>
            </a:r>
            <a:r>
              <a:rPr lang="fr-FR" err="1"/>
              <a:t>incididunt</a:t>
            </a:r>
            <a:r>
              <a:rPr lang="fr-FR"/>
              <a:t> ut </a:t>
            </a:r>
            <a:r>
              <a:rPr lang="fr-FR" err="1"/>
              <a:t>labore</a:t>
            </a:r>
            <a:r>
              <a:rPr lang="fr-FR"/>
              <a:t> </a:t>
            </a:r>
            <a:r>
              <a:rPr lang="fr-FR" err="1"/>
              <a:t>etc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478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2">
            <a:extLst>
              <a:ext uri="{FF2B5EF4-FFF2-40B4-BE49-F238E27FC236}">
                <a16:creationId xmlns:a16="http://schemas.microsoft.com/office/drawing/2014/main" id="{7A71AF46-0334-5AAE-3606-14985BAA0C60}"/>
              </a:ext>
            </a:extLst>
          </p:cNvPr>
          <p:cNvCxnSpPr>
            <a:cxnSpLocks/>
          </p:cNvCxnSpPr>
          <p:nvPr userDrawn="1"/>
        </p:nvCxnSpPr>
        <p:spPr>
          <a:xfrm>
            <a:off x="0" y="1607549"/>
            <a:ext cx="951593" cy="0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 6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1F69F39D-99D0-4CA5-D38F-6902760C07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11" y="270631"/>
            <a:ext cx="1323628" cy="390029"/>
          </a:xfrm>
          <a:prstGeom prst="rect">
            <a:avLst/>
          </a:prstGeom>
        </p:spPr>
      </p:pic>
      <p:sp>
        <p:nvSpPr>
          <p:cNvPr id="3" name="Espace réservé du texte 3">
            <a:extLst>
              <a:ext uri="{FF2B5EF4-FFF2-40B4-BE49-F238E27FC236}">
                <a16:creationId xmlns:a16="http://schemas.microsoft.com/office/drawing/2014/main" id="{D7CB7C35-47B9-BD58-A730-5CD8D5E30D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00163" y="1319213"/>
            <a:ext cx="3959225" cy="5476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fr-FR"/>
              <a:t>Slide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3DC2ED66-B1F6-A3E0-5552-A618EA68EF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0163" y="2725059"/>
            <a:ext cx="9439275" cy="2908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800"/>
              </a:lnSpc>
            </a:pP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</a:t>
            </a:r>
            <a:endParaRPr lang="en-US" sz="12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7811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mple Title and Content less white spa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2">
            <a:extLst>
              <a:ext uri="{FF2B5EF4-FFF2-40B4-BE49-F238E27FC236}">
                <a16:creationId xmlns:a16="http://schemas.microsoft.com/office/drawing/2014/main" id="{7A71AF46-0334-5AAE-3606-14985BAA0C60}"/>
              </a:ext>
            </a:extLst>
          </p:cNvPr>
          <p:cNvCxnSpPr>
            <a:cxnSpLocks/>
          </p:cNvCxnSpPr>
          <p:nvPr userDrawn="1"/>
        </p:nvCxnSpPr>
        <p:spPr>
          <a:xfrm>
            <a:off x="0" y="1118728"/>
            <a:ext cx="951593" cy="0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 6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1F69F39D-99D0-4CA5-D38F-6902760C07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11" y="270631"/>
            <a:ext cx="1323628" cy="390029"/>
          </a:xfrm>
          <a:prstGeom prst="rect">
            <a:avLst/>
          </a:prstGeom>
        </p:spPr>
      </p:pic>
      <p:sp>
        <p:nvSpPr>
          <p:cNvPr id="3" name="Espace réservé du texte 3">
            <a:extLst>
              <a:ext uri="{FF2B5EF4-FFF2-40B4-BE49-F238E27FC236}">
                <a16:creationId xmlns:a16="http://schemas.microsoft.com/office/drawing/2014/main" id="{D7CB7C35-47B9-BD58-A730-5CD8D5E30D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00163" y="830392"/>
            <a:ext cx="3959225" cy="5476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fr-FR"/>
              <a:t>Slide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3DC2ED66-B1F6-A3E0-5552-A618EA68EF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0163" y="1654491"/>
            <a:ext cx="9855517" cy="4685349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con</a:t>
            </a:r>
          </a:p>
        </p:txBody>
      </p:sp>
    </p:spTree>
    <p:extLst>
      <p:ext uri="{BB962C8B-B14F-4D97-AF65-F5344CB8AC3E}">
        <p14:creationId xmlns:p14="http://schemas.microsoft.com/office/powerpoint/2010/main" val="3034646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A31DC46-B38C-14DD-1EB1-096484A487C4}"/>
              </a:ext>
            </a:extLst>
          </p:cNvPr>
          <p:cNvCxnSpPr>
            <a:cxnSpLocks/>
          </p:cNvCxnSpPr>
          <p:nvPr userDrawn="1"/>
        </p:nvCxnSpPr>
        <p:spPr>
          <a:xfrm>
            <a:off x="0" y="1607549"/>
            <a:ext cx="951593" cy="0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 7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7B17E06A-64D0-95C8-D69C-170EE9FB23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11" y="270631"/>
            <a:ext cx="1323628" cy="390029"/>
          </a:xfrm>
          <a:prstGeom prst="rect">
            <a:avLst/>
          </a:prstGeom>
        </p:spPr>
      </p:pic>
      <p:sp>
        <p:nvSpPr>
          <p:cNvPr id="2" name="Espace réservé du texte 3">
            <a:extLst>
              <a:ext uri="{FF2B5EF4-FFF2-40B4-BE49-F238E27FC236}">
                <a16:creationId xmlns:a16="http://schemas.microsoft.com/office/drawing/2014/main" id="{C9F60A12-B858-3104-6B05-EF1A92307238}"/>
              </a:ext>
            </a:extLst>
          </p:cNvPr>
          <p:cNvSpPr>
            <a:spLocks noGrp="1"/>
          </p:cNvSpPr>
          <p:nvPr>
            <p:ph type="title" sz="quarter" idx="0" hasCustomPrompt="1"/>
          </p:nvPr>
        </p:nvSpPr>
        <p:spPr>
          <a:xfrm>
            <a:off x="1300163" y="1319213"/>
            <a:ext cx="3959225" cy="5476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fr-FR"/>
              <a:t>Slide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4" name="Espace réservé du texte 8">
            <a:extLst>
              <a:ext uri="{FF2B5EF4-FFF2-40B4-BE49-F238E27FC236}">
                <a16:creationId xmlns:a16="http://schemas.microsoft.com/office/drawing/2014/main" id="{36740054-3A90-4DEC-3FFA-89C7D5A27E28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1300164" y="2725059"/>
            <a:ext cx="4454092" cy="2908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800"/>
              </a:lnSpc>
            </a:pP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</a:t>
            </a:r>
          </a:p>
        </p:txBody>
      </p:sp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9878387A-FCE2-41C0-ACFA-5E2203FBB0DE}"/>
              </a:ext>
            </a:extLst>
          </p:cNvPr>
          <p:cNvSpPr>
            <a:spLocks noGrp="1"/>
          </p:cNvSpPr>
          <p:nvPr>
            <p:ph sz="quarter" idx="2" hasCustomPrompt="1"/>
          </p:nvPr>
        </p:nvSpPr>
        <p:spPr>
          <a:xfrm>
            <a:off x="6437746" y="2725059"/>
            <a:ext cx="4454092" cy="2908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800"/>
              </a:lnSpc>
            </a:pP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 sit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this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</a:t>
            </a:r>
            <a:r>
              <a:rPr lang="en-US" sz="12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etcLorem</a:t>
            </a:r>
            <a:r>
              <a:rPr lang="en-US"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ipsum dolor</a:t>
            </a:r>
          </a:p>
        </p:txBody>
      </p:sp>
    </p:spTree>
    <p:extLst>
      <p:ext uri="{BB962C8B-B14F-4D97-AF65-F5344CB8AC3E}">
        <p14:creationId xmlns:p14="http://schemas.microsoft.com/office/powerpoint/2010/main" val="27560745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2">
            <a:extLst>
              <a:ext uri="{FF2B5EF4-FFF2-40B4-BE49-F238E27FC236}">
                <a16:creationId xmlns:a16="http://schemas.microsoft.com/office/drawing/2014/main" id="{CAD7CB32-49EE-F1DD-6299-11EB99AF7444}"/>
              </a:ext>
            </a:extLst>
          </p:cNvPr>
          <p:cNvCxnSpPr>
            <a:cxnSpLocks/>
          </p:cNvCxnSpPr>
          <p:nvPr userDrawn="1"/>
        </p:nvCxnSpPr>
        <p:spPr>
          <a:xfrm>
            <a:off x="0" y="1607549"/>
            <a:ext cx="951593" cy="0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0AE1F169-5692-1A42-4D48-E922DCE4AB8E}"/>
              </a:ext>
            </a:extLst>
          </p:cNvPr>
          <p:cNvSpPr/>
          <p:nvPr userDrawn="1"/>
        </p:nvSpPr>
        <p:spPr>
          <a:xfrm>
            <a:off x="469900" y="2630831"/>
            <a:ext cx="11252200" cy="3717471"/>
          </a:xfrm>
          <a:prstGeom prst="rect">
            <a:avLst/>
          </a:prstGeom>
          <a:solidFill>
            <a:srgbClr val="004367">
              <a:alpha val="10000"/>
            </a:srgbClr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19" name="Straight Connector 16">
            <a:extLst>
              <a:ext uri="{FF2B5EF4-FFF2-40B4-BE49-F238E27FC236}">
                <a16:creationId xmlns:a16="http://schemas.microsoft.com/office/drawing/2014/main" id="{B484E011-9C46-F0EB-FF5F-CEAF4749E750}"/>
              </a:ext>
            </a:extLst>
          </p:cNvPr>
          <p:cNvCxnSpPr>
            <a:cxnSpLocks/>
          </p:cNvCxnSpPr>
          <p:nvPr userDrawn="1"/>
        </p:nvCxnSpPr>
        <p:spPr>
          <a:xfrm flipV="1">
            <a:off x="4325256" y="3429000"/>
            <a:ext cx="0" cy="223384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8">
            <a:extLst>
              <a:ext uri="{FF2B5EF4-FFF2-40B4-BE49-F238E27FC236}">
                <a16:creationId xmlns:a16="http://schemas.microsoft.com/office/drawing/2014/main" id="{BBB381B1-99B0-B9D8-197D-5E3D8CA25FAA}"/>
              </a:ext>
            </a:extLst>
          </p:cNvPr>
          <p:cNvCxnSpPr>
            <a:cxnSpLocks/>
          </p:cNvCxnSpPr>
          <p:nvPr userDrawn="1"/>
        </p:nvCxnSpPr>
        <p:spPr>
          <a:xfrm flipV="1">
            <a:off x="7957456" y="3429000"/>
            <a:ext cx="0" cy="223384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Image 20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EC974979-AE50-0C58-644E-D9B3CDBB0B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11" y="270631"/>
            <a:ext cx="1323628" cy="390029"/>
          </a:xfrm>
          <a:prstGeom prst="rect">
            <a:avLst/>
          </a:prstGeom>
        </p:spPr>
      </p:pic>
      <p:sp>
        <p:nvSpPr>
          <p:cNvPr id="2" name="Espace réservé du texte 3">
            <a:extLst>
              <a:ext uri="{FF2B5EF4-FFF2-40B4-BE49-F238E27FC236}">
                <a16:creationId xmlns:a16="http://schemas.microsoft.com/office/drawing/2014/main" id="{138E460C-7C5A-79B8-68A2-85223DC67B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00163" y="1319213"/>
            <a:ext cx="3959225" cy="5476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fr-FR"/>
              <a:t>Slide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3" name="Espace réservé du texte 20">
            <a:extLst>
              <a:ext uri="{FF2B5EF4-FFF2-40B4-BE49-F238E27FC236}">
                <a16:creationId xmlns:a16="http://schemas.microsoft.com/office/drawing/2014/main" id="{219DD806-86A5-7E9A-3DAC-E37D2A20D4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21115" y="4742102"/>
            <a:ext cx="1863848" cy="2628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 err="1"/>
              <a:t>Title</a:t>
            </a:r>
            <a:r>
              <a:rPr lang="fr-FR"/>
              <a:t> </a:t>
            </a:r>
            <a:r>
              <a:rPr lang="fr-FR" err="1"/>
              <a:t>Here</a:t>
            </a:r>
            <a:endParaRPr lang="fr-FR"/>
          </a:p>
        </p:txBody>
      </p:sp>
      <p:sp>
        <p:nvSpPr>
          <p:cNvPr id="5" name="Espace réservé du texte 22">
            <a:extLst>
              <a:ext uri="{FF2B5EF4-FFF2-40B4-BE49-F238E27FC236}">
                <a16:creationId xmlns:a16="http://schemas.microsoft.com/office/drawing/2014/main" id="{D77E4FED-02F8-879A-5B09-2DED243A539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56239" y="5037564"/>
            <a:ext cx="2169310" cy="65881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  <p:sp>
        <p:nvSpPr>
          <p:cNvPr id="8" name="Espace réservé du texte 20">
            <a:extLst>
              <a:ext uri="{FF2B5EF4-FFF2-40B4-BE49-F238E27FC236}">
                <a16:creationId xmlns:a16="http://schemas.microsoft.com/office/drawing/2014/main" id="{2ED2C297-5E27-4BA9-35E4-52432A7FA5C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21577" y="4651163"/>
            <a:ext cx="1863848" cy="2628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 err="1"/>
              <a:t>Title</a:t>
            </a:r>
            <a:r>
              <a:rPr lang="fr-FR"/>
              <a:t> </a:t>
            </a:r>
            <a:r>
              <a:rPr lang="fr-FR" err="1"/>
              <a:t>Here</a:t>
            </a:r>
            <a:endParaRPr lang="fr-FR"/>
          </a:p>
        </p:txBody>
      </p:sp>
      <p:sp>
        <p:nvSpPr>
          <p:cNvPr id="10" name="Espace réservé du texte 22">
            <a:extLst>
              <a:ext uri="{FF2B5EF4-FFF2-40B4-BE49-F238E27FC236}">
                <a16:creationId xmlns:a16="http://schemas.microsoft.com/office/drawing/2014/main" id="{39695042-97C7-DA24-B011-55176EB1710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56701" y="4946625"/>
            <a:ext cx="2169310" cy="65881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  <p:sp>
        <p:nvSpPr>
          <p:cNvPr id="12" name="Espace réservé du texte 20">
            <a:extLst>
              <a:ext uri="{FF2B5EF4-FFF2-40B4-BE49-F238E27FC236}">
                <a16:creationId xmlns:a16="http://schemas.microsoft.com/office/drawing/2014/main" id="{45F05E93-317D-EB85-3761-72BAA051566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19999" y="4651163"/>
            <a:ext cx="1863848" cy="2628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 err="1"/>
              <a:t>Title</a:t>
            </a:r>
            <a:r>
              <a:rPr lang="fr-FR"/>
              <a:t> </a:t>
            </a:r>
            <a:r>
              <a:rPr lang="fr-FR" err="1"/>
              <a:t>Here</a:t>
            </a:r>
            <a:endParaRPr lang="fr-FR"/>
          </a:p>
        </p:txBody>
      </p: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E1BB8CF4-7BD7-C1A1-58E7-11FE7A365C7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55123" y="4946625"/>
            <a:ext cx="2169310" cy="65881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  <p:sp>
        <p:nvSpPr>
          <p:cNvPr id="24" name="Espace réservé du texte 20">
            <a:extLst>
              <a:ext uri="{FF2B5EF4-FFF2-40B4-BE49-F238E27FC236}">
                <a16:creationId xmlns:a16="http://schemas.microsoft.com/office/drawing/2014/main" id="{34EAB005-236C-D889-64D8-85EEEE252F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08970" y="3621592"/>
            <a:ext cx="1863848" cy="8617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000"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sz="5000">
                <a:solidFill>
                  <a:schemeClr val="tx1">
                    <a:lumMod val="85000"/>
                    <a:lumOff val="15000"/>
                  </a:schemeClr>
                </a:solidFill>
                <a:latin typeface="Poppins Light" panose="00000400000000000000" pitchFamily="2" charset="0"/>
                <a:ea typeface="Inter ExtraLight" panose="02000503000000020004" pitchFamily="2" charset="0"/>
                <a:cs typeface="Poppins Light" panose="00000400000000000000" pitchFamily="2" charset="0"/>
              </a:rPr>
              <a:t>3.5K</a:t>
            </a:r>
            <a:endParaRPr lang="fr-FR"/>
          </a:p>
        </p:txBody>
      </p:sp>
      <p:sp>
        <p:nvSpPr>
          <p:cNvPr id="25" name="Espace réservé du texte 20">
            <a:extLst>
              <a:ext uri="{FF2B5EF4-FFF2-40B4-BE49-F238E27FC236}">
                <a16:creationId xmlns:a16="http://schemas.microsoft.com/office/drawing/2014/main" id="{A8614582-3352-1194-1060-9A52741F463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26162" y="3621592"/>
            <a:ext cx="1863848" cy="8617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000"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sz="5000">
                <a:solidFill>
                  <a:schemeClr val="tx1">
                    <a:lumMod val="85000"/>
                    <a:lumOff val="15000"/>
                  </a:schemeClr>
                </a:solidFill>
                <a:latin typeface="Poppins Light" panose="00000400000000000000" pitchFamily="2" charset="0"/>
                <a:ea typeface="Inter ExtraLight" panose="02000503000000020004" pitchFamily="2" charset="0"/>
                <a:cs typeface="Poppins Light" panose="00000400000000000000" pitchFamily="2" charset="0"/>
              </a:rPr>
              <a:t>3.5K</a:t>
            </a:r>
            <a:endParaRPr lang="fr-FR"/>
          </a:p>
        </p:txBody>
      </p:sp>
      <p:sp>
        <p:nvSpPr>
          <p:cNvPr id="26" name="Espace réservé du texte 20">
            <a:extLst>
              <a:ext uri="{FF2B5EF4-FFF2-40B4-BE49-F238E27FC236}">
                <a16:creationId xmlns:a16="http://schemas.microsoft.com/office/drawing/2014/main" id="{0080396F-E70A-8761-AF67-923D99BFE86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9432" y="3621592"/>
            <a:ext cx="1863848" cy="86177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000"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sz="5000">
                <a:solidFill>
                  <a:schemeClr val="tx1">
                    <a:lumMod val="85000"/>
                    <a:lumOff val="15000"/>
                  </a:schemeClr>
                </a:solidFill>
                <a:latin typeface="Poppins Light" panose="00000400000000000000" pitchFamily="2" charset="0"/>
                <a:ea typeface="Inter ExtraLight" panose="02000503000000020004" pitchFamily="2" charset="0"/>
                <a:cs typeface="Poppins Light" panose="00000400000000000000" pitchFamily="2" charset="0"/>
              </a:rPr>
              <a:t>3.5K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54892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number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0E9EE1-244E-31AE-4B3A-19D36122CA6A}"/>
              </a:ext>
            </a:extLst>
          </p:cNvPr>
          <p:cNvCxnSpPr>
            <a:cxnSpLocks/>
          </p:cNvCxnSpPr>
          <p:nvPr userDrawn="1"/>
        </p:nvCxnSpPr>
        <p:spPr>
          <a:xfrm>
            <a:off x="0" y="1607549"/>
            <a:ext cx="951593" cy="0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37">
            <a:extLst>
              <a:ext uri="{FF2B5EF4-FFF2-40B4-BE49-F238E27FC236}">
                <a16:creationId xmlns:a16="http://schemas.microsoft.com/office/drawing/2014/main" id="{CF4AF255-61FA-9FDD-8715-DC5A9F2657B2}"/>
              </a:ext>
            </a:extLst>
          </p:cNvPr>
          <p:cNvSpPr/>
          <p:nvPr userDrawn="1"/>
        </p:nvSpPr>
        <p:spPr>
          <a:xfrm>
            <a:off x="1580350" y="3016127"/>
            <a:ext cx="2650933" cy="2650933"/>
          </a:xfrm>
          <a:prstGeom prst="ellipse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9" name="Oval 41">
            <a:extLst>
              <a:ext uri="{FF2B5EF4-FFF2-40B4-BE49-F238E27FC236}">
                <a16:creationId xmlns:a16="http://schemas.microsoft.com/office/drawing/2014/main" id="{3E995F0C-D5DE-A46C-1A32-0950ED39CE4B}"/>
              </a:ext>
            </a:extLst>
          </p:cNvPr>
          <p:cNvSpPr/>
          <p:nvPr userDrawn="1"/>
        </p:nvSpPr>
        <p:spPr>
          <a:xfrm>
            <a:off x="4417810" y="2715100"/>
            <a:ext cx="3252990" cy="3252988"/>
          </a:xfrm>
          <a:prstGeom prst="ellipse">
            <a:avLst/>
          </a:prstGeom>
          <a:solidFill>
            <a:srgbClr val="0043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2" name="Oval 45">
            <a:extLst>
              <a:ext uri="{FF2B5EF4-FFF2-40B4-BE49-F238E27FC236}">
                <a16:creationId xmlns:a16="http://schemas.microsoft.com/office/drawing/2014/main" id="{35439B72-442E-D4C3-7EA8-6A078CE1C8D9}"/>
              </a:ext>
            </a:extLst>
          </p:cNvPr>
          <p:cNvSpPr/>
          <p:nvPr userDrawn="1"/>
        </p:nvSpPr>
        <p:spPr>
          <a:xfrm>
            <a:off x="7864684" y="3016127"/>
            <a:ext cx="2650933" cy="2650933"/>
          </a:xfrm>
          <a:prstGeom prst="ellipse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pic>
        <p:nvPicPr>
          <p:cNvPr id="15" name="Image 14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55BFDC54-13EC-064C-95DE-A6BC2A0B83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11" y="270631"/>
            <a:ext cx="1323628" cy="390029"/>
          </a:xfrm>
          <a:prstGeom prst="rect">
            <a:avLst/>
          </a:prstGeom>
        </p:spPr>
      </p:pic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3288DFF-7B17-CC4C-7837-736C9FE1C2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00163" y="1319213"/>
            <a:ext cx="3959225" cy="5476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fr-FR"/>
              <a:t>Slide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5" name="Espace réservé du texte 20">
            <a:extLst>
              <a:ext uri="{FF2B5EF4-FFF2-40B4-BE49-F238E27FC236}">
                <a16:creationId xmlns:a16="http://schemas.microsoft.com/office/drawing/2014/main" id="{388F8E33-1DE8-56C3-7625-7EA6208D7BD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66534" y="4654622"/>
            <a:ext cx="1863848" cy="2628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 err="1"/>
              <a:t>Title</a:t>
            </a:r>
            <a:r>
              <a:rPr lang="fr-FR"/>
              <a:t> </a:t>
            </a:r>
            <a:r>
              <a:rPr lang="fr-FR" err="1"/>
              <a:t>Here</a:t>
            </a:r>
            <a:endParaRPr lang="fr-FR"/>
          </a:p>
        </p:txBody>
      </p:sp>
      <p:sp>
        <p:nvSpPr>
          <p:cNvPr id="17" name="Espace réservé du texte 20">
            <a:extLst>
              <a:ext uri="{FF2B5EF4-FFF2-40B4-BE49-F238E27FC236}">
                <a16:creationId xmlns:a16="http://schemas.microsoft.com/office/drawing/2014/main" id="{AF10F4B6-91D5-8773-D6FD-C620F57DC70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64076" y="4780469"/>
            <a:ext cx="1863848" cy="2628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 err="1"/>
              <a:t>Title</a:t>
            </a:r>
            <a:r>
              <a:rPr lang="fr-FR"/>
              <a:t> </a:t>
            </a:r>
            <a:r>
              <a:rPr lang="fr-FR" err="1"/>
              <a:t>Here</a:t>
            </a:r>
            <a:endParaRPr lang="fr-FR"/>
          </a:p>
        </p:txBody>
      </p:sp>
      <p:sp>
        <p:nvSpPr>
          <p:cNvPr id="18" name="Espace réservé du texte 20">
            <a:extLst>
              <a:ext uri="{FF2B5EF4-FFF2-40B4-BE49-F238E27FC236}">
                <a16:creationId xmlns:a16="http://schemas.microsoft.com/office/drawing/2014/main" id="{5F1D8E91-3053-953F-0993-6F32676512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58226" y="4689781"/>
            <a:ext cx="1863848" cy="2628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 err="1"/>
              <a:t>Title</a:t>
            </a:r>
            <a:r>
              <a:rPr lang="fr-FR"/>
              <a:t> </a:t>
            </a:r>
            <a:r>
              <a:rPr lang="fr-FR" err="1"/>
              <a:t>Here</a:t>
            </a:r>
            <a:endParaRPr lang="fr-FR"/>
          </a:p>
        </p:txBody>
      </p:sp>
      <p:sp>
        <p:nvSpPr>
          <p:cNvPr id="19" name="Espace réservé du texte 20">
            <a:extLst>
              <a:ext uri="{FF2B5EF4-FFF2-40B4-BE49-F238E27FC236}">
                <a16:creationId xmlns:a16="http://schemas.microsoft.com/office/drawing/2014/main" id="{B341ED5F-0F7B-02D2-73F1-7BCF3BAD07C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98006" y="3555103"/>
            <a:ext cx="2292598" cy="10156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600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+20%</a:t>
            </a:r>
          </a:p>
        </p:txBody>
      </p:sp>
      <p:sp>
        <p:nvSpPr>
          <p:cNvPr id="20" name="Espace réservé du texte 20">
            <a:extLst>
              <a:ext uri="{FF2B5EF4-FFF2-40B4-BE49-F238E27FC236}">
                <a16:creationId xmlns:a16="http://schemas.microsoft.com/office/drawing/2014/main" id="{1813299C-1273-C7C6-7752-B5AC890C42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59517" y="3728213"/>
            <a:ext cx="2292598" cy="6694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+20%</a:t>
            </a:r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49CC7E28-747C-25CF-1F47-AAB408FC95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93671" y="3723595"/>
            <a:ext cx="2292598" cy="66944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>
                <a:solidFill>
                  <a:schemeClr val="tx1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+20%</a:t>
            </a:r>
          </a:p>
        </p:txBody>
      </p:sp>
    </p:spTree>
    <p:extLst>
      <p:ext uri="{BB962C8B-B14F-4D97-AF65-F5344CB8AC3E}">
        <p14:creationId xmlns:p14="http://schemas.microsoft.com/office/powerpoint/2010/main" val="1226444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con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20">
            <a:extLst>
              <a:ext uri="{FF2B5EF4-FFF2-40B4-BE49-F238E27FC236}">
                <a16:creationId xmlns:a16="http://schemas.microsoft.com/office/drawing/2014/main" id="{7A4080B7-4376-B85E-2A44-568D56F1F07D}"/>
              </a:ext>
            </a:extLst>
          </p:cNvPr>
          <p:cNvSpPr/>
          <p:nvPr userDrawn="1"/>
        </p:nvSpPr>
        <p:spPr>
          <a:xfrm>
            <a:off x="9006451" y="3129041"/>
            <a:ext cx="1171426" cy="117142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" name="Straight Connector 2">
            <a:extLst>
              <a:ext uri="{FF2B5EF4-FFF2-40B4-BE49-F238E27FC236}">
                <a16:creationId xmlns:a16="http://schemas.microsoft.com/office/drawing/2014/main" id="{EAF575C2-76D5-6BAD-24B2-05939CF2E5D8}"/>
              </a:ext>
            </a:extLst>
          </p:cNvPr>
          <p:cNvCxnSpPr>
            <a:cxnSpLocks/>
          </p:cNvCxnSpPr>
          <p:nvPr userDrawn="1"/>
        </p:nvCxnSpPr>
        <p:spPr>
          <a:xfrm>
            <a:off x="0" y="1607549"/>
            <a:ext cx="951593" cy="0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4">
            <a:extLst>
              <a:ext uri="{FF2B5EF4-FFF2-40B4-BE49-F238E27FC236}">
                <a16:creationId xmlns:a16="http://schemas.microsoft.com/office/drawing/2014/main" id="{62C07782-38D5-A818-7D66-C7E39F24C450}"/>
              </a:ext>
            </a:extLst>
          </p:cNvPr>
          <p:cNvSpPr/>
          <p:nvPr userDrawn="1"/>
        </p:nvSpPr>
        <p:spPr>
          <a:xfrm>
            <a:off x="1572992" y="3129041"/>
            <a:ext cx="1171426" cy="117142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reeform 22">
            <a:extLst>
              <a:ext uri="{FF2B5EF4-FFF2-40B4-BE49-F238E27FC236}">
                <a16:creationId xmlns:a16="http://schemas.microsoft.com/office/drawing/2014/main" id="{B6778843-0916-060B-BB9A-2D5496EE90D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9285854" y="3431214"/>
            <a:ext cx="612621" cy="567081"/>
          </a:xfrm>
          <a:custGeom>
            <a:avLst/>
            <a:gdLst>
              <a:gd name="T0" fmla="*/ 325 w 510"/>
              <a:gd name="T1" fmla="*/ 123 h 470"/>
              <a:gd name="T2" fmla="*/ 311 w 510"/>
              <a:gd name="T3" fmla="*/ 109 h 470"/>
              <a:gd name="T4" fmla="*/ 506 w 510"/>
              <a:gd name="T5" fmla="*/ 182 h 470"/>
              <a:gd name="T6" fmla="*/ 427 w 510"/>
              <a:gd name="T7" fmla="*/ 165 h 470"/>
              <a:gd name="T8" fmla="*/ 63 w 510"/>
              <a:gd name="T9" fmla="*/ 64 h 470"/>
              <a:gd name="T10" fmla="*/ 103 w 510"/>
              <a:gd name="T11" fmla="*/ 402 h 470"/>
              <a:gd name="T12" fmla="*/ 82 w 510"/>
              <a:gd name="T13" fmla="*/ 470 h 470"/>
              <a:gd name="T14" fmla="*/ 163 w 510"/>
              <a:gd name="T15" fmla="*/ 427 h 470"/>
              <a:gd name="T16" fmla="*/ 292 w 510"/>
              <a:gd name="T17" fmla="*/ 465 h 470"/>
              <a:gd name="T18" fmla="*/ 360 w 510"/>
              <a:gd name="T19" fmla="*/ 465 h 470"/>
              <a:gd name="T20" fmla="*/ 370 w 510"/>
              <a:gd name="T21" fmla="*/ 370 h 470"/>
              <a:gd name="T22" fmla="*/ 508 w 510"/>
              <a:gd name="T23" fmla="*/ 263 h 470"/>
              <a:gd name="T24" fmla="*/ 475 w 510"/>
              <a:gd name="T25" fmla="*/ 185 h 470"/>
              <a:gd name="T26" fmla="*/ 406 w 510"/>
              <a:gd name="T27" fmla="*/ 185 h 470"/>
              <a:gd name="T28" fmla="*/ 99 w 510"/>
              <a:gd name="T29" fmla="*/ 450 h 470"/>
              <a:gd name="T30" fmla="*/ 127 w 510"/>
              <a:gd name="T31" fmla="*/ 450 h 470"/>
              <a:gd name="T32" fmla="*/ 290 w 510"/>
              <a:gd name="T33" fmla="*/ 421 h 470"/>
              <a:gd name="T34" fmla="*/ 356 w 510"/>
              <a:gd name="T35" fmla="*/ 356 h 470"/>
              <a:gd name="T36" fmla="*/ 311 w 510"/>
              <a:gd name="T37" fmla="*/ 390 h 470"/>
              <a:gd name="T38" fmla="*/ 217 w 510"/>
              <a:gd name="T39" fmla="*/ 414 h 470"/>
              <a:gd name="T40" fmla="*/ 122 w 510"/>
              <a:gd name="T41" fmla="*/ 390 h 470"/>
              <a:gd name="T42" fmla="*/ 78 w 510"/>
              <a:gd name="T43" fmla="*/ 356 h 470"/>
              <a:gd name="T44" fmla="*/ 217 w 510"/>
              <a:gd name="T45" fmla="*/ 20 h 470"/>
              <a:gd name="T46" fmla="*/ 402 w 510"/>
              <a:gd name="T47" fmla="*/ 165 h 470"/>
              <a:gd name="T48" fmla="*/ 351 w 510"/>
              <a:gd name="T49" fmla="*/ 143 h 470"/>
              <a:gd name="T50" fmla="*/ 350 w 510"/>
              <a:gd name="T51" fmla="*/ 207 h 470"/>
              <a:gd name="T52" fmla="*/ 217 w 510"/>
              <a:gd name="T53" fmla="*/ 128 h 470"/>
              <a:gd name="T54" fmla="*/ 153 w 510"/>
              <a:gd name="T55" fmla="*/ 280 h 470"/>
              <a:gd name="T56" fmla="*/ 306 w 510"/>
              <a:gd name="T57" fmla="*/ 227 h 470"/>
              <a:gd name="T58" fmla="*/ 217 w 510"/>
              <a:gd name="T59" fmla="*/ 350 h 470"/>
              <a:gd name="T60" fmla="*/ 123 w 510"/>
              <a:gd name="T61" fmla="*/ 123 h 470"/>
              <a:gd name="T62" fmla="*/ 291 w 510"/>
              <a:gd name="T63" fmla="*/ 83 h 470"/>
              <a:gd name="T64" fmla="*/ 64 w 510"/>
              <a:gd name="T65" fmla="*/ 217 h 470"/>
              <a:gd name="T66" fmla="*/ 325 w 510"/>
              <a:gd name="T67" fmla="*/ 325 h 470"/>
              <a:gd name="T68" fmla="*/ 402 w 510"/>
              <a:gd name="T69" fmla="*/ 269 h 470"/>
              <a:gd name="T70" fmla="*/ 249 w 510"/>
              <a:gd name="T71" fmla="*/ 198 h 470"/>
              <a:gd name="T72" fmla="*/ 207 w 510"/>
              <a:gd name="T73" fmla="*/ 217 h 470"/>
              <a:gd name="T74" fmla="*/ 241 w 510"/>
              <a:gd name="T75" fmla="*/ 241 h 470"/>
              <a:gd name="T76" fmla="*/ 286 w 510"/>
              <a:gd name="T77" fmla="*/ 227 h 470"/>
              <a:gd name="T78" fmla="*/ 168 w 510"/>
              <a:gd name="T79" fmla="*/ 266 h 470"/>
              <a:gd name="T80" fmla="*/ 217 w 510"/>
              <a:gd name="T81" fmla="*/ 147 h 470"/>
              <a:gd name="T82" fmla="*/ 250 w 510"/>
              <a:gd name="T83" fmla="*/ 207 h 470"/>
              <a:gd name="T84" fmla="*/ 384 w 510"/>
              <a:gd name="T85" fmla="*/ 227 h 470"/>
              <a:gd name="T86" fmla="*/ 406 w 510"/>
              <a:gd name="T87" fmla="*/ 249 h 4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510" h="470">
                <a:moveTo>
                  <a:pt x="311" y="123"/>
                </a:moveTo>
                <a:cubicBezTo>
                  <a:pt x="313" y="125"/>
                  <a:pt x="316" y="126"/>
                  <a:pt x="318" y="126"/>
                </a:cubicBezTo>
                <a:cubicBezTo>
                  <a:pt x="321" y="126"/>
                  <a:pt x="323" y="125"/>
                  <a:pt x="325" y="123"/>
                </a:cubicBezTo>
                <a:cubicBezTo>
                  <a:pt x="329" y="119"/>
                  <a:pt x="329" y="113"/>
                  <a:pt x="325" y="109"/>
                </a:cubicBezTo>
                <a:cubicBezTo>
                  <a:pt x="325" y="109"/>
                  <a:pt x="325" y="109"/>
                  <a:pt x="325" y="109"/>
                </a:cubicBezTo>
                <a:cubicBezTo>
                  <a:pt x="321" y="105"/>
                  <a:pt x="315" y="105"/>
                  <a:pt x="311" y="109"/>
                </a:cubicBezTo>
                <a:cubicBezTo>
                  <a:pt x="307" y="113"/>
                  <a:pt x="307" y="119"/>
                  <a:pt x="311" y="123"/>
                </a:cubicBezTo>
                <a:close/>
                <a:moveTo>
                  <a:pt x="472" y="217"/>
                </a:moveTo>
                <a:cubicBezTo>
                  <a:pt x="506" y="182"/>
                  <a:pt x="506" y="182"/>
                  <a:pt x="506" y="182"/>
                </a:cubicBezTo>
                <a:cubicBezTo>
                  <a:pt x="509" y="180"/>
                  <a:pt x="510" y="175"/>
                  <a:pt x="508" y="172"/>
                </a:cubicBezTo>
                <a:cubicBezTo>
                  <a:pt x="507" y="168"/>
                  <a:pt x="503" y="165"/>
                  <a:pt x="499" y="165"/>
                </a:cubicBezTo>
                <a:cubicBezTo>
                  <a:pt x="427" y="165"/>
                  <a:pt x="427" y="165"/>
                  <a:pt x="427" y="165"/>
                </a:cubicBezTo>
                <a:cubicBezTo>
                  <a:pt x="418" y="127"/>
                  <a:pt x="398" y="92"/>
                  <a:pt x="370" y="64"/>
                </a:cubicBezTo>
                <a:cubicBezTo>
                  <a:pt x="329" y="23"/>
                  <a:pt x="275" y="0"/>
                  <a:pt x="217" y="0"/>
                </a:cubicBezTo>
                <a:cubicBezTo>
                  <a:pt x="159" y="0"/>
                  <a:pt x="104" y="23"/>
                  <a:pt x="63" y="64"/>
                </a:cubicBezTo>
                <a:cubicBezTo>
                  <a:pt x="23" y="105"/>
                  <a:pt x="0" y="159"/>
                  <a:pt x="0" y="217"/>
                </a:cubicBezTo>
                <a:cubicBezTo>
                  <a:pt x="0" y="275"/>
                  <a:pt x="23" y="329"/>
                  <a:pt x="63" y="370"/>
                </a:cubicBezTo>
                <a:cubicBezTo>
                  <a:pt x="76" y="383"/>
                  <a:pt x="89" y="393"/>
                  <a:pt x="103" y="402"/>
                </a:cubicBezTo>
                <a:cubicBezTo>
                  <a:pt x="73" y="455"/>
                  <a:pt x="73" y="455"/>
                  <a:pt x="73" y="455"/>
                </a:cubicBezTo>
                <a:cubicBezTo>
                  <a:pt x="72" y="458"/>
                  <a:pt x="72" y="462"/>
                  <a:pt x="73" y="465"/>
                </a:cubicBezTo>
                <a:cubicBezTo>
                  <a:pt x="75" y="468"/>
                  <a:pt x="78" y="470"/>
                  <a:pt x="82" y="470"/>
                </a:cubicBezTo>
                <a:cubicBezTo>
                  <a:pt x="133" y="470"/>
                  <a:pt x="133" y="470"/>
                  <a:pt x="133" y="470"/>
                </a:cubicBezTo>
                <a:cubicBezTo>
                  <a:pt x="137" y="470"/>
                  <a:pt x="140" y="468"/>
                  <a:pt x="142" y="465"/>
                </a:cubicBezTo>
                <a:cubicBezTo>
                  <a:pt x="163" y="427"/>
                  <a:pt x="163" y="427"/>
                  <a:pt x="163" y="427"/>
                </a:cubicBezTo>
                <a:cubicBezTo>
                  <a:pt x="180" y="432"/>
                  <a:pt x="198" y="434"/>
                  <a:pt x="217" y="434"/>
                </a:cubicBezTo>
                <a:cubicBezTo>
                  <a:pt x="235" y="434"/>
                  <a:pt x="253" y="432"/>
                  <a:pt x="270" y="427"/>
                </a:cubicBezTo>
                <a:cubicBezTo>
                  <a:pt x="292" y="465"/>
                  <a:pt x="292" y="465"/>
                  <a:pt x="292" y="465"/>
                </a:cubicBezTo>
                <a:cubicBezTo>
                  <a:pt x="293" y="468"/>
                  <a:pt x="297" y="470"/>
                  <a:pt x="300" y="470"/>
                </a:cubicBezTo>
                <a:cubicBezTo>
                  <a:pt x="351" y="470"/>
                  <a:pt x="351" y="470"/>
                  <a:pt x="351" y="470"/>
                </a:cubicBezTo>
                <a:cubicBezTo>
                  <a:pt x="355" y="470"/>
                  <a:pt x="358" y="468"/>
                  <a:pt x="360" y="465"/>
                </a:cubicBezTo>
                <a:cubicBezTo>
                  <a:pt x="362" y="462"/>
                  <a:pt x="362" y="458"/>
                  <a:pt x="360" y="455"/>
                </a:cubicBezTo>
                <a:cubicBezTo>
                  <a:pt x="330" y="402"/>
                  <a:pt x="330" y="402"/>
                  <a:pt x="330" y="402"/>
                </a:cubicBezTo>
                <a:cubicBezTo>
                  <a:pt x="344" y="393"/>
                  <a:pt x="358" y="383"/>
                  <a:pt x="370" y="370"/>
                </a:cubicBezTo>
                <a:cubicBezTo>
                  <a:pt x="398" y="342"/>
                  <a:pt x="418" y="307"/>
                  <a:pt x="427" y="269"/>
                </a:cubicBezTo>
                <a:cubicBezTo>
                  <a:pt x="499" y="269"/>
                  <a:pt x="499" y="269"/>
                  <a:pt x="499" y="269"/>
                </a:cubicBezTo>
                <a:cubicBezTo>
                  <a:pt x="503" y="269"/>
                  <a:pt x="507" y="266"/>
                  <a:pt x="508" y="263"/>
                </a:cubicBezTo>
                <a:cubicBezTo>
                  <a:pt x="510" y="259"/>
                  <a:pt x="509" y="255"/>
                  <a:pt x="506" y="252"/>
                </a:cubicBezTo>
                <a:lnTo>
                  <a:pt x="472" y="217"/>
                </a:lnTo>
                <a:close/>
                <a:moveTo>
                  <a:pt x="475" y="185"/>
                </a:moveTo>
                <a:cubicBezTo>
                  <a:pt x="453" y="207"/>
                  <a:pt x="453" y="207"/>
                  <a:pt x="453" y="207"/>
                </a:cubicBezTo>
                <a:cubicBezTo>
                  <a:pt x="384" y="207"/>
                  <a:pt x="384" y="207"/>
                  <a:pt x="384" y="207"/>
                </a:cubicBezTo>
                <a:cubicBezTo>
                  <a:pt x="406" y="185"/>
                  <a:pt x="406" y="185"/>
                  <a:pt x="406" y="185"/>
                </a:cubicBezTo>
                <a:lnTo>
                  <a:pt x="475" y="185"/>
                </a:lnTo>
                <a:close/>
                <a:moveTo>
                  <a:pt x="127" y="450"/>
                </a:moveTo>
                <a:cubicBezTo>
                  <a:pt x="99" y="450"/>
                  <a:pt x="99" y="450"/>
                  <a:pt x="99" y="450"/>
                </a:cubicBezTo>
                <a:cubicBezTo>
                  <a:pt x="121" y="412"/>
                  <a:pt x="121" y="412"/>
                  <a:pt x="121" y="412"/>
                </a:cubicBezTo>
                <a:cubicBezTo>
                  <a:pt x="128" y="415"/>
                  <a:pt x="136" y="418"/>
                  <a:pt x="144" y="421"/>
                </a:cubicBezTo>
                <a:lnTo>
                  <a:pt x="127" y="450"/>
                </a:lnTo>
                <a:close/>
                <a:moveTo>
                  <a:pt x="334" y="450"/>
                </a:moveTo>
                <a:cubicBezTo>
                  <a:pt x="306" y="450"/>
                  <a:pt x="306" y="450"/>
                  <a:pt x="306" y="450"/>
                </a:cubicBezTo>
                <a:cubicBezTo>
                  <a:pt x="290" y="421"/>
                  <a:pt x="290" y="421"/>
                  <a:pt x="290" y="421"/>
                </a:cubicBezTo>
                <a:cubicBezTo>
                  <a:pt x="298" y="418"/>
                  <a:pt x="305" y="415"/>
                  <a:pt x="313" y="412"/>
                </a:cubicBezTo>
                <a:lnTo>
                  <a:pt x="334" y="450"/>
                </a:lnTo>
                <a:close/>
                <a:moveTo>
                  <a:pt x="356" y="356"/>
                </a:moveTo>
                <a:cubicBezTo>
                  <a:pt x="343" y="369"/>
                  <a:pt x="328" y="380"/>
                  <a:pt x="312" y="389"/>
                </a:cubicBezTo>
                <a:cubicBezTo>
                  <a:pt x="312" y="389"/>
                  <a:pt x="312" y="389"/>
                  <a:pt x="312" y="390"/>
                </a:cubicBezTo>
                <a:cubicBezTo>
                  <a:pt x="312" y="390"/>
                  <a:pt x="312" y="390"/>
                  <a:pt x="311" y="390"/>
                </a:cubicBezTo>
                <a:cubicBezTo>
                  <a:pt x="299" y="396"/>
                  <a:pt x="287" y="402"/>
                  <a:pt x="273" y="406"/>
                </a:cubicBezTo>
                <a:cubicBezTo>
                  <a:pt x="273" y="406"/>
                  <a:pt x="272" y="406"/>
                  <a:pt x="272" y="406"/>
                </a:cubicBezTo>
                <a:cubicBezTo>
                  <a:pt x="254" y="411"/>
                  <a:pt x="236" y="414"/>
                  <a:pt x="217" y="414"/>
                </a:cubicBezTo>
                <a:cubicBezTo>
                  <a:pt x="198" y="414"/>
                  <a:pt x="179" y="411"/>
                  <a:pt x="162" y="406"/>
                </a:cubicBezTo>
                <a:cubicBezTo>
                  <a:pt x="161" y="406"/>
                  <a:pt x="161" y="406"/>
                  <a:pt x="160" y="406"/>
                </a:cubicBezTo>
                <a:cubicBezTo>
                  <a:pt x="147" y="402"/>
                  <a:pt x="134" y="396"/>
                  <a:pt x="122" y="390"/>
                </a:cubicBezTo>
                <a:cubicBezTo>
                  <a:pt x="122" y="390"/>
                  <a:pt x="122" y="390"/>
                  <a:pt x="122" y="390"/>
                </a:cubicBezTo>
                <a:cubicBezTo>
                  <a:pt x="122" y="389"/>
                  <a:pt x="121" y="389"/>
                  <a:pt x="121" y="389"/>
                </a:cubicBezTo>
                <a:cubicBezTo>
                  <a:pt x="105" y="380"/>
                  <a:pt x="91" y="369"/>
                  <a:pt x="78" y="356"/>
                </a:cubicBezTo>
                <a:cubicBezTo>
                  <a:pt x="40" y="319"/>
                  <a:pt x="20" y="270"/>
                  <a:pt x="20" y="217"/>
                </a:cubicBezTo>
                <a:cubicBezTo>
                  <a:pt x="20" y="165"/>
                  <a:pt x="40" y="115"/>
                  <a:pt x="78" y="78"/>
                </a:cubicBezTo>
                <a:cubicBezTo>
                  <a:pt x="115" y="41"/>
                  <a:pt x="164" y="20"/>
                  <a:pt x="217" y="20"/>
                </a:cubicBezTo>
                <a:cubicBezTo>
                  <a:pt x="269" y="20"/>
                  <a:pt x="319" y="41"/>
                  <a:pt x="356" y="78"/>
                </a:cubicBezTo>
                <a:cubicBezTo>
                  <a:pt x="380" y="102"/>
                  <a:pt x="398" y="132"/>
                  <a:pt x="407" y="165"/>
                </a:cubicBezTo>
                <a:cubicBezTo>
                  <a:pt x="402" y="165"/>
                  <a:pt x="402" y="165"/>
                  <a:pt x="402" y="165"/>
                </a:cubicBezTo>
                <a:cubicBezTo>
                  <a:pt x="399" y="165"/>
                  <a:pt x="396" y="167"/>
                  <a:pt x="395" y="168"/>
                </a:cubicBezTo>
                <a:cubicBezTo>
                  <a:pt x="368" y="195"/>
                  <a:pt x="368" y="195"/>
                  <a:pt x="368" y="195"/>
                </a:cubicBezTo>
                <a:cubicBezTo>
                  <a:pt x="366" y="177"/>
                  <a:pt x="360" y="159"/>
                  <a:pt x="351" y="143"/>
                </a:cubicBezTo>
                <a:cubicBezTo>
                  <a:pt x="348" y="138"/>
                  <a:pt x="342" y="137"/>
                  <a:pt x="337" y="139"/>
                </a:cubicBezTo>
                <a:cubicBezTo>
                  <a:pt x="333" y="142"/>
                  <a:pt x="331" y="148"/>
                  <a:pt x="333" y="153"/>
                </a:cubicBezTo>
                <a:cubicBezTo>
                  <a:pt x="343" y="170"/>
                  <a:pt x="348" y="188"/>
                  <a:pt x="350" y="207"/>
                </a:cubicBezTo>
                <a:cubicBezTo>
                  <a:pt x="306" y="207"/>
                  <a:pt x="306" y="207"/>
                  <a:pt x="306" y="207"/>
                </a:cubicBezTo>
                <a:cubicBezTo>
                  <a:pt x="303" y="187"/>
                  <a:pt x="295" y="168"/>
                  <a:pt x="280" y="154"/>
                </a:cubicBezTo>
                <a:cubicBezTo>
                  <a:pt x="263" y="137"/>
                  <a:pt x="241" y="128"/>
                  <a:pt x="217" y="128"/>
                </a:cubicBezTo>
                <a:cubicBezTo>
                  <a:pt x="193" y="128"/>
                  <a:pt x="170" y="137"/>
                  <a:pt x="153" y="154"/>
                </a:cubicBezTo>
                <a:cubicBezTo>
                  <a:pt x="137" y="171"/>
                  <a:pt x="127" y="193"/>
                  <a:pt x="127" y="217"/>
                </a:cubicBezTo>
                <a:cubicBezTo>
                  <a:pt x="127" y="241"/>
                  <a:pt x="137" y="263"/>
                  <a:pt x="153" y="280"/>
                </a:cubicBezTo>
                <a:cubicBezTo>
                  <a:pt x="170" y="297"/>
                  <a:pt x="193" y="307"/>
                  <a:pt x="217" y="307"/>
                </a:cubicBezTo>
                <a:cubicBezTo>
                  <a:pt x="241" y="307"/>
                  <a:pt x="263" y="297"/>
                  <a:pt x="280" y="280"/>
                </a:cubicBezTo>
                <a:cubicBezTo>
                  <a:pt x="295" y="266"/>
                  <a:pt x="303" y="247"/>
                  <a:pt x="306" y="227"/>
                </a:cubicBezTo>
                <a:cubicBezTo>
                  <a:pt x="349" y="227"/>
                  <a:pt x="349" y="227"/>
                  <a:pt x="349" y="227"/>
                </a:cubicBezTo>
                <a:cubicBezTo>
                  <a:pt x="347" y="258"/>
                  <a:pt x="334" y="288"/>
                  <a:pt x="311" y="311"/>
                </a:cubicBezTo>
                <a:cubicBezTo>
                  <a:pt x="286" y="336"/>
                  <a:pt x="252" y="350"/>
                  <a:pt x="217" y="350"/>
                </a:cubicBezTo>
                <a:cubicBezTo>
                  <a:pt x="181" y="350"/>
                  <a:pt x="148" y="336"/>
                  <a:pt x="123" y="311"/>
                </a:cubicBezTo>
                <a:cubicBezTo>
                  <a:pt x="97" y="286"/>
                  <a:pt x="84" y="253"/>
                  <a:pt x="84" y="217"/>
                </a:cubicBezTo>
                <a:cubicBezTo>
                  <a:pt x="84" y="182"/>
                  <a:pt x="97" y="148"/>
                  <a:pt x="123" y="123"/>
                </a:cubicBezTo>
                <a:cubicBezTo>
                  <a:pt x="164" y="81"/>
                  <a:pt x="230" y="72"/>
                  <a:pt x="281" y="100"/>
                </a:cubicBezTo>
                <a:cubicBezTo>
                  <a:pt x="286" y="103"/>
                  <a:pt x="292" y="101"/>
                  <a:pt x="295" y="96"/>
                </a:cubicBezTo>
                <a:cubicBezTo>
                  <a:pt x="297" y="92"/>
                  <a:pt x="296" y="86"/>
                  <a:pt x="291" y="83"/>
                </a:cubicBezTo>
                <a:cubicBezTo>
                  <a:pt x="262" y="67"/>
                  <a:pt x="229" y="61"/>
                  <a:pt x="196" y="65"/>
                </a:cubicBezTo>
                <a:cubicBezTo>
                  <a:pt x="163" y="70"/>
                  <a:pt x="132" y="85"/>
                  <a:pt x="108" y="109"/>
                </a:cubicBezTo>
                <a:cubicBezTo>
                  <a:pt x="80" y="138"/>
                  <a:pt x="64" y="176"/>
                  <a:pt x="64" y="217"/>
                </a:cubicBezTo>
                <a:cubicBezTo>
                  <a:pt x="64" y="258"/>
                  <a:pt x="80" y="296"/>
                  <a:pt x="108" y="325"/>
                </a:cubicBezTo>
                <a:cubicBezTo>
                  <a:pt x="137" y="354"/>
                  <a:pt x="176" y="370"/>
                  <a:pt x="217" y="370"/>
                </a:cubicBezTo>
                <a:cubicBezTo>
                  <a:pt x="258" y="370"/>
                  <a:pt x="296" y="354"/>
                  <a:pt x="325" y="325"/>
                </a:cubicBezTo>
                <a:cubicBezTo>
                  <a:pt x="349" y="302"/>
                  <a:pt x="363" y="272"/>
                  <a:pt x="368" y="239"/>
                </a:cubicBezTo>
                <a:cubicBezTo>
                  <a:pt x="395" y="266"/>
                  <a:pt x="395" y="266"/>
                  <a:pt x="395" y="266"/>
                </a:cubicBezTo>
                <a:cubicBezTo>
                  <a:pt x="396" y="268"/>
                  <a:pt x="399" y="269"/>
                  <a:pt x="402" y="269"/>
                </a:cubicBezTo>
                <a:cubicBezTo>
                  <a:pt x="407" y="269"/>
                  <a:pt x="407" y="269"/>
                  <a:pt x="407" y="269"/>
                </a:cubicBezTo>
                <a:cubicBezTo>
                  <a:pt x="398" y="302"/>
                  <a:pt x="380" y="332"/>
                  <a:pt x="356" y="356"/>
                </a:cubicBezTo>
                <a:close/>
                <a:moveTo>
                  <a:pt x="249" y="198"/>
                </a:moveTo>
                <a:cubicBezTo>
                  <a:pt x="246" y="194"/>
                  <a:pt x="240" y="192"/>
                  <a:pt x="236" y="195"/>
                </a:cubicBezTo>
                <a:cubicBezTo>
                  <a:pt x="212" y="208"/>
                  <a:pt x="212" y="208"/>
                  <a:pt x="212" y="208"/>
                </a:cubicBezTo>
                <a:cubicBezTo>
                  <a:pt x="209" y="210"/>
                  <a:pt x="207" y="214"/>
                  <a:pt x="207" y="217"/>
                </a:cubicBezTo>
                <a:cubicBezTo>
                  <a:pt x="207" y="221"/>
                  <a:pt x="209" y="224"/>
                  <a:pt x="212" y="226"/>
                </a:cubicBezTo>
                <a:cubicBezTo>
                  <a:pt x="236" y="239"/>
                  <a:pt x="236" y="239"/>
                  <a:pt x="236" y="239"/>
                </a:cubicBezTo>
                <a:cubicBezTo>
                  <a:pt x="237" y="240"/>
                  <a:pt x="239" y="241"/>
                  <a:pt x="241" y="241"/>
                </a:cubicBezTo>
                <a:cubicBezTo>
                  <a:pt x="244" y="241"/>
                  <a:pt x="247" y="239"/>
                  <a:pt x="249" y="236"/>
                </a:cubicBezTo>
                <a:cubicBezTo>
                  <a:pt x="251" y="233"/>
                  <a:pt x="251" y="230"/>
                  <a:pt x="250" y="227"/>
                </a:cubicBezTo>
                <a:cubicBezTo>
                  <a:pt x="286" y="227"/>
                  <a:pt x="286" y="227"/>
                  <a:pt x="286" y="227"/>
                </a:cubicBezTo>
                <a:cubicBezTo>
                  <a:pt x="284" y="242"/>
                  <a:pt x="277" y="256"/>
                  <a:pt x="266" y="266"/>
                </a:cubicBezTo>
                <a:cubicBezTo>
                  <a:pt x="253" y="279"/>
                  <a:pt x="235" y="287"/>
                  <a:pt x="217" y="287"/>
                </a:cubicBezTo>
                <a:cubicBezTo>
                  <a:pt x="198" y="287"/>
                  <a:pt x="181" y="279"/>
                  <a:pt x="168" y="266"/>
                </a:cubicBezTo>
                <a:cubicBezTo>
                  <a:pt x="154" y="253"/>
                  <a:pt x="147" y="236"/>
                  <a:pt x="147" y="217"/>
                </a:cubicBezTo>
                <a:cubicBezTo>
                  <a:pt x="147" y="199"/>
                  <a:pt x="154" y="181"/>
                  <a:pt x="168" y="168"/>
                </a:cubicBezTo>
                <a:cubicBezTo>
                  <a:pt x="181" y="155"/>
                  <a:pt x="198" y="147"/>
                  <a:pt x="217" y="147"/>
                </a:cubicBezTo>
                <a:cubicBezTo>
                  <a:pt x="235" y="147"/>
                  <a:pt x="253" y="155"/>
                  <a:pt x="266" y="168"/>
                </a:cubicBezTo>
                <a:cubicBezTo>
                  <a:pt x="277" y="179"/>
                  <a:pt x="284" y="192"/>
                  <a:pt x="286" y="207"/>
                </a:cubicBezTo>
                <a:cubicBezTo>
                  <a:pt x="250" y="207"/>
                  <a:pt x="250" y="207"/>
                  <a:pt x="250" y="207"/>
                </a:cubicBezTo>
                <a:cubicBezTo>
                  <a:pt x="251" y="204"/>
                  <a:pt x="251" y="201"/>
                  <a:pt x="249" y="198"/>
                </a:cubicBezTo>
                <a:close/>
                <a:moveTo>
                  <a:pt x="406" y="249"/>
                </a:moveTo>
                <a:cubicBezTo>
                  <a:pt x="384" y="227"/>
                  <a:pt x="384" y="227"/>
                  <a:pt x="384" y="227"/>
                </a:cubicBezTo>
                <a:cubicBezTo>
                  <a:pt x="453" y="227"/>
                  <a:pt x="453" y="227"/>
                  <a:pt x="453" y="227"/>
                </a:cubicBezTo>
                <a:cubicBezTo>
                  <a:pt x="475" y="249"/>
                  <a:pt x="475" y="249"/>
                  <a:pt x="475" y="249"/>
                </a:cubicBezTo>
                <a:lnTo>
                  <a:pt x="406" y="249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Oval 8">
            <a:extLst>
              <a:ext uri="{FF2B5EF4-FFF2-40B4-BE49-F238E27FC236}">
                <a16:creationId xmlns:a16="http://schemas.microsoft.com/office/drawing/2014/main" id="{80FF01B8-EABB-CA71-BAC4-2ED972732761}"/>
              </a:ext>
            </a:extLst>
          </p:cNvPr>
          <p:cNvSpPr/>
          <p:nvPr userDrawn="1"/>
        </p:nvSpPr>
        <p:spPr>
          <a:xfrm>
            <a:off x="4153374" y="3129041"/>
            <a:ext cx="1171426" cy="117142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form 25">
            <a:extLst>
              <a:ext uri="{FF2B5EF4-FFF2-40B4-BE49-F238E27FC236}">
                <a16:creationId xmlns:a16="http://schemas.microsoft.com/office/drawing/2014/main" id="{CDD56A75-ED5B-9673-73D4-567BEECE4DC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4509219" y="3484343"/>
            <a:ext cx="459736" cy="460823"/>
          </a:xfrm>
          <a:custGeom>
            <a:avLst/>
            <a:gdLst>
              <a:gd name="T0" fmla="*/ 23 w 383"/>
              <a:gd name="T1" fmla="*/ 57 h 382"/>
              <a:gd name="T2" fmla="*/ 58 w 383"/>
              <a:gd name="T3" fmla="*/ 23 h 382"/>
              <a:gd name="T4" fmla="*/ 58 w 383"/>
              <a:gd name="T5" fmla="*/ 0 h 382"/>
              <a:gd name="T6" fmla="*/ 1 w 383"/>
              <a:gd name="T7" fmla="*/ 11 h 382"/>
              <a:gd name="T8" fmla="*/ 12 w 383"/>
              <a:gd name="T9" fmla="*/ 68 h 382"/>
              <a:gd name="T10" fmla="*/ 23 w 383"/>
              <a:gd name="T11" fmla="*/ 360 h 382"/>
              <a:gd name="T12" fmla="*/ 12 w 383"/>
              <a:gd name="T13" fmla="*/ 314 h 382"/>
              <a:gd name="T14" fmla="*/ 1 w 383"/>
              <a:gd name="T15" fmla="*/ 371 h 382"/>
              <a:gd name="T16" fmla="*/ 58 w 383"/>
              <a:gd name="T17" fmla="*/ 382 h 382"/>
              <a:gd name="T18" fmla="*/ 58 w 383"/>
              <a:gd name="T19" fmla="*/ 360 h 382"/>
              <a:gd name="T20" fmla="*/ 326 w 383"/>
              <a:gd name="T21" fmla="*/ 0 h 382"/>
              <a:gd name="T22" fmla="*/ 326 w 383"/>
              <a:gd name="T23" fmla="*/ 23 h 382"/>
              <a:gd name="T24" fmla="*/ 360 w 383"/>
              <a:gd name="T25" fmla="*/ 57 h 382"/>
              <a:gd name="T26" fmla="*/ 383 w 383"/>
              <a:gd name="T27" fmla="*/ 57 h 382"/>
              <a:gd name="T28" fmla="*/ 371 w 383"/>
              <a:gd name="T29" fmla="*/ 0 h 382"/>
              <a:gd name="T30" fmla="*/ 360 w 383"/>
              <a:gd name="T31" fmla="*/ 325 h 382"/>
              <a:gd name="T32" fmla="*/ 326 w 383"/>
              <a:gd name="T33" fmla="*/ 360 h 382"/>
              <a:gd name="T34" fmla="*/ 326 w 383"/>
              <a:gd name="T35" fmla="*/ 382 h 382"/>
              <a:gd name="T36" fmla="*/ 383 w 383"/>
              <a:gd name="T37" fmla="*/ 371 h 382"/>
              <a:gd name="T38" fmla="*/ 371 w 383"/>
              <a:gd name="T39" fmla="*/ 314 h 382"/>
              <a:gd name="T40" fmla="*/ 113 w 383"/>
              <a:gd name="T41" fmla="*/ 191 h 382"/>
              <a:gd name="T42" fmla="*/ 270 w 383"/>
              <a:gd name="T43" fmla="*/ 191 h 382"/>
              <a:gd name="T44" fmla="*/ 192 w 383"/>
              <a:gd name="T45" fmla="*/ 247 h 382"/>
              <a:gd name="T46" fmla="*/ 192 w 383"/>
              <a:gd name="T47" fmla="*/ 135 h 382"/>
              <a:gd name="T48" fmla="*/ 192 w 383"/>
              <a:gd name="T49" fmla="*/ 247 h 382"/>
              <a:gd name="T50" fmla="*/ 192 w 383"/>
              <a:gd name="T51" fmla="*/ 68 h 382"/>
              <a:gd name="T52" fmla="*/ 3 w 383"/>
              <a:gd name="T53" fmla="*/ 185 h 382"/>
              <a:gd name="T54" fmla="*/ 58 w 383"/>
              <a:gd name="T55" fmla="*/ 256 h 382"/>
              <a:gd name="T56" fmla="*/ 326 w 383"/>
              <a:gd name="T57" fmla="*/ 256 h 382"/>
              <a:gd name="T58" fmla="*/ 381 w 383"/>
              <a:gd name="T59" fmla="*/ 185 h 382"/>
              <a:gd name="T60" fmla="*/ 312 w 383"/>
              <a:gd name="T61" fmla="*/ 238 h 382"/>
              <a:gd name="T62" fmla="*/ 72 w 383"/>
              <a:gd name="T63" fmla="*/ 239 h 382"/>
              <a:gd name="T64" fmla="*/ 72 w 383"/>
              <a:gd name="T65" fmla="*/ 144 h 382"/>
              <a:gd name="T66" fmla="*/ 311 w 383"/>
              <a:gd name="T67" fmla="*/ 143 h 382"/>
              <a:gd name="T68" fmla="*/ 312 w 383"/>
              <a:gd name="T69" fmla="*/ 238 h 382"/>
              <a:gd name="T70" fmla="*/ 158 w 383"/>
              <a:gd name="T71" fmla="*/ 191 h 382"/>
              <a:gd name="T72" fmla="*/ 225 w 383"/>
              <a:gd name="T73" fmla="*/ 191 h 382"/>
              <a:gd name="T74" fmla="*/ 192 w 383"/>
              <a:gd name="T75" fmla="*/ 202 h 382"/>
              <a:gd name="T76" fmla="*/ 192 w 383"/>
              <a:gd name="T77" fmla="*/ 180 h 382"/>
              <a:gd name="T78" fmla="*/ 192 w 383"/>
              <a:gd name="T79" fmla="*/ 202 h 3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383" h="382">
                <a:moveTo>
                  <a:pt x="12" y="68"/>
                </a:moveTo>
                <a:cubicBezTo>
                  <a:pt x="18" y="68"/>
                  <a:pt x="23" y="63"/>
                  <a:pt x="23" y="57"/>
                </a:cubicBezTo>
                <a:cubicBezTo>
                  <a:pt x="23" y="23"/>
                  <a:pt x="23" y="23"/>
                  <a:pt x="23" y="23"/>
                </a:cubicBezTo>
                <a:cubicBezTo>
                  <a:pt x="58" y="23"/>
                  <a:pt x="58" y="23"/>
                  <a:pt x="58" y="23"/>
                </a:cubicBezTo>
                <a:cubicBezTo>
                  <a:pt x="64" y="23"/>
                  <a:pt x="69" y="18"/>
                  <a:pt x="69" y="11"/>
                </a:cubicBezTo>
                <a:cubicBezTo>
                  <a:pt x="69" y="5"/>
                  <a:pt x="64" y="0"/>
                  <a:pt x="58" y="0"/>
                </a:cubicBezTo>
                <a:cubicBezTo>
                  <a:pt x="12" y="0"/>
                  <a:pt x="12" y="0"/>
                  <a:pt x="12" y="0"/>
                </a:cubicBezTo>
                <a:cubicBezTo>
                  <a:pt x="6" y="0"/>
                  <a:pt x="1" y="5"/>
                  <a:pt x="1" y="11"/>
                </a:cubicBezTo>
                <a:cubicBezTo>
                  <a:pt x="1" y="57"/>
                  <a:pt x="1" y="57"/>
                  <a:pt x="1" y="57"/>
                </a:cubicBezTo>
                <a:cubicBezTo>
                  <a:pt x="1" y="63"/>
                  <a:pt x="6" y="68"/>
                  <a:pt x="12" y="68"/>
                </a:cubicBezTo>
                <a:close/>
                <a:moveTo>
                  <a:pt x="58" y="360"/>
                </a:moveTo>
                <a:cubicBezTo>
                  <a:pt x="23" y="360"/>
                  <a:pt x="23" y="360"/>
                  <a:pt x="23" y="360"/>
                </a:cubicBezTo>
                <a:cubicBezTo>
                  <a:pt x="23" y="325"/>
                  <a:pt x="23" y="325"/>
                  <a:pt x="23" y="325"/>
                </a:cubicBezTo>
                <a:cubicBezTo>
                  <a:pt x="23" y="319"/>
                  <a:pt x="18" y="314"/>
                  <a:pt x="12" y="314"/>
                </a:cubicBezTo>
                <a:cubicBezTo>
                  <a:pt x="6" y="314"/>
                  <a:pt x="1" y="319"/>
                  <a:pt x="1" y="325"/>
                </a:cubicBezTo>
                <a:cubicBezTo>
                  <a:pt x="1" y="371"/>
                  <a:pt x="1" y="371"/>
                  <a:pt x="1" y="371"/>
                </a:cubicBezTo>
                <a:cubicBezTo>
                  <a:pt x="1" y="377"/>
                  <a:pt x="6" y="382"/>
                  <a:pt x="12" y="382"/>
                </a:cubicBezTo>
                <a:cubicBezTo>
                  <a:pt x="58" y="382"/>
                  <a:pt x="58" y="382"/>
                  <a:pt x="58" y="382"/>
                </a:cubicBezTo>
                <a:cubicBezTo>
                  <a:pt x="64" y="382"/>
                  <a:pt x="69" y="377"/>
                  <a:pt x="69" y="371"/>
                </a:cubicBezTo>
                <a:cubicBezTo>
                  <a:pt x="69" y="365"/>
                  <a:pt x="64" y="360"/>
                  <a:pt x="58" y="360"/>
                </a:cubicBezTo>
                <a:close/>
                <a:moveTo>
                  <a:pt x="371" y="0"/>
                </a:moveTo>
                <a:cubicBezTo>
                  <a:pt x="326" y="0"/>
                  <a:pt x="326" y="0"/>
                  <a:pt x="326" y="0"/>
                </a:cubicBezTo>
                <a:cubicBezTo>
                  <a:pt x="320" y="0"/>
                  <a:pt x="315" y="5"/>
                  <a:pt x="315" y="11"/>
                </a:cubicBezTo>
                <a:cubicBezTo>
                  <a:pt x="315" y="18"/>
                  <a:pt x="320" y="23"/>
                  <a:pt x="326" y="23"/>
                </a:cubicBezTo>
                <a:cubicBezTo>
                  <a:pt x="360" y="23"/>
                  <a:pt x="360" y="23"/>
                  <a:pt x="360" y="23"/>
                </a:cubicBezTo>
                <a:cubicBezTo>
                  <a:pt x="360" y="57"/>
                  <a:pt x="360" y="57"/>
                  <a:pt x="360" y="57"/>
                </a:cubicBezTo>
                <a:cubicBezTo>
                  <a:pt x="360" y="63"/>
                  <a:pt x="365" y="68"/>
                  <a:pt x="371" y="68"/>
                </a:cubicBezTo>
                <a:cubicBezTo>
                  <a:pt x="378" y="68"/>
                  <a:pt x="383" y="63"/>
                  <a:pt x="383" y="57"/>
                </a:cubicBezTo>
                <a:cubicBezTo>
                  <a:pt x="383" y="11"/>
                  <a:pt x="383" y="11"/>
                  <a:pt x="383" y="11"/>
                </a:cubicBezTo>
                <a:cubicBezTo>
                  <a:pt x="383" y="5"/>
                  <a:pt x="378" y="0"/>
                  <a:pt x="371" y="0"/>
                </a:cubicBezTo>
                <a:close/>
                <a:moveTo>
                  <a:pt x="371" y="314"/>
                </a:moveTo>
                <a:cubicBezTo>
                  <a:pt x="365" y="314"/>
                  <a:pt x="360" y="319"/>
                  <a:pt x="360" y="325"/>
                </a:cubicBezTo>
                <a:cubicBezTo>
                  <a:pt x="360" y="360"/>
                  <a:pt x="360" y="360"/>
                  <a:pt x="360" y="360"/>
                </a:cubicBezTo>
                <a:cubicBezTo>
                  <a:pt x="326" y="360"/>
                  <a:pt x="326" y="360"/>
                  <a:pt x="326" y="360"/>
                </a:cubicBezTo>
                <a:cubicBezTo>
                  <a:pt x="320" y="360"/>
                  <a:pt x="315" y="365"/>
                  <a:pt x="315" y="371"/>
                </a:cubicBezTo>
                <a:cubicBezTo>
                  <a:pt x="315" y="377"/>
                  <a:pt x="320" y="382"/>
                  <a:pt x="326" y="382"/>
                </a:cubicBezTo>
                <a:cubicBezTo>
                  <a:pt x="371" y="382"/>
                  <a:pt x="371" y="382"/>
                  <a:pt x="371" y="382"/>
                </a:cubicBezTo>
                <a:cubicBezTo>
                  <a:pt x="378" y="382"/>
                  <a:pt x="383" y="377"/>
                  <a:pt x="383" y="371"/>
                </a:cubicBezTo>
                <a:cubicBezTo>
                  <a:pt x="383" y="325"/>
                  <a:pt x="383" y="325"/>
                  <a:pt x="383" y="325"/>
                </a:cubicBezTo>
                <a:cubicBezTo>
                  <a:pt x="383" y="319"/>
                  <a:pt x="378" y="314"/>
                  <a:pt x="371" y="314"/>
                </a:cubicBezTo>
                <a:close/>
                <a:moveTo>
                  <a:pt x="192" y="113"/>
                </a:moveTo>
                <a:cubicBezTo>
                  <a:pt x="149" y="113"/>
                  <a:pt x="113" y="148"/>
                  <a:pt x="113" y="191"/>
                </a:cubicBezTo>
                <a:cubicBezTo>
                  <a:pt x="113" y="234"/>
                  <a:pt x="149" y="269"/>
                  <a:pt x="192" y="269"/>
                </a:cubicBezTo>
                <a:cubicBezTo>
                  <a:pt x="235" y="269"/>
                  <a:pt x="270" y="234"/>
                  <a:pt x="270" y="191"/>
                </a:cubicBezTo>
                <a:cubicBezTo>
                  <a:pt x="270" y="148"/>
                  <a:pt x="235" y="113"/>
                  <a:pt x="192" y="113"/>
                </a:cubicBezTo>
                <a:close/>
                <a:moveTo>
                  <a:pt x="192" y="247"/>
                </a:moveTo>
                <a:cubicBezTo>
                  <a:pt x="161" y="247"/>
                  <a:pt x="136" y="222"/>
                  <a:pt x="136" y="191"/>
                </a:cubicBezTo>
                <a:cubicBezTo>
                  <a:pt x="136" y="160"/>
                  <a:pt x="161" y="135"/>
                  <a:pt x="192" y="135"/>
                </a:cubicBezTo>
                <a:cubicBezTo>
                  <a:pt x="223" y="135"/>
                  <a:pt x="248" y="160"/>
                  <a:pt x="248" y="191"/>
                </a:cubicBezTo>
                <a:cubicBezTo>
                  <a:pt x="248" y="222"/>
                  <a:pt x="223" y="247"/>
                  <a:pt x="192" y="247"/>
                </a:cubicBezTo>
                <a:close/>
                <a:moveTo>
                  <a:pt x="326" y="127"/>
                </a:moveTo>
                <a:cubicBezTo>
                  <a:pt x="288" y="94"/>
                  <a:pt x="242" y="68"/>
                  <a:pt x="192" y="68"/>
                </a:cubicBezTo>
                <a:cubicBezTo>
                  <a:pt x="142" y="68"/>
                  <a:pt x="95" y="94"/>
                  <a:pt x="58" y="127"/>
                </a:cubicBezTo>
                <a:cubicBezTo>
                  <a:pt x="24" y="155"/>
                  <a:pt x="4" y="183"/>
                  <a:pt x="3" y="185"/>
                </a:cubicBezTo>
                <a:cubicBezTo>
                  <a:pt x="0" y="188"/>
                  <a:pt x="0" y="194"/>
                  <a:pt x="3" y="198"/>
                </a:cubicBezTo>
                <a:cubicBezTo>
                  <a:pt x="4" y="199"/>
                  <a:pt x="24" y="227"/>
                  <a:pt x="58" y="256"/>
                </a:cubicBezTo>
                <a:cubicBezTo>
                  <a:pt x="95" y="288"/>
                  <a:pt x="142" y="314"/>
                  <a:pt x="192" y="314"/>
                </a:cubicBezTo>
                <a:cubicBezTo>
                  <a:pt x="242" y="314"/>
                  <a:pt x="288" y="288"/>
                  <a:pt x="326" y="256"/>
                </a:cubicBezTo>
                <a:cubicBezTo>
                  <a:pt x="359" y="227"/>
                  <a:pt x="380" y="199"/>
                  <a:pt x="381" y="198"/>
                </a:cubicBezTo>
                <a:cubicBezTo>
                  <a:pt x="383" y="194"/>
                  <a:pt x="383" y="188"/>
                  <a:pt x="381" y="185"/>
                </a:cubicBezTo>
                <a:cubicBezTo>
                  <a:pt x="380" y="183"/>
                  <a:pt x="359" y="155"/>
                  <a:pt x="326" y="127"/>
                </a:cubicBezTo>
                <a:close/>
                <a:moveTo>
                  <a:pt x="312" y="238"/>
                </a:moveTo>
                <a:cubicBezTo>
                  <a:pt x="281" y="265"/>
                  <a:pt x="238" y="292"/>
                  <a:pt x="192" y="292"/>
                </a:cubicBezTo>
                <a:cubicBezTo>
                  <a:pt x="144" y="292"/>
                  <a:pt x="101" y="263"/>
                  <a:pt x="72" y="239"/>
                </a:cubicBezTo>
                <a:cubicBezTo>
                  <a:pt x="50" y="220"/>
                  <a:pt x="34" y="201"/>
                  <a:pt x="26" y="191"/>
                </a:cubicBezTo>
                <a:cubicBezTo>
                  <a:pt x="34" y="182"/>
                  <a:pt x="50" y="163"/>
                  <a:pt x="72" y="144"/>
                </a:cubicBezTo>
                <a:cubicBezTo>
                  <a:pt x="103" y="117"/>
                  <a:pt x="145" y="90"/>
                  <a:pt x="192" y="90"/>
                </a:cubicBezTo>
                <a:cubicBezTo>
                  <a:pt x="239" y="90"/>
                  <a:pt x="283" y="119"/>
                  <a:pt x="311" y="143"/>
                </a:cubicBezTo>
                <a:cubicBezTo>
                  <a:pt x="333" y="162"/>
                  <a:pt x="349" y="181"/>
                  <a:pt x="357" y="191"/>
                </a:cubicBezTo>
                <a:cubicBezTo>
                  <a:pt x="350" y="201"/>
                  <a:pt x="334" y="219"/>
                  <a:pt x="312" y="238"/>
                </a:cubicBezTo>
                <a:close/>
                <a:moveTo>
                  <a:pt x="192" y="158"/>
                </a:moveTo>
                <a:cubicBezTo>
                  <a:pt x="173" y="158"/>
                  <a:pt x="158" y="173"/>
                  <a:pt x="158" y="191"/>
                </a:cubicBezTo>
                <a:cubicBezTo>
                  <a:pt x="158" y="210"/>
                  <a:pt x="173" y="225"/>
                  <a:pt x="192" y="225"/>
                </a:cubicBezTo>
                <a:cubicBezTo>
                  <a:pt x="210" y="225"/>
                  <a:pt x="225" y="210"/>
                  <a:pt x="225" y="191"/>
                </a:cubicBezTo>
                <a:cubicBezTo>
                  <a:pt x="225" y="173"/>
                  <a:pt x="210" y="158"/>
                  <a:pt x="192" y="158"/>
                </a:cubicBezTo>
                <a:close/>
                <a:moveTo>
                  <a:pt x="192" y="202"/>
                </a:moveTo>
                <a:cubicBezTo>
                  <a:pt x="186" y="202"/>
                  <a:pt x="181" y="197"/>
                  <a:pt x="181" y="191"/>
                </a:cubicBezTo>
                <a:cubicBezTo>
                  <a:pt x="181" y="185"/>
                  <a:pt x="186" y="180"/>
                  <a:pt x="192" y="180"/>
                </a:cubicBezTo>
                <a:cubicBezTo>
                  <a:pt x="198" y="180"/>
                  <a:pt x="203" y="185"/>
                  <a:pt x="203" y="191"/>
                </a:cubicBezTo>
                <a:cubicBezTo>
                  <a:pt x="203" y="197"/>
                  <a:pt x="198" y="202"/>
                  <a:pt x="192" y="202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Oval 13">
            <a:extLst>
              <a:ext uri="{FF2B5EF4-FFF2-40B4-BE49-F238E27FC236}">
                <a16:creationId xmlns:a16="http://schemas.microsoft.com/office/drawing/2014/main" id="{FA76132A-7F86-2A5E-3137-B9891072CBF3}"/>
              </a:ext>
            </a:extLst>
          </p:cNvPr>
          <p:cNvSpPr/>
          <p:nvPr userDrawn="1"/>
        </p:nvSpPr>
        <p:spPr>
          <a:xfrm>
            <a:off x="6544921" y="3129041"/>
            <a:ext cx="1171426" cy="117142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reeform 24">
            <a:extLst>
              <a:ext uri="{FF2B5EF4-FFF2-40B4-BE49-F238E27FC236}">
                <a16:creationId xmlns:a16="http://schemas.microsoft.com/office/drawing/2014/main" id="{24285DD2-1E35-9636-74C0-558D4BFEB430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877779" y="3461302"/>
            <a:ext cx="505710" cy="506905"/>
          </a:xfrm>
          <a:custGeom>
            <a:avLst/>
            <a:gdLst>
              <a:gd name="T0" fmla="*/ 306 w 383"/>
              <a:gd name="T1" fmla="*/ 94 h 381"/>
              <a:gd name="T2" fmla="*/ 50 w 383"/>
              <a:gd name="T3" fmla="*/ 94 h 381"/>
              <a:gd name="T4" fmla="*/ 46 w 383"/>
              <a:gd name="T5" fmla="*/ 96 h 381"/>
              <a:gd name="T6" fmla="*/ 33 w 383"/>
              <a:gd name="T7" fmla="*/ 129 h 381"/>
              <a:gd name="T8" fmla="*/ 51 w 383"/>
              <a:gd name="T9" fmla="*/ 109 h 381"/>
              <a:gd name="T10" fmla="*/ 17 w 383"/>
              <a:gd name="T11" fmla="*/ 168 h 381"/>
              <a:gd name="T12" fmla="*/ 25 w 383"/>
              <a:gd name="T13" fmla="*/ 142 h 381"/>
              <a:gd name="T14" fmla="*/ 7 w 383"/>
              <a:gd name="T15" fmla="*/ 162 h 381"/>
              <a:gd name="T16" fmla="*/ 2 w 383"/>
              <a:gd name="T17" fmla="*/ 177 h 381"/>
              <a:gd name="T18" fmla="*/ 174 w 383"/>
              <a:gd name="T19" fmla="*/ 379 h 381"/>
              <a:gd name="T20" fmla="*/ 257 w 383"/>
              <a:gd name="T21" fmla="*/ 292 h 381"/>
              <a:gd name="T22" fmla="*/ 259 w 383"/>
              <a:gd name="T23" fmla="*/ 281 h 381"/>
              <a:gd name="T24" fmla="*/ 248 w 383"/>
              <a:gd name="T25" fmla="*/ 284 h 381"/>
              <a:gd name="T26" fmla="*/ 192 w 383"/>
              <a:gd name="T27" fmla="*/ 351 h 381"/>
              <a:gd name="T28" fmla="*/ 338 w 383"/>
              <a:gd name="T29" fmla="*/ 180 h 381"/>
              <a:gd name="T30" fmla="*/ 268 w 383"/>
              <a:gd name="T31" fmla="*/ 270 h 381"/>
              <a:gd name="T32" fmla="*/ 354 w 383"/>
              <a:gd name="T33" fmla="*/ 178 h 381"/>
              <a:gd name="T34" fmla="*/ 355 w 383"/>
              <a:gd name="T35" fmla="*/ 175 h 381"/>
              <a:gd name="T36" fmla="*/ 311 w 383"/>
              <a:gd name="T37" fmla="*/ 96 h 381"/>
              <a:gd name="T38" fmla="*/ 166 w 383"/>
              <a:gd name="T39" fmla="*/ 105 h 381"/>
              <a:gd name="T40" fmla="*/ 63 w 383"/>
              <a:gd name="T41" fmla="*/ 105 h 381"/>
              <a:gd name="T42" fmla="*/ 230 w 383"/>
              <a:gd name="T43" fmla="*/ 168 h 381"/>
              <a:gd name="T44" fmla="*/ 178 w 383"/>
              <a:gd name="T45" fmla="*/ 108 h 381"/>
              <a:gd name="T46" fmla="*/ 111 w 383"/>
              <a:gd name="T47" fmla="*/ 180 h 381"/>
              <a:gd name="T48" fmla="*/ 19 w 383"/>
              <a:gd name="T49" fmla="*/ 180 h 381"/>
              <a:gd name="T50" fmla="*/ 123 w 383"/>
              <a:gd name="T51" fmla="*/ 180 h 381"/>
              <a:gd name="T52" fmla="*/ 178 w 383"/>
              <a:gd name="T53" fmla="*/ 357 h 381"/>
              <a:gd name="T54" fmla="*/ 190 w 383"/>
              <a:gd name="T55" fmla="*/ 105 h 381"/>
              <a:gd name="T56" fmla="*/ 242 w 383"/>
              <a:gd name="T57" fmla="*/ 165 h 381"/>
              <a:gd name="T58" fmla="*/ 305 w 383"/>
              <a:gd name="T59" fmla="*/ 109 h 381"/>
              <a:gd name="T60" fmla="*/ 254 w 383"/>
              <a:gd name="T61" fmla="*/ 168 h 381"/>
              <a:gd name="T62" fmla="*/ 279 w 383"/>
              <a:gd name="T63" fmla="*/ 72 h 381"/>
              <a:gd name="T64" fmla="*/ 298 w 383"/>
              <a:gd name="T65" fmla="*/ 72 h 381"/>
              <a:gd name="T66" fmla="*/ 321 w 383"/>
              <a:gd name="T67" fmla="*/ 39 h 381"/>
              <a:gd name="T68" fmla="*/ 298 w 383"/>
              <a:gd name="T69" fmla="*/ 6 h 381"/>
              <a:gd name="T70" fmla="*/ 279 w 383"/>
              <a:gd name="T71" fmla="*/ 6 h 381"/>
              <a:gd name="T72" fmla="*/ 256 w 383"/>
              <a:gd name="T73" fmla="*/ 39 h 381"/>
              <a:gd name="T74" fmla="*/ 289 w 383"/>
              <a:gd name="T75" fmla="*/ 12 h 381"/>
              <a:gd name="T76" fmla="*/ 289 w 383"/>
              <a:gd name="T77" fmla="*/ 65 h 381"/>
              <a:gd name="T78" fmla="*/ 289 w 383"/>
              <a:gd name="T79" fmla="*/ 12 h 381"/>
              <a:gd name="T80" fmla="*/ 364 w 383"/>
              <a:gd name="T81" fmla="*/ 57 h 381"/>
              <a:gd name="T82" fmla="*/ 355 w 383"/>
              <a:gd name="T83" fmla="*/ 51 h 381"/>
              <a:gd name="T84" fmla="*/ 331 w 383"/>
              <a:gd name="T85" fmla="*/ 77 h 381"/>
              <a:gd name="T86" fmla="*/ 331 w 383"/>
              <a:gd name="T87" fmla="*/ 92 h 381"/>
              <a:gd name="T88" fmla="*/ 355 w 383"/>
              <a:gd name="T89" fmla="*/ 118 h 381"/>
              <a:gd name="T90" fmla="*/ 379 w 383"/>
              <a:gd name="T91" fmla="*/ 92 h 381"/>
              <a:gd name="T92" fmla="*/ 379 w 383"/>
              <a:gd name="T93" fmla="*/ 77 h 381"/>
              <a:gd name="T94" fmla="*/ 339 w 383"/>
              <a:gd name="T95" fmla="*/ 85 h 381"/>
              <a:gd name="T96" fmla="*/ 371 w 383"/>
              <a:gd name="T97" fmla="*/ 85 h 3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383" h="381">
                <a:moveTo>
                  <a:pt x="311" y="96"/>
                </a:moveTo>
                <a:cubicBezTo>
                  <a:pt x="310" y="95"/>
                  <a:pt x="308" y="94"/>
                  <a:pt x="306" y="94"/>
                </a:cubicBezTo>
                <a:cubicBezTo>
                  <a:pt x="306" y="94"/>
                  <a:pt x="50" y="94"/>
                  <a:pt x="50" y="94"/>
                </a:cubicBezTo>
                <a:cubicBezTo>
                  <a:pt x="50" y="94"/>
                  <a:pt x="50" y="94"/>
                  <a:pt x="50" y="94"/>
                </a:cubicBezTo>
                <a:cubicBezTo>
                  <a:pt x="48" y="94"/>
                  <a:pt x="47" y="95"/>
                  <a:pt x="46" y="96"/>
                </a:cubicBezTo>
                <a:cubicBezTo>
                  <a:pt x="46" y="96"/>
                  <a:pt x="46" y="96"/>
                  <a:pt x="46" y="96"/>
                </a:cubicBezTo>
                <a:cubicBezTo>
                  <a:pt x="31" y="122"/>
                  <a:pt x="31" y="122"/>
                  <a:pt x="31" y="122"/>
                </a:cubicBezTo>
                <a:cubicBezTo>
                  <a:pt x="29" y="124"/>
                  <a:pt x="30" y="128"/>
                  <a:pt x="33" y="129"/>
                </a:cubicBezTo>
                <a:cubicBezTo>
                  <a:pt x="35" y="131"/>
                  <a:pt x="39" y="130"/>
                  <a:pt x="40" y="127"/>
                </a:cubicBezTo>
                <a:cubicBezTo>
                  <a:pt x="51" y="109"/>
                  <a:pt x="51" y="109"/>
                  <a:pt x="51" y="109"/>
                </a:cubicBezTo>
                <a:cubicBezTo>
                  <a:pt x="103" y="168"/>
                  <a:pt x="103" y="168"/>
                  <a:pt x="103" y="168"/>
                </a:cubicBezTo>
                <a:cubicBezTo>
                  <a:pt x="17" y="168"/>
                  <a:pt x="17" y="168"/>
                  <a:pt x="17" y="168"/>
                </a:cubicBezTo>
                <a:cubicBezTo>
                  <a:pt x="27" y="150"/>
                  <a:pt x="27" y="150"/>
                  <a:pt x="27" y="150"/>
                </a:cubicBezTo>
                <a:cubicBezTo>
                  <a:pt x="29" y="147"/>
                  <a:pt x="28" y="144"/>
                  <a:pt x="25" y="142"/>
                </a:cubicBezTo>
                <a:cubicBezTo>
                  <a:pt x="23" y="140"/>
                  <a:pt x="19" y="141"/>
                  <a:pt x="18" y="144"/>
                </a:cubicBezTo>
                <a:cubicBezTo>
                  <a:pt x="18" y="144"/>
                  <a:pt x="11" y="156"/>
                  <a:pt x="7" y="162"/>
                </a:cubicBezTo>
                <a:cubicBezTo>
                  <a:pt x="6" y="165"/>
                  <a:pt x="4" y="167"/>
                  <a:pt x="3" y="170"/>
                </a:cubicBezTo>
                <a:cubicBezTo>
                  <a:pt x="1" y="172"/>
                  <a:pt x="0" y="175"/>
                  <a:pt x="2" y="177"/>
                </a:cubicBezTo>
                <a:cubicBezTo>
                  <a:pt x="2" y="178"/>
                  <a:pt x="3" y="178"/>
                  <a:pt x="3" y="178"/>
                </a:cubicBezTo>
                <a:cubicBezTo>
                  <a:pt x="3" y="178"/>
                  <a:pt x="174" y="379"/>
                  <a:pt x="174" y="379"/>
                </a:cubicBezTo>
                <a:cubicBezTo>
                  <a:pt x="176" y="381"/>
                  <a:pt x="180" y="381"/>
                  <a:pt x="183" y="379"/>
                </a:cubicBezTo>
                <a:cubicBezTo>
                  <a:pt x="257" y="292"/>
                  <a:pt x="257" y="292"/>
                  <a:pt x="257" y="292"/>
                </a:cubicBezTo>
                <a:cubicBezTo>
                  <a:pt x="259" y="289"/>
                  <a:pt x="259" y="289"/>
                  <a:pt x="259" y="289"/>
                </a:cubicBezTo>
                <a:cubicBezTo>
                  <a:pt x="261" y="287"/>
                  <a:pt x="261" y="283"/>
                  <a:pt x="259" y="281"/>
                </a:cubicBezTo>
                <a:cubicBezTo>
                  <a:pt x="256" y="279"/>
                  <a:pt x="253" y="279"/>
                  <a:pt x="251" y="282"/>
                </a:cubicBezTo>
                <a:cubicBezTo>
                  <a:pt x="248" y="284"/>
                  <a:pt x="248" y="284"/>
                  <a:pt x="248" y="284"/>
                </a:cubicBezTo>
                <a:cubicBezTo>
                  <a:pt x="248" y="284"/>
                  <a:pt x="248" y="284"/>
                  <a:pt x="248" y="284"/>
                </a:cubicBezTo>
                <a:cubicBezTo>
                  <a:pt x="192" y="351"/>
                  <a:pt x="192" y="351"/>
                  <a:pt x="192" y="351"/>
                </a:cubicBezTo>
                <a:cubicBezTo>
                  <a:pt x="246" y="180"/>
                  <a:pt x="246" y="180"/>
                  <a:pt x="246" y="180"/>
                </a:cubicBezTo>
                <a:cubicBezTo>
                  <a:pt x="338" y="180"/>
                  <a:pt x="338" y="180"/>
                  <a:pt x="338" y="180"/>
                </a:cubicBezTo>
                <a:cubicBezTo>
                  <a:pt x="267" y="262"/>
                  <a:pt x="267" y="262"/>
                  <a:pt x="267" y="262"/>
                </a:cubicBezTo>
                <a:cubicBezTo>
                  <a:pt x="265" y="264"/>
                  <a:pt x="266" y="268"/>
                  <a:pt x="268" y="270"/>
                </a:cubicBezTo>
                <a:cubicBezTo>
                  <a:pt x="270" y="272"/>
                  <a:pt x="274" y="272"/>
                  <a:pt x="276" y="269"/>
                </a:cubicBezTo>
                <a:cubicBezTo>
                  <a:pt x="354" y="178"/>
                  <a:pt x="354" y="178"/>
                  <a:pt x="354" y="178"/>
                </a:cubicBezTo>
                <a:cubicBezTo>
                  <a:pt x="354" y="178"/>
                  <a:pt x="354" y="178"/>
                  <a:pt x="354" y="178"/>
                </a:cubicBezTo>
                <a:cubicBezTo>
                  <a:pt x="355" y="177"/>
                  <a:pt x="355" y="176"/>
                  <a:pt x="355" y="175"/>
                </a:cubicBezTo>
                <a:cubicBezTo>
                  <a:pt x="356" y="174"/>
                  <a:pt x="355" y="172"/>
                  <a:pt x="355" y="171"/>
                </a:cubicBezTo>
                <a:cubicBezTo>
                  <a:pt x="355" y="171"/>
                  <a:pt x="311" y="96"/>
                  <a:pt x="311" y="96"/>
                </a:cubicBezTo>
                <a:close/>
                <a:moveTo>
                  <a:pt x="63" y="105"/>
                </a:moveTo>
                <a:cubicBezTo>
                  <a:pt x="166" y="105"/>
                  <a:pt x="166" y="105"/>
                  <a:pt x="166" y="105"/>
                </a:cubicBezTo>
                <a:cubicBezTo>
                  <a:pt x="115" y="165"/>
                  <a:pt x="115" y="165"/>
                  <a:pt x="115" y="165"/>
                </a:cubicBezTo>
                <a:lnTo>
                  <a:pt x="63" y="105"/>
                </a:lnTo>
                <a:close/>
                <a:moveTo>
                  <a:pt x="178" y="108"/>
                </a:moveTo>
                <a:cubicBezTo>
                  <a:pt x="230" y="168"/>
                  <a:pt x="230" y="168"/>
                  <a:pt x="230" y="168"/>
                </a:cubicBezTo>
                <a:cubicBezTo>
                  <a:pt x="127" y="168"/>
                  <a:pt x="127" y="168"/>
                  <a:pt x="127" y="168"/>
                </a:cubicBezTo>
                <a:lnTo>
                  <a:pt x="178" y="108"/>
                </a:lnTo>
                <a:close/>
                <a:moveTo>
                  <a:pt x="19" y="180"/>
                </a:moveTo>
                <a:cubicBezTo>
                  <a:pt x="111" y="180"/>
                  <a:pt x="111" y="180"/>
                  <a:pt x="111" y="180"/>
                </a:cubicBezTo>
                <a:cubicBezTo>
                  <a:pt x="165" y="351"/>
                  <a:pt x="165" y="351"/>
                  <a:pt x="165" y="351"/>
                </a:cubicBezTo>
                <a:lnTo>
                  <a:pt x="19" y="180"/>
                </a:lnTo>
                <a:close/>
                <a:moveTo>
                  <a:pt x="178" y="357"/>
                </a:moveTo>
                <a:cubicBezTo>
                  <a:pt x="123" y="180"/>
                  <a:pt x="123" y="180"/>
                  <a:pt x="123" y="180"/>
                </a:cubicBezTo>
                <a:cubicBezTo>
                  <a:pt x="234" y="180"/>
                  <a:pt x="234" y="180"/>
                  <a:pt x="234" y="180"/>
                </a:cubicBezTo>
                <a:lnTo>
                  <a:pt x="178" y="357"/>
                </a:lnTo>
                <a:close/>
                <a:moveTo>
                  <a:pt x="242" y="165"/>
                </a:moveTo>
                <a:cubicBezTo>
                  <a:pt x="190" y="105"/>
                  <a:pt x="190" y="105"/>
                  <a:pt x="190" y="105"/>
                </a:cubicBezTo>
                <a:cubicBezTo>
                  <a:pt x="294" y="105"/>
                  <a:pt x="294" y="105"/>
                  <a:pt x="294" y="105"/>
                </a:cubicBezTo>
                <a:lnTo>
                  <a:pt x="242" y="165"/>
                </a:lnTo>
                <a:close/>
                <a:moveTo>
                  <a:pt x="254" y="168"/>
                </a:moveTo>
                <a:cubicBezTo>
                  <a:pt x="305" y="109"/>
                  <a:pt x="305" y="109"/>
                  <a:pt x="305" y="109"/>
                </a:cubicBezTo>
                <a:cubicBezTo>
                  <a:pt x="340" y="168"/>
                  <a:pt x="340" y="168"/>
                  <a:pt x="340" y="168"/>
                </a:cubicBezTo>
                <a:lnTo>
                  <a:pt x="254" y="168"/>
                </a:lnTo>
                <a:close/>
                <a:moveTo>
                  <a:pt x="260" y="47"/>
                </a:moveTo>
                <a:cubicBezTo>
                  <a:pt x="270" y="54"/>
                  <a:pt x="276" y="64"/>
                  <a:pt x="279" y="72"/>
                </a:cubicBezTo>
                <a:cubicBezTo>
                  <a:pt x="281" y="75"/>
                  <a:pt x="285" y="78"/>
                  <a:pt x="289" y="78"/>
                </a:cubicBezTo>
                <a:cubicBezTo>
                  <a:pt x="293" y="78"/>
                  <a:pt x="296" y="75"/>
                  <a:pt x="298" y="72"/>
                </a:cubicBezTo>
                <a:cubicBezTo>
                  <a:pt x="301" y="64"/>
                  <a:pt x="307" y="54"/>
                  <a:pt x="317" y="47"/>
                </a:cubicBezTo>
                <a:cubicBezTo>
                  <a:pt x="320" y="45"/>
                  <a:pt x="321" y="42"/>
                  <a:pt x="321" y="39"/>
                </a:cubicBezTo>
                <a:cubicBezTo>
                  <a:pt x="321" y="35"/>
                  <a:pt x="320" y="32"/>
                  <a:pt x="317" y="30"/>
                </a:cubicBezTo>
                <a:cubicBezTo>
                  <a:pt x="307" y="23"/>
                  <a:pt x="301" y="13"/>
                  <a:pt x="298" y="6"/>
                </a:cubicBezTo>
                <a:cubicBezTo>
                  <a:pt x="296" y="2"/>
                  <a:pt x="293" y="0"/>
                  <a:pt x="289" y="0"/>
                </a:cubicBezTo>
                <a:cubicBezTo>
                  <a:pt x="285" y="0"/>
                  <a:pt x="281" y="2"/>
                  <a:pt x="279" y="6"/>
                </a:cubicBezTo>
                <a:cubicBezTo>
                  <a:pt x="276" y="13"/>
                  <a:pt x="270" y="23"/>
                  <a:pt x="260" y="30"/>
                </a:cubicBezTo>
                <a:cubicBezTo>
                  <a:pt x="258" y="32"/>
                  <a:pt x="256" y="35"/>
                  <a:pt x="256" y="39"/>
                </a:cubicBezTo>
                <a:cubicBezTo>
                  <a:pt x="256" y="42"/>
                  <a:pt x="258" y="45"/>
                  <a:pt x="260" y="47"/>
                </a:cubicBezTo>
                <a:close/>
                <a:moveTo>
                  <a:pt x="289" y="12"/>
                </a:moveTo>
                <a:cubicBezTo>
                  <a:pt x="292" y="20"/>
                  <a:pt x="299" y="31"/>
                  <a:pt x="309" y="39"/>
                </a:cubicBezTo>
                <a:cubicBezTo>
                  <a:pt x="299" y="47"/>
                  <a:pt x="292" y="57"/>
                  <a:pt x="289" y="65"/>
                </a:cubicBezTo>
                <a:cubicBezTo>
                  <a:pt x="285" y="57"/>
                  <a:pt x="278" y="47"/>
                  <a:pt x="268" y="39"/>
                </a:cubicBezTo>
                <a:cubicBezTo>
                  <a:pt x="278" y="31"/>
                  <a:pt x="285" y="20"/>
                  <a:pt x="289" y="12"/>
                </a:cubicBezTo>
                <a:close/>
                <a:moveTo>
                  <a:pt x="379" y="77"/>
                </a:moveTo>
                <a:cubicBezTo>
                  <a:pt x="371" y="71"/>
                  <a:pt x="366" y="63"/>
                  <a:pt x="364" y="57"/>
                </a:cubicBezTo>
                <a:cubicBezTo>
                  <a:pt x="362" y="53"/>
                  <a:pt x="359" y="51"/>
                  <a:pt x="355" y="51"/>
                </a:cubicBezTo>
                <a:cubicBezTo>
                  <a:pt x="355" y="51"/>
                  <a:pt x="355" y="51"/>
                  <a:pt x="355" y="51"/>
                </a:cubicBezTo>
                <a:cubicBezTo>
                  <a:pt x="351" y="51"/>
                  <a:pt x="348" y="53"/>
                  <a:pt x="346" y="57"/>
                </a:cubicBezTo>
                <a:cubicBezTo>
                  <a:pt x="344" y="63"/>
                  <a:pt x="339" y="71"/>
                  <a:pt x="331" y="77"/>
                </a:cubicBezTo>
                <a:cubicBezTo>
                  <a:pt x="328" y="79"/>
                  <a:pt x="327" y="82"/>
                  <a:pt x="327" y="85"/>
                </a:cubicBezTo>
                <a:cubicBezTo>
                  <a:pt x="327" y="88"/>
                  <a:pt x="328" y="91"/>
                  <a:pt x="331" y="92"/>
                </a:cubicBezTo>
                <a:cubicBezTo>
                  <a:pt x="339" y="98"/>
                  <a:pt x="344" y="107"/>
                  <a:pt x="346" y="113"/>
                </a:cubicBezTo>
                <a:cubicBezTo>
                  <a:pt x="348" y="116"/>
                  <a:pt x="351" y="118"/>
                  <a:pt x="355" y="118"/>
                </a:cubicBezTo>
                <a:cubicBezTo>
                  <a:pt x="359" y="118"/>
                  <a:pt x="362" y="116"/>
                  <a:pt x="364" y="113"/>
                </a:cubicBezTo>
                <a:cubicBezTo>
                  <a:pt x="366" y="107"/>
                  <a:pt x="371" y="98"/>
                  <a:pt x="379" y="92"/>
                </a:cubicBezTo>
                <a:cubicBezTo>
                  <a:pt x="382" y="91"/>
                  <a:pt x="383" y="88"/>
                  <a:pt x="383" y="85"/>
                </a:cubicBezTo>
                <a:cubicBezTo>
                  <a:pt x="383" y="82"/>
                  <a:pt x="382" y="79"/>
                  <a:pt x="379" y="77"/>
                </a:cubicBezTo>
                <a:close/>
                <a:moveTo>
                  <a:pt x="355" y="105"/>
                </a:moveTo>
                <a:cubicBezTo>
                  <a:pt x="352" y="99"/>
                  <a:pt x="347" y="91"/>
                  <a:pt x="339" y="85"/>
                </a:cubicBezTo>
                <a:cubicBezTo>
                  <a:pt x="347" y="79"/>
                  <a:pt x="352" y="71"/>
                  <a:pt x="355" y="64"/>
                </a:cubicBezTo>
                <a:cubicBezTo>
                  <a:pt x="358" y="71"/>
                  <a:pt x="363" y="79"/>
                  <a:pt x="371" y="85"/>
                </a:cubicBezTo>
                <a:cubicBezTo>
                  <a:pt x="363" y="91"/>
                  <a:pt x="358" y="99"/>
                  <a:pt x="355" y="105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32">
            <a:extLst>
              <a:ext uri="{FF2B5EF4-FFF2-40B4-BE49-F238E27FC236}">
                <a16:creationId xmlns:a16="http://schemas.microsoft.com/office/drawing/2014/main" id="{A0562AE9-FCFD-5FAD-132D-D57CB147096A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925601" y="3442519"/>
            <a:ext cx="466208" cy="544471"/>
          </a:xfrm>
          <a:custGeom>
            <a:avLst/>
            <a:gdLst>
              <a:gd name="T0" fmla="*/ 65 w 137"/>
              <a:gd name="T1" fmla="*/ 100 h 160"/>
              <a:gd name="T2" fmla="*/ 65 w 137"/>
              <a:gd name="T3" fmla="*/ 88 h 160"/>
              <a:gd name="T4" fmla="*/ 85 w 137"/>
              <a:gd name="T5" fmla="*/ 84 h 160"/>
              <a:gd name="T6" fmla="*/ 73 w 137"/>
              <a:gd name="T7" fmla="*/ 81 h 160"/>
              <a:gd name="T8" fmla="*/ 69 w 137"/>
              <a:gd name="T9" fmla="*/ 71 h 160"/>
              <a:gd name="T10" fmla="*/ 66 w 137"/>
              <a:gd name="T11" fmla="*/ 81 h 160"/>
              <a:gd name="T12" fmla="*/ 51 w 137"/>
              <a:gd name="T13" fmla="*/ 94 h 160"/>
              <a:gd name="T14" fmla="*/ 74 w 137"/>
              <a:gd name="T15" fmla="*/ 108 h 160"/>
              <a:gd name="T16" fmla="*/ 74 w 137"/>
              <a:gd name="T17" fmla="*/ 120 h 160"/>
              <a:gd name="T18" fmla="*/ 54 w 137"/>
              <a:gd name="T19" fmla="*/ 124 h 160"/>
              <a:gd name="T20" fmla="*/ 66 w 137"/>
              <a:gd name="T21" fmla="*/ 128 h 160"/>
              <a:gd name="T22" fmla="*/ 69 w 137"/>
              <a:gd name="T23" fmla="*/ 137 h 160"/>
              <a:gd name="T24" fmla="*/ 73 w 137"/>
              <a:gd name="T25" fmla="*/ 128 h 160"/>
              <a:gd name="T26" fmla="*/ 87 w 137"/>
              <a:gd name="T27" fmla="*/ 114 h 160"/>
              <a:gd name="T28" fmla="*/ 129 w 137"/>
              <a:gd name="T29" fmla="*/ 92 h 160"/>
              <a:gd name="T30" fmla="*/ 90 w 137"/>
              <a:gd name="T31" fmla="*/ 43 h 160"/>
              <a:gd name="T32" fmla="*/ 106 w 137"/>
              <a:gd name="T33" fmla="*/ 7 h 160"/>
              <a:gd name="T34" fmla="*/ 79 w 137"/>
              <a:gd name="T35" fmla="*/ 3 h 160"/>
              <a:gd name="T36" fmla="*/ 69 w 137"/>
              <a:gd name="T37" fmla="*/ 5 h 160"/>
              <a:gd name="T38" fmla="*/ 28 w 137"/>
              <a:gd name="T39" fmla="*/ 10 h 160"/>
              <a:gd name="T40" fmla="*/ 47 w 137"/>
              <a:gd name="T41" fmla="*/ 43 h 160"/>
              <a:gd name="T42" fmla="*/ 7 w 137"/>
              <a:gd name="T43" fmla="*/ 92 h 160"/>
              <a:gd name="T44" fmla="*/ 30 w 137"/>
              <a:gd name="T45" fmla="*/ 160 h 160"/>
              <a:gd name="T46" fmla="*/ 137 w 137"/>
              <a:gd name="T47" fmla="*/ 129 h 160"/>
              <a:gd name="T48" fmla="*/ 37 w 137"/>
              <a:gd name="T49" fmla="*/ 13 h 160"/>
              <a:gd name="T50" fmla="*/ 66 w 137"/>
              <a:gd name="T51" fmla="*/ 12 h 160"/>
              <a:gd name="T52" fmla="*/ 81 w 137"/>
              <a:gd name="T53" fmla="*/ 11 h 160"/>
              <a:gd name="T54" fmla="*/ 98 w 137"/>
              <a:gd name="T55" fmla="*/ 10 h 160"/>
              <a:gd name="T56" fmla="*/ 54 w 137"/>
              <a:gd name="T57" fmla="*/ 39 h 160"/>
              <a:gd name="T58" fmla="*/ 106 w 137"/>
              <a:gd name="T59" fmla="*/ 152 h 160"/>
              <a:gd name="T60" fmla="*/ 7 w 137"/>
              <a:gd name="T61" fmla="*/ 129 h 160"/>
              <a:gd name="T62" fmla="*/ 54 w 137"/>
              <a:gd name="T63" fmla="*/ 48 h 160"/>
              <a:gd name="T64" fmla="*/ 106 w 137"/>
              <a:gd name="T65" fmla="*/ 69 h 160"/>
              <a:gd name="T66" fmla="*/ 106 w 137"/>
              <a:gd name="T67" fmla="*/ 152 h 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37" h="160">
                <a:moveTo>
                  <a:pt x="74" y="100"/>
                </a:moveTo>
                <a:cubicBezTo>
                  <a:pt x="65" y="100"/>
                  <a:pt x="65" y="100"/>
                  <a:pt x="65" y="100"/>
                </a:cubicBezTo>
                <a:cubicBezTo>
                  <a:pt x="61" y="100"/>
                  <a:pt x="59" y="97"/>
                  <a:pt x="59" y="94"/>
                </a:cubicBezTo>
                <a:cubicBezTo>
                  <a:pt x="59" y="91"/>
                  <a:pt x="61" y="88"/>
                  <a:pt x="65" y="88"/>
                </a:cubicBezTo>
                <a:cubicBezTo>
                  <a:pt x="81" y="88"/>
                  <a:pt x="81" y="88"/>
                  <a:pt x="81" y="88"/>
                </a:cubicBezTo>
                <a:cubicBezTo>
                  <a:pt x="83" y="88"/>
                  <a:pt x="85" y="86"/>
                  <a:pt x="85" y="84"/>
                </a:cubicBezTo>
                <a:cubicBezTo>
                  <a:pt x="85" y="82"/>
                  <a:pt x="83" y="81"/>
                  <a:pt x="81" y="81"/>
                </a:cubicBezTo>
                <a:cubicBezTo>
                  <a:pt x="73" y="81"/>
                  <a:pt x="73" y="81"/>
                  <a:pt x="73" y="81"/>
                </a:cubicBezTo>
                <a:cubicBezTo>
                  <a:pt x="73" y="75"/>
                  <a:pt x="73" y="75"/>
                  <a:pt x="73" y="75"/>
                </a:cubicBezTo>
                <a:cubicBezTo>
                  <a:pt x="73" y="72"/>
                  <a:pt x="71" y="71"/>
                  <a:pt x="69" y="71"/>
                </a:cubicBezTo>
                <a:cubicBezTo>
                  <a:pt x="67" y="71"/>
                  <a:pt x="66" y="72"/>
                  <a:pt x="66" y="75"/>
                </a:cubicBezTo>
                <a:cubicBezTo>
                  <a:pt x="66" y="81"/>
                  <a:pt x="66" y="81"/>
                  <a:pt x="66" y="81"/>
                </a:cubicBezTo>
                <a:cubicBezTo>
                  <a:pt x="65" y="81"/>
                  <a:pt x="65" y="81"/>
                  <a:pt x="65" y="81"/>
                </a:cubicBezTo>
                <a:cubicBezTo>
                  <a:pt x="57" y="81"/>
                  <a:pt x="51" y="86"/>
                  <a:pt x="51" y="94"/>
                </a:cubicBezTo>
                <a:cubicBezTo>
                  <a:pt x="51" y="101"/>
                  <a:pt x="57" y="108"/>
                  <a:pt x="65" y="108"/>
                </a:cubicBezTo>
                <a:cubicBezTo>
                  <a:pt x="74" y="108"/>
                  <a:pt x="74" y="108"/>
                  <a:pt x="74" y="108"/>
                </a:cubicBezTo>
                <a:cubicBezTo>
                  <a:pt x="77" y="108"/>
                  <a:pt x="80" y="111"/>
                  <a:pt x="80" y="114"/>
                </a:cubicBezTo>
                <a:cubicBezTo>
                  <a:pt x="80" y="117"/>
                  <a:pt x="77" y="120"/>
                  <a:pt x="74" y="120"/>
                </a:cubicBezTo>
                <a:cubicBezTo>
                  <a:pt x="57" y="120"/>
                  <a:pt x="57" y="120"/>
                  <a:pt x="57" y="120"/>
                </a:cubicBezTo>
                <a:cubicBezTo>
                  <a:pt x="56" y="120"/>
                  <a:pt x="54" y="121"/>
                  <a:pt x="54" y="124"/>
                </a:cubicBezTo>
                <a:cubicBezTo>
                  <a:pt x="54" y="127"/>
                  <a:pt x="56" y="128"/>
                  <a:pt x="57" y="128"/>
                </a:cubicBezTo>
                <a:cubicBezTo>
                  <a:pt x="66" y="128"/>
                  <a:pt x="66" y="128"/>
                  <a:pt x="66" y="128"/>
                </a:cubicBezTo>
                <a:cubicBezTo>
                  <a:pt x="66" y="134"/>
                  <a:pt x="66" y="134"/>
                  <a:pt x="66" y="134"/>
                </a:cubicBezTo>
                <a:cubicBezTo>
                  <a:pt x="66" y="136"/>
                  <a:pt x="67" y="137"/>
                  <a:pt x="69" y="137"/>
                </a:cubicBezTo>
                <a:cubicBezTo>
                  <a:pt x="71" y="137"/>
                  <a:pt x="73" y="136"/>
                  <a:pt x="73" y="134"/>
                </a:cubicBezTo>
                <a:cubicBezTo>
                  <a:pt x="73" y="128"/>
                  <a:pt x="73" y="128"/>
                  <a:pt x="73" y="128"/>
                </a:cubicBezTo>
                <a:cubicBezTo>
                  <a:pt x="74" y="128"/>
                  <a:pt x="74" y="128"/>
                  <a:pt x="74" y="128"/>
                </a:cubicBezTo>
                <a:cubicBezTo>
                  <a:pt x="81" y="128"/>
                  <a:pt x="87" y="121"/>
                  <a:pt x="87" y="114"/>
                </a:cubicBezTo>
                <a:cubicBezTo>
                  <a:pt x="87" y="106"/>
                  <a:pt x="81" y="100"/>
                  <a:pt x="74" y="100"/>
                </a:cubicBezTo>
                <a:close/>
                <a:moveTo>
                  <a:pt x="129" y="92"/>
                </a:moveTo>
                <a:cubicBezTo>
                  <a:pt x="125" y="82"/>
                  <a:pt x="119" y="72"/>
                  <a:pt x="112" y="64"/>
                </a:cubicBezTo>
                <a:cubicBezTo>
                  <a:pt x="103" y="53"/>
                  <a:pt x="94" y="46"/>
                  <a:pt x="90" y="43"/>
                </a:cubicBezTo>
                <a:cubicBezTo>
                  <a:pt x="107" y="11"/>
                  <a:pt x="107" y="11"/>
                  <a:pt x="107" y="11"/>
                </a:cubicBezTo>
                <a:cubicBezTo>
                  <a:pt x="107" y="9"/>
                  <a:pt x="107" y="7"/>
                  <a:pt x="106" y="7"/>
                </a:cubicBezTo>
                <a:cubicBezTo>
                  <a:pt x="101" y="2"/>
                  <a:pt x="96" y="0"/>
                  <a:pt x="91" y="0"/>
                </a:cubicBezTo>
                <a:cubicBezTo>
                  <a:pt x="87" y="0"/>
                  <a:pt x="82" y="2"/>
                  <a:pt x="79" y="3"/>
                </a:cubicBezTo>
                <a:cubicBezTo>
                  <a:pt x="75" y="4"/>
                  <a:pt x="73" y="6"/>
                  <a:pt x="70" y="6"/>
                </a:cubicBezTo>
                <a:cubicBezTo>
                  <a:pt x="70" y="6"/>
                  <a:pt x="70" y="6"/>
                  <a:pt x="69" y="5"/>
                </a:cubicBezTo>
                <a:cubicBezTo>
                  <a:pt x="60" y="2"/>
                  <a:pt x="54" y="1"/>
                  <a:pt x="49" y="1"/>
                </a:cubicBezTo>
                <a:cubicBezTo>
                  <a:pt x="41" y="1"/>
                  <a:pt x="35" y="3"/>
                  <a:pt x="28" y="10"/>
                </a:cubicBezTo>
                <a:cubicBezTo>
                  <a:pt x="28" y="12"/>
                  <a:pt x="28" y="13"/>
                  <a:pt x="28" y="15"/>
                </a:cubicBezTo>
                <a:cubicBezTo>
                  <a:pt x="47" y="43"/>
                  <a:pt x="47" y="43"/>
                  <a:pt x="47" y="43"/>
                </a:cubicBezTo>
                <a:cubicBezTo>
                  <a:pt x="42" y="46"/>
                  <a:pt x="33" y="53"/>
                  <a:pt x="25" y="64"/>
                </a:cubicBezTo>
                <a:cubicBezTo>
                  <a:pt x="18" y="72"/>
                  <a:pt x="12" y="82"/>
                  <a:pt x="7" y="92"/>
                </a:cubicBezTo>
                <a:cubicBezTo>
                  <a:pt x="2" y="103"/>
                  <a:pt x="0" y="116"/>
                  <a:pt x="0" y="129"/>
                </a:cubicBezTo>
                <a:cubicBezTo>
                  <a:pt x="0" y="146"/>
                  <a:pt x="13" y="160"/>
                  <a:pt x="30" y="160"/>
                </a:cubicBezTo>
                <a:cubicBezTo>
                  <a:pt x="106" y="160"/>
                  <a:pt x="106" y="160"/>
                  <a:pt x="106" y="160"/>
                </a:cubicBezTo>
                <a:cubicBezTo>
                  <a:pt x="123" y="160"/>
                  <a:pt x="137" y="146"/>
                  <a:pt x="137" y="129"/>
                </a:cubicBezTo>
                <a:cubicBezTo>
                  <a:pt x="137" y="116"/>
                  <a:pt x="134" y="103"/>
                  <a:pt x="129" y="92"/>
                </a:cubicBezTo>
                <a:close/>
                <a:moveTo>
                  <a:pt x="37" y="13"/>
                </a:moveTo>
                <a:cubicBezTo>
                  <a:pt x="41" y="10"/>
                  <a:pt x="44" y="8"/>
                  <a:pt x="49" y="8"/>
                </a:cubicBezTo>
                <a:cubicBezTo>
                  <a:pt x="54" y="8"/>
                  <a:pt x="59" y="10"/>
                  <a:pt x="66" y="12"/>
                </a:cubicBezTo>
                <a:cubicBezTo>
                  <a:pt x="67" y="13"/>
                  <a:pt x="69" y="13"/>
                  <a:pt x="70" y="13"/>
                </a:cubicBezTo>
                <a:cubicBezTo>
                  <a:pt x="75" y="13"/>
                  <a:pt x="78" y="12"/>
                  <a:pt x="81" y="11"/>
                </a:cubicBezTo>
                <a:cubicBezTo>
                  <a:pt x="86" y="9"/>
                  <a:pt x="88" y="7"/>
                  <a:pt x="91" y="7"/>
                </a:cubicBezTo>
                <a:cubicBezTo>
                  <a:pt x="93" y="7"/>
                  <a:pt x="96" y="8"/>
                  <a:pt x="98" y="10"/>
                </a:cubicBezTo>
                <a:cubicBezTo>
                  <a:pt x="82" y="39"/>
                  <a:pt x="82" y="39"/>
                  <a:pt x="82" y="39"/>
                </a:cubicBezTo>
                <a:cubicBezTo>
                  <a:pt x="54" y="39"/>
                  <a:pt x="54" y="39"/>
                  <a:pt x="54" y="39"/>
                </a:cubicBezTo>
                <a:lnTo>
                  <a:pt x="37" y="13"/>
                </a:lnTo>
                <a:close/>
                <a:moveTo>
                  <a:pt x="106" y="152"/>
                </a:moveTo>
                <a:cubicBezTo>
                  <a:pt x="30" y="152"/>
                  <a:pt x="30" y="152"/>
                  <a:pt x="30" y="152"/>
                </a:cubicBezTo>
                <a:cubicBezTo>
                  <a:pt x="18" y="152"/>
                  <a:pt x="7" y="142"/>
                  <a:pt x="7" y="129"/>
                </a:cubicBezTo>
                <a:cubicBezTo>
                  <a:pt x="7" y="108"/>
                  <a:pt x="15" y="87"/>
                  <a:pt x="31" y="69"/>
                </a:cubicBezTo>
                <a:cubicBezTo>
                  <a:pt x="40" y="57"/>
                  <a:pt x="50" y="50"/>
                  <a:pt x="54" y="48"/>
                </a:cubicBezTo>
                <a:cubicBezTo>
                  <a:pt x="83" y="48"/>
                  <a:pt x="83" y="48"/>
                  <a:pt x="83" y="48"/>
                </a:cubicBezTo>
                <a:cubicBezTo>
                  <a:pt x="86" y="50"/>
                  <a:pt x="96" y="57"/>
                  <a:pt x="106" y="69"/>
                </a:cubicBezTo>
                <a:cubicBezTo>
                  <a:pt x="121" y="87"/>
                  <a:pt x="129" y="108"/>
                  <a:pt x="129" y="129"/>
                </a:cubicBezTo>
                <a:cubicBezTo>
                  <a:pt x="129" y="142"/>
                  <a:pt x="118" y="152"/>
                  <a:pt x="106" y="152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2" name="Image 21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7509EE46-A0B7-E827-D89D-568FA4CC72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11" y="270631"/>
            <a:ext cx="1323628" cy="390029"/>
          </a:xfrm>
          <a:prstGeom prst="rect">
            <a:avLst/>
          </a:prstGeom>
        </p:spPr>
      </p:pic>
      <p:sp>
        <p:nvSpPr>
          <p:cNvPr id="3" name="Espace réservé du texte 3">
            <a:extLst>
              <a:ext uri="{FF2B5EF4-FFF2-40B4-BE49-F238E27FC236}">
                <a16:creationId xmlns:a16="http://schemas.microsoft.com/office/drawing/2014/main" id="{B1B67DF3-F754-C42A-3663-21403905F2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00163" y="1319213"/>
            <a:ext cx="3959225" cy="5476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fr-FR"/>
              <a:t>Slide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4" name="Espace réservé du texte 20">
            <a:extLst>
              <a:ext uri="{FF2B5EF4-FFF2-40B4-BE49-F238E27FC236}">
                <a16:creationId xmlns:a16="http://schemas.microsoft.com/office/drawing/2014/main" id="{2F9B211A-8805-363A-90C7-FFEFE46C6ED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5653" y="4742102"/>
            <a:ext cx="1863848" cy="2628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 err="1"/>
              <a:t>Title</a:t>
            </a:r>
            <a:r>
              <a:rPr lang="fr-FR"/>
              <a:t> </a:t>
            </a:r>
            <a:r>
              <a:rPr lang="fr-FR" err="1"/>
              <a:t>Here</a:t>
            </a:r>
            <a:endParaRPr lang="fr-FR"/>
          </a:p>
        </p:txBody>
      </p:sp>
      <p:sp>
        <p:nvSpPr>
          <p:cNvPr id="6" name="Espace réservé du texte 22">
            <a:extLst>
              <a:ext uri="{FF2B5EF4-FFF2-40B4-BE49-F238E27FC236}">
                <a16:creationId xmlns:a16="http://schemas.microsoft.com/office/drawing/2014/main" id="{339BFE6E-D9DA-AF79-1E9F-A03C9F5FC7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50777" y="5037564"/>
            <a:ext cx="2169310" cy="65881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  <p:sp>
        <p:nvSpPr>
          <p:cNvPr id="24" name="Espace réservé du texte 20">
            <a:extLst>
              <a:ext uri="{FF2B5EF4-FFF2-40B4-BE49-F238E27FC236}">
                <a16:creationId xmlns:a16="http://schemas.microsoft.com/office/drawing/2014/main" id="{C4824779-DEC8-56A7-8383-193FC57150E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50819" y="4755084"/>
            <a:ext cx="1863848" cy="2628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 err="1"/>
              <a:t>Title</a:t>
            </a:r>
            <a:r>
              <a:rPr lang="fr-FR"/>
              <a:t> </a:t>
            </a:r>
            <a:r>
              <a:rPr lang="fr-FR" err="1"/>
              <a:t>Here</a:t>
            </a:r>
            <a:endParaRPr lang="fr-FR"/>
          </a:p>
        </p:txBody>
      </p:sp>
      <p:sp>
        <p:nvSpPr>
          <p:cNvPr id="25" name="Espace réservé du texte 22">
            <a:extLst>
              <a:ext uri="{FF2B5EF4-FFF2-40B4-BE49-F238E27FC236}">
                <a16:creationId xmlns:a16="http://schemas.microsoft.com/office/drawing/2014/main" id="{6967098E-3FAB-AFCC-2429-014AD5969D6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5943" y="5050546"/>
            <a:ext cx="2169310" cy="65881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  <p:sp>
        <p:nvSpPr>
          <p:cNvPr id="26" name="Espace réservé du texte 20">
            <a:extLst>
              <a:ext uri="{FF2B5EF4-FFF2-40B4-BE49-F238E27FC236}">
                <a16:creationId xmlns:a16="http://schemas.microsoft.com/office/drawing/2014/main" id="{C735D58E-B2E0-E812-48EF-B6FE91ADCA2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36747" y="4742102"/>
            <a:ext cx="1863848" cy="2628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 err="1"/>
              <a:t>Title</a:t>
            </a:r>
            <a:r>
              <a:rPr lang="fr-FR"/>
              <a:t> </a:t>
            </a:r>
            <a:r>
              <a:rPr lang="fr-FR" err="1"/>
              <a:t>Here</a:t>
            </a:r>
            <a:endParaRPr lang="fr-FR"/>
          </a:p>
        </p:txBody>
      </p:sp>
      <p:sp>
        <p:nvSpPr>
          <p:cNvPr id="27" name="Espace réservé du texte 22">
            <a:extLst>
              <a:ext uri="{FF2B5EF4-FFF2-40B4-BE49-F238E27FC236}">
                <a16:creationId xmlns:a16="http://schemas.microsoft.com/office/drawing/2014/main" id="{94361780-906A-0C96-0648-B9306A666D7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71871" y="5037564"/>
            <a:ext cx="2169310" cy="65881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  <p:sp>
        <p:nvSpPr>
          <p:cNvPr id="28" name="Espace réservé du texte 20">
            <a:extLst>
              <a:ext uri="{FF2B5EF4-FFF2-40B4-BE49-F238E27FC236}">
                <a16:creationId xmlns:a16="http://schemas.microsoft.com/office/drawing/2014/main" id="{188D81AA-AEEC-4BBF-E3CB-26C64839D9D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807037" y="4742102"/>
            <a:ext cx="1863848" cy="2628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 err="1"/>
              <a:t>Title</a:t>
            </a:r>
            <a:r>
              <a:rPr lang="fr-FR"/>
              <a:t> </a:t>
            </a:r>
            <a:r>
              <a:rPr lang="fr-FR" err="1"/>
              <a:t>Here</a:t>
            </a:r>
            <a:endParaRPr lang="fr-FR"/>
          </a:p>
        </p:txBody>
      </p:sp>
      <p:sp>
        <p:nvSpPr>
          <p:cNvPr id="29" name="Espace réservé du texte 22">
            <a:extLst>
              <a:ext uri="{FF2B5EF4-FFF2-40B4-BE49-F238E27FC236}">
                <a16:creationId xmlns:a16="http://schemas.microsoft.com/office/drawing/2014/main" id="{D598972F-28C0-A763-E70C-685C459B2A2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642161" y="5037564"/>
            <a:ext cx="2169310" cy="65881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874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Images, Ico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9">
            <a:extLst>
              <a:ext uri="{FF2B5EF4-FFF2-40B4-BE49-F238E27FC236}">
                <a16:creationId xmlns:a16="http://schemas.microsoft.com/office/drawing/2014/main" id="{4278BE63-739A-A845-379D-A979A72DAD39}"/>
              </a:ext>
            </a:extLst>
          </p:cNvPr>
          <p:cNvSpPr>
            <a:spLocks/>
          </p:cNvSpPr>
          <p:nvPr userDrawn="1"/>
        </p:nvSpPr>
        <p:spPr bwMode="auto">
          <a:xfrm>
            <a:off x="8811565" y="4604948"/>
            <a:ext cx="315431" cy="328694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16886" y="15360"/>
                </a:moveTo>
                <a:cubicBezTo>
                  <a:pt x="16640" y="15125"/>
                  <a:pt x="16246" y="15125"/>
                  <a:pt x="16000" y="15360"/>
                </a:cubicBezTo>
                <a:cubicBezTo>
                  <a:pt x="15755" y="15595"/>
                  <a:pt x="15755" y="15973"/>
                  <a:pt x="16000" y="16209"/>
                </a:cubicBezTo>
                <a:lnTo>
                  <a:pt x="17552" y="17698"/>
                </a:lnTo>
                <a:cubicBezTo>
                  <a:pt x="17673" y="17813"/>
                  <a:pt x="17835" y="17871"/>
                  <a:pt x="17992" y="17871"/>
                </a:cubicBezTo>
                <a:cubicBezTo>
                  <a:pt x="18149" y="17871"/>
                  <a:pt x="18312" y="17813"/>
                  <a:pt x="18431" y="17698"/>
                </a:cubicBezTo>
                <a:cubicBezTo>
                  <a:pt x="18677" y="17462"/>
                  <a:pt x="18677" y="17085"/>
                  <a:pt x="18431" y="16849"/>
                </a:cubicBezTo>
                <a:cubicBezTo>
                  <a:pt x="18431" y="16849"/>
                  <a:pt x="16886" y="15360"/>
                  <a:pt x="16886" y="15360"/>
                </a:cubicBezTo>
                <a:close/>
                <a:moveTo>
                  <a:pt x="4715" y="5368"/>
                </a:moveTo>
                <a:cubicBezTo>
                  <a:pt x="4835" y="5484"/>
                  <a:pt x="4997" y="5542"/>
                  <a:pt x="5154" y="5542"/>
                </a:cubicBezTo>
                <a:cubicBezTo>
                  <a:pt x="5312" y="5542"/>
                  <a:pt x="5474" y="5484"/>
                  <a:pt x="5594" y="5368"/>
                </a:cubicBezTo>
                <a:cubicBezTo>
                  <a:pt x="5840" y="5133"/>
                  <a:pt x="5840" y="4756"/>
                  <a:pt x="5594" y="4520"/>
                </a:cubicBezTo>
                <a:lnTo>
                  <a:pt x="4043" y="3031"/>
                </a:lnTo>
                <a:cubicBezTo>
                  <a:pt x="3798" y="2796"/>
                  <a:pt x="3404" y="2796"/>
                  <a:pt x="3158" y="3031"/>
                </a:cubicBezTo>
                <a:cubicBezTo>
                  <a:pt x="2913" y="3266"/>
                  <a:pt x="2913" y="3644"/>
                  <a:pt x="3158" y="3880"/>
                </a:cubicBezTo>
                <a:cubicBezTo>
                  <a:pt x="3158" y="3880"/>
                  <a:pt x="4715" y="5368"/>
                  <a:pt x="4715" y="5368"/>
                </a:cubicBezTo>
                <a:close/>
                <a:moveTo>
                  <a:pt x="16445" y="5546"/>
                </a:moveTo>
                <a:cubicBezTo>
                  <a:pt x="16603" y="5546"/>
                  <a:pt x="16765" y="5489"/>
                  <a:pt x="16886" y="5373"/>
                </a:cubicBezTo>
                <a:lnTo>
                  <a:pt x="18436" y="3885"/>
                </a:lnTo>
                <a:cubicBezTo>
                  <a:pt x="18681" y="3649"/>
                  <a:pt x="18681" y="3271"/>
                  <a:pt x="18436" y="3035"/>
                </a:cubicBezTo>
                <a:cubicBezTo>
                  <a:pt x="18191" y="2800"/>
                  <a:pt x="17798" y="2800"/>
                  <a:pt x="17552" y="3035"/>
                </a:cubicBezTo>
                <a:lnTo>
                  <a:pt x="16000" y="4524"/>
                </a:lnTo>
                <a:cubicBezTo>
                  <a:pt x="15755" y="4760"/>
                  <a:pt x="15755" y="5138"/>
                  <a:pt x="16000" y="5373"/>
                </a:cubicBezTo>
                <a:cubicBezTo>
                  <a:pt x="16125" y="5489"/>
                  <a:pt x="16283" y="5546"/>
                  <a:pt x="16445" y="5546"/>
                </a:cubicBezTo>
                <a:cubicBezTo>
                  <a:pt x="16445" y="5546"/>
                  <a:pt x="16445" y="5546"/>
                  <a:pt x="16445" y="5546"/>
                </a:cubicBezTo>
                <a:close/>
                <a:moveTo>
                  <a:pt x="4715" y="15360"/>
                </a:moveTo>
                <a:lnTo>
                  <a:pt x="3164" y="16849"/>
                </a:lnTo>
                <a:cubicBezTo>
                  <a:pt x="2918" y="17085"/>
                  <a:pt x="2918" y="17462"/>
                  <a:pt x="3164" y="17698"/>
                </a:cubicBezTo>
                <a:cubicBezTo>
                  <a:pt x="3283" y="17813"/>
                  <a:pt x="3446" y="17871"/>
                  <a:pt x="3603" y="17871"/>
                </a:cubicBezTo>
                <a:cubicBezTo>
                  <a:pt x="3760" y="17871"/>
                  <a:pt x="3923" y="17813"/>
                  <a:pt x="4043" y="17698"/>
                </a:cubicBezTo>
                <a:lnTo>
                  <a:pt x="5594" y="16209"/>
                </a:lnTo>
                <a:cubicBezTo>
                  <a:pt x="5840" y="15973"/>
                  <a:pt x="5840" y="15595"/>
                  <a:pt x="5594" y="15360"/>
                </a:cubicBezTo>
                <a:cubicBezTo>
                  <a:pt x="5354" y="15125"/>
                  <a:pt x="4955" y="15125"/>
                  <a:pt x="4715" y="15360"/>
                </a:cubicBezTo>
                <a:cubicBezTo>
                  <a:pt x="4715" y="15360"/>
                  <a:pt x="4715" y="15360"/>
                  <a:pt x="4715" y="15360"/>
                </a:cubicBezTo>
                <a:close/>
                <a:moveTo>
                  <a:pt x="20974" y="9764"/>
                </a:moveTo>
                <a:lnTo>
                  <a:pt x="18784" y="9764"/>
                </a:lnTo>
                <a:cubicBezTo>
                  <a:pt x="18441" y="9764"/>
                  <a:pt x="18158" y="10031"/>
                  <a:pt x="18158" y="10365"/>
                </a:cubicBezTo>
                <a:cubicBezTo>
                  <a:pt x="18158" y="10694"/>
                  <a:pt x="18436" y="10964"/>
                  <a:pt x="18784" y="10964"/>
                </a:cubicBezTo>
                <a:lnTo>
                  <a:pt x="20974" y="10964"/>
                </a:lnTo>
                <a:cubicBezTo>
                  <a:pt x="21317" y="10964"/>
                  <a:pt x="21600" y="10698"/>
                  <a:pt x="21600" y="10365"/>
                </a:cubicBezTo>
                <a:cubicBezTo>
                  <a:pt x="21600" y="10036"/>
                  <a:pt x="21321" y="9764"/>
                  <a:pt x="20974" y="9764"/>
                </a:cubicBezTo>
                <a:cubicBezTo>
                  <a:pt x="20974" y="9764"/>
                  <a:pt x="20974" y="9764"/>
                  <a:pt x="20974" y="9764"/>
                </a:cubicBezTo>
                <a:close/>
                <a:moveTo>
                  <a:pt x="3441" y="10365"/>
                </a:moveTo>
                <a:cubicBezTo>
                  <a:pt x="3441" y="10036"/>
                  <a:pt x="3164" y="9764"/>
                  <a:pt x="2816" y="9764"/>
                </a:cubicBezTo>
                <a:lnTo>
                  <a:pt x="625" y="9764"/>
                </a:lnTo>
                <a:cubicBezTo>
                  <a:pt x="283" y="9764"/>
                  <a:pt x="0" y="10031"/>
                  <a:pt x="0" y="10365"/>
                </a:cubicBezTo>
                <a:cubicBezTo>
                  <a:pt x="0" y="10694"/>
                  <a:pt x="278" y="10964"/>
                  <a:pt x="625" y="10964"/>
                </a:cubicBezTo>
                <a:lnTo>
                  <a:pt x="2816" y="10964"/>
                </a:lnTo>
                <a:cubicBezTo>
                  <a:pt x="3164" y="10964"/>
                  <a:pt x="3441" y="10698"/>
                  <a:pt x="3441" y="10365"/>
                </a:cubicBezTo>
                <a:cubicBezTo>
                  <a:pt x="3441" y="10365"/>
                  <a:pt x="3441" y="10365"/>
                  <a:pt x="3441" y="10365"/>
                </a:cubicBezTo>
                <a:close/>
                <a:moveTo>
                  <a:pt x="10800" y="3302"/>
                </a:moveTo>
                <a:cubicBezTo>
                  <a:pt x="11143" y="3302"/>
                  <a:pt x="11425" y="3035"/>
                  <a:pt x="11425" y="2702"/>
                </a:cubicBezTo>
                <a:lnTo>
                  <a:pt x="11425" y="600"/>
                </a:lnTo>
                <a:cubicBezTo>
                  <a:pt x="11425" y="271"/>
                  <a:pt x="11147" y="0"/>
                  <a:pt x="10800" y="0"/>
                </a:cubicBezTo>
                <a:cubicBezTo>
                  <a:pt x="10453" y="0"/>
                  <a:pt x="10175" y="267"/>
                  <a:pt x="10175" y="600"/>
                </a:cubicBezTo>
                <a:lnTo>
                  <a:pt x="10175" y="2702"/>
                </a:lnTo>
                <a:cubicBezTo>
                  <a:pt x="10175" y="3035"/>
                  <a:pt x="10457" y="3302"/>
                  <a:pt x="10800" y="3302"/>
                </a:cubicBezTo>
                <a:cubicBezTo>
                  <a:pt x="10800" y="3302"/>
                  <a:pt x="10800" y="3302"/>
                  <a:pt x="10800" y="3302"/>
                </a:cubicBezTo>
                <a:close/>
                <a:moveTo>
                  <a:pt x="11425" y="7146"/>
                </a:moveTo>
                <a:cubicBezTo>
                  <a:pt x="11425" y="6817"/>
                  <a:pt x="11147" y="6547"/>
                  <a:pt x="10800" y="6547"/>
                </a:cubicBezTo>
                <a:cubicBezTo>
                  <a:pt x="8595" y="6547"/>
                  <a:pt x="6799" y="8266"/>
                  <a:pt x="6799" y="10386"/>
                </a:cubicBezTo>
                <a:cubicBezTo>
                  <a:pt x="6799" y="10715"/>
                  <a:pt x="7077" y="10987"/>
                  <a:pt x="7424" y="10987"/>
                </a:cubicBezTo>
                <a:cubicBezTo>
                  <a:pt x="7766" y="10987"/>
                  <a:pt x="8049" y="10720"/>
                  <a:pt x="8049" y="10386"/>
                </a:cubicBezTo>
                <a:cubicBezTo>
                  <a:pt x="8049" y="8929"/>
                  <a:pt x="9286" y="7747"/>
                  <a:pt x="10800" y="7747"/>
                </a:cubicBezTo>
                <a:cubicBezTo>
                  <a:pt x="11147" y="7747"/>
                  <a:pt x="11425" y="7480"/>
                  <a:pt x="11425" y="7146"/>
                </a:cubicBezTo>
                <a:cubicBezTo>
                  <a:pt x="11425" y="7146"/>
                  <a:pt x="11425" y="7146"/>
                  <a:pt x="11425" y="7146"/>
                </a:cubicBezTo>
                <a:close/>
                <a:moveTo>
                  <a:pt x="16343" y="10369"/>
                </a:moveTo>
                <a:cubicBezTo>
                  <a:pt x="16343" y="11804"/>
                  <a:pt x="15751" y="13106"/>
                  <a:pt x="14788" y="14062"/>
                </a:cubicBezTo>
                <a:cubicBezTo>
                  <a:pt x="14056" y="14791"/>
                  <a:pt x="13583" y="15719"/>
                  <a:pt x="13426" y="16711"/>
                </a:cubicBezTo>
                <a:cubicBezTo>
                  <a:pt x="13356" y="17138"/>
                  <a:pt x="12972" y="17453"/>
                  <a:pt x="12517" y="17453"/>
                </a:cubicBezTo>
                <a:lnTo>
                  <a:pt x="9077" y="17453"/>
                </a:lnTo>
                <a:cubicBezTo>
                  <a:pt x="8628" y="17453"/>
                  <a:pt x="8239" y="17142"/>
                  <a:pt x="8174" y="16716"/>
                </a:cubicBezTo>
                <a:cubicBezTo>
                  <a:pt x="8012" y="15724"/>
                  <a:pt x="7535" y="14782"/>
                  <a:pt x="6803" y="14058"/>
                </a:cubicBezTo>
                <a:cubicBezTo>
                  <a:pt x="5858" y="13115"/>
                  <a:pt x="5270" y="11836"/>
                  <a:pt x="5256" y="10426"/>
                </a:cubicBezTo>
                <a:cubicBezTo>
                  <a:pt x="5224" y="7467"/>
                  <a:pt x="7679" y="5071"/>
                  <a:pt x="10763" y="5049"/>
                </a:cubicBezTo>
                <a:cubicBezTo>
                  <a:pt x="13843" y="5026"/>
                  <a:pt x="16343" y="7418"/>
                  <a:pt x="16343" y="10369"/>
                </a:cubicBezTo>
                <a:cubicBezTo>
                  <a:pt x="16343" y="10369"/>
                  <a:pt x="16343" y="10369"/>
                  <a:pt x="16343" y="10369"/>
                </a:cubicBezTo>
                <a:close/>
                <a:moveTo>
                  <a:pt x="13366" y="18875"/>
                </a:moveTo>
                <a:lnTo>
                  <a:pt x="13366" y="19507"/>
                </a:lnTo>
                <a:cubicBezTo>
                  <a:pt x="13366" y="20009"/>
                  <a:pt x="12981" y="20427"/>
                  <a:pt x="12481" y="20498"/>
                </a:cubicBezTo>
                <a:lnTo>
                  <a:pt x="12319" y="21071"/>
                </a:lnTo>
                <a:cubicBezTo>
                  <a:pt x="12231" y="21382"/>
                  <a:pt x="11938" y="21600"/>
                  <a:pt x="11601" y="21600"/>
                </a:cubicBezTo>
                <a:lnTo>
                  <a:pt x="9994" y="21600"/>
                </a:lnTo>
                <a:cubicBezTo>
                  <a:pt x="9656" y="21600"/>
                  <a:pt x="9364" y="21382"/>
                  <a:pt x="9276" y="21071"/>
                </a:cubicBezTo>
                <a:lnTo>
                  <a:pt x="9119" y="20498"/>
                </a:lnTo>
                <a:cubicBezTo>
                  <a:pt x="8614" y="20422"/>
                  <a:pt x="8230" y="20009"/>
                  <a:pt x="8230" y="19502"/>
                </a:cubicBezTo>
                <a:lnTo>
                  <a:pt x="8230" y="18871"/>
                </a:lnTo>
                <a:cubicBezTo>
                  <a:pt x="8230" y="18534"/>
                  <a:pt x="8512" y="18263"/>
                  <a:pt x="8864" y="18263"/>
                </a:cubicBezTo>
                <a:lnTo>
                  <a:pt x="12731" y="18263"/>
                </a:lnTo>
                <a:cubicBezTo>
                  <a:pt x="13083" y="18267"/>
                  <a:pt x="13366" y="18538"/>
                  <a:pt x="13366" y="18875"/>
                </a:cubicBezTo>
                <a:cubicBezTo>
                  <a:pt x="13366" y="18875"/>
                  <a:pt x="13366" y="18875"/>
                  <a:pt x="13366" y="18875"/>
                </a:cubicBezTo>
                <a:close/>
                <a:moveTo>
                  <a:pt x="13366" y="18875"/>
                </a:move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CA7283A4-ABF0-EBCE-CDF5-E66B0C849A14}"/>
              </a:ext>
            </a:extLst>
          </p:cNvPr>
          <p:cNvSpPr/>
          <p:nvPr userDrawn="1"/>
        </p:nvSpPr>
        <p:spPr>
          <a:xfrm>
            <a:off x="8604335" y="4404350"/>
            <a:ext cx="729890" cy="72989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E692151-D86E-6E3D-2823-CFE3BFB9567A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771269" y="1990817"/>
            <a:ext cx="396023" cy="329413"/>
          </a:xfrm>
          <a:custGeom>
            <a:avLst/>
            <a:gdLst>
              <a:gd name="T0" fmla="*/ 141 w 143"/>
              <a:gd name="T1" fmla="*/ 55 h 117"/>
              <a:gd name="T2" fmla="*/ 77 w 143"/>
              <a:gd name="T3" fmla="*/ 4 h 117"/>
              <a:gd name="T4" fmla="*/ 74 w 143"/>
              <a:gd name="T5" fmla="*/ 1 h 117"/>
              <a:gd name="T6" fmla="*/ 69 w 143"/>
              <a:gd name="T7" fmla="*/ 1 h 117"/>
              <a:gd name="T8" fmla="*/ 51 w 143"/>
              <a:gd name="T9" fmla="*/ 16 h 117"/>
              <a:gd name="T10" fmla="*/ 51 w 143"/>
              <a:gd name="T11" fmla="*/ 10 h 117"/>
              <a:gd name="T12" fmla="*/ 47 w 143"/>
              <a:gd name="T13" fmla="*/ 6 h 117"/>
              <a:gd name="T14" fmla="*/ 33 w 143"/>
              <a:gd name="T15" fmla="*/ 6 h 117"/>
              <a:gd name="T16" fmla="*/ 30 w 143"/>
              <a:gd name="T17" fmla="*/ 10 h 117"/>
              <a:gd name="T18" fmla="*/ 30 w 143"/>
              <a:gd name="T19" fmla="*/ 33 h 117"/>
              <a:gd name="T20" fmla="*/ 2 w 143"/>
              <a:gd name="T21" fmla="*/ 56 h 117"/>
              <a:gd name="T22" fmla="*/ 1 w 143"/>
              <a:gd name="T23" fmla="*/ 61 h 117"/>
              <a:gd name="T24" fmla="*/ 4 w 143"/>
              <a:gd name="T25" fmla="*/ 63 h 117"/>
              <a:gd name="T26" fmla="*/ 6 w 143"/>
              <a:gd name="T27" fmla="*/ 62 h 117"/>
              <a:gd name="T28" fmla="*/ 17 w 143"/>
              <a:gd name="T29" fmla="*/ 53 h 117"/>
              <a:gd name="T30" fmla="*/ 17 w 143"/>
              <a:gd name="T31" fmla="*/ 113 h 117"/>
              <a:gd name="T32" fmla="*/ 21 w 143"/>
              <a:gd name="T33" fmla="*/ 117 h 117"/>
              <a:gd name="T34" fmla="*/ 59 w 143"/>
              <a:gd name="T35" fmla="*/ 117 h 117"/>
              <a:gd name="T36" fmla="*/ 63 w 143"/>
              <a:gd name="T37" fmla="*/ 113 h 117"/>
              <a:gd name="T38" fmla="*/ 63 w 143"/>
              <a:gd name="T39" fmla="*/ 85 h 117"/>
              <a:gd name="T40" fmla="*/ 80 w 143"/>
              <a:gd name="T41" fmla="*/ 85 h 117"/>
              <a:gd name="T42" fmla="*/ 80 w 143"/>
              <a:gd name="T43" fmla="*/ 113 h 117"/>
              <a:gd name="T44" fmla="*/ 84 w 143"/>
              <a:gd name="T45" fmla="*/ 117 h 117"/>
              <a:gd name="T46" fmla="*/ 122 w 143"/>
              <a:gd name="T47" fmla="*/ 117 h 117"/>
              <a:gd name="T48" fmla="*/ 126 w 143"/>
              <a:gd name="T49" fmla="*/ 113 h 117"/>
              <a:gd name="T50" fmla="*/ 126 w 143"/>
              <a:gd name="T51" fmla="*/ 52 h 117"/>
              <a:gd name="T52" fmla="*/ 137 w 143"/>
              <a:gd name="T53" fmla="*/ 61 h 117"/>
              <a:gd name="T54" fmla="*/ 139 w 143"/>
              <a:gd name="T55" fmla="*/ 62 h 117"/>
              <a:gd name="T56" fmla="*/ 142 w 143"/>
              <a:gd name="T57" fmla="*/ 60 h 117"/>
              <a:gd name="T58" fmla="*/ 141 w 143"/>
              <a:gd name="T59" fmla="*/ 55 h 117"/>
              <a:gd name="T60" fmla="*/ 37 w 143"/>
              <a:gd name="T61" fmla="*/ 13 h 117"/>
              <a:gd name="T62" fmla="*/ 43 w 143"/>
              <a:gd name="T63" fmla="*/ 13 h 117"/>
              <a:gd name="T64" fmla="*/ 43 w 143"/>
              <a:gd name="T65" fmla="*/ 22 h 117"/>
              <a:gd name="T66" fmla="*/ 37 w 143"/>
              <a:gd name="T67" fmla="*/ 27 h 117"/>
              <a:gd name="T68" fmla="*/ 37 w 143"/>
              <a:gd name="T69" fmla="*/ 13 h 117"/>
              <a:gd name="T70" fmla="*/ 119 w 143"/>
              <a:gd name="T71" fmla="*/ 47 h 117"/>
              <a:gd name="T72" fmla="*/ 119 w 143"/>
              <a:gd name="T73" fmla="*/ 109 h 117"/>
              <a:gd name="T74" fmla="*/ 87 w 143"/>
              <a:gd name="T75" fmla="*/ 109 h 117"/>
              <a:gd name="T76" fmla="*/ 87 w 143"/>
              <a:gd name="T77" fmla="*/ 81 h 117"/>
              <a:gd name="T78" fmla="*/ 84 w 143"/>
              <a:gd name="T79" fmla="*/ 78 h 117"/>
              <a:gd name="T80" fmla="*/ 59 w 143"/>
              <a:gd name="T81" fmla="*/ 78 h 117"/>
              <a:gd name="T82" fmla="*/ 56 w 143"/>
              <a:gd name="T83" fmla="*/ 81 h 117"/>
              <a:gd name="T84" fmla="*/ 56 w 143"/>
              <a:gd name="T85" fmla="*/ 109 h 117"/>
              <a:gd name="T86" fmla="*/ 24 w 143"/>
              <a:gd name="T87" fmla="*/ 109 h 117"/>
              <a:gd name="T88" fmla="*/ 24 w 143"/>
              <a:gd name="T89" fmla="*/ 47 h 117"/>
              <a:gd name="T90" fmla="*/ 38 w 143"/>
              <a:gd name="T91" fmla="*/ 36 h 117"/>
              <a:gd name="T92" fmla="*/ 72 w 143"/>
              <a:gd name="T93" fmla="*/ 8 h 117"/>
              <a:gd name="T94" fmla="*/ 119 w 143"/>
              <a:gd name="T95" fmla="*/ 47 h 117"/>
              <a:gd name="T96" fmla="*/ 119 w 143"/>
              <a:gd name="T97" fmla="*/ 47 h 117"/>
              <a:gd name="T98" fmla="*/ 119 w 143"/>
              <a:gd name="T99" fmla="*/ 47 h 1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43" h="117">
                <a:moveTo>
                  <a:pt x="141" y="55"/>
                </a:moveTo>
                <a:cubicBezTo>
                  <a:pt x="77" y="4"/>
                  <a:pt x="77" y="4"/>
                  <a:pt x="77" y="4"/>
                </a:cubicBezTo>
                <a:cubicBezTo>
                  <a:pt x="74" y="1"/>
                  <a:pt x="74" y="1"/>
                  <a:pt x="74" y="1"/>
                </a:cubicBezTo>
                <a:cubicBezTo>
                  <a:pt x="72" y="0"/>
                  <a:pt x="71" y="0"/>
                  <a:pt x="69" y="1"/>
                </a:cubicBezTo>
                <a:cubicBezTo>
                  <a:pt x="51" y="16"/>
                  <a:pt x="51" y="16"/>
                  <a:pt x="51" y="16"/>
                </a:cubicBezTo>
                <a:cubicBezTo>
                  <a:pt x="51" y="10"/>
                  <a:pt x="51" y="10"/>
                  <a:pt x="51" y="10"/>
                </a:cubicBezTo>
                <a:cubicBezTo>
                  <a:pt x="51" y="8"/>
                  <a:pt x="49" y="6"/>
                  <a:pt x="47" y="6"/>
                </a:cubicBezTo>
                <a:cubicBezTo>
                  <a:pt x="33" y="6"/>
                  <a:pt x="33" y="6"/>
                  <a:pt x="33" y="6"/>
                </a:cubicBezTo>
                <a:cubicBezTo>
                  <a:pt x="31" y="6"/>
                  <a:pt x="30" y="8"/>
                  <a:pt x="30" y="10"/>
                </a:cubicBezTo>
                <a:cubicBezTo>
                  <a:pt x="30" y="33"/>
                  <a:pt x="30" y="33"/>
                  <a:pt x="30" y="33"/>
                </a:cubicBezTo>
                <a:cubicBezTo>
                  <a:pt x="2" y="56"/>
                  <a:pt x="2" y="56"/>
                  <a:pt x="2" y="56"/>
                </a:cubicBezTo>
                <a:cubicBezTo>
                  <a:pt x="0" y="58"/>
                  <a:pt x="0" y="60"/>
                  <a:pt x="1" y="61"/>
                </a:cubicBezTo>
                <a:cubicBezTo>
                  <a:pt x="2" y="62"/>
                  <a:pt x="3" y="63"/>
                  <a:pt x="4" y="63"/>
                </a:cubicBezTo>
                <a:cubicBezTo>
                  <a:pt x="5" y="63"/>
                  <a:pt x="5" y="63"/>
                  <a:pt x="6" y="62"/>
                </a:cubicBezTo>
                <a:cubicBezTo>
                  <a:pt x="17" y="53"/>
                  <a:pt x="17" y="53"/>
                  <a:pt x="17" y="53"/>
                </a:cubicBezTo>
                <a:cubicBezTo>
                  <a:pt x="17" y="113"/>
                  <a:pt x="17" y="113"/>
                  <a:pt x="17" y="113"/>
                </a:cubicBezTo>
                <a:cubicBezTo>
                  <a:pt x="17" y="115"/>
                  <a:pt x="19" y="117"/>
                  <a:pt x="21" y="117"/>
                </a:cubicBezTo>
                <a:cubicBezTo>
                  <a:pt x="59" y="117"/>
                  <a:pt x="59" y="117"/>
                  <a:pt x="59" y="117"/>
                </a:cubicBezTo>
                <a:cubicBezTo>
                  <a:pt x="61" y="117"/>
                  <a:pt x="63" y="115"/>
                  <a:pt x="63" y="113"/>
                </a:cubicBezTo>
                <a:cubicBezTo>
                  <a:pt x="63" y="85"/>
                  <a:pt x="63" y="85"/>
                  <a:pt x="63" y="85"/>
                </a:cubicBezTo>
                <a:cubicBezTo>
                  <a:pt x="80" y="85"/>
                  <a:pt x="80" y="85"/>
                  <a:pt x="80" y="85"/>
                </a:cubicBezTo>
                <a:cubicBezTo>
                  <a:pt x="80" y="113"/>
                  <a:pt x="80" y="113"/>
                  <a:pt x="80" y="113"/>
                </a:cubicBezTo>
                <a:cubicBezTo>
                  <a:pt x="80" y="115"/>
                  <a:pt x="82" y="117"/>
                  <a:pt x="84" y="117"/>
                </a:cubicBezTo>
                <a:cubicBezTo>
                  <a:pt x="122" y="117"/>
                  <a:pt x="122" y="117"/>
                  <a:pt x="122" y="117"/>
                </a:cubicBezTo>
                <a:cubicBezTo>
                  <a:pt x="124" y="117"/>
                  <a:pt x="126" y="115"/>
                  <a:pt x="126" y="113"/>
                </a:cubicBezTo>
                <a:cubicBezTo>
                  <a:pt x="126" y="52"/>
                  <a:pt x="126" y="52"/>
                  <a:pt x="126" y="52"/>
                </a:cubicBezTo>
                <a:cubicBezTo>
                  <a:pt x="137" y="61"/>
                  <a:pt x="137" y="61"/>
                  <a:pt x="137" y="61"/>
                </a:cubicBezTo>
                <a:cubicBezTo>
                  <a:pt x="137" y="62"/>
                  <a:pt x="138" y="62"/>
                  <a:pt x="139" y="62"/>
                </a:cubicBezTo>
                <a:cubicBezTo>
                  <a:pt x="140" y="62"/>
                  <a:pt x="141" y="61"/>
                  <a:pt x="142" y="60"/>
                </a:cubicBezTo>
                <a:cubicBezTo>
                  <a:pt x="143" y="59"/>
                  <a:pt x="143" y="57"/>
                  <a:pt x="141" y="55"/>
                </a:cubicBezTo>
                <a:close/>
                <a:moveTo>
                  <a:pt x="37" y="13"/>
                </a:moveTo>
                <a:cubicBezTo>
                  <a:pt x="43" y="13"/>
                  <a:pt x="43" y="13"/>
                  <a:pt x="43" y="13"/>
                </a:cubicBezTo>
                <a:cubicBezTo>
                  <a:pt x="43" y="22"/>
                  <a:pt x="43" y="22"/>
                  <a:pt x="43" y="22"/>
                </a:cubicBezTo>
                <a:cubicBezTo>
                  <a:pt x="37" y="27"/>
                  <a:pt x="37" y="27"/>
                  <a:pt x="37" y="27"/>
                </a:cubicBezTo>
                <a:lnTo>
                  <a:pt x="37" y="13"/>
                </a:lnTo>
                <a:close/>
                <a:moveTo>
                  <a:pt x="119" y="47"/>
                </a:moveTo>
                <a:cubicBezTo>
                  <a:pt x="119" y="109"/>
                  <a:pt x="119" y="109"/>
                  <a:pt x="119" y="109"/>
                </a:cubicBezTo>
                <a:cubicBezTo>
                  <a:pt x="87" y="109"/>
                  <a:pt x="87" y="109"/>
                  <a:pt x="87" y="109"/>
                </a:cubicBezTo>
                <a:cubicBezTo>
                  <a:pt x="87" y="81"/>
                  <a:pt x="87" y="81"/>
                  <a:pt x="87" y="81"/>
                </a:cubicBezTo>
                <a:cubicBezTo>
                  <a:pt x="87" y="79"/>
                  <a:pt x="86" y="78"/>
                  <a:pt x="84" y="78"/>
                </a:cubicBezTo>
                <a:cubicBezTo>
                  <a:pt x="59" y="78"/>
                  <a:pt x="59" y="78"/>
                  <a:pt x="59" y="78"/>
                </a:cubicBezTo>
                <a:cubicBezTo>
                  <a:pt x="57" y="78"/>
                  <a:pt x="56" y="79"/>
                  <a:pt x="56" y="81"/>
                </a:cubicBezTo>
                <a:cubicBezTo>
                  <a:pt x="56" y="109"/>
                  <a:pt x="56" y="109"/>
                  <a:pt x="56" y="109"/>
                </a:cubicBezTo>
                <a:cubicBezTo>
                  <a:pt x="24" y="109"/>
                  <a:pt x="24" y="109"/>
                  <a:pt x="24" y="109"/>
                </a:cubicBezTo>
                <a:cubicBezTo>
                  <a:pt x="24" y="47"/>
                  <a:pt x="24" y="47"/>
                  <a:pt x="24" y="47"/>
                </a:cubicBezTo>
                <a:cubicBezTo>
                  <a:pt x="38" y="36"/>
                  <a:pt x="38" y="36"/>
                  <a:pt x="38" y="36"/>
                </a:cubicBezTo>
                <a:cubicBezTo>
                  <a:pt x="38" y="36"/>
                  <a:pt x="71" y="9"/>
                  <a:pt x="72" y="8"/>
                </a:cubicBezTo>
                <a:lnTo>
                  <a:pt x="119" y="47"/>
                </a:lnTo>
                <a:close/>
                <a:moveTo>
                  <a:pt x="119" y="47"/>
                </a:moveTo>
                <a:cubicBezTo>
                  <a:pt x="119" y="47"/>
                  <a:pt x="119" y="47"/>
                  <a:pt x="119" y="47"/>
                </a:cubicBezTo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Oval 6">
            <a:extLst>
              <a:ext uri="{FF2B5EF4-FFF2-40B4-BE49-F238E27FC236}">
                <a16:creationId xmlns:a16="http://schemas.microsoft.com/office/drawing/2014/main" id="{2D09663E-DB23-3D60-983C-6445C4E74DBF}"/>
              </a:ext>
            </a:extLst>
          </p:cNvPr>
          <p:cNvSpPr/>
          <p:nvPr userDrawn="1"/>
        </p:nvSpPr>
        <p:spPr>
          <a:xfrm>
            <a:off x="8604335" y="1790578"/>
            <a:ext cx="729890" cy="729890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7">
            <a:extLst>
              <a:ext uri="{FF2B5EF4-FFF2-40B4-BE49-F238E27FC236}">
                <a16:creationId xmlns:a16="http://schemas.microsoft.com/office/drawing/2014/main" id="{3E73865F-82B3-1468-706F-7F4B68BB95DD}"/>
              </a:ext>
            </a:extLst>
          </p:cNvPr>
          <p:cNvSpPr/>
          <p:nvPr userDrawn="1"/>
        </p:nvSpPr>
        <p:spPr>
          <a:xfrm>
            <a:off x="8604335" y="3093587"/>
            <a:ext cx="729890" cy="72989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98550D54-BFF7-7C53-8D8A-FF5BAD1AFAF2}"/>
              </a:ext>
            </a:extLst>
          </p:cNvPr>
          <p:cNvGrpSpPr/>
          <p:nvPr userDrawn="1"/>
        </p:nvGrpSpPr>
        <p:grpSpPr>
          <a:xfrm>
            <a:off x="8791488" y="3319848"/>
            <a:ext cx="355584" cy="280986"/>
            <a:chOff x="10412413" y="1978025"/>
            <a:chExt cx="681037" cy="538163"/>
          </a:xfrm>
          <a:solidFill>
            <a:schemeClr val="bg1"/>
          </a:solidFill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B8A306E3-B805-B848-8800-6E725B11743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12413" y="1978025"/>
              <a:ext cx="681037" cy="538163"/>
            </a:xfrm>
            <a:custGeom>
              <a:avLst/>
              <a:gdLst>
                <a:gd name="T0" fmla="*/ 182 w 186"/>
                <a:gd name="T1" fmla="*/ 0 h 147"/>
                <a:gd name="T2" fmla="*/ 3 w 186"/>
                <a:gd name="T3" fmla="*/ 0 h 147"/>
                <a:gd name="T4" fmla="*/ 0 w 186"/>
                <a:gd name="T5" fmla="*/ 3 h 147"/>
                <a:gd name="T6" fmla="*/ 0 w 186"/>
                <a:gd name="T7" fmla="*/ 144 h 147"/>
                <a:gd name="T8" fmla="*/ 3 w 186"/>
                <a:gd name="T9" fmla="*/ 147 h 147"/>
                <a:gd name="T10" fmla="*/ 182 w 186"/>
                <a:gd name="T11" fmla="*/ 147 h 147"/>
                <a:gd name="T12" fmla="*/ 186 w 186"/>
                <a:gd name="T13" fmla="*/ 144 h 147"/>
                <a:gd name="T14" fmla="*/ 186 w 186"/>
                <a:gd name="T15" fmla="*/ 3 h 147"/>
                <a:gd name="T16" fmla="*/ 182 w 186"/>
                <a:gd name="T17" fmla="*/ 0 h 147"/>
                <a:gd name="T18" fmla="*/ 179 w 186"/>
                <a:gd name="T19" fmla="*/ 141 h 147"/>
                <a:gd name="T20" fmla="*/ 6 w 186"/>
                <a:gd name="T21" fmla="*/ 141 h 147"/>
                <a:gd name="T22" fmla="*/ 6 w 186"/>
                <a:gd name="T23" fmla="*/ 6 h 147"/>
                <a:gd name="T24" fmla="*/ 179 w 186"/>
                <a:gd name="T25" fmla="*/ 6 h 147"/>
                <a:gd name="T26" fmla="*/ 179 w 186"/>
                <a:gd name="T27" fmla="*/ 141 h 147"/>
                <a:gd name="T28" fmla="*/ 179 w 186"/>
                <a:gd name="T29" fmla="*/ 141 h 147"/>
                <a:gd name="T30" fmla="*/ 179 w 186"/>
                <a:gd name="T31" fmla="*/ 141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86" h="147">
                  <a:moveTo>
                    <a:pt x="182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0" y="146"/>
                    <a:pt x="1" y="147"/>
                    <a:pt x="3" y="147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4" y="147"/>
                    <a:pt x="186" y="146"/>
                    <a:pt x="186" y="144"/>
                  </a:cubicBezTo>
                  <a:cubicBezTo>
                    <a:pt x="186" y="3"/>
                    <a:pt x="186" y="3"/>
                    <a:pt x="186" y="3"/>
                  </a:cubicBezTo>
                  <a:cubicBezTo>
                    <a:pt x="186" y="1"/>
                    <a:pt x="184" y="0"/>
                    <a:pt x="182" y="0"/>
                  </a:cubicBezTo>
                  <a:close/>
                  <a:moveTo>
                    <a:pt x="179" y="141"/>
                  </a:moveTo>
                  <a:cubicBezTo>
                    <a:pt x="6" y="141"/>
                    <a:pt x="6" y="141"/>
                    <a:pt x="6" y="141"/>
                  </a:cubicBezTo>
                  <a:cubicBezTo>
                    <a:pt x="6" y="6"/>
                    <a:pt x="6" y="6"/>
                    <a:pt x="6" y="6"/>
                  </a:cubicBezTo>
                  <a:cubicBezTo>
                    <a:pt x="179" y="6"/>
                    <a:pt x="179" y="6"/>
                    <a:pt x="179" y="6"/>
                  </a:cubicBezTo>
                  <a:lnTo>
                    <a:pt x="179" y="141"/>
                  </a:lnTo>
                  <a:close/>
                  <a:moveTo>
                    <a:pt x="179" y="141"/>
                  </a:moveTo>
                  <a:cubicBezTo>
                    <a:pt x="179" y="141"/>
                    <a:pt x="179" y="141"/>
                    <a:pt x="179" y="14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0E7880A5-0EF5-E62B-DCA4-E117F78197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33063" y="2106613"/>
              <a:ext cx="131762" cy="131763"/>
            </a:xfrm>
            <a:custGeom>
              <a:avLst/>
              <a:gdLst>
                <a:gd name="T0" fmla="*/ 18 w 36"/>
                <a:gd name="T1" fmla="*/ 36 h 36"/>
                <a:gd name="T2" fmla="*/ 36 w 36"/>
                <a:gd name="T3" fmla="*/ 18 h 36"/>
                <a:gd name="T4" fmla="*/ 18 w 36"/>
                <a:gd name="T5" fmla="*/ 0 h 36"/>
                <a:gd name="T6" fmla="*/ 0 w 36"/>
                <a:gd name="T7" fmla="*/ 18 h 36"/>
                <a:gd name="T8" fmla="*/ 18 w 36"/>
                <a:gd name="T9" fmla="*/ 36 h 36"/>
                <a:gd name="T10" fmla="*/ 18 w 36"/>
                <a:gd name="T11" fmla="*/ 7 h 36"/>
                <a:gd name="T12" fmla="*/ 30 w 36"/>
                <a:gd name="T13" fmla="*/ 18 h 36"/>
                <a:gd name="T14" fmla="*/ 18 w 36"/>
                <a:gd name="T15" fmla="*/ 29 h 36"/>
                <a:gd name="T16" fmla="*/ 7 w 36"/>
                <a:gd name="T17" fmla="*/ 18 h 36"/>
                <a:gd name="T18" fmla="*/ 18 w 36"/>
                <a:gd name="T19" fmla="*/ 7 h 36"/>
                <a:gd name="T20" fmla="*/ 18 w 36"/>
                <a:gd name="T21" fmla="*/ 7 h 36"/>
                <a:gd name="T22" fmla="*/ 18 w 36"/>
                <a:gd name="T23" fmla="*/ 7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6" h="36">
                  <a:moveTo>
                    <a:pt x="18" y="36"/>
                  </a:moveTo>
                  <a:cubicBezTo>
                    <a:pt x="28" y="36"/>
                    <a:pt x="36" y="28"/>
                    <a:pt x="36" y="18"/>
                  </a:cubicBezTo>
                  <a:cubicBezTo>
                    <a:pt x="36" y="8"/>
                    <a:pt x="28" y="0"/>
                    <a:pt x="18" y="0"/>
                  </a:cubicBezTo>
                  <a:cubicBezTo>
                    <a:pt x="8" y="0"/>
                    <a:pt x="0" y="8"/>
                    <a:pt x="0" y="18"/>
                  </a:cubicBezTo>
                  <a:cubicBezTo>
                    <a:pt x="0" y="28"/>
                    <a:pt x="8" y="36"/>
                    <a:pt x="18" y="36"/>
                  </a:cubicBezTo>
                  <a:close/>
                  <a:moveTo>
                    <a:pt x="18" y="7"/>
                  </a:moveTo>
                  <a:cubicBezTo>
                    <a:pt x="25" y="7"/>
                    <a:pt x="30" y="12"/>
                    <a:pt x="30" y="18"/>
                  </a:cubicBezTo>
                  <a:cubicBezTo>
                    <a:pt x="30" y="24"/>
                    <a:pt x="25" y="29"/>
                    <a:pt x="18" y="29"/>
                  </a:cubicBezTo>
                  <a:cubicBezTo>
                    <a:pt x="12" y="29"/>
                    <a:pt x="7" y="24"/>
                    <a:pt x="7" y="18"/>
                  </a:cubicBezTo>
                  <a:cubicBezTo>
                    <a:pt x="7" y="12"/>
                    <a:pt x="12" y="7"/>
                    <a:pt x="18" y="7"/>
                  </a:cubicBezTo>
                  <a:close/>
                  <a:moveTo>
                    <a:pt x="18" y="7"/>
                  </a:moveTo>
                  <a:cubicBezTo>
                    <a:pt x="18" y="7"/>
                    <a:pt x="18" y="7"/>
                    <a:pt x="18" y="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FB3D958D-BF7F-0A8A-9268-B91A20B838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480675" y="2176463"/>
              <a:ext cx="554037" cy="271463"/>
            </a:xfrm>
            <a:custGeom>
              <a:avLst/>
              <a:gdLst>
                <a:gd name="T0" fmla="*/ 3 w 151"/>
                <a:gd name="T1" fmla="*/ 74 h 74"/>
                <a:gd name="T2" fmla="*/ 6 w 151"/>
                <a:gd name="T3" fmla="*/ 73 h 74"/>
                <a:gd name="T4" fmla="*/ 58 w 151"/>
                <a:gd name="T5" fmla="*/ 27 h 74"/>
                <a:gd name="T6" fmla="*/ 91 w 151"/>
                <a:gd name="T7" fmla="*/ 60 h 74"/>
                <a:gd name="T8" fmla="*/ 95 w 151"/>
                <a:gd name="T9" fmla="*/ 60 h 74"/>
                <a:gd name="T10" fmla="*/ 95 w 151"/>
                <a:gd name="T11" fmla="*/ 56 h 74"/>
                <a:gd name="T12" fmla="*/ 80 w 151"/>
                <a:gd name="T13" fmla="*/ 40 h 74"/>
                <a:gd name="T14" fmla="*/ 109 w 151"/>
                <a:gd name="T15" fmla="*/ 8 h 74"/>
                <a:gd name="T16" fmla="*/ 145 w 151"/>
                <a:gd name="T17" fmla="*/ 41 h 74"/>
                <a:gd name="T18" fmla="*/ 150 w 151"/>
                <a:gd name="T19" fmla="*/ 41 h 74"/>
                <a:gd name="T20" fmla="*/ 150 w 151"/>
                <a:gd name="T21" fmla="*/ 36 h 74"/>
                <a:gd name="T22" fmla="*/ 111 w 151"/>
                <a:gd name="T23" fmla="*/ 1 h 74"/>
                <a:gd name="T24" fmla="*/ 109 w 151"/>
                <a:gd name="T25" fmla="*/ 0 h 74"/>
                <a:gd name="T26" fmla="*/ 107 w 151"/>
                <a:gd name="T27" fmla="*/ 1 h 74"/>
                <a:gd name="T28" fmla="*/ 75 w 151"/>
                <a:gd name="T29" fmla="*/ 36 h 74"/>
                <a:gd name="T30" fmla="*/ 60 w 151"/>
                <a:gd name="T31" fmla="*/ 21 h 74"/>
                <a:gd name="T32" fmla="*/ 56 w 151"/>
                <a:gd name="T33" fmla="*/ 20 h 74"/>
                <a:gd name="T34" fmla="*/ 1 w 151"/>
                <a:gd name="T35" fmla="*/ 68 h 74"/>
                <a:gd name="T36" fmla="*/ 1 w 151"/>
                <a:gd name="T37" fmla="*/ 73 h 74"/>
                <a:gd name="T38" fmla="*/ 3 w 151"/>
                <a:gd name="T39" fmla="*/ 74 h 74"/>
                <a:gd name="T40" fmla="*/ 3 w 151"/>
                <a:gd name="T41" fmla="*/ 74 h 74"/>
                <a:gd name="T42" fmla="*/ 3 w 151"/>
                <a:gd name="T43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51" h="74">
                  <a:moveTo>
                    <a:pt x="3" y="74"/>
                  </a:moveTo>
                  <a:cubicBezTo>
                    <a:pt x="4" y="74"/>
                    <a:pt x="5" y="74"/>
                    <a:pt x="6" y="73"/>
                  </a:cubicBezTo>
                  <a:cubicBezTo>
                    <a:pt x="58" y="27"/>
                    <a:pt x="58" y="27"/>
                    <a:pt x="58" y="27"/>
                  </a:cubicBezTo>
                  <a:cubicBezTo>
                    <a:pt x="91" y="60"/>
                    <a:pt x="91" y="60"/>
                    <a:pt x="91" y="60"/>
                  </a:cubicBezTo>
                  <a:cubicBezTo>
                    <a:pt x="92" y="61"/>
                    <a:pt x="94" y="61"/>
                    <a:pt x="95" y="60"/>
                  </a:cubicBezTo>
                  <a:cubicBezTo>
                    <a:pt x="96" y="59"/>
                    <a:pt x="96" y="57"/>
                    <a:pt x="95" y="56"/>
                  </a:cubicBezTo>
                  <a:cubicBezTo>
                    <a:pt x="80" y="40"/>
                    <a:pt x="80" y="40"/>
                    <a:pt x="80" y="40"/>
                  </a:cubicBezTo>
                  <a:cubicBezTo>
                    <a:pt x="109" y="8"/>
                    <a:pt x="109" y="8"/>
                    <a:pt x="109" y="8"/>
                  </a:cubicBezTo>
                  <a:cubicBezTo>
                    <a:pt x="145" y="41"/>
                    <a:pt x="145" y="41"/>
                    <a:pt x="145" y="41"/>
                  </a:cubicBezTo>
                  <a:cubicBezTo>
                    <a:pt x="147" y="42"/>
                    <a:pt x="149" y="42"/>
                    <a:pt x="150" y="41"/>
                  </a:cubicBezTo>
                  <a:cubicBezTo>
                    <a:pt x="151" y="40"/>
                    <a:pt x="151" y="38"/>
                    <a:pt x="150" y="36"/>
                  </a:cubicBezTo>
                  <a:cubicBezTo>
                    <a:pt x="111" y="1"/>
                    <a:pt x="111" y="1"/>
                    <a:pt x="111" y="1"/>
                  </a:cubicBezTo>
                  <a:cubicBezTo>
                    <a:pt x="111" y="1"/>
                    <a:pt x="110" y="0"/>
                    <a:pt x="109" y="0"/>
                  </a:cubicBezTo>
                  <a:cubicBezTo>
                    <a:pt x="108" y="0"/>
                    <a:pt x="107" y="1"/>
                    <a:pt x="107" y="1"/>
                  </a:cubicBezTo>
                  <a:cubicBezTo>
                    <a:pt x="75" y="36"/>
                    <a:pt x="75" y="36"/>
                    <a:pt x="75" y="36"/>
                  </a:cubicBezTo>
                  <a:cubicBezTo>
                    <a:pt x="60" y="21"/>
                    <a:pt x="60" y="21"/>
                    <a:pt x="60" y="21"/>
                  </a:cubicBezTo>
                  <a:cubicBezTo>
                    <a:pt x="59" y="19"/>
                    <a:pt x="57" y="19"/>
                    <a:pt x="56" y="20"/>
                  </a:cubicBezTo>
                  <a:cubicBezTo>
                    <a:pt x="1" y="68"/>
                    <a:pt x="1" y="68"/>
                    <a:pt x="1" y="68"/>
                  </a:cubicBezTo>
                  <a:cubicBezTo>
                    <a:pt x="0" y="70"/>
                    <a:pt x="0" y="72"/>
                    <a:pt x="1" y="73"/>
                  </a:cubicBezTo>
                  <a:cubicBezTo>
                    <a:pt x="2" y="74"/>
                    <a:pt x="3" y="74"/>
                    <a:pt x="3" y="74"/>
                  </a:cubicBezTo>
                  <a:close/>
                  <a:moveTo>
                    <a:pt x="3" y="74"/>
                  </a:moveTo>
                  <a:cubicBezTo>
                    <a:pt x="3" y="74"/>
                    <a:pt x="3" y="74"/>
                    <a:pt x="3" y="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cxnSp>
        <p:nvCxnSpPr>
          <p:cNvPr id="16" name="Straight Connector 21">
            <a:extLst>
              <a:ext uri="{FF2B5EF4-FFF2-40B4-BE49-F238E27FC236}">
                <a16:creationId xmlns:a16="http://schemas.microsoft.com/office/drawing/2014/main" id="{B2776097-C3E8-E7B4-D2DC-9D9A3BCEAA39}"/>
              </a:ext>
            </a:extLst>
          </p:cNvPr>
          <p:cNvCxnSpPr>
            <a:cxnSpLocks/>
          </p:cNvCxnSpPr>
          <p:nvPr userDrawn="1"/>
        </p:nvCxnSpPr>
        <p:spPr>
          <a:xfrm>
            <a:off x="0" y="2941581"/>
            <a:ext cx="951593" cy="0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335A9425-32CB-2EF6-A9AA-16797B2DF65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459213" y="1061957"/>
            <a:ext cx="2575122" cy="2285460"/>
          </a:xfrm>
          <a:custGeom>
            <a:avLst/>
            <a:gdLst>
              <a:gd name="connsiteX0" fmla="*/ 0 w 2575122"/>
              <a:gd name="connsiteY0" fmla="*/ 0 h 2285460"/>
              <a:gd name="connsiteX1" fmla="*/ 2575122 w 2575122"/>
              <a:gd name="connsiteY1" fmla="*/ 0 h 2285460"/>
              <a:gd name="connsiteX2" fmla="*/ 2575122 w 2575122"/>
              <a:gd name="connsiteY2" fmla="*/ 2285460 h 2285460"/>
              <a:gd name="connsiteX3" fmla="*/ 0 w 2575122"/>
              <a:gd name="connsiteY3" fmla="*/ 2285460 h 2285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5122" h="2285460">
                <a:moveTo>
                  <a:pt x="0" y="0"/>
                </a:moveTo>
                <a:lnTo>
                  <a:pt x="2575122" y="0"/>
                </a:lnTo>
                <a:lnTo>
                  <a:pt x="2575122" y="2285460"/>
                </a:lnTo>
                <a:lnTo>
                  <a:pt x="0" y="228546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20" name="Picture Placeholder 16">
            <a:extLst>
              <a:ext uri="{FF2B5EF4-FFF2-40B4-BE49-F238E27FC236}">
                <a16:creationId xmlns:a16="http://schemas.microsoft.com/office/drawing/2014/main" id="{DB517645-C2D7-D4FF-D270-A69D9DC0919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459213" y="3471328"/>
            <a:ext cx="2575122" cy="2285460"/>
          </a:xfrm>
          <a:custGeom>
            <a:avLst/>
            <a:gdLst>
              <a:gd name="connsiteX0" fmla="*/ 0 w 2575122"/>
              <a:gd name="connsiteY0" fmla="*/ 0 h 2285460"/>
              <a:gd name="connsiteX1" fmla="*/ 2575122 w 2575122"/>
              <a:gd name="connsiteY1" fmla="*/ 0 h 2285460"/>
              <a:gd name="connsiteX2" fmla="*/ 2575122 w 2575122"/>
              <a:gd name="connsiteY2" fmla="*/ 2285460 h 2285460"/>
              <a:gd name="connsiteX3" fmla="*/ 0 w 2575122"/>
              <a:gd name="connsiteY3" fmla="*/ 2285460 h 2285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75122" h="2285460">
                <a:moveTo>
                  <a:pt x="0" y="0"/>
                </a:moveTo>
                <a:lnTo>
                  <a:pt x="2575122" y="0"/>
                </a:lnTo>
                <a:lnTo>
                  <a:pt x="2575122" y="2285460"/>
                </a:lnTo>
                <a:lnTo>
                  <a:pt x="0" y="228546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pic>
        <p:nvPicPr>
          <p:cNvPr id="21" name="Image 20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67C6CB14-8A0E-6B2F-27A4-BB440415AF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11" y="270631"/>
            <a:ext cx="1323628" cy="390029"/>
          </a:xfrm>
          <a:prstGeom prst="rect">
            <a:avLst/>
          </a:prstGeom>
        </p:spPr>
      </p:pic>
      <p:sp>
        <p:nvSpPr>
          <p:cNvPr id="2" name="Espace réservé du texte 20">
            <a:extLst>
              <a:ext uri="{FF2B5EF4-FFF2-40B4-BE49-F238E27FC236}">
                <a16:creationId xmlns:a16="http://schemas.microsoft.com/office/drawing/2014/main" id="{7B6B62F1-D722-5D75-EBBE-C86FE3F0E43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36175" y="2650027"/>
            <a:ext cx="2543175" cy="11287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15" name="Espace réservé du texte 22">
            <a:extLst>
              <a:ext uri="{FF2B5EF4-FFF2-40B4-BE49-F238E27FC236}">
                <a16:creationId xmlns:a16="http://schemas.microsoft.com/office/drawing/2014/main" id="{35A2EF60-31D1-2827-E2D0-A6FCDFE96D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34472" y="3888632"/>
            <a:ext cx="3359150" cy="6588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et dolore magna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aliqua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. Ut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enim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add be ad</a:t>
            </a:r>
          </a:p>
        </p:txBody>
      </p:sp>
      <p:sp>
        <p:nvSpPr>
          <p:cNvPr id="22" name="Espace réservé du texte 22">
            <a:extLst>
              <a:ext uri="{FF2B5EF4-FFF2-40B4-BE49-F238E27FC236}">
                <a16:creationId xmlns:a16="http://schemas.microsoft.com/office/drawing/2014/main" id="{F38B8396-8A51-A292-68E5-9CA854CEFF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92281" y="1791064"/>
            <a:ext cx="1925464" cy="6588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175823C5-DACA-2B27-10DD-5653617C437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592281" y="3099593"/>
            <a:ext cx="1925464" cy="6588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  <p:sp>
        <p:nvSpPr>
          <p:cNvPr id="24" name="Espace réservé du texte 22">
            <a:extLst>
              <a:ext uri="{FF2B5EF4-FFF2-40B4-BE49-F238E27FC236}">
                <a16:creationId xmlns:a16="http://schemas.microsoft.com/office/drawing/2014/main" id="{3F55972D-388B-236A-DA03-43DDF7672F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92281" y="4439888"/>
            <a:ext cx="1925464" cy="6588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50413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r Char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84">
            <a:extLst>
              <a:ext uri="{FF2B5EF4-FFF2-40B4-BE49-F238E27FC236}">
                <a16:creationId xmlns:a16="http://schemas.microsoft.com/office/drawing/2014/main" id="{A6A08F1A-D32F-E8D4-EF50-BEE235E288A2}"/>
              </a:ext>
            </a:extLst>
          </p:cNvPr>
          <p:cNvCxnSpPr>
            <a:cxnSpLocks/>
          </p:cNvCxnSpPr>
          <p:nvPr userDrawn="1"/>
        </p:nvCxnSpPr>
        <p:spPr>
          <a:xfrm>
            <a:off x="1961834" y="5252339"/>
            <a:ext cx="464384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59">
            <a:extLst>
              <a:ext uri="{FF2B5EF4-FFF2-40B4-BE49-F238E27FC236}">
                <a16:creationId xmlns:a16="http://schemas.microsoft.com/office/drawing/2014/main" id="{BD21E04A-6650-3AB4-4F6A-964B97C3AC91}"/>
              </a:ext>
            </a:extLst>
          </p:cNvPr>
          <p:cNvCxnSpPr>
            <a:cxnSpLocks/>
          </p:cNvCxnSpPr>
          <p:nvPr userDrawn="1"/>
        </p:nvCxnSpPr>
        <p:spPr>
          <a:xfrm>
            <a:off x="0" y="1607549"/>
            <a:ext cx="951593" cy="0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3">
            <a:extLst>
              <a:ext uri="{FF2B5EF4-FFF2-40B4-BE49-F238E27FC236}">
                <a16:creationId xmlns:a16="http://schemas.microsoft.com/office/drawing/2014/main" id="{D99CE070-7DED-C756-9FC3-7D173F2D7791}"/>
              </a:ext>
            </a:extLst>
          </p:cNvPr>
          <p:cNvSpPr/>
          <p:nvPr userDrawn="1"/>
        </p:nvSpPr>
        <p:spPr>
          <a:xfrm rot="10800000">
            <a:off x="1576107" y="3573788"/>
            <a:ext cx="779476" cy="1337158"/>
          </a:xfrm>
          <a:prstGeom prst="roundRect">
            <a:avLst>
              <a:gd name="adj" fmla="val 50000"/>
            </a:avLst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Rectangle: Rounded Corners 64">
            <a:extLst>
              <a:ext uri="{FF2B5EF4-FFF2-40B4-BE49-F238E27FC236}">
                <a16:creationId xmlns:a16="http://schemas.microsoft.com/office/drawing/2014/main" id="{5CC4E974-4B98-FA1E-392A-CCE8126EA3F6}"/>
              </a:ext>
            </a:extLst>
          </p:cNvPr>
          <p:cNvSpPr/>
          <p:nvPr userDrawn="1"/>
        </p:nvSpPr>
        <p:spPr>
          <a:xfrm rot="10800000">
            <a:off x="2739726" y="3358632"/>
            <a:ext cx="779476" cy="1552314"/>
          </a:xfrm>
          <a:prstGeom prst="roundRect">
            <a:avLst>
              <a:gd name="adj" fmla="val 50000"/>
            </a:avLst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Rectangle: Rounded Corners 66">
            <a:extLst>
              <a:ext uri="{FF2B5EF4-FFF2-40B4-BE49-F238E27FC236}">
                <a16:creationId xmlns:a16="http://schemas.microsoft.com/office/drawing/2014/main" id="{9A8EF99D-96CF-20E7-96EE-083E47544A8D}"/>
              </a:ext>
            </a:extLst>
          </p:cNvPr>
          <p:cNvSpPr/>
          <p:nvPr userDrawn="1"/>
        </p:nvSpPr>
        <p:spPr>
          <a:xfrm rot="10800000">
            <a:off x="3903345" y="3276599"/>
            <a:ext cx="779476" cy="1634345"/>
          </a:xfrm>
          <a:prstGeom prst="roundRect">
            <a:avLst>
              <a:gd name="adj" fmla="val 50000"/>
            </a:avLst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Rectangle: Rounded Corners 67">
            <a:extLst>
              <a:ext uri="{FF2B5EF4-FFF2-40B4-BE49-F238E27FC236}">
                <a16:creationId xmlns:a16="http://schemas.microsoft.com/office/drawing/2014/main" id="{E144EAAD-7123-656D-58E3-FCE83541BE8A}"/>
              </a:ext>
            </a:extLst>
          </p:cNvPr>
          <p:cNvSpPr/>
          <p:nvPr userDrawn="1"/>
        </p:nvSpPr>
        <p:spPr>
          <a:xfrm rot="10800000">
            <a:off x="5066964" y="2551810"/>
            <a:ext cx="779476" cy="235913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Rectangle: Rounded Corners 68">
            <a:extLst>
              <a:ext uri="{FF2B5EF4-FFF2-40B4-BE49-F238E27FC236}">
                <a16:creationId xmlns:a16="http://schemas.microsoft.com/office/drawing/2014/main" id="{826E7EC7-A528-3EA0-6F71-2100295E371C}"/>
              </a:ext>
            </a:extLst>
          </p:cNvPr>
          <p:cNvSpPr/>
          <p:nvPr userDrawn="1"/>
        </p:nvSpPr>
        <p:spPr>
          <a:xfrm rot="10800000">
            <a:off x="6230583" y="3046661"/>
            <a:ext cx="779476" cy="1864283"/>
          </a:xfrm>
          <a:prstGeom prst="roundRect">
            <a:avLst>
              <a:gd name="adj" fmla="val 50000"/>
            </a:avLst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TextBox 71">
            <a:extLst>
              <a:ext uri="{FF2B5EF4-FFF2-40B4-BE49-F238E27FC236}">
                <a16:creationId xmlns:a16="http://schemas.microsoft.com/office/drawing/2014/main" id="{A93BCAA7-C279-1325-A64B-57EB76449DF8}"/>
              </a:ext>
            </a:extLst>
          </p:cNvPr>
          <p:cNvSpPr txBox="1"/>
          <p:nvPr userDrawn="1"/>
        </p:nvSpPr>
        <p:spPr>
          <a:xfrm>
            <a:off x="1576105" y="4253123"/>
            <a:ext cx="7794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20%</a:t>
            </a:r>
          </a:p>
        </p:txBody>
      </p:sp>
      <p:sp>
        <p:nvSpPr>
          <p:cNvPr id="13" name="TextBox 72">
            <a:extLst>
              <a:ext uri="{FF2B5EF4-FFF2-40B4-BE49-F238E27FC236}">
                <a16:creationId xmlns:a16="http://schemas.microsoft.com/office/drawing/2014/main" id="{B3BE091E-3292-9907-4C66-4FF2E7FFB373}"/>
              </a:ext>
            </a:extLst>
          </p:cNvPr>
          <p:cNvSpPr txBox="1"/>
          <p:nvPr userDrawn="1"/>
        </p:nvSpPr>
        <p:spPr>
          <a:xfrm>
            <a:off x="2739724" y="4253123"/>
            <a:ext cx="7794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30%</a:t>
            </a:r>
          </a:p>
        </p:txBody>
      </p:sp>
      <p:sp>
        <p:nvSpPr>
          <p:cNvPr id="14" name="TextBox 73">
            <a:extLst>
              <a:ext uri="{FF2B5EF4-FFF2-40B4-BE49-F238E27FC236}">
                <a16:creationId xmlns:a16="http://schemas.microsoft.com/office/drawing/2014/main" id="{B82584DC-D169-F7CB-B1BD-707A1C2321F8}"/>
              </a:ext>
            </a:extLst>
          </p:cNvPr>
          <p:cNvSpPr txBox="1"/>
          <p:nvPr userDrawn="1"/>
        </p:nvSpPr>
        <p:spPr>
          <a:xfrm>
            <a:off x="3903343" y="4253123"/>
            <a:ext cx="7794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32%</a:t>
            </a:r>
          </a:p>
        </p:txBody>
      </p:sp>
      <p:sp>
        <p:nvSpPr>
          <p:cNvPr id="15" name="TextBox 74">
            <a:extLst>
              <a:ext uri="{FF2B5EF4-FFF2-40B4-BE49-F238E27FC236}">
                <a16:creationId xmlns:a16="http://schemas.microsoft.com/office/drawing/2014/main" id="{6F42C4A3-479A-4F6C-04CE-1CFD9B2F74A4}"/>
              </a:ext>
            </a:extLst>
          </p:cNvPr>
          <p:cNvSpPr txBox="1"/>
          <p:nvPr userDrawn="1"/>
        </p:nvSpPr>
        <p:spPr>
          <a:xfrm>
            <a:off x="5066962" y="4253123"/>
            <a:ext cx="7794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75%</a:t>
            </a:r>
          </a:p>
        </p:txBody>
      </p:sp>
      <p:sp>
        <p:nvSpPr>
          <p:cNvPr id="16" name="Oval 75">
            <a:extLst>
              <a:ext uri="{FF2B5EF4-FFF2-40B4-BE49-F238E27FC236}">
                <a16:creationId xmlns:a16="http://schemas.microsoft.com/office/drawing/2014/main" id="{844C3A56-41DB-BAC2-8B8E-0DF65A8BE1F5}"/>
              </a:ext>
            </a:extLst>
          </p:cNvPr>
          <p:cNvSpPr/>
          <p:nvPr userDrawn="1"/>
        </p:nvSpPr>
        <p:spPr>
          <a:xfrm>
            <a:off x="1900290" y="5186425"/>
            <a:ext cx="131108" cy="13110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7" name="Oval 76">
            <a:extLst>
              <a:ext uri="{FF2B5EF4-FFF2-40B4-BE49-F238E27FC236}">
                <a16:creationId xmlns:a16="http://schemas.microsoft.com/office/drawing/2014/main" id="{821C67BE-037F-7D6A-2976-BB74FAA7CD11}"/>
              </a:ext>
            </a:extLst>
          </p:cNvPr>
          <p:cNvSpPr/>
          <p:nvPr userDrawn="1"/>
        </p:nvSpPr>
        <p:spPr>
          <a:xfrm>
            <a:off x="3063909" y="5186425"/>
            <a:ext cx="131108" cy="13110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8" name="Oval 77">
            <a:extLst>
              <a:ext uri="{FF2B5EF4-FFF2-40B4-BE49-F238E27FC236}">
                <a16:creationId xmlns:a16="http://schemas.microsoft.com/office/drawing/2014/main" id="{3976DCD2-9AEB-4E1B-B8C3-D42B87C2DCDC}"/>
              </a:ext>
            </a:extLst>
          </p:cNvPr>
          <p:cNvSpPr/>
          <p:nvPr userDrawn="1"/>
        </p:nvSpPr>
        <p:spPr>
          <a:xfrm>
            <a:off x="4227528" y="5186425"/>
            <a:ext cx="131108" cy="13110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9" name="Oval 79">
            <a:extLst>
              <a:ext uri="{FF2B5EF4-FFF2-40B4-BE49-F238E27FC236}">
                <a16:creationId xmlns:a16="http://schemas.microsoft.com/office/drawing/2014/main" id="{B2435076-764E-8D23-5ACA-88045EF098B9}"/>
              </a:ext>
            </a:extLst>
          </p:cNvPr>
          <p:cNvSpPr/>
          <p:nvPr userDrawn="1"/>
        </p:nvSpPr>
        <p:spPr>
          <a:xfrm>
            <a:off x="5391147" y="5186425"/>
            <a:ext cx="131108" cy="131108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0" name="TextBox 80">
            <a:extLst>
              <a:ext uri="{FF2B5EF4-FFF2-40B4-BE49-F238E27FC236}">
                <a16:creationId xmlns:a16="http://schemas.microsoft.com/office/drawing/2014/main" id="{B8CAC6E1-878F-0E55-A8BD-D27566681AD6}"/>
              </a:ext>
            </a:extLst>
          </p:cNvPr>
          <p:cNvSpPr txBox="1"/>
          <p:nvPr userDrawn="1"/>
        </p:nvSpPr>
        <p:spPr>
          <a:xfrm>
            <a:off x="1494970" y="5424667"/>
            <a:ext cx="94174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>
                <a:solidFill>
                  <a:schemeClr val="tx1">
                    <a:lumMod val="75000"/>
                    <a:lumOff val="2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2004</a:t>
            </a:r>
          </a:p>
        </p:txBody>
      </p:sp>
      <p:sp>
        <p:nvSpPr>
          <p:cNvPr id="21" name="TextBox 81">
            <a:extLst>
              <a:ext uri="{FF2B5EF4-FFF2-40B4-BE49-F238E27FC236}">
                <a16:creationId xmlns:a16="http://schemas.microsoft.com/office/drawing/2014/main" id="{F0D0C09C-6F62-3E51-4D97-B36583348FA2}"/>
              </a:ext>
            </a:extLst>
          </p:cNvPr>
          <p:cNvSpPr txBox="1"/>
          <p:nvPr userDrawn="1"/>
        </p:nvSpPr>
        <p:spPr>
          <a:xfrm>
            <a:off x="2658589" y="5424667"/>
            <a:ext cx="94174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>
                <a:solidFill>
                  <a:schemeClr val="tx1">
                    <a:lumMod val="75000"/>
                    <a:lumOff val="2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2006</a:t>
            </a:r>
          </a:p>
        </p:txBody>
      </p:sp>
      <p:sp>
        <p:nvSpPr>
          <p:cNvPr id="22" name="TextBox 82">
            <a:extLst>
              <a:ext uri="{FF2B5EF4-FFF2-40B4-BE49-F238E27FC236}">
                <a16:creationId xmlns:a16="http://schemas.microsoft.com/office/drawing/2014/main" id="{C65E9C69-1EC6-E62E-D74E-E3416933C323}"/>
              </a:ext>
            </a:extLst>
          </p:cNvPr>
          <p:cNvSpPr txBox="1"/>
          <p:nvPr userDrawn="1"/>
        </p:nvSpPr>
        <p:spPr>
          <a:xfrm>
            <a:off x="3822208" y="5424667"/>
            <a:ext cx="94174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>
                <a:solidFill>
                  <a:schemeClr val="tx1">
                    <a:lumMod val="75000"/>
                    <a:lumOff val="2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2008</a:t>
            </a:r>
          </a:p>
        </p:txBody>
      </p:sp>
      <p:sp>
        <p:nvSpPr>
          <p:cNvPr id="23" name="TextBox 83">
            <a:extLst>
              <a:ext uri="{FF2B5EF4-FFF2-40B4-BE49-F238E27FC236}">
                <a16:creationId xmlns:a16="http://schemas.microsoft.com/office/drawing/2014/main" id="{46168156-FC1F-6A57-6592-61D2B3B47022}"/>
              </a:ext>
            </a:extLst>
          </p:cNvPr>
          <p:cNvSpPr txBox="1"/>
          <p:nvPr userDrawn="1"/>
        </p:nvSpPr>
        <p:spPr>
          <a:xfrm>
            <a:off x="4985827" y="5424667"/>
            <a:ext cx="94174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>
                <a:solidFill>
                  <a:schemeClr val="tx1">
                    <a:lumMod val="75000"/>
                    <a:lumOff val="2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2010</a:t>
            </a:r>
          </a:p>
        </p:txBody>
      </p:sp>
      <p:sp>
        <p:nvSpPr>
          <p:cNvPr id="24" name="Oval 86">
            <a:extLst>
              <a:ext uri="{FF2B5EF4-FFF2-40B4-BE49-F238E27FC236}">
                <a16:creationId xmlns:a16="http://schemas.microsoft.com/office/drawing/2014/main" id="{60A0B9D5-8C78-CE9F-1D6D-14564CD0361C}"/>
              </a:ext>
            </a:extLst>
          </p:cNvPr>
          <p:cNvSpPr/>
          <p:nvPr userDrawn="1"/>
        </p:nvSpPr>
        <p:spPr>
          <a:xfrm>
            <a:off x="6536110" y="5186425"/>
            <a:ext cx="131108" cy="131108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5" name="TextBox 87">
            <a:extLst>
              <a:ext uri="{FF2B5EF4-FFF2-40B4-BE49-F238E27FC236}">
                <a16:creationId xmlns:a16="http://schemas.microsoft.com/office/drawing/2014/main" id="{5747B9F6-DA4C-4B39-5BA8-C0CBD9D0469C}"/>
              </a:ext>
            </a:extLst>
          </p:cNvPr>
          <p:cNvSpPr txBox="1"/>
          <p:nvPr userDrawn="1"/>
        </p:nvSpPr>
        <p:spPr>
          <a:xfrm>
            <a:off x="6125028" y="5424667"/>
            <a:ext cx="94174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>
                <a:solidFill>
                  <a:schemeClr val="tx1">
                    <a:lumMod val="75000"/>
                    <a:lumOff val="25000"/>
                  </a:schemeClr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2012</a:t>
            </a:r>
          </a:p>
        </p:txBody>
      </p:sp>
      <p:sp>
        <p:nvSpPr>
          <p:cNvPr id="26" name="TextBox 88">
            <a:extLst>
              <a:ext uri="{FF2B5EF4-FFF2-40B4-BE49-F238E27FC236}">
                <a16:creationId xmlns:a16="http://schemas.microsoft.com/office/drawing/2014/main" id="{1E408A1D-257C-445C-9833-B67BED629F62}"/>
              </a:ext>
            </a:extLst>
          </p:cNvPr>
          <p:cNvSpPr txBox="1"/>
          <p:nvPr userDrawn="1"/>
        </p:nvSpPr>
        <p:spPr>
          <a:xfrm>
            <a:off x="6256929" y="4253123"/>
            <a:ext cx="7794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t>42%</a:t>
            </a:r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63DC2848-0AF2-B6B6-E249-7B314AC4C84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64474" y="0"/>
            <a:ext cx="4227526" cy="6858000"/>
          </a:xfrm>
          <a:custGeom>
            <a:avLst/>
            <a:gdLst>
              <a:gd name="connsiteX0" fmla="*/ 0 w 4227526"/>
              <a:gd name="connsiteY0" fmla="*/ 0 h 6858000"/>
              <a:gd name="connsiteX1" fmla="*/ 4227526 w 4227526"/>
              <a:gd name="connsiteY1" fmla="*/ 0 h 6858000"/>
              <a:gd name="connsiteX2" fmla="*/ 4227526 w 4227526"/>
              <a:gd name="connsiteY2" fmla="*/ 6858000 h 6858000"/>
              <a:gd name="connsiteX3" fmla="*/ 0 w 422752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27526" h="6858000">
                <a:moveTo>
                  <a:pt x="0" y="0"/>
                </a:moveTo>
                <a:lnTo>
                  <a:pt x="4227526" y="0"/>
                </a:lnTo>
                <a:lnTo>
                  <a:pt x="4227526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pic>
        <p:nvPicPr>
          <p:cNvPr id="28" name="Image 27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3EC9317F-3ADA-EE05-E68D-C9B88B80C5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11" y="270631"/>
            <a:ext cx="1323628" cy="390029"/>
          </a:xfrm>
          <a:prstGeom prst="rect">
            <a:avLst/>
          </a:prstGeom>
        </p:spPr>
      </p:pic>
      <p:sp>
        <p:nvSpPr>
          <p:cNvPr id="6" name="Espace réservé du texte 3">
            <a:extLst>
              <a:ext uri="{FF2B5EF4-FFF2-40B4-BE49-F238E27FC236}">
                <a16:creationId xmlns:a16="http://schemas.microsoft.com/office/drawing/2014/main" id="{78A1138E-BB89-9B34-30D6-BF37D47D2C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00163" y="1319213"/>
            <a:ext cx="3959225" cy="5476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fr-FR"/>
              <a:t>Slide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30" name="Espace réservé du texte 3">
            <a:extLst>
              <a:ext uri="{FF2B5EF4-FFF2-40B4-BE49-F238E27FC236}">
                <a16:creationId xmlns:a16="http://schemas.microsoft.com/office/drawing/2014/main" id="{A994005E-3A7C-6F05-9441-ACCD6A0EE84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76105" y="5473029"/>
            <a:ext cx="760867" cy="35394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fr-FR"/>
              <a:t>2004</a:t>
            </a:r>
          </a:p>
        </p:txBody>
      </p:sp>
      <p:sp>
        <p:nvSpPr>
          <p:cNvPr id="31" name="Espace réservé du texte 3">
            <a:extLst>
              <a:ext uri="{FF2B5EF4-FFF2-40B4-BE49-F238E27FC236}">
                <a16:creationId xmlns:a16="http://schemas.microsoft.com/office/drawing/2014/main" id="{28F80F5D-E511-D284-9861-E68D1B56D65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49029" y="5458076"/>
            <a:ext cx="760867" cy="35394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fr-FR"/>
              <a:t>2006</a:t>
            </a:r>
          </a:p>
        </p:txBody>
      </p:sp>
      <p:sp>
        <p:nvSpPr>
          <p:cNvPr id="32" name="Espace réservé du texte 3">
            <a:extLst>
              <a:ext uri="{FF2B5EF4-FFF2-40B4-BE49-F238E27FC236}">
                <a16:creationId xmlns:a16="http://schemas.microsoft.com/office/drawing/2014/main" id="{28442D8E-9189-54DD-BF14-B32D27F0D5A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03139" y="5458075"/>
            <a:ext cx="760867" cy="35394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fr-FR"/>
              <a:t>2008</a:t>
            </a:r>
          </a:p>
        </p:txBody>
      </p:sp>
      <p:sp>
        <p:nvSpPr>
          <p:cNvPr id="34" name="Espace réservé du texte 3">
            <a:extLst>
              <a:ext uri="{FF2B5EF4-FFF2-40B4-BE49-F238E27FC236}">
                <a16:creationId xmlns:a16="http://schemas.microsoft.com/office/drawing/2014/main" id="{48A55F35-26E2-528F-0BCE-D2511712DE3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96045" y="5458075"/>
            <a:ext cx="760867" cy="35394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fr-FR"/>
              <a:t>20010</a:t>
            </a:r>
          </a:p>
        </p:txBody>
      </p:sp>
      <p:sp>
        <p:nvSpPr>
          <p:cNvPr id="35" name="Espace réservé du texte 3">
            <a:extLst>
              <a:ext uri="{FF2B5EF4-FFF2-40B4-BE49-F238E27FC236}">
                <a16:creationId xmlns:a16="http://schemas.microsoft.com/office/drawing/2014/main" id="{41CE2099-AC0E-84BD-4FD2-6AA38930B56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56929" y="5458075"/>
            <a:ext cx="760867" cy="35394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fr-FR"/>
              <a:t>2012</a:t>
            </a:r>
          </a:p>
        </p:txBody>
      </p:sp>
    </p:spTree>
    <p:extLst>
      <p:ext uri="{BB962C8B-B14F-4D97-AF65-F5344CB8AC3E}">
        <p14:creationId xmlns:p14="http://schemas.microsoft.com/office/powerpoint/2010/main" val="17477605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3">
            <a:extLst>
              <a:ext uri="{FF2B5EF4-FFF2-40B4-BE49-F238E27FC236}">
                <a16:creationId xmlns:a16="http://schemas.microsoft.com/office/drawing/2014/main" id="{0125B4E7-90A4-B61D-7CCC-ED98CB3336B3}"/>
              </a:ext>
            </a:extLst>
          </p:cNvPr>
          <p:cNvSpPr/>
          <p:nvPr userDrawn="1"/>
        </p:nvSpPr>
        <p:spPr>
          <a:xfrm>
            <a:off x="3121035" y="3575237"/>
            <a:ext cx="5948174" cy="5924175"/>
          </a:xfrm>
          <a:prstGeom prst="ellipse">
            <a:avLst/>
          </a:prstGeom>
          <a:noFill/>
          <a:ln>
            <a:solidFill>
              <a:srgbClr val="0043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8">
            <a:extLst>
              <a:ext uri="{FF2B5EF4-FFF2-40B4-BE49-F238E27FC236}">
                <a16:creationId xmlns:a16="http://schemas.microsoft.com/office/drawing/2014/main" id="{EFAF2BE0-7931-44B9-AE5A-0D51E2A66A32}"/>
              </a:ext>
            </a:extLst>
          </p:cNvPr>
          <p:cNvSpPr/>
          <p:nvPr userDrawn="1"/>
        </p:nvSpPr>
        <p:spPr>
          <a:xfrm>
            <a:off x="3200170" y="4379147"/>
            <a:ext cx="899552" cy="899552"/>
          </a:xfrm>
          <a:prstGeom prst="ellipse">
            <a:avLst/>
          </a:prstGeom>
          <a:solidFill>
            <a:schemeClr val="bg1"/>
          </a:solidFill>
          <a:ln>
            <a:solidFill>
              <a:srgbClr val="0043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15">
            <a:extLst>
              <a:ext uri="{FF2B5EF4-FFF2-40B4-BE49-F238E27FC236}">
                <a16:creationId xmlns:a16="http://schemas.microsoft.com/office/drawing/2014/main" id="{C611AC35-99BF-9075-89F7-353F4B7D810B}"/>
              </a:ext>
            </a:extLst>
          </p:cNvPr>
          <p:cNvSpPr/>
          <p:nvPr userDrawn="1"/>
        </p:nvSpPr>
        <p:spPr>
          <a:xfrm>
            <a:off x="8151289" y="4366065"/>
            <a:ext cx="899552" cy="899552"/>
          </a:xfrm>
          <a:prstGeom prst="ellipse">
            <a:avLst/>
          </a:prstGeom>
          <a:solidFill>
            <a:schemeClr val="bg1"/>
          </a:solidFill>
          <a:ln>
            <a:solidFill>
              <a:srgbClr val="0043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16">
            <a:extLst>
              <a:ext uri="{FF2B5EF4-FFF2-40B4-BE49-F238E27FC236}">
                <a16:creationId xmlns:a16="http://schemas.microsoft.com/office/drawing/2014/main" id="{9771C0B8-ADC6-BDA9-2814-83BB880697CC}"/>
              </a:ext>
            </a:extLst>
          </p:cNvPr>
          <p:cNvSpPr/>
          <p:nvPr userDrawn="1"/>
        </p:nvSpPr>
        <p:spPr>
          <a:xfrm>
            <a:off x="5646224" y="3148322"/>
            <a:ext cx="899552" cy="899552"/>
          </a:xfrm>
          <a:prstGeom prst="ellipse">
            <a:avLst/>
          </a:prstGeom>
          <a:solidFill>
            <a:srgbClr val="0043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Google Shape;5136;p247">
            <a:extLst>
              <a:ext uri="{FF2B5EF4-FFF2-40B4-BE49-F238E27FC236}">
                <a16:creationId xmlns:a16="http://schemas.microsoft.com/office/drawing/2014/main" id="{9AA30A59-936D-AC44-13C5-20E72C621F64}"/>
              </a:ext>
            </a:extLst>
          </p:cNvPr>
          <p:cNvSpPr/>
          <p:nvPr userDrawn="1"/>
        </p:nvSpPr>
        <p:spPr>
          <a:xfrm>
            <a:off x="5262588" y="4407401"/>
            <a:ext cx="1604204" cy="2021036"/>
          </a:xfrm>
          <a:custGeom>
            <a:avLst/>
            <a:gdLst/>
            <a:ahLst/>
            <a:cxnLst/>
            <a:rect l="l" t="t" r="r" b="b"/>
            <a:pathLst>
              <a:path w="127" h="160" extrusionOk="0">
                <a:moveTo>
                  <a:pt x="12" y="61"/>
                </a:moveTo>
                <a:cubicBezTo>
                  <a:pt x="4" y="61"/>
                  <a:pt x="4" y="61"/>
                  <a:pt x="4" y="61"/>
                </a:cubicBezTo>
                <a:cubicBezTo>
                  <a:pt x="2" y="61"/>
                  <a:pt x="0" y="63"/>
                  <a:pt x="0" y="64"/>
                </a:cubicBezTo>
                <a:cubicBezTo>
                  <a:pt x="0" y="66"/>
                  <a:pt x="2" y="68"/>
                  <a:pt x="4" y="68"/>
                </a:cubicBezTo>
                <a:cubicBezTo>
                  <a:pt x="12" y="68"/>
                  <a:pt x="12" y="68"/>
                  <a:pt x="12" y="68"/>
                </a:cubicBezTo>
                <a:cubicBezTo>
                  <a:pt x="14" y="68"/>
                  <a:pt x="15" y="66"/>
                  <a:pt x="15" y="64"/>
                </a:cubicBezTo>
                <a:cubicBezTo>
                  <a:pt x="15" y="63"/>
                  <a:pt x="14" y="61"/>
                  <a:pt x="12" y="61"/>
                </a:cubicBezTo>
                <a:close/>
                <a:moveTo>
                  <a:pt x="65" y="20"/>
                </a:moveTo>
                <a:cubicBezTo>
                  <a:pt x="46" y="20"/>
                  <a:pt x="30" y="32"/>
                  <a:pt x="24" y="50"/>
                </a:cubicBezTo>
                <a:cubicBezTo>
                  <a:pt x="24" y="51"/>
                  <a:pt x="24" y="53"/>
                  <a:pt x="26" y="54"/>
                </a:cubicBezTo>
                <a:cubicBezTo>
                  <a:pt x="28" y="54"/>
                  <a:pt x="29" y="53"/>
                  <a:pt x="30" y="51"/>
                </a:cubicBezTo>
                <a:cubicBezTo>
                  <a:pt x="35" y="37"/>
                  <a:pt x="49" y="27"/>
                  <a:pt x="65" y="27"/>
                </a:cubicBezTo>
                <a:cubicBezTo>
                  <a:pt x="85" y="27"/>
                  <a:pt x="101" y="43"/>
                  <a:pt x="101" y="63"/>
                </a:cubicBezTo>
                <a:cubicBezTo>
                  <a:pt x="101" y="78"/>
                  <a:pt x="94" y="87"/>
                  <a:pt x="89" y="95"/>
                </a:cubicBezTo>
                <a:cubicBezTo>
                  <a:pt x="84" y="100"/>
                  <a:pt x="81" y="105"/>
                  <a:pt x="81" y="111"/>
                </a:cubicBezTo>
                <a:cubicBezTo>
                  <a:pt x="81" y="112"/>
                  <a:pt x="81" y="112"/>
                  <a:pt x="81" y="112"/>
                </a:cubicBezTo>
                <a:cubicBezTo>
                  <a:pt x="68" y="112"/>
                  <a:pt x="68" y="112"/>
                  <a:pt x="68" y="112"/>
                </a:cubicBezTo>
                <a:cubicBezTo>
                  <a:pt x="68" y="104"/>
                  <a:pt x="68" y="104"/>
                  <a:pt x="68" y="104"/>
                </a:cubicBezTo>
                <a:cubicBezTo>
                  <a:pt x="68" y="103"/>
                  <a:pt x="67" y="102"/>
                  <a:pt x="65" y="102"/>
                </a:cubicBezTo>
                <a:cubicBezTo>
                  <a:pt x="63" y="102"/>
                  <a:pt x="62" y="103"/>
                  <a:pt x="62" y="104"/>
                </a:cubicBezTo>
                <a:cubicBezTo>
                  <a:pt x="62" y="112"/>
                  <a:pt x="62" y="112"/>
                  <a:pt x="62" y="112"/>
                </a:cubicBezTo>
                <a:cubicBezTo>
                  <a:pt x="49" y="112"/>
                  <a:pt x="49" y="112"/>
                  <a:pt x="49" y="112"/>
                </a:cubicBezTo>
                <a:cubicBezTo>
                  <a:pt x="49" y="111"/>
                  <a:pt x="49" y="111"/>
                  <a:pt x="49" y="111"/>
                </a:cubicBezTo>
                <a:cubicBezTo>
                  <a:pt x="49" y="105"/>
                  <a:pt x="45" y="100"/>
                  <a:pt x="41" y="95"/>
                </a:cubicBezTo>
                <a:cubicBezTo>
                  <a:pt x="37" y="90"/>
                  <a:pt x="32" y="83"/>
                  <a:pt x="30" y="75"/>
                </a:cubicBezTo>
                <a:cubicBezTo>
                  <a:pt x="29" y="73"/>
                  <a:pt x="28" y="72"/>
                  <a:pt x="26" y="72"/>
                </a:cubicBezTo>
                <a:cubicBezTo>
                  <a:pt x="24" y="73"/>
                  <a:pt x="24" y="75"/>
                  <a:pt x="24" y="77"/>
                </a:cubicBezTo>
                <a:cubicBezTo>
                  <a:pt x="26" y="86"/>
                  <a:pt x="32" y="93"/>
                  <a:pt x="36" y="98"/>
                </a:cubicBezTo>
                <a:cubicBezTo>
                  <a:pt x="40" y="103"/>
                  <a:pt x="42" y="107"/>
                  <a:pt x="42" y="111"/>
                </a:cubicBezTo>
                <a:cubicBezTo>
                  <a:pt x="42" y="115"/>
                  <a:pt x="42" y="115"/>
                  <a:pt x="42" y="115"/>
                </a:cubicBezTo>
                <a:cubicBezTo>
                  <a:pt x="42" y="141"/>
                  <a:pt x="42" y="141"/>
                  <a:pt x="42" y="141"/>
                </a:cubicBezTo>
                <a:cubicBezTo>
                  <a:pt x="42" y="142"/>
                  <a:pt x="42" y="142"/>
                  <a:pt x="42" y="142"/>
                </a:cubicBezTo>
                <a:cubicBezTo>
                  <a:pt x="42" y="142"/>
                  <a:pt x="42" y="142"/>
                  <a:pt x="43" y="142"/>
                </a:cubicBezTo>
                <a:cubicBezTo>
                  <a:pt x="44" y="147"/>
                  <a:pt x="46" y="152"/>
                  <a:pt x="51" y="155"/>
                </a:cubicBezTo>
                <a:cubicBezTo>
                  <a:pt x="55" y="159"/>
                  <a:pt x="60" y="160"/>
                  <a:pt x="65" y="160"/>
                </a:cubicBezTo>
                <a:cubicBezTo>
                  <a:pt x="70" y="160"/>
                  <a:pt x="75" y="159"/>
                  <a:pt x="79" y="155"/>
                </a:cubicBezTo>
                <a:cubicBezTo>
                  <a:pt x="83" y="152"/>
                  <a:pt x="86" y="147"/>
                  <a:pt x="87" y="142"/>
                </a:cubicBezTo>
                <a:cubicBezTo>
                  <a:pt x="87" y="141"/>
                  <a:pt x="87" y="141"/>
                  <a:pt x="87" y="141"/>
                </a:cubicBezTo>
                <a:cubicBezTo>
                  <a:pt x="87" y="115"/>
                  <a:pt x="87" y="115"/>
                  <a:pt x="87" y="115"/>
                </a:cubicBezTo>
                <a:cubicBezTo>
                  <a:pt x="88" y="113"/>
                  <a:pt x="88" y="112"/>
                  <a:pt x="88" y="111"/>
                </a:cubicBezTo>
                <a:cubicBezTo>
                  <a:pt x="88" y="107"/>
                  <a:pt x="90" y="103"/>
                  <a:pt x="94" y="98"/>
                </a:cubicBezTo>
                <a:cubicBezTo>
                  <a:pt x="99" y="91"/>
                  <a:pt x="107" y="81"/>
                  <a:pt x="107" y="63"/>
                </a:cubicBezTo>
                <a:cubicBezTo>
                  <a:pt x="107" y="40"/>
                  <a:pt x="89" y="20"/>
                  <a:pt x="65" y="20"/>
                </a:cubicBezTo>
                <a:close/>
                <a:moveTo>
                  <a:pt x="65" y="154"/>
                </a:moveTo>
                <a:cubicBezTo>
                  <a:pt x="58" y="154"/>
                  <a:pt x="53" y="150"/>
                  <a:pt x="50" y="145"/>
                </a:cubicBezTo>
                <a:cubicBezTo>
                  <a:pt x="80" y="145"/>
                  <a:pt x="80" y="145"/>
                  <a:pt x="80" y="145"/>
                </a:cubicBezTo>
                <a:cubicBezTo>
                  <a:pt x="77" y="150"/>
                  <a:pt x="71" y="154"/>
                  <a:pt x="65" y="154"/>
                </a:cubicBezTo>
                <a:close/>
                <a:moveTo>
                  <a:pt x="81" y="139"/>
                </a:moveTo>
                <a:cubicBezTo>
                  <a:pt x="49" y="139"/>
                  <a:pt x="49" y="139"/>
                  <a:pt x="49" y="139"/>
                </a:cubicBezTo>
                <a:cubicBezTo>
                  <a:pt x="49" y="131"/>
                  <a:pt x="49" y="131"/>
                  <a:pt x="49" y="131"/>
                </a:cubicBezTo>
                <a:cubicBezTo>
                  <a:pt x="81" y="131"/>
                  <a:pt x="81" y="131"/>
                  <a:pt x="81" y="131"/>
                </a:cubicBezTo>
                <a:lnTo>
                  <a:pt x="81" y="139"/>
                </a:lnTo>
                <a:close/>
                <a:moveTo>
                  <a:pt x="81" y="125"/>
                </a:moveTo>
                <a:cubicBezTo>
                  <a:pt x="49" y="125"/>
                  <a:pt x="49" y="125"/>
                  <a:pt x="49" y="125"/>
                </a:cubicBezTo>
                <a:cubicBezTo>
                  <a:pt x="49" y="118"/>
                  <a:pt x="49" y="118"/>
                  <a:pt x="49" y="118"/>
                </a:cubicBezTo>
                <a:cubicBezTo>
                  <a:pt x="81" y="118"/>
                  <a:pt x="81" y="118"/>
                  <a:pt x="81" y="118"/>
                </a:cubicBezTo>
                <a:lnTo>
                  <a:pt x="81" y="125"/>
                </a:lnTo>
                <a:close/>
                <a:moveTo>
                  <a:pt x="65" y="16"/>
                </a:moveTo>
                <a:cubicBezTo>
                  <a:pt x="66" y="16"/>
                  <a:pt x="68" y="14"/>
                  <a:pt x="68" y="12"/>
                </a:cubicBezTo>
                <a:cubicBezTo>
                  <a:pt x="68" y="4"/>
                  <a:pt x="68" y="4"/>
                  <a:pt x="68" y="4"/>
                </a:cubicBezTo>
                <a:cubicBezTo>
                  <a:pt x="68" y="2"/>
                  <a:pt x="66" y="0"/>
                  <a:pt x="65" y="0"/>
                </a:cubicBezTo>
                <a:cubicBezTo>
                  <a:pt x="63" y="0"/>
                  <a:pt x="61" y="2"/>
                  <a:pt x="61" y="4"/>
                </a:cubicBezTo>
                <a:cubicBezTo>
                  <a:pt x="61" y="12"/>
                  <a:pt x="61" y="12"/>
                  <a:pt x="61" y="12"/>
                </a:cubicBezTo>
                <a:cubicBezTo>
                  <a:pt x="61" y="14"/>
                  <a:pt x="63" y="16"/>
                  <a:pt x="65" y="16"/>
                </a:cubicBezTo>
                <a:close/>
                <a:moveTo>
                  <a:pt x="68" y="73"/>
                </a:moveTo>
                <a:cubicBezTo>
                  <a:pt x="76" y="73"/>
                  <a:pt x="76" y="73"/>
                  <a:pt x="76" y="73"/>
                </a:cubicBezTo>
                <a:cubicBezTo>
                  <a:pt x="78" y="73"/>
                  <a:pt x="79" y="71"/>
                  <a:pt x="79" y="69"/>
                </a:cubicBezTo>
                <a:cubicBezTo>
                  <a:pt x="79" y="67"/>
                  <a:pt x="78" y="67"/>
                  <a:pt x="76" y="67"/>
                </a:cubicBezTo>
                <a:cubicBezTo>
                  <a:pt x="54" y="67"/>
                  <a:pt x="54" y="67"/>
                  <a:pt x="54" y="67"/>
                </a:cubicBezTo>
                <a:cubicBezTo>
                  <a:pt x="52" y="67"/>
                  <a:pt x="51" y="67"/>
                  <a:pt x="51" y="69"/>
                </a:cubicBezTo>
                <a:cubicBezTo>
                  <a:pt x="51" y="71"/>
                  <a:pt x="52" y="73"/>
                  <a:pt x="54" y="73"/>
                </a:cubicBezTo>
                <a:cubicBezTo>
                  <a:pt x="62" y="73"/>
                  <a:pt x="62" y="73"/>
                  <a:pt x="62" y="73"/>
                </a:cubicBezTo>
                <a:cubicBezTo>
                  <a:pt x="62" y="80"/>
                  <a:pt x="62" y="80"/>
                  <a:pt x="62" y="80"/>
                </a:cubicBezTo>
                <a:cubicBezTo>
                  <a:pt x="62" y="82"/>
                  <a:pt x="63" y="83"/>
                  <a:pt x="65" y="83"/>
                </a:cubicBezTo>
                <a:cubicBezTo>
                  <a:pt x="67" y="83"/>
                  <a:pt x="68" y="82"/>
                  <a:pt x="68" y="80"/>
                </a:cubicBezTo>
                <a:cubicBezTo>
                  <a:pt x="68" y="73"/>
                  <a:pt x="68" y="73"/>
                  <a:pt x="68" y="73"/>
                </a:cubicBezTo>
                <a:close/>
                <a:moveTo>
                  <a:pt x="27" y="30"/>
                </a:moveTo>
                <a:cubicBezTo>
                  <a:pt x="27" y="30"/>
                  <a:pt x="28" y="31"/>
                  <a:pt x="29" y="31"/>
                </a:cubicBezTo>
                <a:cubicBezTo>
                  <a:pt x="30" y="31"/>
                  <a:pt x="31" y="30"/>
                  <a:pt x="32" y="30"/>
                </a:cubicBezTo>
                <a:cubicBezTo>
                  <a:pt x="33" y="28"/>
                  <a:pt x="33" y="27"/>
                  <a:pt x="32" y="25"/>
                </a:cubicBezTo>
                <a:cubicBezTo>
                  <a:pt x="25" y="19"/>
                  <a:pt x="25" y="19"/>
                  <a:pt x="25" y="19"/>
                </a:cubicBezTo>
                <a:cubicBezTo>
                  <a:pt x="24" y="18"/>
                  <a:pt x="22" y="18"/>
                  <a:pt x="21" y="19"/>
                </a:cubicBezTo>
                <a:cubicBezTo>
                  <a:pt x="20" y="21"/>
                  <a:pt x="20" y="23"/>
                  <a:pt x="21" y="24"/>
                </a:cubicBezTo>
                <a:lnTo>
                  <a:pt x="27" y="30"/>
                </a:lnTo>
                <a:close/>
                <a:moveTo>
                  <a:pt x="25" y="99"/>
                </a:moveTo>
                <a:cubicBezTo>
                  <a:pt x="19" y="105"/>
                  <a:pt x="19" y="105"/>
                  <a:pt x="19" y="105"/>
                </a:cubicBezTo>
                <a:cubicBezTo>
                  <a:pt x="17" y="106"/>
                  <a:pt x="17" y="109"/>
                  <a:pt x="19" y="109"/>
                </a:cubicBezTo>
                <a:cubicBezTo>
                  <a:pt x="19" y="110"/>
                  <a:pt x="20" y="110"/>
                  <a:pt x="21" y="110"/>
                </a:cubicBezTo>
                <a:cubicBezTo>
                  <a:pt x="21" y="110"/>
                  <a:pt x="22" y="110"/>
                  <a:pt x="23" y="109"/>
                </a:cubicBezTo>
                <a:cubicBezTo>
                  <a:pt x="29" y="103"/>
                  <a:pt x="29" y="103"/>
                  <a:pt x="29" y="103"/>
                </a:cubicBezTo>
                <a:cubicBezTo>
                  <a:pt x="30" y="103"/>
                  <a:pt x="30" y="100"/>
                  <a:pt x="29" y="99"/>
                </a:cubicBezTo>
                <a:cubicBezTo>
                  <a:pt x="27" y="97"/>
                  <a:pt x="26" y="97"/>
                  <a:pt x="25" y="99"/>
                </a:cubicBezTo>
                <a:close/>
                <a:moveTo>
                  <a:pt x="101" y="31"/>
                </a:moveTo>
                <a:cubicBezTo>
                  <a:pt x="102" y="31"/>
                  <a:pt x="103" y="30"/>
                  <a:pt x="103" y="30"/>
                </a:cubicBezTo>
                <a:cubicBezTo>
                  <a:pt x="109" y="24"/>
                  <a:pt x="109" y="24"/>
                  <a:pt x="109" y="24"/>
                </a:cubicBezTo>
                <a:cubicBezTo>
                  <a:pt x="110" y="23"/>
                  <a:pt x="110" y="21"/>
                  <a:pt x="109" y="19"/>
                </a:cubicBezTo>
                <a:cubicBezTo>
                  <a:pt x="108" y="18"/>
                  <a:pt x="106" y="18"/>
                  <a:pt x="104" y="19"/>
                </a:cubicBezTo>
                <a:cubicBezTo>
                  <a:pt x="98" y="25"/>
                  <a:pt x="98" y="25"/>
                  <a:pt x="98" y="25"/>
                </a:cubicBezTo>
                <a:cubicBezTo>
                  <a:pt x="97" y="27"/>
                  <a:pt x="97" y="28"/>
                  <a:pt x="98" y="30"/>
                </a:cubicBezTo>
                <a:cubicBezTo>
                  <a:pt x="99" y="30"/>
                  <a:pt x="100" y="31"/>
                  <a:pt x="101" y="31"/>
                </a:cubicBezTo>
                <a:close/>
                <a:moveTo>
                  <a:pt x="111" y="105"/>
                </a:moveTo>
                <a:cubicBezTo>
                  <a:pt x="105" y="99"/>
                  <a:pt x="105" y="99"/>
                  <a:pt x="105" y="99"/>
                </a:cubicBezTo>
                <a:cubicBezTo>
                  <a:pt x="104" y="97"/>
                  <a:pt x="102" y="97"/>
                  <a:pt x="101" y="99"/>
                </a:cubicBezTo>
                <a:cubicBezTo>
                  <a:pt x="99" y="100"/>
                  <a:pt x="99" y="103"/>
                  <a:pt x="101" y="103"/>
                </a:cubicBezTo>
                <a:cubicBezTo>
                  <a:pt x="107" y="109"/>
                  <a:pt x="107" y="109"/>
                  <a:pt x="107" y="109"/>
                </a:cubicBezTo>
                <a:cubicBezTo>
                  <a:pt x="108" y="110"/>
                  <a:pt x="109" y="110"/>
                  <a:pt x="109" y="110"/>
                </a:cubicBezTo>
                <a:cubicBezTo>
                  <a:pt x="109" y="110"/>
                  <a:pt x="110" y="110"/>
                  <a:pt x="111" y="109"/>
                </a:cubicBezTo>
                <a:cubicBezTo>
                  <a:pt x="113" y="109"/>
                  <a:pt x="113" y="106"/>
                  <a:pt x="111" y="105"/>
                </a:cubicBezTo>
                <a:close/>
                <a:moveTo>
                  <a:pt x="124" y="60"/>
                </a:moveTo>
                <a:cubicBezTo>
                  <a:pt x="116" y="60"/>
                  <a:pt x="116" y="60"/>
                  <a:pt x="116" y="60"/>
                </a:cubicBezTo>
                <a:cubicBezTo>
                  <a:pt x="115" y="60"/>
                  <a:pt x="113" y="62"/>
                  <a:pt x="113" y="63"/>
                </a:cubicBezTo>
                <a:cubicBezTo>
                  <a:pt x="113" y="65"/>
                  <a:pt x="115" y="67"/>
                  <a:pt x="116" y="67"/>
                </a:cubicBezTo>
                <a:cubicBezTo>
                  <a:pt x="124" y="67"/>
                  <a:pt x="124" y="67"/>
                  <a:pt x="124" y="67"/>
                </a:cubicBezTo>
                <a:cubicBezTo>
                  <a:pt x="126" y="67"/>
                  <a:pt x="127" y="65"/>
                  <a:pt x="127" y="63"/>
                </a:cubicBezTo>
                <a:cubicBezTo>
                  <a:pt x="127" y="62"/>
                  <a:pt x="126" y="60"/>
                  <a:pt x="124" y="60"/>
                </a:cubicBezTo>
                <a:close/>
                <a:moveTo>
                  <a:pt x="65" y="90"/>
                </a:moveTo>
                <a:cubicBezTo>
                  <a:pt x="63" y="90"/>
                  <a:pt x="61" y="91"/>
                  <a:pt x="61" y="93"/>
                </a:cubicBezTo>
                <a:cubicBezTo>
                  <a:pt x="61" y="95"/>
                  <a:pt x="63" y="96"/>
                  <a:pt x="65" y="96"/>
                </a:cubicBezTo>
                <a:cubicBezTo>
                  <a:pt x="66" y="96"/>
                  <a:pt x="68" y="95"/>
                  <a:pt x="68" y="93"/>
                </a:cubicBezTo>
                <a:cubicBezTo>
                  <a:pt x="68" y="91"/>
                  <a:pt x="66" y="90"/>
                  <a:pt x="65" y="90"/>
                </a:cubicBezTo>
                <a:close/>
                <a:moveTo>
                  <a:pt x="25" y="67"/>
                </a:moveTo>
                <a:cubicBezTo>
                  <a:pt x="27" y="67"/>
                  <a:pt x="29" y="65"/>
                  <a:pt x="29" y="63"/>
                </a:cubicBezTo>
                <a:cubicBezTo>
                  <a:pt x="29" y="62"/>
                  <a:pt x="27" y="60"/>
                  <a:pt x="25" y="60"/>
                </a:cubicBezTo>
                <a:cubicBezTo>
                  <a:pt x="24" y="60"/>
                  <a:pt x="22" y="62"/>
                  <a:pt x="22" y="63"/>
                </a:cubicBezTo>
                <a:cubicBezTo>
                  <a:pt x="22" y="65"/>
                  <a:pt x="24" y="67"/>
                  <a:pt x="25" y="67"/>
                </a:cubicBezTo>
                <a:close/>
              </a:path>
            </a:pathLst>
          </a:custGeom>
          <a:solidFill>
            <a:srgbClr val="00436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" name="Straight Connector 28">
            <a:extLst>
              <a:ext uri="{FF2B5EF4-FFF2-40B4-BE49-F238E27FC236}">
                <a16:creationId xmlns:a16="http://schemas.microsoft.com/office/drawing/2014/main" id="{37B16531-6EDB-30CA-04A6-55324B1C55EC}"/>
              </a:ext>
            </a:extLst>
          </p:cNvPr>
          <p:cNvCxnSpPr>
            <a:cxnSpLocks/>
          </p:cNvCxnSpPr>
          <p:nvPr userDrawn="1"/>
        </p:nvCxnSpPr>
        <p:spPr>
          <a:xfrm>
            <a:off x="0" y="1607549"/>
            <a:ext cx="951593" cy="0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 25">
            <a:extLst>
              <a:ext uri="{FF2B5EF4-FFF2-40B4-BE49-F238E27FC236}">
                <a16:creationId xmlns:a16="http://schemas.microsoft.com/office/drawing/2014/main" id="{9464AC2D-A89E-64D1-D186-3F92F2BAD123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910060" y="3452832"/>
            <a:ext cx="371881" cy="290533"/>
          </a:xfrm>
          <a:custGeom>
            <a:avLst/>
            <a:gdLst>
              <a:gd name="T0" fmla="*/ 150 w 160"/>
              <a:gd name="T1" fmla="*/ 10 h 125"/>
              <a:gd name="T2" fmla="*/ 10 w 160"/>
              <a:gd name="T3" fmla="*/ 10 h 125"/>
              <a:gd name="T4" fmla="*/ 0 w 160"/>
              <a:gd name="T5" fmla="*/ 19 h 125"/>
              <a:gd name="T6" fmla="*/ 0 w 160"/>
              <a:gd name="T7" fmla="*/ 116 h 125"/>
              <a:gd name="T8" fmla="*/ 10 w 160"/>
              <a:gd name="T9" fmla="*/ 125 h 125"/>
              <a:gd name="T10" fmla="*/ 150 w 160"/>
              <a:gd name="T11" fmla="*/ 125 h 125"/>
              <a:gd name="T12" fmla="*/ 160 w 160"/>
              <a:gd name="T13" fmla="*/ 116 h 125"/>
              <a:gd name="T14" fmla="*/ 160 w 160"/>
              <a:gd name="T15" fmla="*/ 19 h 125"/>
              <a:gd name="T16" fmla="*/ 150 w 160"/>
              <a:gd name="T17" fmla="*/ 10 h 125"/>
              <a:gd name="T18" fmla="*/ 154 w 160"/>
              <a:gd name="T19" fmla="*/ 116 h 125"/>
              <a:gd name="T20" fmla="*/ 150 w 160"/>
              <a:gd name="T21" fmla="*/ 120 h 125"/>
              <a:gd name="T22" fmla="*/ 10 w 160"/>
              <a:gd name="T23" fmla="*/ 120 h 125"/>
              <a:gd name="T24" fmla="*/ 6 w 160"/>
              <a:gd name="T25" fmla="*/ 116 h 125"/>
              <a:gd name="T26" fmla="*/ 6 w 160"/>
              <a:gd name="T27" fmla="*/ 19 h 125"/>
              <a:gd name="T28" fmla="*/ 10 w 160"/>
              <a:gd name="T29" fmla="*/ 16 h 125"/>
              <a:gd name="T30" fmla="*/ 150 w 160"/>
              <a:gd name="T31" fmla="*/ 16 h 125"/>
              <a:gd name="T32" fmla="*/ 154 w 160"/>
              <a:gd name="T33" fmla="*/ 19 h 125"/>
              <a:gd name="T34" fmla="*/ 154 w 160"/>
              <a:gd name="T35" fmla="*/ 116 h 125"/>
              <a:gd name="T36" fmla="*/ 83 w 160"/>
              <a:gd name="T37" fmla="*/ 21 h 125"/>
              <a:gd name="T38" fmla="*/ 36 w 160"/>
              <a:gd name="T39" fmla="*/ 67 h 125"/>
              <a:gd name="T40" fmla="*/ 83 w 160"/>
              <a:gd name="T41" fmla="*/ 114 h 125"/>
              <a:gd name="T42" fmla="*/ 130 w 160"/>
              <a:gd name="T43" fmla="*/ 67 h 125"/>
              <a:gd name="T44" fmla="*/ 83 w 160"/>
              <a:gd name="T45" fmla="*/ 21 h 125"/>
              <a:gd name="T46" fmla="*/ 83 w 160"/>
              <a:gd name="T47" fmla="*/ 108 h 125"/>
              <a:gd name="T48" fmla="*/ 42 w 160"/>
              <a:gd name="T49" fmla="*/ 67 h 125"/>
              <a:gd name="T50" fmla="*/ 83 w 160"/>
              <a:gd name="T51" fmla="*/ 27 h 125"/>
              <a:gd name="T52" fmla="*/ 124 w 160"/>
              <a:gd name="T53" fmla="*/ 67 h 125"/>
              <a:gd name="T54" fmla="*/ 83 w 160"/>
              <a:gd name="T55" fmla="*/ 108 h 125"/>
              <a:gd name="T56" fmla="*/ 55 w 160"/>
              <a:gd name="T57" fmla="*/ 5 h 125"/>
              <a:gd name="T58" fmla="*/ 108 w 160"/>
              <a:gd name="T59" fmla="*/ 5 h 125"/>
              <a:gd name="T60" fmla="*/ 110 w 160"/>
              <a:gd name="T61" fmla="*/ 2 h 125"/>
              <a:gd name="T62" fmla="*/ 108 w 160"/>
              <a:gd name="T63" fmla="*/ 0 h 125"/>
              <a:gd name="T64" fmla="*/ 55 w 160"/>
              <a:gd name="T65" fmla="*/ 0 h 125"/>
              <a:gd name="T66" fmla="*/ 53 w 160"/>
              <a:gd name="T67" fmla="*/ 2 h 125"/>
              <a:gd name="T68" fmla="*/ 55 w 160"/>
              <a:gd name="T69" fmla="*/ 5 h 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60" h="125">
                <a:moveTo>
                  <a:pt x="150" y="10"/>
                </a:moveTo>
                <a:cubicBezTo>
                  <a:pt x="10" y="10"/>
                  <a:pt x="10" y="10"/>
                  <a:pt x="10" y="10"/>
                </a:cubicBezTo>
                <a:cubicBezTo>
                  <a:pt x="4" y="10"/>
                  <a:pt x="0" y="14"/>
                  <a:pt x="0" y="19"/>
                </a:cubicBezTo>
                <a:cubicBezTo>
                  <a:pt x="0" y="116"/>
                  <a:pt x="0" y="116"/>
                  <a:pt x="0" y="116"/>
                </a:cubicBezTo>
                <a:cubicBezTo>
                  <a:pt x="0" y="121"/>
                  <a:pt x="4" y="125"/>
                  <a:pt x="10" y="125"/>
                </a:cubicBezTo>
                <a:cubicBezTo>
                  <a:pt x="150" y="125"/>
                  <a:pt x="150" y="125"/>
                  <a:pt x="150" y="125"/>
                </a:cubicBezTo>
                <a:cubicBezTo>
                  <a:pt x="155" y="125"/>
                  <a:pt x="160" y="121"/>
                  <a:pt x="160" y="116"/>
                </a:cubicBezTo>
                <a:cubicBezTo>
                  <a:pt x="160" y="19"/>
                  <a:pt x="160" y="19"/>
                  <a:pt x="160" y="19"/>
                </a:cubicBezTo>
                <a:cubicBezTo>
                  <a:pt x="160" y="14"/>
                  <a:pt x="155" y="10"/>
                  <a:pt x="150" y="10"/>
                </a:cubicBezTo>
                <a:close/>
                <a:moveTo>
                  <a:pt x="154" y="116"/>
                </a:moveTo>
                <a:cubicBezTo>
                  <a:pt x="154" y="118"/>
                  <a:pt x="152" y="120"/>
                  <a:pt x="150" y="120"/>
                </a:cubicBezTo>
                <a:cubicBezTo>
                  <a:pt x="10" y="120"/>
                  <a:pt x="10" y="120"/>
                  <a:pt x="10" y="120"/>
                </a:cubicBezTo>
                <a:cubicBezTo>
                  <a:pt x="7" y="120"/>
                  <a:pt x="6" y="118"/>
                  <a:pt x="6" y="116"/>
                </a:cubicBezTo>
                <a:cubicBezTo>
                  <a:pt x="6" y="19"/>
                  <a:pt x="6" y="19"/>
                  <a:pt x="6" y="19"/>
                </a:cubicBezTo>
                <a:cubicBezTo>
                  <a:pt x="6" y="17"/>
                  <a:pt x="7" y="16"/>
                  <a:pt x="10" y="16"/>
                </a:cubicBezTo>
                <a:cubicBezTo>
                  <a:pt x="150" y="16"/>
                  <a:pt x="150" y="16"/>
                  <a:pt x="150" y="16"/>
                </a:cubicBezTo>
                <a:cubicBezTo>
                  <a:pt x="152" y="16"/>
                  <a:pt x="154" y="17"/>
                  <a:pt x="154" y="19"/>
                </a:cubicBezTo>
                <a:lnTo>
                  <a:pt x="154" y="116"/>
                </a:lnTo>
                <a:close/>
                <a:moveTo>
                  <a:pt x="83" y="21"/>
                </a:moveTo>
                <a:cubicBezTo>
                  <a:pt x="57" y="21"/>
                  <a:pt x="36" y="42"/>
                  <a:pt x="36" y="67"/>
                </a:cubicBezTo>
                <a:cubicBezTo>
                  <a:pt x="36" y="93"/>
                  <a:pt x="57" y="114"/>
                  <a:pt x="83" y="114"/>
                </a:cubicBezTo>
                <a:cubicBezTo>
                  <a:pt x="109" y="114"/>
                  <a:pt x="130" y="93"/>
                  <a:pt x="130" y="67"/>
                </a:cubicBezTo>
                <a:cubicBezTo>
                  <a:pt x="130" y="42"/>
                  <a:pt x="109" y="21"/>
                  <a:pt x="83" y="21"/>
                </a:cubicBezTo>
                <a:close/>
                <a:moveTo>
                  <a:pt x="83" y="108"/>
                </a:moveTo>
                <a:cubicBezTo>
                  <a:pt x="60" y="108"/>
                  <a:pt x="42" y="90"/>
                  <a:pt x="42" y="67"/>
                </a:cubicBezTo>
                <a:cubicBezTo>
                  <a:pt x="42" y="45"/>
                  <a:pt x="60" y="27"/>
                  <a:pt x="83" y="27"/>
                </a:cubicBezTo>
                <a:cubicBezTo>
                  <a:pt x="105" y="27"/>
                  <a:pt x="124" y="45"/>
                  <a:pt x="124" y="67"/>
                </a:cubicBezTo>
                <a:cubicBezTo>
                  <a:pt x="124" y="90"/>
                  <a:pt x="105" y="108"/>
                  <a:pt x="83" y="108"/>
                </a:cubicBezTo>
                <a:close/>
                <a:moveTo>
                  <a:pt x="55" y="5"/>
                </a:moveTo>
                <a:cubicBezTo>
                  <a:pt x="108" y="5"/>
                  <a:pt x="108" y="5"/>
                  <a:pt x="108" y="5"/>
                </a:cubicBezTo>
                <a:cubicBezTo>
                  <a:pt x="109" y="5"/>
                  <a:pt x="110" y="3"/>
                  <a:pt x="110" y="2"/>
                </a:cubicBezTo>
                <a:cubicBezTo>
                  <a:pt x="110" y="1"/>
                  <a:pt x="109" y="0"/>
                  <a:pt x="108" y="0"/>
                </a:cubicBezTo>
                <a:cubicBezTo>
                  <a:pt x="55" y="0"/>
                  <a:pt x="55" y="0"/>
                  <a:pt x="55" y="0"/>
                </a:cubicBezTo>
                <a:cubicBezTo>
                  <a:pt x="54" y="0"/>
                  <a:pt x="53" y="1"/>
                  <a:pt x="53" y="2"/>
                </a:cubicBezTo>
                <a:cubicBezTo>
                  <a:pt x="53" y="3"/>
                  <a:pt x="54" y="5"/>
                  <a:pt x="55" y="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Freeform 27">
            <a:extLst>
              <a:ext uri="{FF2B5EF4-FFF2-40B4-BE49-F238E27FC236}">
                <a16:creationId xmlns:a16="http://schemas.microsoft.com/office/drawing/2014/main" id="{67327A34-49FD-D2C3-C85F-0F90922A85CE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415125" y="4644243"/>
            <a:ext cx="371881" cy="369558"/>
          </a:xfrm>
          <a:custGeom>
            <a:avLst/>
            <a:gdLst>
              <a:gd name="T0" fmla="*/ 119 w 160"/>
              <a:gd name="T1" fmla="*/ 35 h 159"/>
              <a:gd name="T2" fmla="*/ 23 w 160"/>
              <a:gd name="T3" fmla="*/ 79 h 159"/>
              <a:gd name="T4" fmla="*/ 22 w 160"/>
              <a:gd name="T5" fmla="*/ 81 h 159"/>
              <a:gd name="T6" fmla="*/ 24 w 160"/>
              <a:gd name="T7" fmla="*/ 84 h 159"/>
              <a:gd name="T8" fmla="*/ 66 w 160"/>
              <a:gd name="T9" fmla="*/ 90 h 159"/>
              <a:gd name="T10" fmla="*/ 71 w 160"/>
              <a:gd name="T11" fmla="*/ 131 h 159"/>
              <a:gd name="T12" fmla="*/ 74 w 160"/>
              <a:gd name="T13" fmla="*/ 132 h 159"/>
              <a:gd name="T14" fmla="*/ 76 w 160"/>
              <a:gd name="T15" fmla="*/ 132 h 159"/>
              <a:gd name="T16" fmla="*/ 122 w 160"/>
              <a:gd name="T17" fmla="*/ 38 h 159"/>
              <a:gd name="T18" fmla="*/ 121 w 160"/>
              <a:gd name="T19" fmla="*/ 35 h 159"/>
              <a:gd name="T20" fmla="*/ 119 w 160"/>
              <a:gd name="T21" fmla="*/ 35 h 159"/>
              <a:gd name="T22" fmla="*/ 75 w 160"/>
              <a:gd name="T23" fmla="*/ 121 h 159"/>
              <a:gd name="T24" fmla="*/ 71 w 160"/>
              <a:gd name="T25" fmla="*/ 88 h 159"/>
              <a:gd name="T26" fmla="*/ 69 w 160"/>
              <a:gd name="T27" fmla="*/ 85 h 159"/>
              <a:gd name="T28" fmla="*/ 33 w 160"/>
              <a:gd name="T29" fmla="*/ 79 h 159"/>
              <a:gd name="T30" fmla="*/ 114 w 160"/>
              <a:gd name="T31" fmla="*/ 42 h 159"/>
              <a:gd name="T32" fmla="*/ 75 w 160"/>
              <a:gd name="T33" fmla="*/ 121 h 159"/>
              <a:gd name="T34" fmla="*/ 80 w 160"/>
              <a:gd name="T35" fmla="*/ 0 h 159"/>
              <a:gd name="T36" fmla="*/ 0 w 160"/>
              <a:gd name="T37" fmla="*/ 79 h 159"/>
              <a:gd name="T38" fmla="*/ 80 w 160"/>
              <a:gd name="T39" fmla="*/ 159 h 159"/>
              <a:gd name="T40" fmla="*/ 160 w 160"/>
              <a:gd name="T41" fmla="*/ 79 h 159"/>
              <a:gd name="T42" fmla="*/ 80 w 160"/>
              <a:gd name="T43" fmla="*/ 0 h 159"/>
              <a:gd name="T44" fmla="*/ 80 w 160"/>
              <a:gd name="T45" fmla="*/ 154 h 159"/>
              <a:gd name="T46" fmla="*/ 5 w 160"/>
              <a:gd name="T47" fmla="*/ 79 h 159"/>
              <a:gd name="T48" fmla="*/ 80 w 160"/>
              <a:gd name="T49" fmla="*/ 5 h 159"/>
              <a:gd name="T50" fmla="*/ 155 w 160"/>
              <a:gd name="T51" fmla="*/ 79 h 159"/>
              <a:gd name="T52" fmla="*/ 80 w 160"/>
              <a:gd name="T53" fmla="*/ 154 h 1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60" h="159">
                <a:moveTo>
                  <a:pt x="119" y="35"/>
                </a:moveTo>
                <a:cubicBezTo>
                  <a:pt x="23" y="79"/>
                  <a:pt x="23" y="79"/>
                  <a:pt x="23" y="79"/>
                </a:cubicBezTo>
                <a:cubicBezTo>
                  <a:pt x="22" y="79"/>
                  <a:pt x="22" y="80"/>
                  <a:pt x="22" y="81"/>
                </a:cubicBezTo>
                <a:cubicBezTo>
                  <a:pt x="22" y="82"/>
                  <a:pt x="23" y="84"/>
                  <a:pt x="24" y="84"/>
                </a:cubicBezTo>
                <a:cubicBezTo>
                  <a:pt x="66" y="90"/>
                  <a:pt x="66" y="90"/>
                  <a:pt x="66" y="90"/>
                </a:cubicBezTo>
                <a:cubicBezTo>
                  <a:pt x="71" y="131"/>
                  <a:pt x="71" y="131"/>
                  <a:pt x="71" y="131"/>
                </a:cubicBezTo>
                <a:cubicBezTo>
                  <a:pt x="71" y="132"/>
                  <a:pt x="72" y="132"/>
                  <a:pt x="74" y="132"/>
                </a:cubicBezTo>
                <a:cubicBezTo>
                  <a:pt x="75" y="132"/>
                  <a:pt x="76" y="132"/>
                  <a:pt x="76" y="132"/>
                </a:cubicBezTo>
                <a:cubicBezTo>
                  <a:pt x="122" y="38"/>
                  <a:pt x="122" y="38"/>
                  <a:pt x="122" y="38"/>
                </a:cubicBezTo>
                <a:cubicBezTo>
                  <a:pt x="123" y="37"/>
                  <a:pt x="122" y="36"/>
                  <a:pt x="121" y="35"/>
                </a:cubicBezTo>
                <a:cubicBezTo>
                  <a:pt x="121" y="34"/>
                  <a:pt x="120" y="34"/>
                  <a:pt x="119" y="35"/>
                </a:cubicBezTo>
                <a:close/>
                <a:moveTo>
                  <a:pt x="75" y="121"/>
                </a:moveTo>
                <a:cubicBezTo>
                  <a:pt x="71" y="88"/>
                  <a:pt x="71" y="88"/>
                  <a:pt x="71" y="88"/>
                </a:cubicBezTo>
                <a:cubicBezTo>
                  <a:pt x="71" y="87"/>
                  <a:pt x="70" y="86"/>
                  <a:pt x="69" y="85"/>
                </a:cubicBezTo>
                <a:cubicBezTo>
                  <a:pt x="33" y="79"/>
                  <a:pt x="33" y="79"/>
                  <a:pt x="33" y="79"/>
                </a:cubicBezTo>
                <a:cubicBezTo>
                  <a:pt x="114" y="42"/>
                  <a:pt x="114" y="42"/>
                  <a:pt x="114" y="42"/>
                </a:cubicBezTo>
                <a:lnTo>
                  <a:pt x="75" y="121"/>
                </a:lnTo>
                <a:close/>
                <a:moveTo>
                  <a:pt x="80" y="0"/>
                </a:moveTo>
                <a:cubicBezTo>
                  <a:pt x="37" y="0"/>
                  <a:pt x="0" y="36"/>
                  <a:pt x="0" y="79"/>
                </a:cubicBezTo>
                <a:cubicBezTo>
                  <a:pt x="0" y="124"/>
                  <a:pt x="37" y="159"/>
                  <a:pt x="80" y="159"/>
                </a:cubicBezTo>
                <a:cubicBezTo>
                  <a:pt x="125" y="159"/>
                  <a:pt x="160" y="124"/>
                  <a:pt x="160" y="79"/>
                </a:cubicBezTo>
                <a:cubicBezTo>
                  <a:pt x="160" y="36"/>
                  <a:pt x="125" y="0"/>
                  <a:pt x="80" y="0"/>
                </a:cubicBezTo>
                <a:close/>
                <a:moveTo>
                  <a:pt x="80" y="154"/>
                </a:moveTo>
                <a:cubicBezTo>
                  <a:pt x="39" y="154"/>
                  <a:pt x="5" y="120"/>
                  <a:pt x="5" y="79"/>
                </a:cubicBezTo>
                <a:cubicBezTo>
                  <a:pt x="5" y="38"/>
                  <a:pt x="39" y="5"/>
                  <a:pt x="80" y="5"/>
                </a:cubicBezTo>
                <a:cubicBezTo>
                  <a:pt x="122" y="5"/>
                  <a:pt x="155" y="38"/>
                  <a:pt x="155" y="79"/>
                </a:cubicBezTo>
                <a:cubicBezTo>
                  <a:pt x="155" y="120"/>
                  <a:pt x="122" y="154"/>
                  <a:pt x="80" y="154"/>
                </a:cubicBezTo>
                <a:close/>
              </a:path>
            </a:pathLst>
          </a:custGeom>
          <a:solidFill>
            <a:srgbClr val="00436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35">
            <a:extLst>
              <a:ext uri="{FF2B5EF4-FFF2-40B4-BE49-F238E27FC236}">
                <a16:creationId xmlns:a16="http://schemas.microsoft.com/office/drawing/2014/main" id="{13621E3F-38F6-F906-719B-F12107903902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3464526" y="4670874"/>
            <a:ext cx="371881" cy="316099"/>
          </a:xfrm>
          <a:custGeom>
            <a:avLst/>
            <a:gdLst>
              <a:gd name="T0" fmla="*/ 49 w 160"/>
              <a:gd name="T1" fmla="*/ 136 h 136"/>
              <a:gd name="T2" fmla="*/ 112 w 160"/>
              <a:gd name="T3" fmla="*/ 136 h 136"/>
              <a:gd name="T4" fmla="*/ 80 w 160"/>
              <a:gd name="T5" fmla="*/ 85 h 136"/>
              <a:gd name="T6" fmla="*/ 49 w 160"/>
              <a:gd name="T7" fmla="*/ 136 h 136"/>
              <a:gd name="T8" fmla="*/ 59 w 160"/>
              <a:gd name="T9" fmla="*/ 130 h 136"/>
              <a:gd name="T10" fmla="*/ 80 w 160"/>
              <a:gd name="T11" fmla="*/ 95 h 136"/>
              <a:gd name="T12" fmla="*/ 102 w 160"/>
              <a:gd name="T13" fmla="*/ 130 h 136"/>
              <a:gd name="T14" fmla="*/ 59 w 160"/>
              <a:gd name="T15" fmla="*/ 130 h 136"/>
              <a:gd name="T16" fmla="*/ 0 w 160"/>
              <a:gd name="T17" fmla="*/ 0 h 136"/>
              <a:gd name="T18" fmla="*/ 0 w 160"/>
              <a:gd name="T19" fmla="*/ 106 h 136"/>
              <a:gd name="T20" fmla="*/ 59 w 160"/>
              <a:gd name="T21" fmla="*/ 106 h 136"/>
              <a:gd name="T22" fmla="*/ 62 w 160"/>
              <a:gd name="T23" fmla="*/ 104 h 136"/>
              <a:gd name="T24" fmla="*/ 59 w 160"/>
              <a:gd name="T25" fmla="*/ 101 h 136"/>
              <a:gd name="T26" fmla="*/ 5 w 160"/>
              <a:gd name="T27" fmla="*/ 101 h 136"/>
              <a:gd name="T28" fmla="*/ 5 w 160"/>
              <a:gd name="T29" fmla="*/ 5 h 136"/>
              <a:gd name="T30" fmla="*/ 155 w 160"/>
              <a:gd name="T31" fmla="*/ 5 h 136"/>
              <a:gd name="T32" fmla="*/ 155 w 160"/>
              <a:gd name="T33" fmla="*/ 101 h 136"/>
              <a:gd name="T34" fmla="*/ 102 w 160"/>
              <a:gd name="T35" fmla="*/ 101 h 136"/>
              <a:gd name="T36" fmla="*/ 99 w 160"/>
              <a:gd name="T37" fmla="*/ 104 h 136"/>
              <a:gd name="T38" fmla="*/ 102 w 160"/>
              <a:gd name="T39" fmla="*/ 106 h 136"/>
              <a:gd name="T40" fmla="*/ 160 w 160"/>
              <a:gd name="T41" fmla="*/ 106 h 136"/>
              <a:gd name="T42" fmla="*/ 160 w 160"/>
              <a:gd name="T43" fmla="*/ 0 h 136"/>
              <a:gd name="T44" fmla="*/ 0 w 160"/>
              <a:gd name="T45" fmla="*/ 0 h 1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60" h="136">
                <a:moveTo>
                  <a:pt x="49" y="136"/>
                </a:moveTo>
                <a:cubicBezTo>
                  <a:pt x="112" y="136"/>
                  <a:pt x="112" y="136"/>
                  <a:pt x="112" y="136"/>
                </a:cubicBezTo>
                <a:cubicBezTo>
                  <a:pt x="80" y="85"/>
                  <a:pt x="80" y="85"/>
                  <a:pt x="80" y="85"/>
                </a:cubicBezTo>
                <a:lnTo>
                  <a:pt x="49" y="136"/>
                </a:lnTo>
                <a:close/>
                <a:moveTo>
                  <a:pt x="59" y="130"/>
                </a:moveTo>
                <a:cubicBezTo>
                  <a:pt x="80" y="95"/>
                  <a:pt x="80" y="95"/>
                  <a:pt x="80" y="95"/>
                </a:cubicBezTo>
                <a:cubicBezTo>
                  <a:pt x="102" y="130"/>
                  <a:pt x="102" y="130"/>
                  <a:pt x="102" y="130"/>
                </a:cubicBezTo>
                <a:lnTo>
                  <a:pt x="59" y="130"/>
                </a:lnTo>
                <a:close/>
                <a:moveTo>
                  <a:pt x="0" y="0"/>
                </a:moveTo>
                <a:cubicBezTo>
                  <a:pt x="0" y="106"/>
                  <a:pt x="0" y="106"/>
                  <a:pt x="0" y="106"/>
                </a:cubicBezTo>
                <a:cubicBezTo>
                  <a:pt x="59" y="106"/>
                  <a:pt x="59" y="106"/>
                  <a:pt x="59" y="106"/>
                </a:cubicBezTo>
                <a:cubicBezTo>
                  <a:pt x="61" y="106"/>
                  <a:pt x="62" y="105"/>
                  <a:pt x="62" y="104"/>
                </a:cubicBezTo>
                <a:cubicBezTo>
                  <a:pt x="62" y="102"/>
                  <a:pt x="61" y="101"/>
                  <a:pt x="59" y="101"/>
                </a:cubicBezTo>
                <a:cubicBezTo>
                  <a:pt x="5" y="101"/>
                  <a:pt x="5" y="101"/>
                  <a:pt x="5" y="101"/>
                </a:cubicBezTo>
                <a:cubicBezTo>
                  <a:pt x="5" y="5"/>
                  <a:pt x="5" y="5"/>
                  <a:pt x="5" y="5"/>
                </a:cubicBezTo>
                <a:cubicBezTo>
                  <a:pt x="155" y="5"/>
                  <a:pt x="155" y="5"/>
                  <a:pt x="155" y="5"/>
                </a:cubicBezTo>
                <a:cubicBezTo>
                  <a:pt x="155" y="101"/>
                  <a:pt x="155" y="101"/>
                  <a:pt x="155" y="101"/>
                </a:cubicBezTo>
                <a:cubicBezTo>
                  <a:pt x="102" y="101"/>
                  <a:pt x="102" y="101"/>
                  <a:pt x="102" y="101"/>
                </a:cubicBezTo>
                <a:cubicBezTo>
                  <a:pt x="101" y="101"/>
                  <a:pt x="99" y="102"/>
                  <a:pt x="99" y="104"/>
                </a:cubicBezTo>
                <a:cubicBezTo>
                  <a:pt x="99" y="105"/>
                  <a:pt x="101" y="106"/>
                  <a:pt x="102" y="106"/>
                </a:cubicBezTo>
                <a:cubicBezTo>
                  <a:pt x="160" y="106"/>
                  <a:pt x="160" y="106"/>
                  <a:pt x="160" y="106"/>
                </a:cubicBezTo>
                <a:cubicBezTo>
                  <a:pt x="160" y="0"/>
                  <a:pt x="160" y="0"/>
                  <a:pt x="16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00436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" name="Image 19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DDB24006-0804-6C05-ADB5-F7D4F6E2C6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11" y="270631"/>
            <a:ext cx="1323628" cy="390029"/>
          </a:xfrm>
          <a:prstGeom prst="rect">
            <a:avLst/>
          </a:prstGeom>
        </p:spPr>
      </p:pic>
      <p:sp>
        <p:nvSpPr>
          <p:cNvPr id="3" name="Espace réservé du texte 3">
            <a:extLst>
              <a:ext uri="{FF2B5EF4-FFF2-40B4-BE49-F238E27FC236}">
                <a16:creationId xmlns:a16="http://schemas.microsoft.com/office/drawing/2014/main" id="{4B1EB89D-F078-D633-D716-C1EA16731DD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00163" y="1319213"/>
            <a:ext cx="3959225" cy="5476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</a:lstStyle>
          <a:p>
            <a:pPr lvl="0"/>
            <a:r>
              <a:rPr lang="fr-FR"/>
              <a:t>Slide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4" name="Espace réservé du texte 20">
            <a:extLst>
              <a:ext uri="{FF2B5EF4-FFF2-40B4-BE49-F238E27FC236}">
                <a16:creationId xmlns:a16="http://schemas.microsoft.com/office/drawing/2014/main" id="{8AF5AC26-76B4-4FF7-E2D3-32AE66D65AA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63198" y="2183124"/>
            <a:ext cx="1863848" cy="26280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 err="1"/>
              <a:t>Title</a:t>
            </a:r>
            <a:r>
              <a:rPr lang="fr-FR"/>
              <a:t> </a:t>
            </a:r>
            <a:r>
              <a:rPr lang="fr-FR" err="1"/>
              <a:t>Here</a:t>
            </a:r>
            <a:endParaRPr lang="fr-FR"/>
          </a:p>
        </p:txBody>
      </p:sp>
      <p:sp>
        <p:nvSpPr>
          <p:cNvPr id="21" name="Espace réservé du texte 22">
            <a:extLst>
              <a:ext uri="{FF2B5EF4-FFF2-40B4-BE49-F238E27FC236}">
                <a16:creationId xmlns:a16="http://schemas.microsoft.com/office/drawing/2014/main" id="{84C05FF2-A4E8-9762-B369-7E4F52E32A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83122" y="2525815"/>
            <a:ext cx="2824000" cy="5476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  <p:sp>
        <p:nvSpPr>
          <p:cNvPr id="22" name="Espace réservé du texte 20">
            <a:extLst>
              <a:ext uri="{FF2B5EF4-FFF2-40B4-BE49-F238E27FC236}">
                <a16:creationId xmlns:a16="http://schemas.microsoft.com/office/drawing/2014/main" id="{8D4090E5-6B03-8D46-DD2A-0C5B58F4B2A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02808" y="4486461"/>
            <a:ext cx="1863848" cy="26280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 err="1"/>
              <a:t>Title</a:t>
            </a:r>
            <a:r>
              <a:rPr lang="fr-FR"/>
              <a:t> </a:t>
            </a:r>
            <a:r>
              <a:rPr lang="fr-FR" err="1"/>
              <a:t>Here</a:t>
            </a:r>
            <a:endParaRPr lang="fr-FR"/>
          </a:p>
        </p:txBody>
      </p: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17C3F517-0D4E-8AD3-2BAA-697DCB2A97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2656" y="4829152"/>
            <a:ext cx="2824000" cy="547687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  <p:sp>
        <p:nvSpPr>
          <p:cNvPr id="24" name="Espace réservé du texte 20">
            <a:extLst>
              <a:ext uri="{FF2B5EF4-FFF2-40B4-BE49-F238E27FC236}">
                <a16:creationId xmlns:a16="http://schemas.microsoft.com/office/drawing/2014/main" id="{CA36BE63-8966-DC3B-9C11-A613A5614F7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8344" y="4486461"/>
            <a:ext cx="1863848" cy="26280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 err="1"/>
              <a:t>Title</a:t>
            </a:r>
            <a:r>
              <a:rPr lang="fr-FR"/>
              <a:t> </a:t>
            </a:r>
            <a:r>
              <a:rPr lang="fr-FR" err="1"/>
              <a:t>Here</a:t>
            </a:r>
            <a:endParaRPr lang="fr-FR"/>
          </a:p>
        </p:txBody>
      </p:sp>
      <p:sp>
        <p:nvSpPr>
          <p:cNvPr id="25" name="Espace réservé du texte 22">
            <a:extLst>
              <a:ext uri="{FF2B5EF4-FFF2-40B4-BE49-F238E27FC236}">
                <a16:creationId xmlns:a16="http://schemas.microsoft.com/office/drawing/2014/main" id="{589AD7EC-8851-7B44-6E6E-671ECF67693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8344" y="4829152"/>
            <a:ext cx="2824000" cy="54768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63214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35">
            <a:extLst>
              <a:ext uri="{FF2B5EF4-FFF2-40B4-BE49-F238E27FC236}">
                <a16:creationId xmlns:a16="http://schemas.microsoft.com/office/drawing/2014/main" id="{C1E9E72F-90BC-A50C-AE94-A9F8F249C648}"/>
              </a:ext>
            </a:extLst>
          </p:cNvPr>
          <p:cNvCxnSpPr>
            <a:cxnSpLocks/>
          </p:cNvCxnSpPr>
          <p:nvPr userDrawn="1"/>
        </p:nvCxnSpPr>
        <p:spPr>
          <a:xfrm>
            <a:off x="0" y="2941581"/>
            <a:ext cx="951593" cy="0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38">
            <a:extLst>
              <a:ext uri="{FF2B5EF4-FFF2-40B4-BE49-F238E27FC236}">
                <a16:creationId xmlns:a16="http://schemas.microsoft.com/office/drawing/2014/main" id="{05849657-4A9D-02CF-2C31-C9FD93924DA8}"/>
              </a:ext>
            </a:extLst>
          </p:cNvPr>
          <p:cNvSpPr txBox="1"/>
          <p:nvPr userDrawn="1"/>
        </p:nvSpPr>
        <p:spPr>
          <a:xfrm>
            <a:off x="6153533" y="2872428"/>
            <a:ext cx="1593724" cy="3313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300">
                <a:latin typeface="Poppins Medium" panose="00000600000000000000" pitchFamily="2" charset="0"/>
                <a:ea typeface="Open Sans" panose="020B0606030504020204" pitchFamily="34" charset="0"/>
                <a:cs typeface="Poppins Medium" panose="00000600000000000000" pitchFamily="2" charset="0"/>
              </a:rPr>
              <a:t>MARK SILBER</a:t>
            </a:r>
          </a:p>
        </p:txBody>
      </p:sp>
      <p:sp>
        <p:nvSpPr>
          <p:cNvPr id="8" name="TextBox 39">
            <a:extLst>
              <a:ext uri="{FF2B5EF4-FFF2-40B4-BE49-F238E27FC236}">
                <a16:creationId xmlns:a16="http://schemas.microsoft.com/office/drawing/2014/main" id="{E07C154D-B422-9FB0-6AB7-D8F32432C731}"/>
              </a:ext>
            </a:extLst>
          </p:cNvPr>
          <p:cNvSpPr txBox="1"/>
          <p:nvPr userDrawn="1"/>
        </p:nvSpPr>
        <p:spPr>
          <a:xfrm>
            <a:off x="6158133" y="3132297"/>
            <a:ext cx="14488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2">
                    <a:lumMod val="25000"/>
                  </a:schemeClr>
                </a:solidFill>
                <a:latin typeface="DM Sans" pitchFamily="2" charset="0"/>
                <a:ea typeface="Inter" panose="020B0502030000000004" pitchFamily="34" charset="0"/>
                <a:cs typeface="Poppins Light" panose="00000400000000000000" pitchFamily="50" charset="0"/>
              </a:rPr>
              <a:t>CEO / Founder</a:t>
            </a:r>
          </a:p>
        </p:txBody>
      </p:sp>
      <p:sp>
        <p:nvSpPr>
          <p:cNvPr id="9" name="TextBox 40">
            <a:extLst>
              <a:ext uri="{FF2B5EF4-FFF2-40B4-BE49-F238E27FC236}">
                <a16:creationId xmlns:a16="http://schemas.microsoft.com/office/drawing/2014/main" id="{64A1EE32-B1FE-6DE1-AAE1-72CD1DFD583B}"/>
              </a:ext>
            </a:extLst>
          </p:cNvPr>
          <p:cNvSpPr txBox="1"/>
          <p:nvPr userDrawn="1"/>
        </p:nvSpPr>
        <p:spPr>
          <a:xfrm>
            <a:off x="6158461" y="5663488"/>
            <a:ext cx="1593724" cy="3313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300">
                <a:latin typeface="Poppins Medium" panose="00000600000000000000" pitchFamily="2" charset="0"/>
                <a:ea typeface="Open Sans" panose="020B0606030504020204" pitchFamily="34" charset="0"/>
                <a:cs typeface="Poppins Medium" panose="00000600000000000000" pitchFamily="2" charset="0"/>
              </a:rPr>
              <a:t>GOODALL DEO</a:t>
            </a:r>
          </a:p>
        </p:txBody>
      </p:sp>
      <p:sp>
        <p:nvSpPr>
          <p:cNvPr id="10" name="TextBox 41">
            <a:extLst>
              <a:ext uri="{FF2B5EF4-FFF2-40B4-BE49-F238E27FC236}">
                <a16:creationId xmlns:a16="http://schemas.microsoft.com/office/drawing/2014/main" id="{48703C35-22B5-8CF2-FC74-C63FE0C94065}"/>
              </a:ext>
            </a:extLst>
          </p:cNvPr>
          <p:cNvSpPr txBox="1"/>
          <p:nvPr userDrawn="1"/>
        </p:nvSpPr>
        <p:spPr>
          <a:xfrm>
            <a:off x="6158296" y="5923357"/>
            <a:ext cx="14488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2">
                    <a:lumMod val="25000"/>
                  </a:schemeClr>
                </a:solidFill>
                <a:latin typeface="DM Sans" pitchFamily="2" charset="0"/>
                <a:ea typeface="Inter" panose="020B0502030000000004" pitchFamily="34" charset="0"/>
                <a:cs typeface="Poppins Light" panose="00000400000000000000" pitchFamily="50" charset="0"/>
              </a:rPr>
              <a:t>Designer / CEO</a:t>
            </a:r>
          </a:p>
        </p:txBody>
      </p:sp>
      <p:sp>
        <p:nvSpPr>
          <p:cNvPr id="11" name="TextBox 42">
            <a:extLst>
              <a:ext uri="{FF2B5EF4-FFF2-40B4-BE49-F238E27FC236}">
                <a16:creationId xmlns:a16="http://schemas.microsoft.com/office/drawing/2014/main" id="{7507C8DC-810F-919B-CEF0-27C8DEAC59FA}"/>
              </a:ext>
            </a:extLst>
          </p:cNvPr>
          <p:cNvSpPr txBox="1"/>
          <p:nvPr userDrawn="1"/>
        </p:nvSpPr>
        <p:spPr>
          <a:xfrm>
            <a:off x="8303844" y="2870939"/>
            <a:ext cx="1448840" cy="3313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300">
                <a:latin typeface="Poppins Medium" panose="00000600000000000000" pitchFamily="2" charset="0"/>
                <a:ea typeface="Open Sans" panose="020B0606030504020204" pitchFamily="34" charset="0"/>
                <a:cs typeface="Poppins Medium" panose="00000600000000000000" pitchFamily="2" charset="0"/>
              </a:rPr>
              <a:t>MARY SMITH</a:t>
            </a:r>
          </a:p>
        </p:txBody>
      </p:sp>
      <p:sp>
        <p:nvSpPr>
          <p:cNvPr id="12" name="TextBox 46">
            <a:extLst>
              <a:ext uri="{FF2B5EF4-FFF2-40B4-BE49-F238E27FC236}">
                <a16:creationId xmlns:a16="http://schemas.microsoft.com/office/drawing/2014/main" id="{9D2BDFDC-F2BE-D29E-3A06-99898B22728E}"/>
              </a:ext>
            </a:extLst>
          </p:cNvPr>
          <p:cNvSpPr txBox="1"/>
          <p:nvPr userDrawn="1"/>
        </p:nvSpPr>
        <p:spPr>
          <a:xfrm>
            <a:off x="8308326" y="3130808"/>
            <a:ext cx="141837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2">
                    <a:lumMod val="25000"/>
                  </a:schemeClr>
                </a:solidFill>
                <a:latin typeface="DM Sans" pitchFamily="2" charset="0"/>
                <a:ea typeface="Inter" panose="020B0502030000000004" pitchFamily="34" charset="0"/>
                <a:cs typeface="Poppins Light" panose="00000400000000000000" pitchFamily="50" charset="0"/>
              </a:rPr>
              <a:t>Graphic Designer</a:t>
            </a:r>
          </a:p>
        </p:txBody>
      </p:sp>
      <p:sp>
        <p:nvSpPr>
          <p:cNvPr id="13" name="TextBox 48">
            <a:extLst>
              <a:ext uri="{FF2B5EF4-FFF2-40B4-BE49-F238E27FC236}">
                <a16:creationId xmlns:a16="http://schemas.microsoft.com/office/drawing/2014/main" id="{169F3BE2-1513-7D91-08DA-3871A45BC47D}"/>
              </a:ext>
            </a:extLst>
          </p:cNvPr>
          <p:cNvSpPr txBox="1"/>
          <p:nvPr userDrawn="1"/>
        </p:nvSpPr>
        <p:spPr>
          <a:xfrm>
            <a:off x="8310187" y="5663488"/>
            <a:ext cx="1799647" cy="3313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n-US" sz="1300">
                <a:latin typeface="Poppins Medium" panose="00000600000000000000" pitchFamily="2" charset="0"/>
                <a:ea typeface="Open Sans" panose="020B0606030504020204" pitchFamily="34" charset="0"/>
                <a:cs typeface="Poppins Medium" panose="00000600000000000000" pitchFamily="2" charset="0"/>
              </a:rPr>
              <a:t>AMANDA CHRIS</a:t>
            </a:r>
          </a:p>
        </p:txBody>
      </p:sp>
      <p:sp>
        <p:nvSpPr>
          <p:cNvPr id="14" name="TextBox 49">
            <a:extLst>
              <a:ext uri="{FF2B5EF4-FFF2-40B4-BE49-F238E27FC236}">
                <a16:creationId xmlns:a16="http://schemas.microsoft.com/office/drawing/2014/main" id="{4C66A981-3259-BA4D-3C5B-F6B3CD33D7E2}"/>
              </a:ext>
            </a:extLst>
          </p:cNvPr>
          <p:cNvSpPr txBox="1"/>
          <p:nvPr userDrawn="1"/>
        </p:nvSpPr>
        <p:spPr>
          <a:xfrm>
            <a:off x="8306900" y="5923357"/>
            <a:ext cx="144884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2">
                    <a:lumMod val="25000"/>
                  </a:schemeClr>
                </a:solidFill>
                <a:latin typeface="DM Sans" pitchFamily="2" charset="0"/>
                <a:ea typeface="Inter" panose="020B0502030000000004" pitchFamily="34" charset="0"/>
                <a:cs typeface="Poppins Light" panose="00000400000000000000" pitchFamily="50" charset="0"/>
              </a:rPr>
              <a:t>Photography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B1EB4B34-D8BD-A7FD-DAAC-0C08376B660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3189" y="772784"/>
            <a:ext cx="1731022" cy="1965960"/>
          </a:xfrm>
          <a:custGeom>
            <a:avLst/>
            <a:gdLst>
              <a:gd name="connsiteX0" fmla="*/ 0 w 1731022"/>
              <a:gd name="connsiteY0" fmla="*/ 0 h 1965960"/>
              <a:gd name="connsiteX1" fmla="*/ 1731022 w 1731022"/>
              <a:gd name="connsiteY1" fmla="*/ 0 h 1965960"/>
              <a:gd name="connsiteX2" fmla="*/ 1731022 w 1731022"/>
              <a:gd name="connsiteY2" fmla="*/ 1965960 h 1965960"/>
              <a:gd name="connsiteX3" fmla="*/ 0 w 1731022"/>
              <a:gd name="connsiteY3" fmla="*/ 1965960 h 1965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1022" h="1965960">
                <a:moveTo>
                  <a:pt x="0" y="0"/>
                </a:moveTo>
                <a:lnTo>
                  <a:pt x="1731022" y="0"/>
                </a:lnTo>
                <a:lnTo>
                  <a:pt x="1731022" y="1965960"/>
                </a:lnTo>
                <a:lnTo>
                  <a:pt x="0" y="196596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82A55EF7-1163-AA4D-ED12-BB6A8B606C2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403862" y="772784"/>
            <a:ext cx="2398971" cy="1965960"/>
          </a:xfrm>
          <a:custGeom>
            <a:avLst/>
            <a:gdLst>
              <a:gd name="connsiteX0" fmla="*/ 0 w 2398971"/>
              <a:gd name="connsiteY0" fmla="*/ 0 h 1965960"/>
              <a:gd name="connsiteX1" fmla="*/ 2398971 w 2398971"/>
              <a:gd name="connsiteY1" fmla="*/ 0 h 1965960"/>
              <a:gd name="connsiteX2" fmla="*/ 2398971 w 2398971"/>
              <a:gd name="connsiteY2" fmla="*/ 1965960 h 1965960"/>
              <a:gd name="connsiteX3" fmla="*/ 0 w 2398971"/>
              <a:gd name="connsiteY3" fmla="*/ 1965960 h 1965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98971" h="1965960">
                <a:moveTo>
                  <a:pt x="0" y="0"/>
                </a:moveTo>
                <a:lnTo>
                  <a:pt x="2398971" y="0"/>
                </a:lnTo>
                <a:lnTo>
                  <a:pt x="2398971" y="1965960"/>
                </a:lnTo>
                <a:lnTo>
                  <a:pt x="0" y="196596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C5DB601A-876D-2736-867D-A27D627B12A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53189" y="3592184"/>
            <a:ext cx="1731022" cy="1965960"/>
          </a:xfrm>
          <a:custGeom>
            <a:avLst/>
            <a:gdLst>
              <a:gd name="connsiteX0" fmla="*/ 0 w 1731022"/>
              <a:gd name="connsiteY0" fmla="*/ 0 h 1965960"/>
              <a:gd name="connsiteX1" fmla="*/ 1731022 w 1731022"/>
              <a:gd name="connsiteY1" fmla="*/ 0 h 1965960"/>
              <a:gd name="connsiteX2" fmla="*/ 1731022 w 1731022"/>
              <a:gd name="connsiteY2" fmla="*/ 1965960 h 1965960"/>
              <a:gd name="connsiteX3" fmla="*/ 0 w 1731022"/>
              <a:gd name="connsiteY3" fmla="*/ 1965960 h 1965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1022" h="1965960">
                <a:moveTo>
                  <a:pt x="0" y="0"/>
                </a:moveTo>
                <a:lnTo>
                  <a:pt x="1731022" y="0"/>
                </a:lnTo>
                <a:lnTo>
                  <a:pt x="1731022" y="1965960"/>
                </a:lnTo>
                <a:lnTo>
                  <a:pt x="0" y="196596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18" name="Picture Placeholder 8">
            <a:extLst>
              <a:ext uri="{FF2B5EF4-FFF2-40B4-BE49-F238E27FC236}">
                <a16:creationId xmlns:a16="http://schemas.microsoft.com/office/drawing/2014/main" id="{ABCC47BA-68A5-4081-ADFC-31B562F6295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403862" y="3592184"/>
            <a:ext cx="2398971" cy="1965960"/>
          </a:xfrm>
          <a:custGeom>
            <a:avLst/>
            <a:gdLst>
              <a:gd name="connsiteX0" fmla="*/ 0 w 2398971"/>
              <a:gd name="connsiteY0" fmla="*/ 0 h 1965960"/>
              <a:gd name="connsiteX1" fmla="*/ 2398971 w 2398971"/>
              <a:gd name="connsiteY1" fmla="*/ 0 h 1965960"/>
              <a:gd name="connsiteX2" fmla="*/ 2398971 w 2398971"/>
              <a:gd name="connsiteY2" fmla="*/ 1965960 h 1965960"/>
              <a:gd name="connsiteX3" fmla="*/ 0 w 2398971"/>
              <a:gd name="connsiteY3" fmla="*/ 1965960 h 1965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98971" h="1965960">
                <a:moveTo>
                  <a:pt x="0" y="0"/>
                </a:moveTo>
                <a:lnTo>
                  <a:pt x="2398971" y="0"/>
                </a:lnTo>
                <a:lnTo>
                  <a:pt x="2398971" y="1965960"/>
                </a:lnTo>
                <a:lnTo>
                  <a:pt x="0" y="1965960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pic>
        <p:nvPicPr>
          <p:cNvPr id="19" name="Image 18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3E4BFFD6-D574-4D3B-99AA-689C8D0938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11" y="270631"/>
            <a:ext cx="1323628" cy="390029"/>
          </a:xfrm>
          <a:prstGeom prst="rect">
            <a:avLst/>
          </a:prstGeom>
        </p:spPr>
      </p:pic>
      <p:sp>
        <p:nvSpPr>
          <p:cNvPr id="2" name="Espace réservé du texte 20">
            <a:extLst>
              <a:ext uri="{FF2B5EF4-FFF2-40B4-BE49-F238E27FC236}">
                <a16:creationId xmlns:a16="http://schemas.microsoft.com/office/drawing/2014/main" id="{19EC2BFE-C441-AD0E-9BD9-CB1AE554D3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36175" y="2650027"/>
            <a:ext cx="2543175" cy="11287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Team </a:t>
            </a:r>
            <a:r>
              <a:rPr lang="fr-FR" err="1"/>
              <a:t>Membe</a:t>
            </a:r>
            <a:endParaRPr lang="fr-FR"/>
          </a:p>
        </p:txBody>
      </p:sp>
      <p:sp>
        <p:nvSpPr>
          <p:cNvPr id="5" name="Espace réservé du texte 22">
            <a:extLst>
              <a:ext uri="{FF2B5EF4-FFF2-40B4-BE49-F238E27FC236}">
                <a16:creationId xmlns:a16="http://schemas.microsoft.com/office/drawing/2014/main" id="{D366C9A6-4179-5FE5-9BF9-C913D38DFD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34472" y="3888632"/>
            <a:ext cx="3359150" cy="6588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et dolore magna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aliqua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. Ut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enim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add be ad</a:t>
            </a:r>
          </a:p>
        </p:txBody>
      </p:sp>
    </p:spTree>
    <p:extLst>
      <p:ext uri="{BB962C8B-B14F-4D97-AF65-F5344CB8AC3E}">
        <p14:creationId xmlns:p14="http://schemas.microsoft.com/office/powerpoint/2010/main" val="21791311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 Strength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8">
            <a:extLst>
              <a:ext uri="{FF2B5EF4-FFF2-40B4-BE49-F238E27FC236}">
                <a16:creationId xmlns:a16="http://schemas.microsoft.com/office/drawing/2014/main" id="{80950F26-C0FF-BDBC-4155-6451EFA7D68B}"/>
              </a:ext>
            </a:extLst>
          </p:cNvPr>
          <p:cNvCxnSpPr>
            <a:cxnSpLocks/>
          </p:cNvCxnSpPr>
          <p:nvPr userDrawn="1"/>
        </p:nvCxnSpPr>
        <p:spPr>
          <a:xfrm>
            <a:off x="0" y="2941581"/>
            <a:ext cx="951593" cy="0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BAE82DA2-8C6A-CE74-C1CF-620CD5C22988}"/>
              </a:ext>
            </a:extLst>
          </p:cNvPr>
          <p:cNvSpPr/>
          <p:nvPr userDrawn="1"/>
        </p:nvSpPr>
        <p:spPr>
          <a:xfrm>
            <a:off x="5238749" y="0"/>
            <a:ext cx="6953249" cy="6858000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26">
            <a:extLst>
              <a:ext uri="{FF2B5EF4-FFF2-40B4-BE49-F238E27FC236}">
                <a16:creationId xmlns:a16="http://schemas.microsoft.com/office/drawing/2014/main" id="{80D61429-FCFF-38B2-9A19-9FBC71B5CF17}"/>
              </a:ext>
            </a:extLst>
          </p:cNvPr>
          <p:cNvCxnSpPr>
            <a:cxnSpLocks/>
          </p:cNvCxnSpPr>
          <p:nvPr userDrawn="1"/>
        </p:nvCxnSpPr>
        <p:spPr>
          <a:xfrm flipV="1">
            <a:off x="8731790" y="5159669"/>
            <a:ext cx="0" cy="864894"/>
          </a:xfrm>
          <a:prstGeom prst="line">
            <a:avLst/>
          </a:prstGeom>
          <a:ln w="12700">
            <a:solidFill>
              <a:schemeClr val="tx1">
                <a:alpha val="40000"/>
              </a:schemeClr>
            </a:solidFill>
            <a:prstDash val="sys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27">
            <a:extLst>
              <a:ext uri="{FF2B5EF4-FFF2-40B4-BE49-F238E27FC236}">
                <a16:creationId xmlns:a16="http://schemas.microsoft.com/office/drawing/2014/main" id="{3C1833C0-0D19-1F16-3F72-EB80A975E9A8}"/>
              </a:ext>
            </a:extLst>
          </p:cNvPr>
          <p:cNvSpPr txBox="1"/>
          <p:nvPr userDrawn="1"/>
        </p:nvSpPr>
        <p:spPr>
          <a:xfrm>
            <a:off x="7862591" y="1257471"/>
            <a:ext cx="1313088" cy="4401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7000" spc="-100">
                <a:solidFill>
                  <a:srgbClr val="004367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S</a:t>
            </a:r>
          </a:p>
        </p:txBody>
      </p:sp>
      <p:pic>
        <p:nvPicPr>
          <p:cNvPr id="16" name="Image 15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08538DC6-3EB2-6217-D79B-E6095048CA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11" y="270631"/>
            <a:ext cx="1323628" cy="390029"/>
          </a:xfrm>
          <a:prstGeom prst="rect">
            <a:avLst/>
          </a:prstGeom>
        </p:spPr>
      </p:pic>
      <p:sp>
        <p:nvSpPr>
          <p:cNvPr id="2" name="Espace réservé du texte 20">
            <a:extLst>
              <a:ext uri="{FF2B5EF4-FFF2-40B4-BE49-F238E27FC236}">
                <a16:creationId xmlns:a16="http://schemas.microsoft.com/office/drawing/2014/main" id="{1374BAE8-B0CD-2C41-A3F4-EC34B31D25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36175" y="2650027"/>
            <a:ext cx="2543175" cy="11287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SWOT </a:t>
            </a:r>
            <a:r>
              <a:rPr lang="fr-FR" err="1"/>
              <a:t>Analysis</a:t>
            </a:r>
            <a:endParaRPr lang="fr-FR"/>
          </a:p>
        </p:txBody>
      </p:sp>
      <p:sp>
        <p:nvSpPr>
          <p:cNvPr id="6" name="Espace réservé du texte 22">
            <a:extLst>
              <a:ext uri="{FF2B5EF4-FFF2-40B4-BE49-F238E27FC236}">
                <a16:creationId xmlns:a16="http://schemas.microsoft.com/office/drawing/2014/main" id="{488E7868-3B9E-69A1-32F4-E2728AED22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34472" y="3888632"/>
            <a:ext cx="3359150" cy="6588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et dolore magna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aliqua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. Ut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enim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add be ad</a:t>
            </a:r>
          </a:p>
        </p:txBody>
      </p:sp>
      <p:sp>
        <p:nvSpPr>
          <p:cNvPr id="17" name="Espace réservé du texte 20">
            <a:extLst>
              <a:ext uri="{FF2B5EF4-FFF2-40B4-BE49-F238E27FC236}">
                <a16:creationId xmlns:a16="http://schemas.microsoft.com/office/drawing/2014/main" id="{6283287C-E8C9-0E0B-B459-0E784CD6E7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27835" y="1009714"/>
            <a:ext cx="2982599" cy="7478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500">
                <a:solidFill>
                  <a:srgbClr val="004367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 err="1"/>
              <a:t>Strengths</a:t>
            </a:r>
            <a:endParaRPr lang="fr-FR"/>
          </a:p>
        </p:txBody>
      </p:sp>
      <p:sp>
        <p:nvSpPr>
          <p:cNvPr id="18" name="Espace réservé du texte 20">
            <a:extLst>
              <a:ext uri="{FF2B5EF4-FFF2-40B4-BE49-F238E27FC236}">
                <a16:creationId xmlns:a16="http://schemas.microsoft.com/office/drawing/2014/main" id="{10F67426-3CE0-E4BC-292B-8A067FD6A59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57217" y="5159669"/>
            <a:ext cx="1863848" cy="26280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004367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50%</a:t>
            </a:r>
          </a:p>
        </p:txBody>
      </p:sp>
      <p:sp>
        <p:nvSpPr>
          <p:cNvPr id="19" name="Espace réservé du texte 22">
            <a:extLst>
              <a:ext uri="{FF2B5EF4-FFF2-40B4-BE49-F238E27FC236}">
                <a16:creationId xmlns:a16="http://schemas.microsoft.com/office/drawing/2014/main" id="{631B5FB1-48C0-CA21-7746-1F039652107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57217" y="5502360"/>
            <a:ext cx="1863846" cy="54768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  <p:sp>
        <p:nvSpPr>
          <p:cNvPr id="20" name="Espace réservé du texte 20">
            <a:extLst>
              <a:ext uri="{FF2B5EF4-FFF2-40B4-BE49-F238E27FC236}">
                <a16:creationId xmlns:a16="http://schemas.microsoft.com/office/drawing/2014/main" id="{55DCEA28-1379-5752-CE39-BB41B78B6EC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848538" y="5159669"/>
            <a:ext cx="1863848" cy="26280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004367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50%</a:t>
            </a:r>
          </a:p>
        </p:txBody>
      </p:sp>
      <p:sp>
        <p:nvSpPr>
          <p:cNvPr id="21" name="Espace réservé du texte 22">
            <a:extLst>
              <a:ext uri="{FF2B5EF4-FFF2-40B4-BE49-F238E27FC236}">
                <a16:creationId xmlns:a16="http://schemas.microsoft.com/office/drawing/2014/main" id="{15340F3E-D249-1518-8932-45C33D7D130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48538" y="5502360"/>
            <a:ext cx="1863846" cy="54768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7961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 Weakn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8">
            <a:extLst>
              <a:ext uri="{FF2B5EF4-FFF2-40B4-BE49-F238E27FC236}">
                <a16:creationId xmlns:a16="http://schemas.microsoft.com/office/drawing/2014/main" id="{0D36426B-96DD-6AC5-4D58-DF5E07F69928}"/>
              </a:ext>
            </a:extLst>
          </p:cNvPr>
          <p:cNvCxnSpPr>
            <a:cxnSpLocks/>
          </p:cNvCxnSpPr>
          <p:nvPr userDrawn="1"/>
        </p:nvCxnSpPr>
        <p:spPr>
          <a:xfrm>
            <a:off x="0" y="2941581"/>
            <a:ext cx="951593" cy="0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1256B504-1258-C986-9A0D-8529D36C93D9}"/>
              </a:ext>
            </a:extLst>
          </p:cNvPr>
          <p:cNvSpPr/>
          <p:nvPr userDrawn="1"/>
        </p:nvSpPr>
        <p:spPr>
          <a:xfrm>
            <a:off x="5238749" y="0"/>
            <a:ext cx="6953249" cy="6858000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26">
            <a:extLst>
              <a:ext uri="{FF2B5EF4-FFF2-40B4-BE49-F238E27FC236}">
                <a16:creationId xmlns:a16="http://schemas.microsoft.com/office/drawing/2014/main" id="{9DE9B174-7683-F1B0-1497-0CE64FAFDBA6}"/>
              </a:ext>
            </a:extLst>
          </p:cNvPr>
          <p:cNvCxnSpPr>
            <a:cxnSpLocks/>
          </p:cNvCxnSpPr>
          <p:nvPr userDrawn="1"/>
        </p:nvCxnSpPr>
        <p:spPr>
          <a:xfrm flipV="1">
            <a:off x="8704081" y="5159669"/>
            <a:ext cx="0" cy="864894"/>
          </a:xfrm>
          <a:prstGeom prst="line">
            <a:avLst/>
          </a:prstGeom>
          <a:ln w="12700">
            <a:solidFill>
              <a:schemeClr val="tx1">
                <a:alpha val="40000"/>
              </a:schemeClr>
            </a:solidFill>
            <a:prstDash val="sys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2">
            <a:extLst>
              <a:ext uri="{FF2B5EF4-FFF2-40B4-BE49-F238E27FC236}">
                <a16:creationId xmlns:a16="http://schemas.microsoft.com/office/drawing/2014/main" id="{AFF19CAA-AEA4-C43D-3020-9FED9E69FEEE}"/>
              </a:ext>
            </a:extLst>
          </p:cNvPr>
          <p:cNvSpPr txBox="1"/>
          <p:nvPr userDrawn="1"/>
        </p:nvSpPr>
        <p:spPr>
          <a:xfrm>
            <a:off x="7862591" y="1257471"/>
            <a:ext cx="1313088" cy="4401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7000" spc="-100">
                <a:solidFill>
                  <a:srgbClr val="004367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W</a:t>
            </a:r>
          </a:p>
        </p:txBody>
      </p:sp>
      <p:pic>
        <p:nvPicPr>
          <p:cNvPr id="14" name="Image 13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8491B5CC-4160-ED6A-B0FA-86E1F98138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11" y="270631"/>
            <a:ext cx="1323628" cy="390029"/>
          </a:xfrm>
          <a:prstGeom prst="rect">
            <a:avLst/>
          </a:prstGeom>
        </p:spPr>
      </p:pic>
      <p:sp>
        <p:nvSpPr>
          <p:cNvPr id="2" name="Espace réservé du texte 20">
            <a:extLst>
              <a:ext uri="{FF2B5EF4-FFF2-40B4-BE49-F238E27FC236}">
                <a16:creationId xmlns:a16="http://schemas.microsoft.com/office/drawing/2014/main" id="{1051992F-EF19-AE7B-B45B-8DAD9365FED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36175" y="2650027"/>
            <a:ext cx="2543175" cy="11287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SWOT </a:t>
            </a:r>
            <a:r>
              <a:rPr lang="fr-FR" err="1"/>
              <a:t>Analysis</a:t>
            </a:r>
            <a:endParaRPr lang="fr-FR"/>
          </a:p>
        </p:txBody>
      </p:sp>
      <p:sp>
        <p:nvSpPr>
          <p:cNvPr id="15" name="Espace réservé du texte 22">
            <a:extLst>
              <a:ext uri="{FF2B5EF4-FFF2-40B4-BE49-F238E27FC236}">
                <a16:creationId xmlns:a16="http://schemas.microsoft.com/office/drawing/2014/main" id="{E30C777A-E4A0-A302-ED7D-2834AB003B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34472" y="3888632"/>
            <a:ext cx="3359150" cy="6588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et dolore magna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aliqua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. Ut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enim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add be ad</a:t>
            </a:r>
          </a:p>
        </p:txBody>
      </p:sp>
      <p:sp>
        <p:nvSpPr>
          <p:cNvPr id="17" name="Espace réservé du texte 20">
            <a:extLst>
              <a:ext uri="{FF2B5EF4-FFF2-40B4-BE49-F238E27FC236}">
                <a16:creationId xmlns:a16="http://schemas.microsoft.com/office/drawing/2014/main" id="{3C040AF1-2E50-AE26-FD27-E4239AE981E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57217" y="5159669"/>
            <a:ext cx="1863848" cy="26280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004367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50%</a:t>
            </a:r>
          </a:p>
        </p:txBody>
      </p:sp>
      <p:sp>
        <p:nvSpPr>
          <p:cNvPr id="18" name="Espace réservé du texte 22">
            <a:extLst>
              <a:ext uri="{FF2B5EF4-FFF2-40B4-BE49-F238E27FC236}">
                <a16:creationId xmlns:a16="http://schemas.microsoft.com/office/drawing/2014/main" id="{FD43C0A9-83B5-FAD5-97BA-98D6D8A7DD5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57217" y="5502360"/>
            <a:ext cx="1863846" cy="54768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  <p:sp>
        <p:nvSpPr>
          <p:cNvPr id="19" name="Espace réservé du texte 20">
            <a:extLst>
              <a:ext uri="{FF2B5EF4-FFF2-40B4-BE49-F238E27FC236}">
                <a16:creationId xmlns:a16="http://schemas.microsoft.com/office/drawing/2014/main" id="{D66A836B-7A6A-4D4F-2E56-E54AFD37233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848538" y="5159669"/>
            <a:ext cx="1863848" cy="26280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004367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50%</a:t>
            </a:r>
          </a:p>
        </p:txBody>
      </p:sp>
      <p:sp>
        <p:nvSpPr>
          <p:cNvPr id="20" name="Espace réservé du texte 22">
            <a:extLst>
              <a:ext uri="{FF2B5EF4-FFF2-40B4-BE49-F238E27FC236}">
                <a16:creationId xmlns:a16="http://schemas.microsoft.com/office/drawing/2014/main" id="{3D7200B9-991E-2C4B-CE85-6D7386008FB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48538" y="5502360"/>
            <a:ext cx="1863846" cy="54768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CB0D2AD8-6498-D14B-C37B-9B02D2A4FA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27835" y="1009714"/>
            <a:ext cx="3169109" cy="7478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500">
                <a:solidFill>
                  <a:srgbClr val="004367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 err="1"/>
              <a:t>Weakness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79100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 Opportunit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8">
            <a:extLst>
              <a:ext uri="{FF2B5EF4-FFF2-40B4-BE49-F238E27FC236}">
                <a16:creationId xmlns:a16="http://schemas.microsoft.com/office/drawing/2014/main" id="{D0DBE13D-62ED-6C84-30FD-95815F7DAF6C}"/>
              </a:ext>
            </a:extLst>
          </p:cNvPr>
          <p:cNvCxnSpPr>
            <a:cxnSpLocks/>
          </p:cNvCxnSpPr>
          <p:nvPr userDrawn="1"/>
        </p:nvCxnSpPr>
        <p:spPr>
          <a:xfrm>
            <a:off x="0" y="2941581"/>
            <a:ext cx="951593" cy="0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976187C7-747C-E8E1-72CC-FC95F4692F76}"/>
              </a:ext>
            </a:extLst>
          </p:cNvPr>
          <p:cNvSpPr/>
          <p:nvPr userDrawn="1"/>
        </p:nvSpPr>
        <p:spPr>
          <a:xfrm>
            <a:off x="5238749" y="0"/>
            <a:ext cx="6953249" cy="6858000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26">
            <a:extLst>
              <a:ext uri="{FF2B5EF4-FFF2-40B4-BE49-F238E27FC236}">
                <a16:creationId xmlns:a16="http://schemas.microsoft.com/office/drawing/2014/main" id="{88E02035-5DD7-1051-B87F-10687C0B3E69}"/>
              </a:ext>
            </a:extLst>
          </p:cNvPr>
          <p:cNvCxnSpPr>
            <a:cxnSpLocks/>
          </p:cNvCxnSpPr>
          <p:nvPr userDrawn="1"/>
        </p:nvCxnSpPr>
        <p:spPr>
          <a:xfrm flipV="1">
            <a:off x="8704081" y="5159669"/>
            <a:ext cx="0" cy="864894"/>
          </a:xfrm>
          <a:prstGeom prst="line">
            <a:avLst/>
          </a:prstGeom>
          <a:ln w="12700">
            <a:solidFill>
              <a:schemeClr val="tx1">
                <a:alpha val="40000"/>
              </a:schemeClr>
            </a:solidFill>
            <a:prstDash val="sys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">
            <a:extLst>
              <a:ext uri="{FF2B5EF4-FFF2-40B4-BE49-F238E27FC236}">
                <a16:creationId xmlns:a16="http://schemas.microsoft.com/office/drawing/2014/main" id="{81BF4312-D73D-6C75-FD91-6BB5EB81D038}"/>
              </a:ext>
            </a:extLst>
          </p:cNvPr>
          <p:cNvSpPr txBox="1"/>
          <p:nvPr userDrawn="1"/>
        </p:nvSpPr>
        <p:spPr>
          <a:xfrm>
            <a:off x="7862591" y="1257471"/>
            <a:ext cx="1313088" cy="4401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7000" spc="-100">
                <a:solidFill>
                  <a:srgbClr val="004367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O</a:t>
            </a:r>
          </a:p>
        </p:txBody>
      </p:sp>
      <p:pic>
        <p:nvPicPr>
          <p:cNvPr id="17" name="Image 16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E4C63F71-6379-6718-5CD0-6BF7D53A12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11" y="270631"/>
            <a:ext cx="1323628" cy="390029"/>
          </a:xfrm>
          <a:prstGeom prst="rect">
            <a:avLst/>
          </a:prstGeom>
        </p:spPr>
      </p:pic>
      <p:sp>
        <p:nvSpPr>
          <p:cNvPr id="7" name="Espace réservé du texte 20">
            <a:extLst>
              <a:ext uri="{FF2B5EF4-FFF2-40B4-BE49-F238E27FC236}">
                <a16:creationId xmlns:a16="http://schemas.microsoft.com/office/drawing/2014/main" id="{F8971B51-CE67-AD11-9E27-902E0CAF7F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96366" y="1009714"/>
            <a:ext cx="4161853" cy="74788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500">
                <a:solidFill>
                  <a:srgbClr val="004367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 err="1"/>
              <a:t>Opportunities</a:t>
            </a:r>
            <a:endParaRPr lang="fr-FR"/>
          </a:p>
        </p:txBody>
      </p:sp>
      <p:sp>
        <p:nvSpPr>
          <p:cNvPr id="8" name="Espace réservé du texte 20">
            <a:extLst>
              <a:ext uri="{FF2B5EF4-FFF2-40B4-BE49-F238E27FC236}">
                <a16:creationId xmlns:a16="http://schemas.microsoft.com/office/drawing/2014/main" id="{09847D84-F4DF-9031-1F8D-8A1C09F6E1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36175" y="2650027"/>
            <a:ext cx="2543175" cy="11287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SWOT </a:t>
            </a:r>
            <a:r>
              <a:rPr lang="fr-FR" err="1"/>
              <a:t>Analysis</a:t>
            </a:r>
            <a:endParaRPr lang="fr-FR"/>
          </a:p>
        </p:txBody>
      </p:sp>
      <p:sp>
        <p:nvSpPr>
          <p:cNvPr id="9" name="Espace réservé du texte 22">
            <a:extLst>
              <a:ext uri="{FF2B5EF4-FFF2-40B4-BE49-F238E27FC236}">
                <a16:creationId xmlns:a16="http://schemas.microsoft.com/office/drawing/2014/main" id="{C4C6E46E-0B44-0211-0E36-2EFEF1DEEC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34472" y="3888632"/>
            <a:ext cx="3359150" cy="6588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et dolore magna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aliqua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. Ut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enim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add be ad</a:t>
            </a:r>
          </a:p>
        </p:txBody>
      </p:sp>
      <p:sp>
        <p:nvSpPr>
          <p:cNvPr id="18" name="Espace réservé du texte 20">
            <a:extLst>
              <a:ext uri="{FF2B5EF4-FFF2-40B4-BE49-F238E27FC236}">
                <a16:creationId xmlns:a16="http://schemas.microsoft.com/office/drawing/2014/main" id="{6F83A3AB-9E1B-F500-35D1-9416631DC4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57217" y="5159669"/>
            <a:ext cx="1863848" cy="26280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004367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50%</a:t>
            </a:r>
          </a:p>
        </p:txBody>
      </p:sp>
      <p:sp>
        <p:nvSpPr>
          <p:cNvPr id="19" name="Espace réservé du texte 22">
            <a:extLst>
              <a:ext uri="{FF2B5EF4-FFF2-40B4-BE49-F238E27FC236}">
                <a16:creationId xmlns:a16="http://schemas.microsoft.com/office/drawing/2014/main" id="{0146B7F4-6264-63A1-858F-B58FAEA0FE2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57217" y="5502360"/>
            <a:ext cx="1863846" cy="54768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  <p:sp>
        <p:nvSpPr>
          <p:cNvPr id="20" name="Espace réservé du texte 20">
            <a:extLst>
              <a:ext uri="{FF2B5EF4-FFF2-40B4-BE49-F238E27FC236}">
                <a16:creationId xmlns:a16="http://schemas.microsoft.com/office/drawing/2014/main" id="{5B7174CB-A75F-4ACF-3E87-14BEB6823CB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848538" y="5159669"/>
            <a:ext cx="1863848" cy="26280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004367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50%</a:t>
            </a:r>
          </a:p>
        </p:txBody>
      </p:sp>
      <p:sp>
        <p:nvSpPr>
          <p:cNvPr id="21" name="Espace réservé du texte 22">
            <a:extLst>
              <a:ext uri="{FF2B5EF4-FFF2-40B4-BE49-F238E27FC236}">
                <a16:creationId xmlns:a16="http://schemas.microsoft.com/office/drawing/2014/main" id="{EA321B5E-89DB-5F74-934C-0DEAA8D353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48538" y="5502360"/>
            <a:ext cx="1863846" cy="54768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28737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8">
            <a:extLst>
              <a:ext uri="{FF2B5EF4-FFF2-40B4-BE49-F238E27FC236}">
                <a16:creationId xmlns:a16="http://schemas.microsoft.com/office/drawing/2014/main" id="{52FD5BA7-0365-28F5-B09F-6B81D1526B02}"/>
              </a:ext>
            </a:extLst>
          </p:cNvPr>
          <p:cNvCxnSpPr>
            <a:cxnSpLocks/>
          </p:cNvCxnSpPr>
          <p:nvPr userDrawn="1"/>
        </p:nvCxnSpPr>
        <p:spPr>
          <a:xfrm>
            <a:off x="0" y="2941581"/>
            <a:ext cx="951593" cy="0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60A7D777-E134-C336-4884-049D661C3895}"/>
              </a:ext>
            </a:extLst>
          </p:cNvPr>
          <p:cNvSpPr/>
          <p:nvPr userDrawn="1"/>
        </p:nvSpPr>
        <p:spPr>
          <a:xfrm>
            <a:off x="5238749" y="0"/>
            <a:ext cx="6953249" cy="6858000"/>
          </a:xfrm>
          <a:prstGeom prst="rect">
            <a:avLst/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26">
            <a:extLst>
              <a:ext uri="{FF2B5EF4-FFF2-40B4-BE49-F238E27FC236}">
                <a16:creationId xmlns:a16="http://schemas.microsoft.com/office/drawing/2014/main" id="{95A7C613-C85A-1375-78C5-1F8357B28A41}"/>
              </a:ext>
            </a:extLst>
          </p:cNvPr>
          <p:cNvCxnSpPr>
            <a:cxnSpLocks/>
          </p:cNvCxnSpPr>
          <p:nvPr userDrawn="1"/>
        </p:nvCxnSpPr>
        <p:spPr>
          <a:xfrm flipV="1">
            <a:off x="8704081" y="5159669"/>
            <a:ext cx="0" cy="864894"/>
          </a:xfrm>
          <a:prstGeom prst="line">
            <a:avLst/>
          </a:prstGeom>
          <a:ln w="12700">
            <a:solidFill>
              <a:schemeClr val="tx1">
                <a:alpha val="40000"/>
              </a:schemeClr>
            </a:solidFill>
            <a:prstDash val="sys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4">
            <a:extLst>
              <a:ext uri="{FF2B5EF4-FFF2-40B4-BE49-F238E27FC236}">
                <a16:creationId xmlns:a16="http://schemas.microsoft.com/office/drawing/2014/main" id="{A42FAA23-461D-233A-F962-1830807D1315}"/>
              </a:ext>
            </a:extLst>
          </p:cNvPr>
          <p:cNvSpPr txBox="1"/>
          <p:nvPr userDrawn="1"/>
        </p:nvSpPr>
        <p:spPr>
          <a:xfrm>
            <a:off x="7862591" y="1257471"/>
            <a:ext cx="1313088" cy="4401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27000" spc="-100">
                <a:solidFill>
                  <a:srgbClr val="004367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T</a:t>
            </a:r>
          </a:p>
        </p:txBody>
      </p:sp>
      <p:pic>
        <p:nvPicPr>
          <p:cNvPr id="16" name="Image 15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8073E1E8-01F0-6CDD-7B42-BFEB8A7056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11" y="270631"/>
            <a:ext cx="1323628" cy="390029"/>
          </a:xfrm>
          <a:prstGeom prst="rect">
            <a:avLst/>
          </a:prstGeom>
        </p:spPr>
      </p:pic>
      <p:sp>
        <p:nvSpPr>
          <p:cNvPr id="2" name="Espace réservé du texte 20">
            <a:extLst>
              <a:ext uri="{FF2B5EF4-FFF2-40B4-BE49-F238E27FC236}">
                <a16:creationId xmlns:a16="http://schemas.microsoft.com/office/drawing/2014/main" id="{ABCBE6D6-6ECC-E09C-CA58-70C3571F03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36175" y="2650027"/>
            <a:ext cx="2543175" cy="11287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SWOT </a:t>
            </a:r>
            <a:r>
              <a:rPr lang="fr-FR" err="1"/>
              <a:t>Analysis</a:t>
            </a:r>
            <a:endParaRPr lang="fr-FR"/>
          </a:p>
        </p:txBody>
      </p:sp>
      <p:sp>
        <p:nvSpPr>
          <p:cNvPr id="4" name="Espace réservé du texte 22">
            <a:extLst>
              <a:ext uri="{FF2B5EF4-FFF2-40B4-BE49-F238E27FC236}">
                <a16:creationId xmlns:a16="http://schemas.microsoft.com/office/drawing/2014/main" id="{C885F741-4E81-48EA-D314-DCC2F187DE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34472" y="3888632"/>
            <a:ext cx="3359150" cy="6588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et dolore magna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aliqua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. Ut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enim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add be ad</a:t>
            </a:r>
          </a:p>
        </p:txBody>
      </p:sp>
      <p:sp>
        <p:nvSpPr>
          <p:cNvPr id="5" name="Espace réservé du texte 20">
            <a:extLst>
              <a:ext uri="{FF2B5EF4-FFF2-40B4-BE49-F238E27FC236}">
                <a16:creationId xmlns:a16="http://schemas.microsoft.com/office/drawing/2014/main" id="{4585DDBB-EBA7-FF80-5021-A030F40723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57217" y="5159669"/>
            <a:ext cx="1863848" cy="26280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004367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50%</a:t>
            </a:r>
          </a:p>
        </p:txBody>
      </p:sp>
      <p:sp>
        <p:nvSpPr>
          <p:cNvPr id="17" name="Espace réservé du texte 22">
            <a:extLst>
              <a:ext uri="{FF2B5EF4-FFF2-40B4-BE49-F238E27FC236}">
                <a16:creationId xmlns:a16="http://schemas.microsoft.com/office/drawing/2014/main" id="{871EBC56-A182-AB1E-F959-6439E24CBE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57217" y="5502360"/>
            <a:ext cx="1863846" cy="54768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  <p:sp>
        <p:nvSpPr>
          <p:cNvPr id="18" name="Espace réservé du texte 20">
            <a:extLst>
              <a:ext uri="{FF2B5EF4-FFF2-40B4-BE49-F238E27FC236}">
                <a16:creationId xmlns:a16="http://schemas.microsoft.com/office/drawing/2014/main" id="{A6F16E8D-E1D0-7513-C30C-185E3AB2B99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848538" y="5159669"/>
            <a:ext cx="1863848" cy="26280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004367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50%</a:t>
            </a:r>
          </a:p>
        </p:txBody>
      </p:sp>
      <p:sp>
        <p:nvSpPr>
          <p:cNvPr id="19" name="Espace réservé du texte 22">
            <a:extLst>
              <a:ext uri="{FF2B5EF4-FFF2-40B4-BE49-F238E27FC236}">
                <a16:creationId xmlns:a16="http://schemas.microsoft.com/office/drawing/2014/main" id="{88270C9E-4EE8-EA6A-8E3A-5D189A4BD7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48538" y="5502360"/>
            <a:ext cx="1863846" cy="54768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endParaRPr lang="en-US" sz="1000">
              <a:solidFill>
                <a:schemeClr val="bg2">
                  <a:lumMod val="25000"/>
                </a:schemeClr>
              </a:solidFill>
              <a:latin typeface="DM Sans" pitchFamily="2" charset="0"/>
              <a:cs typeface="Segoe UI Light" panose="020B0502040204020203" pitchFamily="34" charset="0"/>
            </a:endParaRPr>
          </a:p>
        </p:txBody>
      </p:sp>
      <p:sp>
        <p:nvSpPr>
          <p:cNvPr id="20" name="Espace réservé du texte 20">
            <a:extLst>
              <a:ext uri="{FF2B5EF4-FFF2-40B4-BE49-F238E27FC236}">
                <a16:creationId xmlns:a16="http://schemas.microsoft.com/office/drawing/2014/main" id="{B39306DB-7E20-F217-0335-7FE09E80DC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38208" y="891584"/>
            <a:ext cx="4161853" cy="74788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500">
                <a:solidFill>
                  <a:srgbClr val="004367"/>
                </a:solidFill>
                <a:latin typeface="Poppins Medium" panose="00000600000000000000" pitchFamily="2" charset="0"/>
                <a:cs typeface="Poppins Medium" panose="000006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 err="1"/>
              <a:t>Threats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05464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 Mocku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BAF1B848-9CF0-9DD4-1228-BD6FD4678BB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02212" y="2207820"/>
            <a:ext cx="5056747" cy="3190805"/>
          </a:xfrm>
          <a:custGeom>
            <a:avLst/>
            <a:gdLst>
              <a:gd name="connsiteX0" fmla="*/ 0 w 5056747"/>
              <a:gd name="connsiteY0" fmla="*/ 0 h 3190805"/>
              <a:gd name="connsiteX1" fmla="*/ 5056747 w 5056747"/>
              <a:gd name="connsiteY1" fmla="*/ 0 h 3190805"/>
              <a:gd name="connsiteX2" fmla="*/ 5056747 w 5056747"/>
              <a:gd name="connsiteY2" fmla="*/ 3190805 h 3190805"/>
              <a:gd name="connsiteX3" fmla="*/ 0 w 5056747"/>
              <a:gd name="connsiteY3" fmla="*/ 3190805 h 3190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747" h="3190805">
                <a:moveTo>
                  <a:pt x="0" y="0"/>
                </a:moveTo>
                <a:lnTo>
                  <a:pt x="5056747" y="0"/>
                </a:lnTo>
                <a:lnTo>
                  <a:pt x="5056747" y="3190805"/>
                </a:lnTo>
                <a:lnTo>
                  <a:pt x="0" y="3190805"/>
                </a:ln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sp>
        <p:nvSpPr>
          <p:cNvPr id="3" name="TextBox 50">
            <a:extLst>
              <a:ext uri="{FF2B5EF4-FFF2-40B4-BE49-F238E27FC236}">
                <a16:creationId xmlns:a16="http://schemas.microsoft.com/office/drawing/2014/main" id="{DE900A24-49A6-7E67-F55A-BC29A07D1645}"/>
              </a:ext>
            </a:extLst>
          </p:cNvPr>
          <p:cNvSpPr txBox="1"/>
          <p:nvPr userDrawn="1"/>
        </p:nvSpPr>
        <p:spPr>
          <a:xfrm>
            <a:off x="1281017" y="205221"/>
            <a:ext cx="9655365" cy="2708434"/>
          </a:xfrm>
          <a:prstGeom prst="rect">
            <a:avLst/>
          </a:prstGeom>
          <a:noFill/>
        </p:spPr>
        <p:txBody>
          <a:bodyPr wrap="square" numCol="1" spcCol="0" rtlCol="0" anchor="ctr">
            <a:spAutoFit/>
          </a:bodyPr>
          <a:lstStyle/>
          <a:p>
            <a:pPr algn="ctr"/>
            <a:r>
              <a:rPr lang="en-US" sz="16700" kern="0" spc="-600">
                <a:ln w="8890">
                  <a:solidFill>
                    <a:schemeClr val="bg1">
                      <a:lumMod val="85000"/>
                      <a:alpha val="70000"/>
                    </a:schemeClr>
                  </a:solidFill>
                </a:ln>
                <a:noFill/>
                <a:latin typeface="Poppins SemiBold" panose="00000700000000000000" pitchFamily="2" charset="0"/>
                <a:ea typeface="Montserrat Hairline" charset="0"/>
                <a:cs typeface="Poppins SemiBold" panose="00000700000000000000" pitchFamily="2" charset="0"/>
              </a:rPr>
              <a:t>D </a:t>
            </a:r>
            <a:r>
              <a:rPr lang="en-US" sz="16700" kern="0" spc="-600" err="1">
                <a:ln w="8890">
                  <a:solidFill>
                    <a:schemeClr val="bg1">
                      <a:lumMod val="85000"/>
                      <a:alpha val="70000"/>
                    </a:schemeClr>
                  </a:solidFill>
                </a:ln>
                <a:noFill/>
                <a:latin typeface="Poppins SemiBold" panose="00000700000000000000" pitchFamily="2" charset="0"/>
                <a:ea typeface="Montserrat Hairline" charset="0"/>
                <a:cs typeface="Poppins SemiBold" panose="00000700000000000000" pitchFamily="2" charset="0"/>
              </a:rPr>
              <a:t>evices</a:t>
            </a:r>
            <a:endParaRPr lang="en-US" sz="16700" kern="0" spc="-600">
              <a:ln w="8890">
                <a:solidFill>
                  <a:schemeClr val="bg1">
                    <a:lumMod val="85000"/>
                    <a:alpha val="70000"/>
                  </a:schemeClr>
                </a:solidFill>
              </a:ln>
              <a:noFill/>
              <a:latin typeface="Poppins SemiBold" panose="00000700000000000000" pitchFamily="2" charset="0"/>
              <a:ea typeface="Montserrat Hairline" charset="0"/>
              <a:cs typeface="Poppins SemiBold" panose="00000700000000000000" pitchFamily="2" charset="0"/>
            </a:endParaRPr>
          </a:p>
        </p:txBody>
      </p:sp>
      <p:pic>
        <p:nvPicPr>
          <p:cNvPr id="5" name="Google Shape;323;p32">
            <a:extLst>
              <a:ext uri="{FF2B5EF4-FFF2-40B4-BE49-F238E27FC236}">
                <a16:creationId xmlns:a16="http://schemas.microsoft.com/office/drawing/2014/main" id="{D1F2B9DF-EE3A-07D7-B58B-3EB50B9CB75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765824" y="1950358"/>
            <a:ext cx="7533574" cy="415335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A61424DA-EE7A-775A-3209-7E7B593196B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863628" y="3688203"/>
            <a:ext cx="1016186" cy="2217116"/>
          </a:xfrm>
          <a:custGeom>
            <a:avLst/>
            <a:gdLst>
              <a:gd name="connsiteX0" fmla="*/ 86516 w 1016186"/>
              <a:gd name="connsiteY0" fmla="*/ 0 h 2217116"/>
              <a:gd name="connsiteX1" fmla="*/ 929670 w 1016186"/>
              <a:gd name="connsiteY1" fmla="*/ 0 h 2217116"/>
              <a:gd name="connsiteX2" fmla="*/ 1016186 w 1016186"/>
              <a:gd name="connsiteY2" fmla="*/ 86529 h 2217116"/>
              <a:gd name="connsiteX3" fmla="*/ 1016186 w 1016186"/>
              <a:gd name="connsiteY3" fmla="*/ 2129828 h 2217116"/>
              <a:gd name="connsiteX4" fmla="*/ 929670 w 1016186"/>
              <a:gd name="connsiteY4" fmla="*/ 2217116 h 2217116"/>
              <a:gd name="connsiteX5" fmla="*/ 86516 w 1016186"/>
              <a:gd name="connsiteY5" fmla="*/ 2217116 h 2217116"/>
              <a:gd name="connsiteX6" fmla="*/ 0 w 1016186"/>
              <a:gd name="connsiteY6" fmla="*/ 2129828 h 2217116"/>
              <a:gd name="connsiteX7" fmla="*/ 0 w 1016186"/>
              <a:gd name="connsiteY7" fmla="*/ 86529 h 2217116"/>
              <a:gd name="connsiteX8" fmla="*/ 86516 w 1016186"/>
              <a:gd name="connsiteY8" fmla="*/ 0 h 2217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16186" h="2217116">
                <a:moveTo>
                  <a:pt x="86516" y="0"/>
                </a:moveTo>
                <a:lnTo>
                  <a:pt x="929670" y="0"/>
                </a:lnTo>
                <a:cubicBezTo>
                  <a:pt x="977481" y="0"/>
                  <a:pt x="1016186" y="38711"/>
                  <a:pt x="1016186" y="86529"/>
                </a:cubicBezTo>
                <a:lnTo>
                  <a:pt x="1016186" y="2129828"/>
                </a:lnTo>
                <a:cubicBezTo>
                  <a:pt x="1016186" y="2177647"/>
                  <a:pt x="977481" y="2217116"/>
                  <a:pt x="929670" y="2217116"/>
                </a:cubicBezTo>
                <a:lnTo>
                  <a:pt x="86516" y="2217116"/>
                </a:lnTo>
                <a:cubicBezTo>
                  <a:pt x="38705" y="2217116"/>
                  <a:pt x="0" y="2177647"/>
                  <a:pt x="0" y="2129828"/>
                </a:cubicBezTo>
                <a:lnTo>
                  <a:pt x="0" y="86529"/>
                </a:lnTo>
                <a:cubicBezTo>
                  <a:pt x="0" y="38711"/>
                  <a:pt x="38705" y="0"/>
                  <a:pt x="86516" y="0"/>
                </a:cubicBez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pic>
        <p:nvPicPr>
          <p:cNvPr id="7" name="Google Shape;325;p32">
            <a:extLst>
              <a:ext uri="{FF2B5EF4-FFF2-40B4-BE49-F238E27FC236}">
                <a16:creationId xmlns:a16="http://schemas.microsoft.com/office/drawing/2014/main" id="{078C64E3-90DB-F122-B678-164CED75082E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741645" y="3567113"/>
            <a:ext cx="1269513" cy="267224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162E4FCE-C69F-00C6-A3DF-3B8F61B7C13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1347" y="3152951"/>
            <a:ext cx="2063483" cy="2731315"/>
          </a:xfrm>
          <a:custGeom>
            <a:avLst/>
            <a:gdLst>
              <a:gd name="connsiteX0" fmla="*/ 68107 w 2063483"/>
              <a:gd name="connsiteY0" fmla="*/ 0 h 2731315"/>
              <a:gd name="connsiteX1" fmla="*/ 1995376 w 2063483"/>
              <a:gd name="connsiteY1" fmla="*/ 0 h 2731315"/>
              <a:gd name="connsiteX2" fmla="*/ 2063483 w 2063483"/>
              <a:gd name="connsiteY2" fmla="*/ 68827 h 2731315"/>
              <a:gd name="connsiteX3" fmla="*/ 2063483 w 2063483"/>
              <a:gd name="connsiteY3" fmla="*/ 2663213 h 2731315"/>
              <a:gd name="connsiteX4" fmla="*/ 1995376 w 2063483"/>
              <a:gd name="connsiteY4" fmla="*/ 2731315 h 2731315"/>
              <a:gd name="connsiteX5" fmla="*/ 68107 w 2063483"/>
              <a:gd name="connsiteY5" fmla="*/ 2731315 h 2731315"/>
              <a:gd name="connsiteX6" fmla="*/ 0 w 2063483"/>
              <a:gd name="connsiteY6" fmla="*/ 2663213 h 2731315"/>
              <a:gd name="connsiteX7" fmla="*/ 0 w 2063483"/>
              <a:gd name="connsiteY7" fmla="*/ 68827 h 2731315"/>
              <a:gd name="connsiteX8" fmla="*/ 68107 w 2063483"/>
              <a:gd name="connsiteY8" fmla="*/ 0 h 2731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63483" h="2731315">
                <a:moveTo>
                  <a:pt x="68107" y="0"/>
                </a:moveTo>
                <a:lnTo>
                  <a:pt x="1995376" y="0"/>
                </a:lnTo>
                <a:cubicBezTo>
                  <a:pt x="2033052" y="0"/>
                  <a:pt x="2063483" y="30429"/>
                  <a:pt x="2063483" y="68827"/>
                </a:cubicBezTo>
                <a:lnTo>
                  <a:pt x="2063483" y="2663213"/>
                </a:lnTo>
                <a:cubicBezTo>
                  <a:pt x="2063483" y="2700886"/>
                  <a:pt x="2033052" y="2731315"/>
                  <a:pt x="1995376" y="2731315"/>
                </a:cubicBezTo>
                <a:lnTo>
                  <a:pt x="68107" y="2731315"/>
                </a:lnTo>
                <a:cubicBezTo>
                  <a:pt x="30431" y="2731315"/>
                  <a:pt x="0" y="2700886"/>
                  <a:pt x="0" y="2663213"/>
                </a:cubicBezTo>
                <a:lnTo>
                  <a:pt x="0" y="68827"/>
                </a:lnTo>
                <a:cubicBezTo>
                  <a:pt x="0" y="30429"/>
                  <a:pt x="30431" y="0"/>
                  <a:pt x="68107" y="0"/>
                </a:cubicBez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pic>
        <p:nvPicPr>
          <p:cNvPr id="9" name="Google Shape;327;p32">
            <a:extLst>
              <a:ext uri="{FF2B5EF4-FFF2-40B4-BE49-F238E27FC236}">
                <a16:creationId xmlns:a16="http://schemas.microsoft.com/office/drawing/2014/main" id="{2BAF2CD2-FB31-E001-ECD4-C27315C87F8E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2084007" y="2955043"/>
            <a:ext cx="2386612" cy="3190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 9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19F97344-D8C1-2F99-5BEE-7DFE8F8A5EE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11" y="270631"/>
            <a:ext cx="1323628" cy="39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4322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t M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CCF461-E3B0-7148-918D-FC23268BE7B4}"/>
              </a:ext>
            </a:extLst>
          </p:cNvPr>
          <p:cNvSpPr/>
          <p:nvPr userDrawn="1"/>
        </p:nvSpPr>
        <p:spPr>
          <a:xfrm>
            <a:off x="8134350" y="0"/>
            <a:ext cx="405765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43609F52-69E0-1888-0DB2-411CD16F245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59417" y="1357312"/>
            <a:ext cx="3153714" cy="4193382"/>
          </a:xfrm>
          <a:custGeom>
            <a:avLst/>
            <a:gdLst>
              <a:gd name="connsiteX0" fmla="*/ 98144 w 3153714"/>
              <a:gd name="connsiteY0" fmla="*/ 0 h 4193382"/>
              <a:gd name="connsiteX1" fmla="*/ 3055570 w 3153714"/>
              <a:gd name="connsiteY1" fmla="*/ 0 h 4193382"/>
              <a:gd name="connsiteX2" fmla="*/ 3153714 w 3153714"/>
              <a:gd name="connsiteY2" fmla="*/ 98144 h 4193382"/>
              <a:gd name="connsiteX3" fmla="*/ 3153714 w 3153714"/>
              <a:gd name="connsiteY3" fmla="*/ 4095238 h 4193382"/>
              <a:gd name="connsiteX4" fmla="*/ 3055570 w 3153714"/>
              <a:gd name="connsiteY4" fmla="*/ 4193382 h 4193382"/>
              <a:gd name="connsiteX5" fmla="*/ 98144 w 3153714"/>
              <a:gd name="connsiteY5" fmla="*/ 4193382 h 4193382"/>
              <a:gd name="connsiteX6" fmla="*/ 0 w 3153714"/>
              <a:gd name="connsiteY6" fmla="*/ 4095238 h 4193382"/>
              <a:gd name="connsiteX7" fmla="*/ 0 w 3153714"/>
              <a:gd name="connsiteY7" fmla="*/ 98144 h 4193382"/>
              <a:gd name="connsiteX8" fmla="*/ 98144 w 3153714"/>
              <a:gd name="connsiteY8" fmla="*/ 0 h 4193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53714" h="4193382">
                <a:moveTo>
                  <a:pt x="98144" y="0"/>
                </a:moveTo>
                <a:lnTo>
                  <a:pt x="3055570" y="0"/>
                </a:lnTo>
                <a:cubicBezTo>
                  <a:pt x="3109773" y="0"/>
                  <a:pt x="3153714" y="43941"/>
                  <a:pt x="3153714" y="98144"/>
                </a:cubicBezTo>
                <a:lnTo>
                  <a:pt x="3153714" y="4095238"/>
                </a:lnTo>
                <a:cubicBezTo>
                  <a:pt x="3153714" y="4149441"/>
                  <a:pt x="3109773" y="4193382"/>
                  <a:pt x="3055570" y="4193382"/>
                </a:cubicBezTo>
                <a:lnTo>
                  <a:pt x="98144" y="4193382"/>
                </a:lnTo>
                <a:cubicBezTo>
                  <a:pt x="43941" y="4193382"/>
                  <a:pt x="0" y="4149441"/>
                  <a:pt x="0" y="4095238"/>
                </a:cubicBezTo>
                <a:lnTo>
                  <a:pt x="0" y="98144"/>
                </a:lnTo>
                <a:cubicBezTo>
                  <a:pt x="0" y="43941"/>
                  <a:pt x="43941" y="0"/>
                  <a:pt x="98144" y="0"/>
                </a:cubicBezTo>
                <a:close/>
              </a:path>
            </a:pathLst>
          </a:custGeom>
        </p:spPr>
        <p:txBody>
          <a:bodyPr/>
          <a:lstStyle/>
          <a:p>
            <a:endParaRPr lang="fr-FR"/>
          </a:p>
        </p:txBody>
      </p:sp>
      <p:pic>
        <p:nvPicPr>
          <p:cNvPr id="5" name="Mockup">
            <a:extLst>
              <a:ext uri="{FF2B5EF4-FFF2-40B4-BE49-F238E27FC236}">
                <a16:creationId xmlns:a16="http://schemas.microsoft.com/office/drawing/2014/main" id="{DF883897-C925-1C9D-5640-43FCFA996D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32585" y="1221808"/>
            <a:ext cx="5193472" cy="6182078"/>
          </a:xfrm>
          <a:custGeom>
            <a:avLst/>
            <a:gdLst>
              <a:gd name="connsiteX0" fmla="*/ 786493 w 4803049"/>
              <a:gd name="connsiteY0" fmla="*/ 0 h 5717188"/>
              <a:gd name="connsiteX1" fmla="*/ 4658451 w 4803049"/>
              <a:gd name="connsiteY1" fmla="*/ 0 h 5717188"/>
              <a:gd name="connsiteX2" fmla="*/ 4658451 w 4803049"/>
              <a:gd name="connsiteY2" fmla="*/ 1857306 h 5717188"/>
              <a:gd name="connsiteX3" fmla="*/ 4803049 w 4803049"/>
              <a:gd name="connsiteY3" fmla="*/ 1857306 h 5717188"/>
              <a:gd name="connsiteX4" fmla="*/ 4803049 w 4803049"/>
              <a:gd name="connsiteY4" fmla="*/ 5717188 h 5717188"/>
              <a:gd name="connsiteX5" fmla="*/ 3278464 w 4803049"/>
              <a:gd name="connsiteY5" fmla="*/ 5717188 h 5717188"/>
              <a:gd name="connsiteX6" fmla="*/ 3278464 w 4803049"/>
              <a:gd name="connsiteY6" fmla="*/ 4694725 h 5717188"/>
              <a:gd name="connsiteX7" fmla="*/ 1524584 w 4803049"/>
              <a:gd name="connsiteY7" fmla="*/ 4694725 h 5717188"/>
              <a:gd name="connsiteX8" fmla="*/ 1524584 w 4803049"/>
              <a:gd name="connsiteY8" fmla="*/ 5717188 h 5717188"/>
              <a:gd name="connsiteX9" fmla="*/ 0 w 4803049"/>
              <a:gd name="connsiteY9" fmla="*/ 5717188 h 5717188"/>
              <a:gd name="connsiteX10" fmla="*/ 0 w 4803049"/>
              <a:gd name="connsiteY10" fmla="*/ 647319 h 5717188"/>
              <a:gd name="connsiteX11" fmla="*/ 786493 w 4803049"/>
              <a:gd name="connsiteY11" fmla="*/ 647319 h 5717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803049" h="5717188">
                <a:moveTo>
                  <a:pt x="786493" y="0"/>
                </a:moveTo>
                <a:lnTo>
                  <a:pt x="4658451" y="0"/>
                </a:lnTo>
                <a:lnTo>
                  <a:pt x="4658451" y="1857306"/>
                </a:lnTo>
                <a:lnTo>
                  <a:pt x="4803049" y="1857306"/>
                </a:lnTo>
                <a:lnTo>
                  <a:pt x="4803049" y="5717188"/>
                </a:lnTo>
                <a:lnTo>
                  <a:pt x="3278464" y="5717188"/>
                </a:lnTo>
                <a:lnTo>
                  <a:pt x="3278464" y="4694725"/>
                </a:lnTo>
                <a:lnTo>
                  <a:pt x="1524584" y="4694725"/>
                </a:lnTo>
                <a:lnTo>
                  <a:pt x="1524584" y="5717188"/>
                </a:lnTo>
                <a:lnTo>
                  <a:pt x="0" y="5717188"/>
                </a:lnTo>
                <a:lnTo>
                  <a:pt x="0" y="647319"/>
                </a:lnTo>
                <a:lnTo>
                  <a:pt x="786493" y="647319"/>
                </a:lnTo>
                <a:close/>
              </a:path>
            </a:pathLst>
          </a:custGeom>
        </p:spPr>
      </p:pic>
      <p:cxnSp>
        <p:nvCxnSpPr>
          <p:cNvPr id="7" name="Straight Connector 47">
            <a:extLst>
              <a:ext uri="{FF2B5EF4-FFF2-40B4-BE49-F238E27FC236}">
                <a16:creationId xmlns:a16="http://schemas.microsoft.com/office/drawing/2014/main" id="{C01CB6CD-D9FA-F2A4-86B0-01C5DC502BD9}"/>
              </a:ext>
            </a:extLst>
          </p:cNvPr>
          <p:cNvCxnSpPr>
            <a:cxnSpLocks/>
          </p:cNvCxnSpPr>
          <p:nvPr userDrawn="1"/>
        </p:nvCxnSpPr>
        <p:spPr>
          <a:xfrm>
            <a:off x="0" y="2941581"/>
            <a:ext cx="951593" cy="0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age 9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3C649D86-7509-0808-ED4D-4FEC2B74F8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11" y="270631"/>
            <a:ext cx="1323628" cy="390029"/>
          </a:xfrm>
          <a:prstGeom prst="rect">
            <a:avLst/>
          </a:prstGeom>
        </p:spPr>
      </p:pic>
      <p:sp>
        <p:nvSpPr>
          <p:cNvPr id="3" name="Espace réservé du texte 20">
            <a:extLst>
              <a:ext uri="{FF2B5EF4-FFF2-40B4-BE49-F238E27FC236}">
                <a16:creationId xmlns:a16="http://schemas.microsoft.com/office/drawing/2014/main" id="{AE305B0A-4B1A-2481-3A1B-D93F6B164E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36175" y="2650027"/>
            <a:ext cx="2543175" cy="11287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/>
              <a:t>Lorem Ipsum</a:t>
            </a:r>
          </a:p>
        </p:txBody>
      </p:sp>
      <p:sp>
        <p:nvSpPr>
          <p:cNvPr id="6" name="Espace réservé du texte 22">
            <a:extLst>
              <a:ext uri="{FF2B5EF4-FFF2-40B4-BE49-F238E27FC236}">
                <a16:creationId xmlns:a16="http://schemas.microsoft.com/office/drawing/2014/main" id="{D2B3CCC0-054E-85C9-8619-EAC1321942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34472" y="3888632"/>
            <a:ext cx="3359150" cy="6588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et dolore magna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aliqua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. Ut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enim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add be ad</a:t>
            </a:r>
          </a:p>
        </p:txBody>
      </p:sp>
    </p:spTree>
    <p:extLst>
      <p:ext uri="{BB962C8B-B14F-4D97-AF65-F5344CB8AC3E}">
        <p14:creationId xmlns:p14="http://schemas.microsoft.com/office/powerpoint/2010/main" val="33318827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rica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7">
            <a:extLst>
              <a:ext uri="{FF2B5EF4-FFF2-40B4-BE49-F238E27FC236}">
                <a16:creationId xmlns:a16="http://schemas.microsoft.com/office/drawing/2014/main" id="{B2D720A0-70BD-D0FA-EFC5-85735275606E}"/>
              </a:ext>
            </a:extLst>
          </p:cNvPr>
          <p:cNvCxnSpPr>
            <a:cxnSpLocks/>
          </p:cNvCxnSpPr>
          <p:nvPr userDrawn="1"/>
        </p:nvCxnSpPr>
        <p:spPr>
          <a:xfrm>
            <a:off x="0" y="1607549"/>
            <a:ext cx="951593" cy="0"/>
          </a:xfrm>
          <a:prstGeom prst="line">
            <a:avLst/>
          </a:prstGeom>
          <a:ln w="317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9">
            <a:extLst>
              <a:ext uri="{FF2B5EF4-FFF2-40B4-BE49-F238E27FC236}">
                <a16:creationId xmlns:a16="http://schemas.microsoft.com/office/drawing/2014/main" id="{3C65E300-4345-D040-AD7D-94F44147F814}"/>
              </a:ext>
            </a:extLst>
          </p:cNvPr>
          <p:cNvGrpSpPr/>
          <p:nvPr userDrawn="1"/>
        </p:nvGrpSpPr>
        <p:grpSpPr>
          <a:xfrm>
            <a:off x="5448486" y="1106628"/>
            <a:ext cx="5549714" cy="4813800"/>
            <a:chOff x="5394961" y="602560"/>
            <a:chExt cx="6050280" cy="5247991"/>
          </a:xfrm>
          <a:solidFill>
            <a:schemeClr val="bg1">
              <a:lumMod val="95000"/>
            </a:schemeClr>
          </a:solidFill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3A7D62FA-E8F2-6DCB-DD0E-861B132ED069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9711" y="4400063"/>
              <a:ext cx="532313" cy="485194"/>
            </a:xfrm>
            <a:custGeom>
              <a:avLst/>
              <a:gdLst>
                <a:gd name="T0" fmla="*/ 416 w 418"/>
                <a:gd name="T1" fmla="*/ 145 h 381"/>
                <a:gd name="T2" fmla="*/ 414 w 418"/>
                <a:gd name="T3" fmla="*/ 130 h 381"/>
                <a:gd name="T4" fmla="*/ 418 w 418"/>
                <a:gd name="T5" fmla="*/ 114 h 381"/>
                <a:gd name="T6" fmla="*/ 416 w 418"/>
                <a:gd name="T7" fmla="*/ 100 h 381"/>
                <a:gd name="T8" fmla="*/ 414 w 418"/>
                <a:gd name="T9" fmla="*/ 88 h 381"/>
                <a:gd name="T10" fmla="*/ 411 w 418"/>
                <a:gd name="T11" fmla="*/ 62 h 381"/>
                <a:gd name="T12" fmla="*/ 399 w 418"/>
                <a:gd name="T13" fmla="*/ 57 h 381"/>
                <a:gd name="T14" fmla="*/ 357 w 418"/>
                <a:gd name="T15" fmla="*/ 40 h 381"/>
                <a:gd name="T16" fmla="*/ 331 w 418"/>
                <a:gd name="T17" fmla="*/ 31 h 381"/>
                <a:gd name="T18" fmla="*/ 328 w 418"/>
                <a:gd name="T19" fmla="*/ 29 h 381"/>
                <a:gd name="T20" fmla="*/ 312 w 418"/>
                <a:gd name="T21" fmla="*/ 24 h 381"/>
                <a:gd name="T22" fmla="*/ 283 w 418"/>
                <a:gd name="T23" fmla="*/ 21 h 381"/>
                <a:gd name="T24" fmla="*/ 269 w 418"/>
                <a:gd name="T25" fmla="*/ 3 h 381"/>
                <a:gd name="T26" fmla="*/ 246 w 418"/>
                <a:gd name="T27" fmla="*/ 0 h 381"/>
                <a:gd name="T28" fmla="*/ 224 w 418"/>
                <a:gd name="T29" fmla="*/ 5 h 381"/>
                <a:gd name="T30" fmla="*/ 201 w 418"/>
                <a:gd name="T31" fmla="*/ 19 h 381"/>
                <a:gd name="T32" fmla="*/ 196 w 418"/>
                <a:gd name="T33" fmla="*/ 29 h 381"/>
                <a:gd name="T34" fmla="*/ 191 w 418"/>
                <a:gd name="T35" fmla="*/ 50 h 381"/>
                <a:gd name="T36" fmla="*/ 141 w 418"/>
                <a:gd name="T37" fmla="*/ 74 h 381"/>
                <a:gd name="T38" fmla="*/ 104 w 418"/>
                <a:gd name="T39" fmla="*/ 123 h 381"/>
                <a:gd name="T40" fmla="*/ 82 w 418"/>
                <a:gd name="T41" fmla="*/ 135 h 381"/>
                <a:gd name="T42" fmla="*/ 71 w 418"/>
                <a:gd name="T43" fmla="*/ 133 h 381"/>
                <a:gd name="T44" fmla="*/ 54 w 418"/>
                <a:gd name="T45" fmla="*/ 128 h 381"/>
                <a:gd name="T46" fmla="*/ 47 w 418"/>
                <a:gd name="T47" fmla="*/ 130 h 381"/>
                <a:gd name="T48" fmla="*/ 35 w 418"/>
                <a:gd name="T49" fmla="*/ 128 h 381"/>
                <a:gd name="T50" fmla="*/ 21 w 418"/>
                <a:gd name="T51" fmla="*/ 123 h 381"/>
                <a:gd name="T52" fmla="*/ 7 w 418"/>
                <a:gd name="T53" fmla="*/ 123 h 381"/>
                <a:gd name="T54" fmla="*/ 9 w 418"/>
                <a:gd name="T55" fmla="*/ 140 h 381"/>
                <a:gd name="T56" fmla="*/ 26 w 418"/>
                <a:gd name="T57" fmla="*/ 166 h 381"/>
                <a:gd name="T58" fmla="*/ 40 w 418"/>
                <a:gd name="T59" fmla="*/ 194 h 381"/>
                <a:gd name="T60" fmla="*/ 59 w 418"/>
                <a:gd name="T61" fmla="*/ 223 h 381"/>
                <a:gd name="T62" fmla="*/ 66 w 418"/>
                <a:gd name="T63" fmla="*/ 230 h 381"/>
                <a:gd name="T64" fmla="*/ 78 w 418"/>
                <a:gd name="T65" fmla="*/ 239 h 381"/>
                <a:gd name="T66" fmla="*/ 99 w 418"/>
                <a:gd name="T67" fmla="*/ 246 h 381"/>
                <a:gd name="T68" fmla="*/ 111 w 418"/>
                <a:gd name="T69" fmla="*/ 258 h 381"/>
                <a:gd name="T70" fmla="*/ 134 w 418"/>
                <a:gd name="T71" fmla="*/ 275 h 381"/>
                <a:gd name="T72" fmla="*/ 132 w 418"/>
                <a:gd name="T73" fmla="*/ 298 h 381"/>
                <a:gd name="T74" fmla="*/ 144 w 418"/>
                <a:gd name="T75" fmla="*/ 320 h 381"/>
                <a:gd name="T76" fmla="*/ 146 w 418"/>
                <a:gd name="T77" fmla="*/ 329 h 381"/>
                <a:gd name="T78" fmla="*/ 151 w 418"/>
                <a:gd name="T79" fmla="*/ 334 h 381"/>
                <a:gd name="T80" fmla="*/ 177 w 418"/>
                <a:gd name="T81" fmla="*/ 339 h 381"/>
                <a:gd name="T82" fmla="*/ 205 w 418"/>
                <a:gd name="T83" fmla="*/ 348 h 381"/>
                <a:gd name="T84" fmla="*/ 215 w 418"/>
                <a:gd name="T85" fmla="*/ 365 h 381"/>
                <a:gd name="T86" fmla="*/ 227 w 418"/>
                <a:gd name="T87" fmla="*/ 369 h 381"/>
                <a:gd name="T88" fmla="*/ 243 w 418"/>
                <a:gd name="T89" fmla="*/ 367 h 381"/>
                <a:gd name="T90" fmla="*/ 257 w 418"/>
                <a:gd name="T91" fmla="*/ 374 h 381"/>
                <a:gd name="T92" fmla="*/ 274 w 418"/>
                <a:gd name="T93" fmla="*/ 379 h 381"/>
                <a:gd name="T94" fmla="*/ 291 w 418"/>
                <a:gd name="T95" fmla="*/ 379 h 381"/>
                <a:gd name="T96" fmla="*/ 317 w 418"/>
                <a:gd name="T97" fmla="*/ 379 h 381"/>
                <a:gd name="T98" fmla="*/ 326 w 418"/>
                <a:gd name="T99" fmla="*/ 381 h 381"/>
                <a:gd name="T100" fmla="*/ 362 w 418"/>
                <a:gd name="T101" fmla="*/ 346 h 381"/>
                <a:gd name="T102" fmla="*/ 388 w 418"/>
                <a:gd name="T103" fmla="*/ 320 h 381"/>
                <a:gd name="T104" fmla="*/ 385 w 418"/>
                <a:gd name="T105" fmla="*/ 305 h 381"/>
                <a:gd name="T106" fmla="*/ 399 w 418"/>
                <a:gd name="T107" fmla="*/ 275 h 381"/>
                <a:gd name="T108" fmla="*/ 409 w 418"/>
                <a:gd name="T109" fmla="*/ 256 h 381"/>
                <a:gd name="T110" fmla="*/ 416 w 418"/>
                <a:gd name="T111" fmla="*/ 242 h 381"/>
                <a:gd name="T112" fmla="*/ 414 w 418"/>
                <a:gd name="T113" fmla="*/ 225 h 381"/>
                <a:gd name="T114" fmla="*/ 406 w 418"/>
                <a:gd name="T115" fmla="*/ 223 h 381"/>
                <a:gd name="T116" fmla="*/ 404 w 418"/>
                <a:gd name="T117" fmla="*/ 208 h 381"/>
                <a:gd name="T118" fmla="*/ 406 w 418"/>
                <a:gd name="T119" fmla="*/ 192 h 381"/>
                <a:gd name="T120" fmla="*/ 399 w 418"/>
                <a:gd name="T121" fmla="*/ 187 h 381"/>
                <a:gd name="T122" fmla="*/ 411 w 418"/>
                <a:gd name="T123" fmla="*/ 178 h 381"/>
                <a:gd name="T124" fmla="*/ 411 w 418"/>
                <a:gd name="T125" fmla="*/ 161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18" h="381">
                  <a:moveTo>
                    <a:pt x="416" y="154"/>
                  </a:moveTo>
                  <a:lnTo>
                    <a:pt x="418" y="154"/>
                  </a:lnTo>
                  <a:lnTo>
                    <a:pt x="418" y="152"/>
                  </a:lnTo>
                  <a:lnTo>
                    <a:pt x="418" y="152"/>
                  </a:lnTo>
                  <a:lnTo>
                    <a:pt x="418" y="152"/>
                  </a:lnTo>
                  <a:lnTo>
                    <a:pt x="416" y="149"/>
                  </a:lnTo>
                  <a:lnTo>
                    <a:pt x="414" y="147"/>
                  </a:lnTo>
                  <a:lnTo>
                    <a:pt x="414" y="147"/>
                  </a:lnTo>
                  <a:lnTo>
                    <a:pt x="414" y="147"/>
                  </a:lnTo>
                  <a:lnTo>
                    <a:pt x="414" y="145"/>
                  </a:lnTo>
                  <a:lnTo>
                    <a:pt x="414" y="145"/>
                  </a:lnTo>
                  <a:lnTo>
                    <a:pt x="416" y="145"/>
                  </a:lnTo>
                  <a:lnTo>
                    <a:pt x="416" y="142"/>
                  </a:lnTo>
                  <a:lnTo>
                    <a:pt x="416" y="142"/>
                  </a:lnTo>
                  <a:lnTo>
                    <a:pt x="414" y="135"/>
                  </a:lnTo>
                  <a:lnTo>
                    <a:pt x="414" y="135"/>
                  </a:lnTo>
                  <a:lnTo>
                    <a:pt x="414" y="133"/>
                  </a:lnTo>
                  <a:lnTo>
                    <a:pt x="414" y="133"/>
                  </a:lnTo>
                  <a:lnTo>
                    <a:pt x="414" y="133"/>
                  </a:lnTo>
                  <a:lnTo>
                    <a:pt x="414" y="133"/>
                  </a:lnTo>
                  <a:lnTo>
                    <a:pt x="414" y="130"/>
                  </a:lnTo>
                  <a:lnTo>
                    <a:pt x="414" y="130"/>
                  </a:lnTo>
                  <a:lnTo>
                    <a:pt x="414" y="130"/>
                  </a:lnTo>
                  <a:lnTo>
                    <a:pt x="414" y="130"/>
                  </a:lnTo>
                  <a:lnTo>
                    <a:pt x="414" y="128"/>
                  </a:lnTo>
                  <a:lnTo>
                    <a:pt x="414" y="128"/>
                  </a:lnTo>
                  <a:lnTo>
                    <a:pt x="414" y="126"/>
                  </a:lnTo>
                  <a:lnTo>
                    <a:pt x="414" y="126"/>
                  </a:lnTo>
                  <a:lnTo>
                    <a:pt x="414" y="123"/>
                  </a:lnTo>
                  <a:lnTo>
                    <a:pt x="414" y="123"/>
                  </a:lnTo>
                  <a:lnTo>
                    <a:pt x="416" y="123"/>
                  </a:lnTo>
                  <a:lnTo>
                    <a:pt x="416" y="121"/>
                  </a:lnTo>
                  <a:lnTo>
                    <a:pt x="416" y="119"/>
                  </a:lnTo>
                  <a:lnTo>
                    <a:pt x="416" y="116"/>
                  </a:lnTo>
                  <a:lnTo>
                    <a:pt x="416" y="114"/>
                  </a:lnTo>
                  <a:lnTo>
                    <a:pt x="418" y="114"/>
                  </a:lnTo>
                  <a:lnTo>
                    <a:pt x="418" y="111"/>
                  </a:lnTo>
                  <a:lnTo>
                    <a:pt x="418" y="111"/>
                  </a:lnTo>
                  <a:lnTo>
                    <a:pt x="416" y="109"/>
                  </a:lnTo>
                  <a:lnTo>
                    <a:pt x="416" y="109"/>
                  </a:lnTo>
                  <a:lnTo>
                    <a:pt x="414" y="109"/>
                  </a:lnTo>
                  <a:lnTo>
                    <a:pt x="414" y="107"/>
                  </a:lnTo>
                  <a:lnTo>
                    <a:pt x="414" y="107"/>
                  </a:lnTo>
                  <a:lnTo>
                    <a:pt x="414" y="104"/>
                  </a:lnTo>
                  <a:lnTo>
                    <a:pt x="414" y="104"/>
                  </a:lnTo>
                  <a:lnTo>
                    <a:pt x="414" y="104"/>
                  </a:lnTo>
                  <a:lnTo>
                    <a:pt x="414" y="104"/>
                  </a:lnTo>
                  <a:lnTo>
                    <a:pt x="416" y="100"/>
                  </a:lnTo>
                  <a:lnTo>
                    <a:pt x="416" y="100"/>
                  </a:lnTo>
                  <a:lnTo>
                    <a:pt x="418" y="97"/>
                  </a:lnTo>
                  <a:lnTo>
                    <a:pt x="418" y="97"/>
                  </a:lnTo>
                  <a:lnTo>
                    <a:pt x="418" y="97"/>
                  </a:lnTo>
                  <a:lnTo>
                    <a:pt x="418" y="97"/>
                  </a:lnTo>
                  <a:lnTo>
                    <a:pt x="416" y="95"/>
                  </a:lnTo>
                  <a:lnTo>
                    <a:pt x="416" y="95"/>
                  </a:lnTo>
                  <a:lnTo>
                    <a:pt x="416" y="95"/>
                  </a:lnTo>
                  <a:lnTo>
                    <a:pt x="416" y="92"/>
                  </a:lnTo>
                  <a:lnTo>
                    <a:pt x="416" y="92"/>
                  </a:lnTo>
                  <a:lnTo>
                    <a:pt x="414" y="90"/>
                  </a:lnTo>
                  <a:lnTo>
                    <a:pt x="414" y="88"/>
                  </a:lnTo>
                  <a:lnTo>
                    <a:pt x="414" y="83"/>
                  </a:lnTo>
                  <a:lnTo>
                    <a:pt x="411" y="78"/>
                  </a:lnTo>
                  <a:lnTo>
                    <a:pt x="406" y="74"/>
                  </a:lnTo>
                  <a:lnTo>
                    <a:pt x="406" y="74"/>
                  </a:lnTo>
                  <a:lnTo>
                    <a:pt x="411" y="69"/>
                  </a:lnTo>
                  <a:lnTo>
                    <a:pt x="411" y="69"/>
                  </a:lnTo>
                  <a:lnTo>
                    <a:pt x="414" y="66"/>
                  </a:lnTo>
                  <a:lnTo>
                    <a:pt x="414" y="62"/>
                  </a:lnTo>
                  <a:lnTo>
                    <a:pt x="414" y="59"/>
                  </a:lnTo>
                  <a:lnTo>
                    <a:pt x="414" y="59"/>
                  </a:lnTo>
                  <a:lnTo>
                    <a:pt x="414" y="59"/>
                  </a:lnTo>
                  <a:lnTo>
                    <a:pt x="411" y="62"/>
                  </a:lnTo>
                  <a:lnTo>
                    <a:pt x="411" y="62"/>
                  </a:lnTo>
                  <a:lnTo>
                    <a:pt x="409" y="62"/>
                  </a:lnTo>
                  <a:lnTo>
                    <a:pt x="406" y="59"/>
                  </a:lnTo>
                  <a:lnTo>
                    <a:pt x="404" y="59"/>
                  </a:lnTo>
                  <a:lnTo>
                    <a:pt x="404" y="62"/>
                  </a:lnTo>
                  <a:lnTo>
                    <a:pt x="402" y="62"/>
                  </a:lnTo>
                  <a:lnTo>
                    <a:pt x="402" y="62"/>
                  </a:lnTo>
                  <a:lnTo>
                    <a:pt x="402" y="62"/>
                  </a:lnTo>
                  <a:lnTo>
                    <a:pt x="402" y="62"/>
                  </a:lnTo>
                  <a:lnTo>
                    <a:pt x="399" y="59"/>
                  </a:lnTo>
                  <a:lnTo>
                    <a:pt x="399" y="57"/>
                  </a:lnTo>
                  <a:lnTo>
                    <a:pt x="399" y="57"/>
                  </a:lnTo>
                  <a:lnTo>
                    <a:pt x="399" y="55"/>
                  </a:lnTo>
                  <a:lnTo>
                    <a:pt x="399" y="55"/>
                  </a:lnTo>
                  <a:lnTo>
                    <a:pt x="392" y="52"/>
                  </a:lnTo>
                  <a:lnTo>
                    <a:pt x="385" y="50"/>
                  </a:lnTo>
                  <a:lnTo>
                    <a:pt x="378" y="48"/>
                  </a:lnTo>
                  <a:lnTo>
                    <a:pt x="373" y="45"/>
                  </a:lnTo>
                  <a:lnTo>
                    <a:pt x="364" y="48"/>
                  </a:lnTo>
                  <a:lnTo>
                    <a:pt x="359" y="45"/>
                  </a:lnTo>
                  <a:lnTo>
                    <a:pt x="357" y="45"/>
                  </a:lnTo>
                  <a:lnTo>
                    <a:pt x="357" y="45"/>
                  </a:lnTo>
                  <a:lnTo>
                    <a:pt x="357" y="43"/>
                  </a:lnTo>
                  <a:lnTo>
                    <a:pt x="357" y="40"/>
                  </a:lnTo>
                  <a:lnTo>
                    <a:pt x="354" y="40"/>
                  </a:lnTo>
                  <a:lnTo>
                    <a:pt x="354" y="40"/>
                  </a:lnTo>
                  <a:lnTo>
                    <a:pt x="352" y="38"/>
                  </a:lnTo>
                  <a:lnTo>
                    <a:pt x="350" y="36"/>
                  </a:lnTo>
                  <a:lnTo>
                    <a:pt x="347" y="33"/>
                  </a:lnTo>
                  <a:lnTo>
                    <a:pt x="347" y="33"/>
                  </a:lnTo>
                  <a:lnTo>
                    <a:pt x="338" y="33"/>
                  </a:lnTo>
                  <a:lnTo>
                    <a:pt x="336" y="31"/>
                  </a:lnTo>
                  <a:lnTo>
                    <a:pt x="336" y="31"/>
                  </a:lnTo>
                  <a:lnTo>
                    <a:pt x="333" y="31"/>
                  </a:lnTo>
                  <a:lnTo>
                    <a:pt x="333" y="31"/>
                  </a:lnTo>
                  <a:lnTo>
                    <a:pt x="331" y="31"/>
                  </a:lnTo>
                  <a:lnTo>
                    <a:pt x="331" y="31"/>
                  </a:lnTo>
                  <a:lnTo>
                    <a:pt x="331" y="31"/>
                  </a:lnTo>
                  <a:lnTo>
                    <a:pt x="331" y="31"/>
                  </a:lnTo>
                  <a:lnTo>
                    <a:pt x="331" y="31"/>
                  </a:lnTo>
                  <a:lnTo>
                    <a:pt x="331" y="31"/>
                  </a:lnTo>
                  <a:lnTo>
                    <a:pt x="331" y="31"/>
                  </a:lnTo>
                  <a:lnTo>
                    <a:pt x="331" y="31"/>
                  </a:lnTo>
                  <a:lnTo>
                    <a:pt x="331" y="29"/>
                  </a:lnTo>
                  <a:lnTo>
                    <a:pt x="328" y="29"/>
                  </a:lnTo>
                  <a:lnTo>
                    <a:pt x="328" y="29"/>
                  </a:lnTo>
                  <a:lnTo>
                    <a:pt x="328" y="29"/>
                  </a:lnTo>
                  <a:lnTo>
                    <a:pt x="328" y="29"/>
                  </a:lnTo>
                  <a:lnTo>
                    <a:pt x="326" y="26"/>
                  </a:lnTo>
                  <a:lnTo>
                    <a:pt x="326" y="26"/>
                  </a:lnTo>
                  <a:lnTo>
                    <a:pt x="326" y="24"/>
                  </a:lnTo>
                  <a:lnTo>
                    <a:pt x="324" y="24"/>
                  </a:lnTo>
                  <a:lnTo>
                    <a:pt x="324" y="24"/>
                  </a:lnTo>
                  <a:lnTo>
                    <a:pt x="319" y="21"/>
                  </a:lnTo>
                  <a:lnTo>
                    <a:pt x="317" y="21"/>
                  </a:lnTo>
                  <a:lnTo>
                    <a:pt x="314" y="21"/>
                  </a:lnTo>
                  <a:lnTo>
                    <a:pt x="314" y="24"/>
                  </a:lnTo>
                  <a:lnTo>
                    <a:pt x="314" y="24"/>
                  </a:lnTo>
                  <a:lnTo>
                    <a:pt x="312" y="24"/>
                  </a:lnTo>
                  <a:lnTo>
                    <a:pt x="312" y="24"/>
                  </a:lnTo>
                  <a:lnTo>
                    <a:pt x="312" y="24"/>
                  </a:lnTo>
                  <a:lnTo>
                    <a:pt x="312" y="24"/>
                  </a:lnTo>
                  <a:lnTo>
                    <a:pt x="309" y="24"/>
                  </a:lnTo>
                  <a:lnTo>
                    <a:pt x="309" y="26"/>
                  </a:lnTo>
                  <a:lnTo>
                    <a:pt x="307" y="26"/>
                  </a:lnTo>
                  <a:lnTo>
                    <a:pt x="307" y="24"/>
                  </a:lnTo>
                  <a:lnTo>
                    <a:pt x="307" y="24"/>
                  </a:lnTo>
                  <a:lnTo>
                    <a:pt x="305" y="21"/>
                  </a:lnTo>
                  <a:lnTo>
                    <a:pt x="302" y="21"/>
                  </a:lnTo>
                  <a:lnTo>
                    <a:pt x="295" y="21"/>
                  </a:lnTo>
                  <a:lnTo>
                    <a:pt x="288" y="21"/>
                  </a:lnTo>
                  <a:lnTo>
                    <a:pt x="283" y="21"/>
                  </a:lnTo>
                  <a:lnTo>
                    <a:pt x="279" y="21"/>
                  </a:lnTo>
                  <a:lnTo>
                    <a:pt x="276" y="19"/>
                  </a:lnTo>
                  <a:lnTo>
                    <a:pt x="276" y="12"/>
                  </a:lnTo>
                  <a:lnTo>
                    <a:pt x="276" y="7"/>
                  </a:lnTo>
                  <a:lnTo>
                    <a:pt x="276" y="3"/>
                  </a:lnTo>
                  <a:lnTo>
                    <a:pt x="274" y="3"/>
                  </a:lnTo>
                  <a:lnTo>
                    <a:pt x="274" y="3"/>
                  </a:lnTo>
                  <a:lnTo>
                    <a:pt x="272" y="3"/>
                  </a:lnTo>
                  <a:lnTo>
                    <a:pt x="272" y="3"/>
                  </a:lnTo>
                  <a:lnTo>
                    <a:pt x="269" y="3"/>
                  </a:lnTo>
                  <a:lnTo>
                    <a:pt x="269" y="3"/>
                  </a:lnTo>
                  <a:lnTo>
                    <a:pt x="269" y="3"/>
                  </a:lnTo>
                  <a:lnTo>
                    <a:pt x="267" y="3"/>
                  </a:lnTo>
                  <a:lnTo>
                    <a:pt x="267" y="3"/>
                  </a:lnTo>
                  <a:lnTo>
                    <a:pt x="267" y="3"/>
                  </a:lnTo>
                  <a:lnTo>
                    <a:pt x="265" y="3"/>
                  </a:lnTo>
                  <a:lnTo>
                    <a:pt x="262" y="0"/>
                  </a:lnTo>
                  <a:lnTo>
                    <a:pt x="260" y="3"/>
                  </a:lnTo>
                  <a:lnTo>
                    <a:pt x="260" y="3"/>
                  </a:lnTo>
                  <a:lnTo>
                    <a:pt x="257" y="3"/>
                  </a:lnTo>
                  <a:lnTo>
                    <a:pt x="255" y="3"/>
                  </a:lnTo>
                  <a:lnTo>
                    <a:pt x="250" y="0"/>
                  </a:lnTo>
                  <a:lnTo>
                    <a:pt x="248" y="0"/>
                  </a:lnTo>
                  <a:lnTo>
                    <a:pt x="246" y="0"/>
                  </a:lnTo>
                  <a:lnTo>
                    <a:pt x="243" y="3"/>
                  </a:lnTo>
                  <a:lnTo>
                    <a:pt x="241" y="3"/>
                  </a:lnTo>
                  <a:lnTo>
                    <a:pt x="239" y="3"/>
                  </a:lnTo>
                  <a:lnTo>
                    <a:pt x="236" y="3"/>
                  </a:lnTo>
                  <a:lnTo>
                    <a:pt x="236" y="3"/>
                  </a:lnTo>
                  <a:lnTo>
                    <a:pt x="236" y="3"/>
                  </a:lnTo>
                  <a:lnTo>
                    <a:pt x="234" y="3"/>
                  </a:lnTo>
                  <a:lnTo>
                    <a:pt x="234" y="3"/>
                  </a:lnTo>
                  <a:lnTo>
                    <a:pt x="231" y="5"/>
                  </a:lnTo>
                  <a:lnTo>
                    <a:pt x="229" y="5"/>
                  </a:lnTo>
                  <a:lnTo>
                    <a:pt x="224" y="5"/>
                  </a:lnTo>
                  <a:lnTo>
                    <a:pt x="224" y="5"/>
                  </a:lnTo>
                  <a:lnTo>
                    <a:pt x="212" y="12"/>
                  </a:lnTo>
                  <a:lnTo>
                    <a:pt x="210" y="14"/>
                  </a:lnTo>
                  <a:lnTo>
                    <a:pt x="210" y="14"/>
                  </a:lnTo>
                  <a:lnTo>
                    <a:pt x="210" y="14"/>
                  </a:lnTo>
                  <a:lnTo>
                    <a:pt x="208" y="14"/>
                  </a:lnTo>
                  <a:lnTo>
                    <a:pt x="208" y="14"/>
                  </a:lnTo>
                  <a:lnTo>
                    <a:pt x="208" y="17"/>
                  </a:lnTo>
                  <a:lnTo>
                    <a:pt x="205" y="19"/>
                  </a:lnTo>
                  <a:lnTo>
                    <a:pt x="205" y="19"/>
                  </a:lnTo>
                  <a:lnTo>
                    <a:pt x="203" y="19"/>
                  </a:lnTo>
                  <a:lnTo>
                    <a:pt x="201" y="19"/>
                  </a:lnTo>
                  <a:lnTo>
                    <a:pt x="201" y="19"/>
                  </a:lnTo>
                  <a:lnTo>
                    <a:pt x="201" y="19"/>
                  </a:lnTo>
                  <a:lnTo>
                    <a:pt x="198" y="19"/>
                  </a:lnTo>
                  <a:lnTo>
                    <a:pt x="198" y="21"/>
                  </a:lnTo>
                  <a:lnTo>
                    <a:pt x="196" y="24"/>
                  </a:lnTo>
                  <a:lnTo>
                    <a:pt x="196" y="24"/>
                  </a:lnTo>
                  <a:lnTo>
                    <a:pt x="196" y="24"/>
                  </a:lnTo>
                  <a:lnTo>
                    <a:pt x="196" y="26"/>
                  </a:lnTo>
                  <a:lnTo>
                    <a:pt x="196" y="26"/>
                  </a:lnTo>
                  <a:lnTo>
                    <a:pt x="196" y="26"/>
                  </a:lnTo>
                  <a:lnTo>
                    <a:pt x="196" y="26"/>
                  </a:lnTo>
                  <a:lnTo>
                    <a:pt x="196" y="26"/>
                  </a:lnTo>
                  <a:lnTo>
                    <a:pt x="196" y="29"/>
                  </a:lnTo>
                  <a:lnTo>
                    <a:pt x="194" y="31"/>
                  </a:lnTo>
                  <a:lnTo>
                    <a:pt x="194" y="33"/>
                  </a:lnTo>
                  <a:lnTo>
                    <a:pt x="196" y="36"/>
                  </a:lnTo>
                  <a:lnTo>
                    <a:pt x="194" y="38"/>
                  </a:lnTo>
                  <a:lnTo>
                    <a:pt x="194" y="38"/>
                  </a:lnTo>
                  <a:lnTo>
                    <a:pt x="194" y="40"/>
                  </a:lnTo>
                  <a:lnTo>
                    <a:pt x="196" y="43"/>
                  </a:lnTo>
                  <a:lnTo>
                    <a:pt x="196" y="43"/>
                  </a:lnTo>
                  <a:lnTo>
                    <a:pt x="194" y="45"/>
                  </a:lnTo>
                  <a:lnTo>
                    <a:pt x="194" y="45"/>
                  </a:lnTo>
                  <a:lnTo>
                    <a:pt x="194" y="48"/>
                  </a:lnTo>
                  <a:lnTo>
                    <a:pt x="191" y="50"/>
                  </a:lnTo>
                  <a:lnTo>
                    <a:pt x="191" y="50"/>
                  </a:lnTo>
                  <a:lnTo>
                    <a:pt x="189" y="52"/>
                  </a:lnTo>
                  <a:lnTo>
                    <a:pt x="189" y="52"/>
                  </a:lnTo>
                  <a:lnTo>
                    <a:pt x="189" y="52"/>
                  </a:lnTo>
                  <a:lnTo>
                    <a:pt x="186" y="52"/>
                  </a:lnTo>
                  <a:lnTo>
                    <a:pt x="186" y="52"/>
                  </a:lnTo>
                  <a:lnTo>
                    <a:pt x="184" y="52"/>
                  </a:lnTo>
                  <a:lnTo>
                    <a:pt x="165" y="62"/>
                  </a:lnTo>
                  <a:lnTo>
                    <a:pt x="160" y="64"/>
                  </a:lnTo>
                  <a:lnTo>
                    <a:pt x="156" y="69"/>
                  </a:lnTo>
                  <a:lnTo>
                    <a:pt x="151" y="69"/>
                  </a:lnTo>
                  <a:lnTo>
                    <a:pt x="141" y="74"/>
                  </a:lnTo>
                  <a:lnTo>
                    <a:pt x="139" y="76"/>
                  </a:lnTo>
                  <a:lnTo>
                    <a:pt x="137" y="78"/>
                  </a:lnTo>
                  <a:lnTo>
                    <a:pt x="130" y="88"/>
                  </a:lnTo>
                  <a:lnTo>
                    <a:pt x="130" y="90"/>
                  </a:lnTo>
                  <a:lnTo>
                    <a:pt x="127" y="95"/>
                  </a:lnTo>
                  <a:lnTo>
                    <a:pt x="127" y="97"/>
                  </a:lnTo>
                  <a:lnTo>
                    <a:pt x="123" y="100"/>
                  </a:lnTo>
                  <a:lnTo>
                    <a:pt x="118" y="104"/>
                  </a:lnTo>
                  <a:lnTo>
                    <a:pt x="104" y="121"/>
                  </a:lnTo>
                  <a:lnTo>
                    <a:pt x="104" y="121"/>
                  </a:lnTo>
                  <a:lnTo>
                    <a:pt x="104" y="121"/>
                  </a:lnTo>
                  <a:lnTo>
                    <a:pt x="104" y="123"/>
                  </a:lnTo>
                  <a:lnTo>
                    <a:pt x="104" y="123"/>
                  </a:lnTo>
                  <a:lnTo>
                    <a:pt x="101" y="126"/>
                  </a:lnTo>
                  <a:lnTo>
                    <a:pt x="99" y="128"/>
                  </a:lnTo>
                  <a:lnTo>
                    <a:pt x="99" y="130"/>
                  </a:lnTo>
                  <a:lnTo>
                    <a:pt x="97" y="130"/>
                  </a:lnTo>
                  <a:lnTo>
                    <a:pt x="97" y="130"/>
                  </a:lnTo>
                  <a:lnTo>
                    <a:pt x="94" y="130"/>
                  </a:lnTo>
                  <a:lnTo>
                    <a:pt x="92" y="130"/>
                  </a:lnTo>
                  <a:lnTo>
                    <a:pt x="92" y="133"/>
                  </a:lnTo>
                  <a:lnTo>
                    <a:pt x="89" y="133"/>
                  </a:lnTo>
                  <a:lnTo>
                    <a:pt x="85" y="135"/>
                  </a:lnTo>
                  <a:lnTo>
                    <a:pt x="82" y="135"/>
                  </a:lnTo>
                  <a:lnTo>
                    <a:pt x="82" y="135"/>
                  </a:lnTo>
                  <a:lnTo>
                    <a:pt x="82" y="135"/>
                  </a:lnTo>
                  <a:lnTo>
                    <a:pt x="80" y="137"/>
                  </a:lnTo>
                  <a:lnTo>
                    <a:pt x="80" y="137"/>
                  </a:lnTo>
                  <a:lnTo>
                    <a:pt x="80" y="137"/>
                  </a:lnTo>
                  <a:lnTo>
                    <a:pt x="75" y="135"/>
                  </a:lnTo>
                  <a:lnTo>
                    <a:pt x="75" y="135"/>
                  </a:lnTo>
                  <a:lnTo>
                    <a:pt x="75" y="135"/>
                  </a:lnTo>
                  <a:lnTo>
                    <a:pt x="73" y="133"/>
                  </a:lnTo>
                  <a:lnTo>
                    <a:pt x="73" y="133"/>
                  </a:lnTo>
                  <a:lnTo>
                    <a:pt x="73" y="133"/>
                  </a:lnTo>
                  <a:lnTo>
                    <a:pt x="71" y="133"/>
                  </a:lnTo>
                  <a:lnTo>
                    <a:pt x="68" y="133"/>
                  </a:lnTo>
                  <a:lnTo>
                    <a:pt x="63" y="130"/>
                  </a:lnTo>
                  <a:lnTo>
                    <a:pt x="61" y="130"/>
                  </a:lnTo>
                  <a:lnTo>
                    <a:pt x="59" y="130"/>
                  </a:lnTo>
                  <a:lnTo>
                    <a:pt x="59" y="130"/>
                  </a:lnTo>
                  <a:lnTo>
                    <a:pt x="59" y="128"/>
                  </a:lnTo>
                  <a:lnTo>
                    <a:pt x="59" y="128"/>
                  </a:lnTo>
                  <a:lnTo>
                    <a:pt x="59" y="128"/>
                  </a:lnTo>
                  <a:lnTo>
                    <a:pt x="56" y="128"/>
                  </a:lnTo>
                  <a:lnTo>
                    <a:pt x="54" y="128"/>
                  </a:lnTo>
                  <a:lnTo>
                    <a:pt x="54" y="128"/>
                  </a:lnTo>
                  <a:lnTo>
                    <a:pt x="54" y="128"/>
                  </a:lnTo>
                  <a:lnTo>
                    <a:pt x="54" y="126"/>
                  </a:lnTo>
                  <a:lnTo>
                    <a:pt x="54" y="126"/>
                  </a:lnTo>
                  <a:lnTo>
                    <a:pt x="54" y="126"/>
                  </a:lnTo>
                  <a:lnTo>
                    <a:pt x="52" y="128"/>
                  </a:lnTo>
                  <a:lnTo>
                    <a:pt x="52" y="128"/>
                  </a:lnTo>
                  <a:lnTo>
                    <a:pt x="49" y="128"/>
                  </a:lnTo>
                  <a:lnTo>
                    <a:pt x="49" y="130"/>
                  </a:lnTo>
                  <a:lnTo>
                    <a:pt x="47" y="130"/>
                  </a:lnTo>
                  <a:lnTo>
                    <a:pt x="47" y="130"/>
                  </a:lnTo>
                  <a:lnTo>
                    <a:pt x="47" y="130"/>
                  </a:lnTo>
                  <a:lnTo>
                    <a:pt x="47" y="130"/>
                  </a:lnTo>
                  <a:lnTo>
                    <a:pt x="47" y="130"/>
                  </a:lnTo>
                  <a:lnTo>
                    <a:pt x="47" y="130"/>
                  </a:lnTo>
                  <a:lnTo>
                    <a:pt x="44" y="130"/>
                  </a:lnTo>
                  <a:lnTo>
                    <a:pt x="44" y="130"/>
                  </a:lnTo>
                  <a:lnTo>
                    <a:pt x="44" y="133"/>
                  </a:lnTo>
                  <a:lnTo>
                    <a:pt x="44" y="130"/>
                  </a:lnTo>
                  <a:lnTo>
                    <a:pt x="42" y="133"/>
                  </a:lnTo>
                  <a:lnTo>
                    <a:pt x="40" y="133"/>
                  </a:lnTo>
                  <a:lnTo>
                    <a:pt x="37" y="133"/>
                  </a:lnTo>
                  <a:lnTo>
                    <a:pt x="35" y="130"/>
                  </a:lnTo>
                  <a:lnTo>
                    <a:pt x="35" y="130"/>
                  </a:lnTo>
                  <a:lnTo>
                    <a:pt x="35" y="130"/>
                  </a:lnTo>
                  <a:lnTo>
                    <a:pt x="35" y="128"/>
                  </a:lnTo>
                  <a:lnTo>
                    <a:pt x="35" y="128"/>
                  </a:lnTo>
                  <a:lnTo>
                    <a:pt x="35" y="128"/>
                  </a:lnTo>
                  <a:lnTo>
                    <a:pt x="33" y="128"/>
                  </a:lnTo>
                  <a:lnTo>
                    <a:pt x="30" y="126"/>
                  </a:lnTo>
                  <a:lnTo>
                    <a:pt x="30" y="126"/>
                  </a:lnTo>
                  <a:lnTo>
                    <a:pt x="30" y="126"/>
                  </a:lnTo>
                  <a:lnTo>
                    <a:pt x="28" y="123"/>
                  </a:lnTo>
                  <a:lnTo>
                    <a:pt x="26" y="123"/>
                  </a:lnTo>
                  <a:lnTo>
                    <a:pt x="26" y="123"/>
                  </a:lnTo>
                  <a:lnTo>
                    <a:pt x="26" y="123"/>
                  </a:lnTo>
                  <a:lnTo>
                    <a:pt x="23" y="123"/>
                  </a:lnTo>
                  <a:lnTo>
                    <a:pt x="21" y="123"/>
                  </a:lnTo>
                  <a:lnTo>
                    <a:pt x="18" y="126"/>
                  </a:lnTo>
                  <a:lnTo>
                    <a:pt x="16" y="126"/>
                  </a:lnTo>
                  <a:lnTo>
                    <a:pt x="16" y="126"/>
                  </a:lnTo>
                  <a:lnTo>
                    <a:pt x="16" y="126"/>
                  </a:lnTo>
                  <a:lnTo>
                    <a:pt x="16" y="126"/>
                  </a:lnTo>
                  <a:lnTo>
                    <a:pt x="16" y="126"/>
                  </a:lnTo>
                  <a:lnTo>
                    <a:pt x="16" y="126"/>
                  </a:lnTo>
                  <a:lnTo>
                    <a:pt x="11" y="126"/>
                  </a:lnTo>
                  <a:lnTo>
                    <a:pt x="11" y="126"/>
                  </a:lnTo>
                  <a:lnTo>
                    <a:pt x="9" y="123"/>
                  </a:lnTo>
                  <a:lnTo>
                    <a:pt x="7" y="123"/>
                  </a:lnTo>
                  <a:lnTo>
                    <a:pt x="7" y="123"/>
                  </a:lnTo>
                  <a:lnTo>
                    <a:pt x="7" y="123"/>
                  </a:lnTo>
                  <a:lnTo>
                    <a:pt x="4" y="123"/>
                  </a:lnTo>
                  <a:lnTo>
                    <a:pt x="2" y="121"/>
                  </a:lnTo>
                  <a:lnTo>
                    <a:pt x="2" y="121"/>
                  </a:lnTo>
                  <a:lnTo>
                    <a:pt x="0" y="126"/>
                  </a:lnTo>
                  <a:lnTo>
                    <a:pt x="0" y="128"/>
                  </a:lnTo>
                  <a:lnTo>
                    <a:pt x="2" y="130"/>
                  </a:lnTo>
                  <a:lnTo>
                    <a:pt x="2" y="133"/>
                  </a:lnTo>
                  <a:lnTo>
                    <a:pt x="4" y="137"/>
                  </a:lnTo>
                  <a:lnTo>
                    <a:pt x="7" y="137"/>
                  </a:lnTo>
                  <a:lnTo>
                    <a:pt x="9" y="140"/>
                  </a:lnTo>
                  <a:lnTo>
                    <a:pt x="9" y="140"/>
                  </a:lnTo>
                  <a:lnTo>
                    <a:pt x="11" y="142"/>
                  </a:lnTo>
                  <a:lnTo>
                    <a:pt x="11" y="147"/>
                  </a:lnTo>
                  <a:lnTo>
                    <a:pt x="14" y="149"/>
                  </a:lnTo>
                  <a:lnTo>
                    <a:pt x="14" y="152"/>
                  </a:lnTo>
                  <a:lnTo>
                    <a:pt x="16" y="154"/>
                  </a:lnTo>
                  <a:lnTo>
                    <a:pt x="16" y="154"/>
                  </a:lnTo>
                  <a:lnTo>
                    <a:pt x="16" y="156"/>
                  </a:lnTo>
                  <a:lnTo>
                    <a:pt x="18" y="159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26" y="166"/>
                  </a:lnTo>
                  <a:lnTo>
                    <a:pt x="26" y="166"/>
                  </a:lnTo>
                  <a:lnTo>
                    <a:pt x="28" y="168"/>
                  </a:lnTo>
                  <a:lnTo>
                    <a:pt x="30" y="168"/>
                  </a:lnTo>
                  <a:lnTo>
                    <a:pt x="30" y="171"/>
                  </a:lnTo>
                  <a:lnTo>
                    <a:pt x="30" y="175"/>
                  </a:lnTo>
                  <a:lnTo>
                    <a:pt x="33" y="178"/>
                  </a:lnTo>
                  <a:lnTo>
                    <a:pt x="40" y="185"/>
                  </a:lnTo>
                  <a:lnTo>
                    <a:pt x="40" y="190"/>
                  </a:lnTo>
                  <a:lnTo>
                    <a:pt x="40" y="190"/>
                  </a:lnTo>
                  <a:lnTo>
                    <a:pt x="40" y="190"/>
                  </a:lnTo>
                  <a:lnTo>
                    <a:pt x="40" y="192"/>
                  </a:lnTo>
                  <a:lnTo>
                    <a:pt x="40" y="194"/>
                  </a:lnTo>
                  <a:lnTo>
                    <a:pt x="40" y="194"/>
                  </a:lnTo>
                  <a:lnTo>
                    <a:pt x="40" y="197"/>
                  </a:lnTo>
                  <a:lnTo>
                    <a:pt x="42" y="199"/>
                  </a:lnTo>
                  <a:lnTo>
                    <a:pt x="42" y="201"/>
                  </a:lnTo>
                  <a:lnTo>
                    <a:pt x="44" y="204"/>
                  </a:lnTo>
                  <a:lnTo>
                    <a:pt x="49" y="218"/>
                  </a:lnTo>
                  <a:lnTo>
                    <a:pt x="52" y="220"/>
                  </a:lnTo>
                  <a:lnTo>
                    <a:pt x="52" y="220"/>
                  </a:lnTo>
                  <a:lnTo>
                    <a:pt x="54" y="220"/>
                  </a:lnTo>
                  <a:lnTo>
                    <a:pt x="59" y="220"/>
                  </a:lnTo>
                  <a:lnTo>
                    <a:pt x="59" y="223"/>
                  </a:lnTo>
                  <a:lnTo>
                    <a:pt x="59" y="223"/>
                  </a:lnTo>
                  <a:lnTo>
                    <a:pt x="59" y="223"/>
                  </a:lnTo>
                  <a:lnTo>
                    <a:pt x="61" y="223"/>
                  </a:lnTo>
                  <a:lnTo>
                    <a:pt x="61" y="223"/>
                  </a:lnTo>
                  <a:lnTo>
                    <a:pt x="59" y="225"/>
                  </a:lnTo>
                  <a:lnTo>
                    <a:pt x="59" y="225"/>
                  </a:lnTo>
                  <a:lnTo>
                    <a:pt x="59" y="225"/>
                  </a:lnTo>
                  <a:lnTo>
                    <a:pt x="59" y="225"/>
                  </a:lnTo>
                  <a:lnTo>
                    <a:pt x="59" y="227"/>
                  </a:lnTo>
                  <a:lnTo>
                    <a:pt x="61" y="227"/>
                  </a:lnTo>
                  <a:lnTo>
                    <a:pt x="61" y="227"/>
                  </a:lnTo>
                  <a:lnTo>
                    <a:pt x="63" y="227"/>
                  </a:lnTo>
                  <a:lnTo>
                    <a:pt x="63" y="230"/>
                  </a:lnTo>
                  <a:lnTo>
                    <a:pt x="66" y="230"/>
                  </a:lnTo>
                  <a:lnTo>
                    <a:pt x="66" y="232"/>
                  </a:lnTo>
                  <a:lnTo>
                    <a:pt x="68" y="232"/>
                  </a:lnTo>
                  <a:lnTo>
                    <a:pt x="71" y="232"/>
                  </a:lnTo>
                  <a:lnTo>
                    <a:pt x="71" y="234"/>
                  </a:lnTo>
                  <a:lnTo>
                    <a:pt x="73" y="234"/>
                  </a:lnTo>
                  <a:lnTo>
                    <a:pt x="73" y="234"/>
                  </a:lnTo>
                  <a:lnTo>
                    <a:pt x="73" y="237"/>
                  </a:lnTo>
                  <a:lnTo>
                    <a:pt x="73" y="237"/>
                  </a:lnTo>
                  <a:lnTo>
                    <a:pt x="75" y="237"/>
                  </a:lnTo>
                  <a:lnTo>
                    <a:pt x="78" y="239"/>
                  </a:lnTo>
                  <a:lnTo>
                    <a:pt x="78" y="239"/>
                  </a:lnTo>
                  <a:lnTo>
                    <a:pt x="78" y="239"/>
                  </a:lnTo>
                  <a:lnTo>
                    <a:pt x="78" y="239"/>
                  </a:lnTo>
                  <a:lnTo>
                    <a:pt x="80" y="242"/>
                  </a:lnTo>
                  <a:lnTo>
                    <a:pt x="80" y="242"/>
                  </a:lnTo>
                  <a:lnTo>
                    <a:pt x="82" y="242"/>
                  </a:lnTo>
                  <a:lnTo>
                    <a:pt x="82" y="242"/>
                  </a:lnTo>
                  <a:lnTo>
                    <a:pt x="85" y="242"/>
                  </a:lnTo>
                  <a:lnTo>
                    <a:pt x="85" y="242"/>
                  </a:lnTo>
                  <a:lnTo>
                    <a:pt x="92" y="246"/>
                  </a:lnTo>
                  <a:lnTo>
                    <a:pt x="94" y="246"/>
                  </a:lnTo>
                  <a:lnTo>
                    <a:pt x="94" y="246"/>
                  </a:lnTo>
                  <a:lnTo>
                    <a:pt x="97" y="246"/>
                  </a:lnTo>
                  <a:lnTo>
                    <a:pt x="99" y="246"/>
                  </a:lnTo>
                  <a:lnTo>
                    <a:pt x="99" y="249"/>
                  </a:lnTo>
                  <a:lnTo>
                    <a:pt x="101" y="249"/>
                  </a:lnTo>
                  <a:lnTo>
                    <a:pt x="101" y="249"/>
                  </a:lnTo>
                  <a:lnTo>
                    <a:pt x="101" y="249"/>
                  </a:lnTo>
                  <a:lnTo>
                    <a:pt x="101" y="249"/>
                  </a:lnTo>
                  <a:lnTo>
                    <a:pt x="104" y="249"/>
                  </a:lnTo>
                  <a:lnTo>
                    <a:pt x="104" y="249"/>
                  </a:lnTo>
                  <a:lnTo>
                    <a:pt x="104" y="249"/>
                  </a:lnTo>
                  <a:lnTo>
                    <a:pt x="106" y="251"/>
                  </a:lnTo>
                  <a:lnTo>
                    <a:pt x="106" y="251"/>
                  </a:lnTo>
                  <a:lnTo>
                    <a:pt x="106" y="251"/>
                  </a:lnTo>
                  <a:lnTo>
                    <a:pt x="111" y="258"/>
                  </a:lnTo>
                  <a:lnTo>
                    <a:pt x="111" y="265"/>
                  </a:lnTo>
                  <a:lnTo>
                    <a:pt x="111" y="275"/>
                  </a:lnTo>
                  <a:lnTo>
                    <a:pt x="113" y="272"/>
                  </a:lnTo>
                  <a:lnTo>
                    <a:pt x="113" y="272"/>
                  </a:lnTo>
                  <a:lnTo>
                    <a:pt x="120" y="272"/>
                  </a:lnTo>
                  <a:lnTo>
                    <a:pt x="125" y="272"/>
                  </a:lnTo>
                  <a:lnTo>
                    <a:pt x="127" y="272"/>
                  </a:lnTo>
                  <a:lnTo>
                    <a:pt x="130" y="272"/>
                  </a:lnTo>
                  <a:lnTo>
                    <a:pt x="132" y="272"/>
                  </a:lnTo>
                  <a:lnTo>
                    <a:pt x="132" y="275"/>
                  </a:lnTo>
                  <a:lnTo>
                    <a:pt x="132" y="275"/>
                  </a:lnTo>
                  <a:lnTo>
                    <a:pt x="134" y="275"/>
                  </a:lnTo>
                  <a:lnTo>
                    <a:pt x="132" y="277"/>
                  </a:lnTo>
                  <a:lnTo>
                    <a:pt x="132" y="279"/>
                  </a:lnTo>
                  <a:lnTo>
                    <a:pt x="132" y="282"/>
                  </a:lnTo>
                  <a:lnTo>
                    <a:pt x="134" y="287"/>
                  </a:lnTo>
                  <a:lnTo>
                    <a:pt x="134" y="289"/>
                  </a:lnTo>
                  <a:lnTo>
                    <a:pt x="132" y="294"/>
                  </a:lnTo>
                  <a:lnTo>
                    <a:pt x="132" y="294"/>
                  </a:lnTo>
                  <a:lnTo>
                    <a:pt x="132" y="294"/>
                  </a:lnTo>
                  <a:lnTo>
                    <a:pt x="132" y="294"/>
                  </a:lnTo>
                  <a:lnTo>
                    <a:pt x="132" y="296"/>
                  </a:lnTo>
                  <a:lnTo>
                    <a:pt x="132" y="296"/>
                  </a:lnTo>
                  <a:lnTo>
                    <a:pt x="132" y="298"/>
                  </a:lnTo>
                  <a:lnTo>
                    <a:pt x="132" y="298"/>
                  </a:lnTo>
                  <a:lnTo>
                    <a:pt x="132" y="301"/>
                  </a:lnTo>
                  <a:lnTo>
                    <a:pt x="132" y="303"/>
                  </a:lnTo>
                  <a:lnTo>
                    <a:pt x="132" y="305"/>
                  </a:lnTo>
                  <a:lnTo>
                    <a:pt x="132" y="305"/>
                  </a:lnTo>
                  <a:lnTo>
                    <a:pt x="132" y="308"/>
                  </a:lnTo>
                  <a:lnTo>
                    <a:pt x="134" y="310"/>
                  </a:lnTo>
                  <a:lnTo>
                    <a:pt x="134" y="310"/>
                  </a:lnTo>
                  <a:lnTo>
                    <a:pt x="139" y="313"/>
                  </a:lnTo>
                  <a:lnTo>
                    <a:pt x="139" y="315"/>
                  </a:lnTo>
                  <a:lnTo>
                    <a:pt x="141" y="317"/>
                  </a:lnTo>
                  <a:lnTo>
                    <a:pt x="144" y="320"/>
                  </a:lnTo>
                  <a:lnTo>
                    <a:pt x="144" y="320"/>
                  </a:lnTo>
                  <a:lnTo>
                    <a:pt x="144" y="322"/>
                  </a:lnTo>
                  <a:lnTo>
                    <a:pt x="144" y="322"/>
                  </a:lnTo>
                  <a:lnTo>
                    <a:pt x="144" y="322"/>
                  </a:lnTo>
                  <a:lnTo>
                    <a:pt x="144" y="322"/>
                  </a:lnTo>
                  <a:lnTo>
                    <a:pt x="144" y="324"/>
                  </a:lnTo>
                  <a:lnTo>
                    <a:pt x="146" y="327"/>
                  </a:lnTo>
                  <a:lnTo>
                    <a:pt x="146" y="327"/>
                  </a:lnTo>
                  <a:lnTo>
                    <a:pt x="146" y="329"/>
                  </a:lnTo>
                  <a:lnTo>
                    <a:pt x="146" y="329"/>
                  </a:lnTo>
                  <a:lnTo>
                    <a:pt x="146" y="329"/>
                  </a:lnTo>
                  <a:lnTo>
                    <a:pt x="146" y="329"/>
                  </a:lnTo>
                  <a:lnTo>
                    <a:pt x="146" y="329"/>
                  </a:lnTo>
                  <a:lnTo>
                    <a:pt x="146" y="329"/>
                  </a:lnTo>
                  <a:lnTo>
                    <a:pt x="146" y="332"/>
                  </a:lnTo>
                  <a:lnTo>
                    <a:pt x="146" y="332"/>
                  </a:lnTo>
                  <a:lnTo>
                    <a:pt x="146" y="332"/>
                  </a:lnTo>
                  <a:lnTo>
                    <a:pt x="146" y="332"/>
                  </a:lnTo>
                  <a:lnTo>
                    <a:pt x="149" y="332"/>
                  </a:lnTo>
                  <a:lnTo>
                    <a:pt x="149" y="332"/>
                  </a:lnTo>
                  <a:lnTo>
                    <a:pt x="149" y="334"/>
                  </a:lnTo>
                  <a:lnTo>
                    <a:pt x="149" y="334"/>
                  </a:lnTo>
                  <a:lnTo>
                    <a:pt x="149" y="334"/>
                  </a:lnTo>
                  <a:lnTo>
                    <a:pt x="151" y="334"/>
                  </a:lnTo>
                  <a:lnTo>
                    <a:pt x="151" y="336"/>
                  </a:lnTo>
                  <a:lnTo>
                    <a:pt x="153" y="336"/>
                  </a:lnTo>
                  <a:lnTo>
                    <a:pt x="158" y="336"/>
                  </a:lnTo>
                  <a:lnTo>
                    <a:pt x="165" y="336"/>
                  </a:lnTo>
                  <a:lnTo>
                    <a:pt x="165" y="336"/>
                  </a:lnTo>
                  <a:lnTo>
                    <a:pt x="168" y="339"/>
                  </a:lnTo>
                  <a:lnTo>
                    <a:pt x="172" y="339"/>
                  </a:lnTo>
                  <a:lnTo>
                    <a:pt x="175" y="341"/>
                  </a:lnTo>
                  <a:lnTo>
                    <a:pt x="175" y="341"/>
                  </a:lnTo>
                  <a:lnTo>
                    <a:pt x="175" y="339"/>
                  </a:lnTo>
                  <a:lnTo>
                    <a:pt x="177" y="339"/>
                  </a:lnTo>
                  <a:lnTo>
                    <a:pt x="177" y="339"/>
                  </a:lnTo>
                  <a:lnTo>
                    <a:pt x="179" y="339"/>
                  </a:lnTo>
                  <a:lnTo>
                    <a:pt x="179" y="339"/>
                  </a:lnTo>
                  <a:lnTo>
                    <a:pt x="182" y="339"/>
                  </a:lnTo>
                  <a:lnTo>
                    <a:pt x="182" y="339"/>
                  </a:lnTo>
                  <a:lnTo>
                    <a:pt x="184" y="341"/>
                  </a:lnTo>
                  <a:lnTo>
                    <a:pt x="186" y="341"/>
                  </a:lnTo>
                  <a:lnTo>
                    <a:pt x="196" y="346"/>
                  </a:lnTo>
                  <a:lnTo>
                    <a:pt x="196" y="346"/>
                  </a:lnTo>
                  <a:lnTo>
                    <a:pt x="201" y="346"/>
                  </a:lnTo>
                  <a:lnTo>
                    <a:pt x="201" y="346"/>
                  </a:lnTo>
                  <a:lnTo>
                    <a:pt x="203" y="348"/>
                  </a:lnTo>
                  <a:lnTo>
                    <a:pt x="205" y="348"/>
                  </a:lnTo>
                  <a:lnTo>
                    <a:pt x="205" y="348"/>
                  </a:lnTo>
                  <a:lnTo>
                    <a:pt x="205" y="350"/>
                  </a:lnTo>
                  <a:lnTo>
                    <a:pt x="205" y="350"/>
                  </a:lnTo>
                  <a:lnTo>
                    <a:pt x="203" y="353"/>
                  </a:lnTo>
                  <a:lnTo>
                    <a:pt x="203" y="353"/>
                  </a:lnTo>
                  <a:lnTo>
                    <a:pt x="203" y="355"/>
                  </a:lnTo>
                  <a:lnTo>
                    <a:pt x="203" y="358"/>
                  </a:lnTo>
                  <a:lnTo>
                    <a:pt x="205" y="360"/>
                  </a:lnTo>
                  <a:lnTo>
                    <a:pt x="205" y="362"/>
                  </a:lnTo>
                  <a:lnTo>
                    <a:pt x="208" y="362"/>
                  </a:lnTo>
                  <a:lnTo>
                    <a:pt x="210" y="365"/>
                  </a:lnTo>
                  <a:lnTo>
                    <a:pt x="215" y="365"/>
                  </a:lnTo>
                  <a:lnTo>
                    <a:pt x="215" y="365"/>
                  </a:lnTo>
                  <a:lnTo>
                    <a:pt x="217" y="365"/>
                  </a:lnTo>
                  <a:lnTo>
                    <a:pt x="217" y="365"/>
                  </a:lnTo>
                  <a:lnTo>
                    <a:pt x="217" y="367"/>
                  </a:lnTo>
                  <a:lnTo>
                    <a:pt x="217" y="367"/>
                  </a:lnTo>
                  <a:lnTo>
                    <a:pt x="222" y="369"/>
                  </a:lnTo>
                  <a:lnTo>
                    <a:pt x="222" y="369"/>
                  </a:lnTo>
                  <a:lnTo>
                    <a:pt x="222" y="369"/>
                  </a:lnTo>
                  <a:lnTo>
                    <a:pt x="222" y="369"/>
                  </a:lnTo>
                  <a:lnTo>
                    <a:pt x="224" y="369"/>
                  </a:lnTo>
                  <a:lnTo>
                    <a:pt x="227" y="369"/>
                  </a:lnTo>
                  <a:lnTo>
                    <a:pt x="227" y="369"/>
                  </a:lnTo>
                  <a:lnTo>
                    <a:pt x="229" y="369"/>
                  </a:lnTo>
                  <a:lnTo>
                    <a:pt x="231" y="369"/>
                  </a:lnTo>
                  <a:lnTo>
                    <a:pt x="231" y="369"/>
                  </a:lnTo>
                  <a:lnTo>
                    <a:pt x="231" y="367"/>
                  </a:lnTo>
                  <a:lnTo>
                    <a:pt x="234" y="367"/>
                  </a:lnTo>
                  <a:lnTo>
                    <a:pt x="234" y="367"/>
                  </a:lnTo>
                  <a:lnTo>
                    <a:pt x="236" y="367"/>
                  </a:lnTo>
                  <a:lnTo>
                    <a:pt x="239" y="367"/>
                  </a:lnTo>
                  <a:lnTo>
                    <a:pt x="239" y="367"/>
                  </a:lnTo>
                  <a:lnTo>
                    <a:pt x="239" y="367"/>
                  </a:lnTo>
                  <a:lnTo>
                    <a:pt x="243" y="367"/>
                  </a:lnTo>
                  <a:lnTo>
                    <a:pt x="243" y="367"/>
                  </a:lnTo>
                  <a:lnTo>
                    <a:pt x="248" y="369"/>
                  </a:lnTo>
                  <a:lnTo>
                    <a:pt x="250" y="369"/>
                  </a:lnTo>
                  <a:lnTo>
                    <a:pt x="250" y="369"/>
                  </a:lnTo>
                  <a:lnTo>
                    <a:pt x="253" y="372"/>
                  </a:lnTo>
                  <a:lnTo>
                    <a:pt x="253" y="372"/>
                  </a:lnTo>
                  <a:lnTo>
                    <a:pt x="255" y="372"/>
                  </a:lnTo>
                  <a:lnTo>
                    <a:pt x="255" y="372"/>
                  </a:lnTo>
                  <a:lnTo>
                    <a:pt x="257" y="372"/>
                  </a:lnTo>
                  <a:lnTo>
                    <a:pt x="257" y="372"/>
                  </a:lnTo>
                  <a:lnTo>
                    <a:pt x="257" y="374"/>
                  </a:lnTo>
                  <a:lnTo>
                    <a:pt x="257" y="374"/>
                  </a:lnTo>
                  <a:lnTo>
                    <a:pt x="257" y="374"/>
                  </a:lnTo>
                  <a:lnTo>
                    <a:pt x="260" y="374"/>
                  </a:lnTo>
                  <a:lnTo>
                    <a:pt x="260" y="374"/>
                  </a:lnTo>
                  <a:lnTo>
                    <a:pt x="262" y="376"/>
                  </a:lnTo>
                  <a:lnTo>
                    <a:pt x="262" y="376"/>
                  </a:lnTo>
                  <a:lnTo>
                    <a:pt x="265" y="376"/>
                  </a:lnTo>
                  <a:lnTo>
                    <a:pt x="267" y="376"/>
                  </a:lnTo>
                  <a:lnTo>
                    <a:pt x="267" y="376"/>
                  </a:lnTo>
                  <a:lnTo>
                    <a:pt x="269" y="376"/>
                  </a:lnTo>
                  <a:lnTo>
                    <a:pt x="269" y="376"/>
                  </a:lnTo>
                  <a:lnTo>
                    <a:pt x="272" y="376"/>
                  </a:lnTo>
                  <a:lnTo>
                    <a:pt x="272" y="379"/>
                  </a:lnTo>
                  <a:lnTo>
                    <a:pt x="274" y="379"/>
                  </a:lnTo>
                  <a:lnTo>
                    <a:pt x="276" y="379"/>
                  </a:lnTo>
                  <a:lnTo>
                    <a:pt x="279" y="379"/>
                  </a:lnTo>
                  <a:lnTo>
                    <a:pt x="279" y="379"/>
                  </a:lnTo>
                  <a:lnTo>
                    <a:pt x="281" y="376"/>
                  </a:lnTo>
                  <a:lnTo>
                    <a:pt x="281" y="376"/>
                  </a:lnTo>
                  <a:lnTo>
                    <a:pt x="283" y="376"/>
                  </a:lnTo>
                  <a:lnTo>
                    <a:pt x="286" y="376"/>
                  </a:lnTo>
                  <a:lnTo>
                    <a:pt x="288" y="376"/>
                  </a:lnTo>
                  <a:lnTo>
                    <a:pt x="288" y="379"/>
                  </a:lnTo>
                  <a:lnTo>
                    <a:pt x="291" y="379"/>
                  </a:lnTo>
                  <a:lnTo>
                    <a:pt x="291" y="379"/>
                  </a:lnTo>
                  <a:lnTo>
                    <a:pt x="291" y="379"/>
                  </a:lnTo>
                  <a:lnTo>
                    <a:pt x="293" y="376"/>
                  </a:lnTo>
                  <a:lnTo>
                    <a:pt x="293" y="376"/>
                  </a:lnTo>
                  <a:lnTo>
                    <a:pt x="300" y="376"/>
                  </a:lnTo>
                  <a:lnTo>
                    <a:pt x="300" y="376"/>
                  </a:lnTo>
                  <a:lnTo>
                    <a:pt x="302" y="376"/>
                  </a:lnTo>
                  <a:lnTo>
                    <a:pt x="305" y="376"/>
                  </a:lnTo>
                  <a:lnTo>
                    <a:pt x="312" y="379"/>
                  </a:lnTo>
                  <a:lnTo>
                    <a:pt x="314" y="379"/>
                  </a:lnTo>
                  <a:lnTo>
                    <a:pt x="314" y="379"/>
                  </a:lnTo>
                  <a:lnTo>
                    <a:pt x="314" y="379"/>
                  </a:lnTo>
                  <a:lnTo>
                    <a:pt x="314" y="379"/>
                  </a:lnTo>
                  <a:lnTo>
                    <a:pt x="317" y="379"/>
                  </a:lnTo>
                  <a:lnTo>
                    <a:pt x="317" y="376"/>
                  </a:lnTo>
                  <a:lnTo>
                    <a:pt x="319" y="379"/>
                  </a:lnTo>
                  <a:lnTo>
                    <a:pt x="319" y="379"/>
                  </a:lnTo>
                  <a:lnTo>
                    <a:pt x="319" y="379"/>
                  </a:lnTo>
                  <a:lnTo>
                    <a:pt x="319" y="379"/>
                  </a:lnTo>
                  <a:lnTo>
                    <a:pt x="321" y="381"/>
                  </a:lnTo>
                  <a:lnTo>
                    <a:pt x="321" y="381"/>
                  </a:lnTo>
                  <a:lnTo>
                    <a:pt x="321" y="381"/>
                  </a:lnTo>
                  <a:lnTo>
                    <a:pt x="324" y="379"/>
                  </a:lnTo>
                  <a:lnTo>
                    <a:pt x="324" y="379"/>
                  </a:lnTo>
                  <a:lnTo>
                    <a:pt x="324" y="381"/>
                  </a:lnTo>
                  <a:lnTo>
                    <a:pt x="326" y="381"/>
                  </a:lnTo>
                  <a:lnTo>
                    <a:pt x="328" y="379"/>
                  </a:lnTo>
                  <a:lnTo>
                    <a:pt x="333" y="376"/>
                  </a:lnTo>
                  <a:lnTo>
                    <a:pt x="336" y="374"/>
                  </a:lnTo>
                  <a:lnTo>
                    <a:pt x="338" y="369"/>
                  </a:lnTo>
                  <a:lnTo>
                    <a:pt x="340" y="367"/>
                  </a:lnTo>
                  <a:lnTo>
                    <a:pt x="345" y="365"/>
                  </a:lnTo>
                  <a:lnTo>
                    <a:pt x="347" y="362"/>
                  </a:lnTo>
                  <a:lnTo>
                    <a:pt x="350" y="358"/>
                  </a:lnTo>
                  <a:lnTo>
                    <a:pt x="352" y="355"/>
                  </a:lnTo>
                  <a:lnTo>
                    <a:pt x="354" y="353"/>
                  </a:lnTo>
                  <a:lnTo>
                    <a:pt x="357" y="348"/>
                  </a:lnTo>
                  <a:lnTo>
                    <a:pt x="362" y="346"/>
                  </a:lnTo>
                  <a:lnTo>
                    <a:pt x="364" y="343"/>
                  </a:lnTo>
                  <a:lnTo>
                    <a:pt x="366" y="339"/>
                  </a:lnTo>
                  <a:lnTo>
                    <a:pt x="369" y="336"/>
                  </a:lnTo>
                  <a:lnTo>
                    <a:pt x="371" y="334"/>
                  </a:lnTo>
                  <a:lnTo>
                    <a:pt x="376" y="329"/>
                  </a:lnTo>
                  <a:lnTo>
                    <a:pt x="378" y="327"/>
                  </a:lnTo>
                  <a:lnTo>
                    <a:pt x="380" y="324"/>
                  </a:lnTo>
                  <a:lnTo>
                    <a:pt x="383" y="322"/>
                  </a:lnTo>
                  <a:lnTo>
                    <a:pt x="385" y="320"/>
                  </a:lnTo>
                  <a:lnTo>
                    <a:pt x="388" y="320"/>
                  </a:lnTo>
                  <a:lnTo>
                    <a:pt x="388" y="320"/>
                  </a:lnTo>
                  <a:lnTo>
                    <a:pt x="388" y="320"/>
                  </a:lnTo>
                  <a:lnTo>
                    <a:pt x="383" y="313"/>
                  </a:lnTo>
                  <a:lnTo>
                    <a:pt x="383" y="313"/>
                  </a:lnTo>
                  <a:lnTo>
                    <a:pt x="383" y="313"/>
                  </a:lnTo>
                  <a:lnTo>
                    <a:pt x="383" y="313"/>
                  </a:lnTo>
                  <a:lnTo>
                    <a:pt x="383" y="313"/>
                  </a:lnTo>
                  <a:lnTo>
                    <a:pt x="383" y="313"/>
                  </a:lnTo>
                  <a:lnTo>
                    <a:pt x="383" y="313"/>
                  </a:lnTo>
                  <a:lnTo>
                    <a:pt x="383" y="313"/>
                  </a:lnTo>
                  <a:lnTo>
                    <a:pt x="383" y="310"/>
                  </a:lnTo>
                  <a:lnTo>
                    <a:pt x="380" y="310"/>
                  </a:lnTo>
                  <a:lnTo>
                    <a:pt x="380" y="310"/>
                  </a:lnTo>
                  <a:lnTo>
                    <a:pt x="385" y="305"/>
                  </a:lnTo>
                  <a:lnTo>
                    <a:pt x="388" y="301"/>
                  </a:lnTo>
                  <a:lnTo>
                    <a:pt x="390" y="298"/>
                  </a:lnTo>
                  <a:lnTo>
                    <a:pt x="390" y="296"/>
                  </a:lnTo>
                  <a:lnTo>
                    <a:pt x="390" y="291"/>
                  </a:lnTo>
                  <a:lnTo>
                    <a:pt x="388" y="284"/>
                  </a:lnTo>
                  <a:lnTo>
                    <a:pt x="388" y="282"/>
                  </a:lnTo>
                  <a:lnTo>
                    <a:pt x="388" y="279"/>
                  </a:lnTo>
                  <a:lnTo>
                    <a:pt x="390" y="277"/>
                  </a:lnTo>
                  <a:lnTo>
                    <a:pt x="392" y="277"/>
                  </a:lnTo>
                  <a:lnTo>
                    <a:pt x="395" y="277"/>
                  </a:lnTo>
                  <a:lnTo>
                    <a:pt x="397" y="277"/>
                  </a:lnTo>
                  <a:lnTo>
                    <a:pt x="399" y="275"/>
                  </a:lnTo>
                  <a:lnTo>
                    <a:pt x="402" y="272"/>
                  </a:lnTo>
                  <a:lnTo>
                    <a:pt x="402" y="270"/>
                  </a:lnTo>
                  <a:lnTo>
                    <a:pt x="406" y="265"/>
                  </a:lnTo>
                  <a:lnTo>
                    <a:pt x="409" y="263"/>
                  </a:lnTo>
                  <a:lnTo>
                    <a:pt x="409" y="261"/>
                  </a:lnTo>
                  <a:lnTo>
                    <a:pt x="409" y="261"/>
                  </a:lnTo>
                  <a:lnTo>
                    <a:pt x="409" y="258"/>
                  </a:lnTo>
                  <a:lnTo>
                    <a:pt x="409" y="258"/>
                  </a:lnTo>
                  <a:lnTo>
                    <a:pt x="409" y="258"/>
                  </a:lnTo>
                  <a:lnTo>
                    <a:pt x="409" y="256"/>
                  </a:lnTo>
                  <a:lnTo>
                    <a:pt x="409" y="256"/>
                  </a:lnTo>
                  <a:lnTo>
                    <a:pt x="409" y="256"/>
                  </a:lnTo>
                  <a:lnTo>
                    <a:pt x="409" y="253"/>
                  </a:lnTo>
                  <a:lnTo>
                    <a:pt x="411" y="251"/>
                  </a:lnTo>
                  <a:lnTo>
                    <a:pt x="411" y="251"/>
                  </a:lnTo>
                  <a:lnTo>
                    <a:pt x="411" y="251"/>
                  </a:lnTo>
                  <a:lnTo>
                    <a:pt x="414" y="251"/>
                  </a:lnTo>
                  <a:lnTo>
                    <a:pt x="414" y="249"/>
                  </a:lnTo>
                  <a:lnTo>
                    <a:pt x="414" y="249"/>
                  </a:lnTo>
                  <a:lnTo>
                    <a:pt x="414" y="246"/>
                  </a:lnTo>
                  <a:lnTo>
                    <a:pt x="416" y="246"/>
                  </a:lnTo>
                  <a:lnTo>
                    <a:pt x="416" y="246"/>
                  </a:lnTo>
                  <a:lnTo>
                    <a:pt x="416" y="246"/>
                  </a:lnTo>
                  <a:lnTo>
                    <a:pt x="416" y="242"/>
                  </a:lnTo>
                  <a:lnTo>
                    <a:pt x="418" y="239"/>
                  </a:lnTo>
                  <a:lnTo>
                    <a:pt x="418" y="237"/>
                  </a:lnTo>
                  <a:lnTo>
                    <a:pt x="418" y="234"/>
                  </a:lnTo>
                  <a:lnTo>
                    <a:pt x="418" y="234"/>
                  </a:lnTo>
                  <a:lnTo>
                    <a:pt x="418" y="232"/>
                  </a:lnTo>
                  <a:lnTo>
                    <a:pt x="416" y="232"/>
                  </a:lnTo>
                  <a:lnTo>
                    <a:pt x="416" y="232"/>
                  </a:lnTo>
                  <a:lnTo>
                    <a:pt x="414" y="230"/>
                  </a:lnTo>
                  <a:lnTo>
                    <a:pt x="414" y="230"/>
                  </a:lnTo>
                  <a:lnTo>
                    <a:pt x="414" y="227"/>
                  </a:lnTo>
                  <a:lnTo>
                    <a:pt x="414" y="227"/>
                  </a:lnTo>
                  <a:lnTo>
                    <a:pt x="414" y="225"/>
                  </a:lnTo>
                  <a:lnTo>
                    <a:pt x="414" y="225"/>
                  </a:lnTo>
                  <a:lnTo>
                    <a:pt x="411" y="227"/>
                  </a:lnTo>
                  <a:lnTo>
                    <a:pt x="409" y="227"/>
                  </a:lnTo>
                  <a:lnTo>
                    <a:pt x="409" y="227"/>
                  </a:lnTo>
                  <a:lnTo>
                    <a:pt x="406" y="227"/>
                  </a:lnTo>
                  <a:lnTo>
                    <a:pt x="406" y="227"/>
                  </a:lnTo>
                  <a:lnTo>
                    <a:pt x="406" y="225"/>
                  </a:lnTo>
                  <a:lnTo>
                    <a:pt x="406" y="225"/>
                  </a:lnTo>
                  <a:lnTo>
                    <a:pt x="406" y="225"/>
                  </a:lnTo>
                  <a:lnTo>
                    <a:pt x="406" y="225"/>
                  </a:lnTo>
                  <a:lnTo>
                    <a:pt x="406" y="223"/>
                  </a:lnTo>
                  <a:lnTo>
                    <a:pt x="406" y="223"/>
                  </a:lnTo>
                  <a:lnTo>
                    <a:pt x="406" y="223"/>
                  </a:lnTo>
                  <a:lnTo>
                    <a:pt x="406" y="218"/>
                  </a:lnTo>
                  <a:lnTo>
                    <a:pt x="406" y="218"/>
                  </a:lnTo>
                  <a:lnTo>
                    <a:pt x="406" y="216"/>
                  </a:lnTo>
                  <a:lnTo>
                    <a:pt x="406" y="216"/>
                  </a:lnTo>
                  <a:lnTo>
                    <a:pt x="406" y="216"/>
                  </a:lnTo>
                  <a:lnTo>
                    <a:pt x="404" y="216"/>
                  </a:lnTo>
                  <a:lnTo>
                    <a:pt x="404" y="216"/>
                  </a:lnTo>
                  <a:lnTo>
                    <a:pt x="404" y="213"/>
                  </a:lnTo>
                  <a:lnTo>
                    <a:pt x="404" y="211"/>
                  </a:lnTo>
                  <a:lnTo>
                    <a:pt x="404" y="211"/>
                  </a:lnTo>
                  <a:lnTo>
                    <a:pt x="404" y="208"/>
                  </a:lnTo>
                  <a:lnTo>
                    <a:pt x="406" y="208"/>
                  </a:lnTo>
                  <a:lnTo>
                    <a:pt x="406" y="206"/>
                  </a:lnTo>
                  <a:lnTo>
                    <a:pt x="406" y="206"/>
                  </a:lnTo>
                  <a:lnTo>
                    <a:pt x="406" y="204"/>
                  </a:lnTo>
                  <a:lnTo>
                    <a:pt x="406" y="204"/>
                  </a:lnTo>
                  <a:lnTo>
                    <a:pt x="409" y="197"/>
                  </a:lnTo>
                  <a:lnTo>
                    <a:pt x="409" y="194"/>
                  </a:lnTo>
                  <a:lnTo>
                    <a:pt x="409" y="194"/>
                  </a:lnTo>
                  <a:lnTo>
                    <a:pt x="409" y="192"/>
                  </a:lnTo>
                  <a:lnTo>
                    <a:pt x="406" y="192"/>
                  </a:lnTo>
                  <a:lnTo>
                    <a:pt x="406" y="192"/>
                  </a:lnTo>
                  <a:lnTo>
                    <a:pt x="406" y="192"/>
                  </a:lnTo>
                  <a:lnTo>
                    <a:pt x="406" y="192"/>
                  </a:lnTo>
                  <a:lnTo>
                    <a:pt x="406" y="190"/>
                  </a:lnTo>
                  <a:lnTo>
                    <a:pt x="406" y="190"/>
                  </a:lnTo>
                  <a:lnTo>
                    <a:pt x="404" y="190"/>
                  </a:lnTo>
                  <a:lnTo>
                    <a:pt x="402" y="190"/>
                  </a:lnTo>
                  <a:lnTo>
                    <a:pt x="402" y="190"/>
                  </a:lnTo>
                  <a:lnTo>
                    <a:pt x="399" y="190"/>
                  </a:lnTo>
                  <a:lnTo>
                    <a:pt x="399" y="190"/>
                  </a:lnTo>
                  <a:lnTo>
                    <a:pt x="399" y="190"/>
                  </a:lnTo>
                  <a:lnTo>
                    <a:pt x="399" y="190"/>
                  </a:lnTo>
                  <a:lnTo>
                    <a:pt x="399" y="187"/>
                  </a:lnTo>
                  <a:lnTo>
                    <a:pt x="399" y="187"/>
                  </a:lnTo>
                  <a:lnTo>
                    <a:pt x="399" y="185"/>
                  </a:lnTo>
                  <a:lnTo>
                    <a:pt x="399" y="185"/>
                  </a:lnTo>
                  <a:lnTo>
                    <a:pt x="402" y="185"/>
                  </a:lnTo>
                  <a:lnTo>
                    <a:pt x="402" y="185"/>
                  </a:lnTo>
                  <a:lnTo>
                    <a:pt x="402" y="185"/>
                  </a:lnTo>
                  <a:lnTo>
                    <a:pt x="399" y="182"/>
                  </a:lnTo>
                  <a:lnTo>
                    <a:pt x="399" y="180"/>
                  </a:lnTo>
                  <a:lnTo>
                    <a:pt x="399" y="180"/>
                  </a:lnTo>
                  <a:lnTo>
                    <a:pt x="404" y="178"/>
                  </a:lnTo>
                  <a:lnTo>
                    <a:pt x="406" y="178"/>
                  </a:lnTo>
                  <a:lnTo>
                    <a:pt x="409" y="178"/>
                  </a:lnTo>
                  <a:lnTo>
                    <a:pt x="411" y="178"/>
                  </a:lnTo>
                  <a:lnTo>
                    <a:pt x="411" y="175"/>
                  </a:lnTo>
                  <a:lnTo>
                    <a:pt x="411" y="175"/>
                  </a:lnTo>
                  <a:lnTo>
                    <a:pt x="411" y="173"/>
                  </a:lnTo>
                  <a:lnTo>
                    <a:pt x="411" y="173"/>
                  </a:lnTo>
                  <a:lnTo>
                    <a:pt x="411" y="171"/>
                  </a:lnTo>
                  <a:lnTo>
                    <a:pt x="411" y="168"/>
                  </a:lnTo>
                  <a:lnTo>
                    <a:pt x="409" y="166"/>
                  </a:lnTo>
                  <a:lnTo>
                    <a:pt x="409" y="163"/>
                  </a:lnTo>
                  <a:lnTo>
                    <a:pt x="409" y="163"/>
                  </a:lnTo>
                  <a:lnTo>
                    <a:pt x="411" y="161"/>
                  </a:lnTo>
                  <a:lnTo>
                    <a:pt x="411" y="161"/>
                  </a:lnTo>
                  <a:lnTo>
                    <a:pt x="411" y="161"/>
                  </a:lnTo>
                  <a:lnTo>
                    <a:pt x="414" y="161"/>
                  </a:lnTo>
                  <a:lnTo>
                    <a:pt x="414" y="161"/>
                  </a:lnTo>
                  <a:lnTo>
                    <a:pt x="416" y="159"/>
                  </a:lnTo>
                  <a:lnTo>
                    <a:pt x="416" y="159"/>
                  </a:lnTo>
                  <a:lnTo>
                    <a:pt x="416" y="159"/>
                  </a:lnTo>
                  <a:lnTo>
                    <a:pt x="416" y="156"/>
                  </a:lnTo>
                  <a:lnTo>
                    <a:pt x="416" y="156"/>
                  </a:lnTo>
                  <a:lnTo>
                    <a:pt x="416" y="156"/>
                  </a:lnTo>
                  <a:lnTo>
                    <a:pt x="416" y="156"/>
                  </a:lnTo>
                  <a:lnTo>
                    <a:pt x="416" y="154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F70FB6C2-1CC4-852B-0085-C095BD131B6F}"/>
                </a:ext>
              </a:extLst>
            </p:cNvPr>
            <p:cNvSpPr>
              <a:spLocks/>
            </p:cNvSpPr>
            <p:nvPr/>
          </p:nvSpPr>
          <p:spPr bwMode="auto">
            <a:xfrm>
              <a:off x="8619400" y="3888126"/>
              <a:ext cx="794648" cy="686403"/>
            </a:xfrm>
            <a:custGeom>
              <a:avLst/>
              <a:gdLst>
                <a:gd name="T0" fmla="*/ 606 w 624"/>
                <a:gd name="T1" fmla="*/ 99 h 539"/>
                <a:gd name="T2" fmla="*/ 598 w 624"/>
                <a:gd name="T3" fmla="*/ 76 h 539"/>
                <a:gd name="T4" fmla="*/ 587 w 624"/>
                <a:gd name="T5" fmla="*/ 68 h 539"/>
                <a:gd name="T6" fmla="*/ 549 w 624"/>
                <a:gd name="T7" fmla="*/ 50 h 539"/>
                <a:gd name="T8" fmla="*/ 518 w 624"/>
                <a:gd name="T9" fmla="*/ 38 h 539"/>
                <a:gd name="T10" fmla="*/ 497 w 624"/>
                <a:gd name="T11" fmla="*/ 21 h 539"/>
                <a:gd name="T12" fmla="*/ 395 w 624"/>
                <a:gd name="T13" fmla="*/ 12 h 539"/>
                <a:gd name="T14" fmla="*/ 350 w 624"/>
                <a:gd name="T15" fmla="*/ 66 h 539"/>
                <a:gd name="T16" fmla="*/ 357 w 624"/>
                <a:gd name="T17" fmla="*/ 83 h 539"/>
                <a:gd name="T18" fmla="*/ 355 w 624"/>
                <a:gd name="T19" fmla="*/ 116 h 539"/>
                <a:gd name="T20" fmla="*/ 357 w 624"/>
                <a:gd name="T21" fmla="*/ 135 h 539"/>
                <a:gd name="T22" fmla="*/ 348 w 624"/>
                <a:gd name="T23" fmla="*/ 154 h 539"/>
                <a:gd name="T24" fmla="*/ 343 w 624"/>
                <a:gd name="T25" fmla="*/ 182 h 539"/>
                <a:gd name="T26" fmla="*/ 357 w 624"/>
                <a:gd name="T27" fmla="*/ 203 h 539"/>
                <a:gd name="T28" fmla="*/ 381 w 624"/>
                <a:gd name="T29" fmla="*/ 225 h 539"/>
                <a:gd name="T30" fmla="*/ 404 w 624"/>
                <a:gd name="T31" fmla="*/ 227 h 539"/>
                <a:gd name="T32" fmla="*/ 414 w 624"/>
                <a:gd name="T33" fmla="*/ 213 h 539"/>
                <a:gd name="T34" fmla="*/ 407 w 624"/>
                <a:gd name="T35" fmla="*/ 281 h 539"/>
                <a:gd name="T36" fmla="*/ 400 w 624"/>
                <a:gd name="T37" fmla="*/ 274 h 539"/>
                <a:gd name="T38" fmla="*/ 369 w 624"/>
                <a:gd name="T39" fmla="*/ 267 h 539"/>
                <a:gd name="T40" fmla="*/ 355 w 624"/>
                <a:gd name="T41" fmla="*/ 251 h 539"/>
                <a:gd name="T42" fmla="*/ 336 w 624"/>
                <a:gd name="T43" fmla="*/ 229 h 539"/>
                <a:gd name="T44" fmla="*/ 312 w 624"/>
                <a:gd name="T45" fmla="*/ 220 h 539"/>
                <a:gd name="T46" fmla="*/ 270 w 624"/>
                <a:gd name="T47" fmla="*/ 182 h 539"/>
                <a:gd name="T48" fmla="*/ 248 w 624"/>
                <a:gd name="T49" fmla="*/ 203 h 539"/>
                <a:gd name="T50" fmla="*/ 208 w 624"/>
                <a:gd name="T51" fmla="*/ 194 h 539"/>
                <a:gd name="T52" fmla="*/ 187 w 624"/>
                <a:gd name="T53" fmla="*/ 189 h 539"/>
                <a:gd name="T54" fmla="*/ 177 w 624"/>
                <a:gd name="T55" fmla="*/ 170 h 539"/>
                <a:gd name="T56" fmla="*/ 144 w 624"/>
                <a:gd name="T57" fmla="*/ 168 h 539"/>
                <a:gd name="T58" fmla="*/ 123 w 624"/>
                <a:gd name="T59" fmla="*/ 170 h 539"/>
                <a:gd name="T60" fmla="*/ 118 w 624"/>
                <a:gd name="T61" fmla="*/ 151 h 539"/>
                <a:gd name="T62" fmla="*/ 109 w 624"/>
                <a:gd name="T63" fmla="*/ 158 h 539"/>
                <a:gd name="T64" fmla="*/ 106 w 624"/>
                <a:gd name="T65" fmla="*/ 199 h 539"/>
                <a:gd name="T66" fmla="*/ 0 w 624"/>
                <a:gd name="T67" fmla="*/ 260 h 539"/>
                <a:gd name="T68" fmla="*/ 0 w 624"/>
                <a:gd name="T69" fmla="*/ 433 h 539"/>
                <a:gd name="T70" fmla="*/ 7 w 624"/>
                <a:gd name="T71" fmla="*/ 452 h 539"/>
                <a:gd name="T72" fmla="*/ 21 w 624"/>
                <a:gd name="T73" fmla="*/ 464 h 539"/>
                <a:gd name="T74" fmla="*/ 45 w 624"/>
                <a:gd name="T75" fmla="*/ 490 h 539"/>
                <a:gd name="T76" fmla="*/ 71 w 624"/>
                <a:gd name="T77" fmla="*/ 509 h 539"/>
                <a:gd name="T78" fmla="*/ 113 w 624"/>
                <a:gd name="T79" fmla="*/ 506 h 539"/>
                <a:gd name="T80" fmla="*/ 142 w 624"/>
                <a:gd name="T81" fmla="*/ 509 h 539"/>
                <a:gd name="T82" fmla="*/ 163 w 624"/>
                <a:gd name="T83" fmla="*/ 513 h 539"/>
                <a:gd name="T84" fmla="*/ 173 w 624"/>
                <a:gd name="T85" fmla="*/ 521 h 539"/>
                <a:gd name="T86" fmla="*/ 199 w 624"/>
                <a:gd name="T87" fmla="*/ 525 h 539"/>
                <a:gd name="T88" fmla="*/ 220 w 624"/>
                <a:gd name="T89" fmla="*/ 532 h 539"/>
                <a:gd name="T90" fmla="*/ 246 w 624"/>
                <a:gd name="T91" fmla="*/ 535 h 539"/>
                <a:gd name="T92" fmla="*/ 277 w 624"/>
                <a:gd name="T93" fmla="*/ 523 h 539"/>
                <a:gd name="T94" fmla="*/ 367 w 624"/>
                <a:gd name="T95" fmla="*/ 447 h 539"/>
                <a:gd name="T96" fmla="*/ 378 w 624"/>
                <a:gd name="T97" fmla="*/ 421 h 539"/>
                <a:gd name="T98" fmla="*/ 428 w 624"/>
                <a:gd name="T99" fmla="*/ 405 h 539"/>
                <a:gd name="T100" fmla="*/ 449 w 624"/>
                <a:gd name="T101" fmla="*/ 395 h 539"/>
                <a:gd name="T102" fmla="*/ 466 w 624"/>
                <a:gd name="T103" fmla="*/ 360 h 539"/>
                <a:gd name="T104" fmla="*/ 601 w 624"/>
                <a:gd name="T105" fmla="*/ 315 h 539"/>
                <a:gd name="T106" fmla="*/ 582 w 624"/>
                <a:gd name="T107" fmla="*/ 305 h 539"/>
                <a:gd name="T108" fmla="*/ 579 w 624"/>
                <a:gd name="T109" fmla="*/ 286 h 539"/>
                <a:gd name="T110" fmla="*/ 587 w 624"/>
                <a:gd name="T111" fmla="*/ 251 h 539"/>
                <a:gd name="T112" fmla="*/ 598 w 624"/>
                <a:gd name="T113" fmla="*/ 239 h 539"/>
                <a:gd name="T114" fmla="*/ 615 w 624"/>
                <a:gd name="T115" fmla="*/ 227 h 539"/>
                <a:gd name="T116" fmla="*/ 606 w 624"/>
                <a:gd name="T117" fmla="*/ 196 h 539"/>
                <a:gd name="T118" fmla="*/ 606 w 624"/>
                <a:gd name="T119" fmla="*/ 170 h 539"/>
                <a:gd name="T120" fmla="*/ 606 w 624"/>
                <a:gd name="T121" fmla="*/ 142 h 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24" h="539">
                  <a:moveTo>
                    <a:pt x="624" y="128"/>
                  </a:moveTo>
                  <a:lnTo>
                    <a:pt x="624" y="128"/>
                  </a:lnTo>
                  <a:lnTo>
                    <a:pt x="624" y="128"/>
                  </a:lnTo>
                  <a:lnTo>
                    <a:pt x="624" y="125"/>
                  </a:lnTo>
                  <a:lnTo>
                    <a:pt x="624" y="125"/>
                  </a:lnTo>
                  <a:lnTo>
                    <a:pt x="624" y="123"/>
                  </a:lnTo>
                  <a:lnTo>
                    <a:pt x="622" y="123"/>
                  </a:lnTo>
                  <a:lnTo>
                    <a:pt x="622" y="121"/>
                  </a:lnTo>
                  <a:lnTo>
                    <a:pt x="622" y="121"/>
                  </a:lnTo>
                  <a:lnTo>
                    <a:pt x="620" y="118"/>
                  </a:lnTo>
                  <a:lnTo>
                    <a:pt x="620" y="118"/>
                  </a:lnTo>
                  <a:lnTo>
                    <a:pt x="617" y="116"/>
                  </a:lnTo>
                  <a:lnTo>
                    <a:pt x="617" y="113"/>
                  </a:lnTo>
                  <a:lnTo>
                    <a:pt x="617" y="111"/>
                  </a:lnTo>
                  <a:lnTo>
                    <a:pt x="617" y="109"/>
                  </a:lnTo>
                  <a:lnTo>
                    <a:pt x="617" y="109"/>
                  </a:lnTo>
                  <a:lnTo>
                    <a:pt x="615" y="106"/>
                  </a:lnTo>
                  <a:lnTo>
                    <a:pt x="615" y="106"/>
                  </a:lnTo>
                  <a:lnTo>
                    <a:pt x="613" y="106"/>
                  </a:lnTo>
                  <a:lnTo>
                    <a:pt x="613" y="104"/>
                  </a:lnTo>
                  <a:lnTo>
                    <a:pt x="613" y="104"/>
                  </a:lnTo>
                  <a:lnTo>
                    <a:pt x="610" y="104"/>
                  </a:lnTo>
                  <a:lnTo>
                    <a:pt x="606" y="102"/>
                  </a:lnTo>
                  <a:lnTo>
                    <a:pt x="606" y="99"/>
                  </a:lnTo>
                  <a:lnTo>
                    <a:pt x="606" y="99"/>
                  </a:lnTo>
                  <a:lnTo>
                    <a:pt x="606" y="97"/>
                  </a:lnTo>
                  <a:lnTo>
                    <a:pt x="608" y="95"/>
                  </a:lnTo>
                  <a:lnTo>
                    <a:pt x="608" y="92"/>
                  </a:lnTo>
                  <a:lnTo>
                    <a:pt x="608" y="92"/>
                  </a:lnTo>
                  <a:lnTo>
                    <a:pt x="608" y="90"/>
                  </a:lnTo>
                  <a:lnTo>
                    <a:pt x="608" y="87"/>
                  </a:lnTo>
                  <a:lnTo>
                    <a:pt x="608" y="87"/>
                  </a:lnTo>
                  <a:lnTo>
                    <a:pt x="606" y="87"/>
                  </a:lnTo>
                  <a:lnTo>
                    <a:pt x="606" y="85"/>
                  </a:lnTo>
                  <a:lnTo>
                    <a:pt x="603" y="85"/>
                  </a:lnTo>
                  <a:lnTo>
                    <a:pt x="603" y="85"/>
                  </a:lnTo>
                  <a:lnTo>
                    <a:pt x="603" y="83"/>
                  </a:lnTo>
                  <a:lnTo>
                    <a:pt x="603" y="83"/>
                  </a:lnTo>
                  <a:lnTo>
                    <a:pt x="601" y="83"/>
                  </a:lnTo>
                  <a:lnTo>
                    <a:pt x="601" y="80"/>
                  </a:lnTo>
                  <a:lnTo>
                    <a:pt x="601" y="80"/>
                  </a:lnTo>
                  <a:lnTo>
                    <a:pt x="601" y="80"/>
                  </a:lnTo>
                  <a:lnTo>
                    <a:pt x="601" y="80"/>
                  </a:lnTo>
                  <a:lnTo>
                    <a:pt x="601" y="78"/>
                  </a:lnTo>
                  <a:lnTo>
                    <a:pt x="601" y="78"/>
                  </a:lnTo>
                  <a:lnTo>
                    <a:pt x="601" y="78"/>
                  </a:lnTo>
                  <a:lnTo>
                    <a:pt x="601" y="76"/>
                  </a:lnTo>
                  <a:lnTo>
                    <a:pt x="598" y="76"/>
                  </a:lnTo>
                  <a:lnTo>
                    <a:pt x="596" y="76"/>
                  </a:lnTo>
                  <a:lnTo>
                    <a:pt x="594" y="73"/>
                  </a:lnTo>
                  <a:lnTo>
                    <a:pt x="594" y="76"/>
                  </a:lnTo>
                  <a:lnTo>
                    <a:pt x="594" y="78"/>
                  </a:lnTo>
                  <a:lnTo>
                    <a:pt x="594" y="78"/>
                  </a:lnTo>
                  <a:lnTo>
                    <a:pt x="594" y="78"/>
                  </a:lnTo>
                  <a:lnTo>
                    <a:pt x="591" y="78"/>
                  </a:lnTo>
                  <a:lnTo>
                    <a:pt x="591" y="76"/>
                  </a:lnTo>
                  <a:lnTo>
                    <a:pt x="591" y="76"/>
                  </a:lnTo>
                  <a:lnTo>
                    <a:pt x="591" y="76"/>
                  </a:lnTo>
                  <a:lnTo>
                    <a:pt x="591" y="76"/>
                  </a:lnTo>
                  <a:lnTo>
                    <a:pt x="589" y="76"/>
                  </a:lnTo>
                  <a:lnTo>
                    <a:pt x="589" y="76"/>
                  </a:lnTo>
                  <a:lnTo>
                    <a:pt x="589" y="76"/>
                  </a:lnTo>
                  <a:lnTo>
                    <a:pt x="589" y="76"/>
                  </a:lnTo>
                  <a:lnTo>
                    <a:pt x="589" y="71"/>
                  </a:lnTo>
                  <a:lnTo>
                    <a:pt x="589" y="68"/>
                  </a:lnTo>
                  <a:lnTo>
                    <a:pt x="589" y="68"/>
                  </a:lnTo>
                  <a:lnTo>
                    <a:pt x="589" y="68"/>
                  </a:lnTo>
                  <a:lnTo>
                    <a:pt x="587" y="68"/>
                  </a:lnTo>
                  <a:lnTo>
                    <a:pt x="587" y="68"/>
                  </a:lnTo>
                  <a:lnTo>
                    <a:pt x="587" y="68"/>
                  </a:lnTo>
                  <a:lnTo>
                    <a:pt x="587" y="68"/>
                  </a:lnTo>
                  <a:lnTo>
                    <a:pt x="587" y="68"/>
                  </a:lnTo>
                  <a:lnTo>
                    <a:pt x="584" y="68"/>
                  </a:lnTo>
                  <a:lnTo>
                    <a:pt x="584" y="64"/>
                  </a:lnTo>
                  <a:lnTo>
                    <a:pt x="584" y="64"/>
                  </a:lnTo>
                  <a:lnTo>
                    <a:pt x="579" y="61"/>
                  </a:lnTo>
                  <a:lnTo>
                    <a:pt x="577" y="61"/>
                  </a:lnTo>
                  <a:lnTo>
                    <a:pt x="577" y="61"/>
                  </a:lnTo>
                  <a:lnTo>
                    <a:pt x="577" y="61"/>
                  </a:lnTo>
                  <a:lnTo>
                    <a:pt x="577" y="61"/>
                  </a:lnTo>
                  <a:lnTo>
                    <a:pt x="575" y="61"/>
                  </a:lnTo>
                  <a:lnTo>
                    <a:pt x="575" y="59"/>
                  </a:lnTo>
                  <a:lnTo>
                    <a:pt x="575" y="59"/>
                  </a:lnTo>
                  <a:lnTo>
                    <a:pt x="575" y="59"/>
                  </a:lnTo>
                  <a:lnTo>
                    <a:pt x="575" y="59"/>
                  </a:lnTo>
                  <a:lnTo>
                    <a:pt x="570" y="57"/>
                  </a:lnTo>
                  <a:lnTo>
                    <a:pt x="565" y="57"/>
                  </a:lnTo>
                  <a:lnTo>
                    <a:pt x="563" y="57"/>
                  </a:lnTo>
                  <a:lnTo>
                    <a:pt x="563" y="57"/>
                  </a:lnTo>
                  <a:lnTo>
                    <a:pt x="563" y="54"/>
                  </a:lnTo>
                  <a:lnTo>
                    <a:pt x="561" y="52"/>
                  </a:lnTo>
                  <a:lnTo>
                    <a:pt x="561" y="52"/>
                  </a:lnTo>
                  <a:lnTo>
                    <a:pt x="558" y="50"/>
                  </a:lnTo>
                  <a:lnTo>
                    <a:pt x="556" y="50"/>
                  </a:lnTo>
                  <a:lnTo>
                    <a:pt x="549" y="50"/>
                  </a:lnTo>
                  <a:lnTo>
                    <a:pt x="549" y="50"/>
                  </a:lnTo>
                  <a:lnTo>
                    <a:pt x="546" y="50"/>
                  </a:lnTo>
                  <a:lnTo>
                    <a:pt x="546" y="50"/>
                  </a:lnTo>
                  <a:lnTo>
                    <a:pt x="544" y="47"/>
                  </a:lnTo>
                  <a:lnTo>
                    <a:pt x="544" y="47"/>
                  </a:lnTo>
                  <a:lnTo>
                    <a:pt x="544" y="47"/>
                  </a:lnTo>
                  <a:lnTo>
                    <a:pt x="542" y="47"/>
                  </a:lnTo>
                  <a:lnTo>
                    <a:pt x="542" y="47"/>
                  </a:lnTo>
                  <a:lnTo>
                    <a:pt x="542" y="47"/>
                  </a:lnTo>
                  <a:lnTo>
                    <a:pt x="542" y="47"/>
                  </a:lnTo>
                  <a:lnTo>
                    <a:pt x="539" y="45"/>
                  </a:lnTo>
                  <a:lnTo>
                    <a:pt x="537" y="45"/>
                  </a:lnTo>
                  <a:lnTo>
                    <a:pt x="537" y="45"/>
                  </a:lnTo>
                  <a:lnTo>
                    <a:pt x="537" y="47"/>
                  </a:lnTo>
                  <a:lnTo>
                    <a:pt x="535" y="47"/>
                  </a:lnTo>
                  <a:lnTo>
                    <a:pt x="532" y="45"/>
                  </a:lnTo>
                  <a:lnTo>
                    <a:pt x="532" y="45"/>
                  </a:lnTo>
                  <a:lnTo>
                    <a:pt x="532" y="40"/>
                  </a:lnTo>
                  <a:lnTo>
                    <a:pt x="532" y="40"/>
                  </a:lnTo>
                  <a:lnTo>
                    <a:pt x="525" y="38"/>
                  </a:lnTo>
                  <a:lnTo>
                    <a:pt x="523" y="38"/>
                  </a:lnTo>
                  <a:lnTo>
                    <a:pt x="523" y="38"/>
                  </a:lnTo>
                  <a:lnTo>
                    <a:pt x="520" y="38"/>
                  </a:lnTo>
                  <a:lnTo>
                    <a:pt x="520" y="38"/>
                  </a:lnTo>
                  <a:lnTo>
                    <a:pt x="518" y="38"/>
                  </a:lnTo>
                  <a:lnTo>
                    <a:pt x="513" y="33"/>
                  </a:lnTo>
                  <a:lnTo>
                    <a:pt x="513" y="33"/>
                  </a:lnTo>
                  <a:lnTo>
                    <a:pt x="511" y="31"/>
                  </a:lnTo>
                  <a:lnTo>
                    <a:pt x="511" y="28"/>
                  </a:lnTo>
                  <a:lnTo>
                    <a:pt x="511" y="26"/>
                  </a:lnTo>
                  <a:lnTo>
                    <a:pt x="511" y="26"/>
                  </a:lnTo>
                  <a:lnTo>
                    <a:pt x="509" y="26"/>
                  </a:lnTo>
                  <a:lnTo>
                    <a:pt x="509" y="24"/>
                  </a:lnTo>
                  <a:lnTo>
                    <a:pt x="506" y="24"/>
                  </a:lnTo>
                  <a:lnTo>
                    <a:pt x="506" y="24"/>
                  </a:lnTo>
                  <a:lnTo>
                    <a:pt x="504" y="24"/>
                  </a:lnTo>
                  <a:lnTo>
                    <a:pt x="504" y="24"/>
                  </a:lnTo>
                  <a:lnTo>
                    <a:pt x="504" y="24"/>
                  </a:lnTo>
                  <a:lnTo>
                    <a:pt x="501" y="24"/>
                  </a:lnTo>
                  <a:lnTo>
                    <a:pt x="501" y="21"/>
                  </a:lnTo>
                  <a:lnTo>
                    <a:pt x="501" y="21"/>
                  </a:lnTo>
                  <a:lnTo>
                    <a:pt x="501" y="21"/>
                  </a:lnTo>
                  <a:lnTo>
                    <a:pt x="501" y="21"/>
                  </a:lnTo>
                  <a:lnTo>
                    <a:pt x="501" y="21"/>
                  </a:lnTo>
                  <a:lnTo>
                    <a:pt x="501" y="21"/>
                  </a:lnTo>
                  <a:lnTo>
                    <a:pt x="501" y="21"/>
                  </a:lnTo>
                  <a:lnTo>
                    <a:pt x="499" y="21"/>
                  </a:lnTo>
                  <a:lnTo>
                    <a:pt x="497" y="21"/>
                  </a:lnTo>
                  <a:lnTo>
                    <a:pt x="497" y="21"/>
                  </a:lnTo>
                  <a:lnTo>
                    <a:pt x="497" y="24"/>
                  </a:lnTo>
                  <a:lnTo>
                    <a:pt x="497" y="21"/>
                  </a:lnTo>
                  <a:lnTo>
                    <a:pt x="494" y="21"/>
                  </a:lnTo>
                  <a:lnTo>
                    <a:pt x="494" y="21"/>
                  </a:lnTo>
                  <a:lnTo>
                    <a:pt x="494" y="21"/>
                  </a:lnTo>
                  <a:lnTo>
                    <a:pt x="492" y="21"/>
                  </a:lnTo>
                  <a:lnTo>
                    <a:pt x="492" y="21"/>
                  </a:lnTo>
                  <a:lnTo>
                    <a:pt x="490" y="21"/>
                  </a:lnTo>
                  <a:lnTo>
                    <a:pt x="490" y="21"/>
                  </a:lnTo>
                  <a:lnTo>
                    <a:pt x="487" y="21"/>
                  </a:lnTo>
                  <a:lnTo>
                    <a:pt x="485" y="21"/>
                  </a:lnTo>
                  <a:lnTo>
                    <a:pt x="482" y="19"/>
                  </a:lnTo>
                  <a:lnTo>
                    <a:pt x="480" y="19"/>
                  </a:lnTo>
                  <a:lnTo>
                    <a:pt x="478" y="14"/>
                  </a:lnTo>
                  <a:lnTo>
                    <a:pt x="473" y="9"/>
                  </a:lnTo>
                  <a:lnTo>
                    <a:pt x="471" y="5"/>
                  </a:lnTo>
                  <a:lnTo>
                    <a:pt x="468" y="0"/>
                  </a:lnTo>
                  <a:lnTo>
                    <a:pt x="461" y="0"/>
                  </a:lnTo>
                  <a:lnTo>
                    <a:pt x="447" y="2"/>
                  </a:lnTo>
                  <a:lnTo>
                    <a:pt x="435" y="5"/>
                  </a:lnTo>
                  <a:lnTo>
                    <a:pt x="421" y="7"/>
                  </a:lnTo>
                  <a:lnTo>
                    <a:pt x="407" y="9"/>
                  </a:lnTo>
                  <a:lnTo>
                    <a:pt x="407" y="9"/>
                  </a:lnTo>
                  <a:lnTo>
                    <a:pt x="395" y="12"/>
                  </a:lnTo>
                  <a:lnTo>
                    <a:pt x="388" y="12"/>
                  </a:lnTo>
                  <a:lnTo>
                    <a:pt x="378" y="14"/>
                  </a:lnTo>
                  <a:lnTo>
                    <a:pt x="371" y="14"/>
                  </a:lnTo>
                  <a:lnTo>
                    <a:pt x="369" y="14"/>
                  </a:lnTo>
                  <a:lnTo>
                    <a:pt x="369" y="16"/>
                  </a:lnTo>
                  <a:lnTo>
                    <a:pt x="371" y="21"/>
                  </a:lnTo>
                  <a:lnTo>
                    <a:pt x="371" y="26"/>
                  </a:lnTo>
                  <a:lnTo>
                    <a:pt x="369" y="31"/>
                  </a:lnTo>
                  <a:lnTo>
                    <a:pt x="364" y="40"/>
                  </a:lnTo>
                  <a:lnTo>
                    <a:pt x="355" y="47"/>
                  </a:lnTo>
                  <a:lnTo>
                    <a:pt x="350" y="52"/>
                  </a:lnTo>
                  <a:lnTo>
                    <a:pt x="345" y="54"/>
                  </a:lnTo>
                  <a:lnTo>
                    <a:pt x="343" y="54"/>
                  </a:lnTo>
                  <a:lnTo>
                    <a:pt x="341" y="57"/>
                  </a:lnTo>
                  <a:lnTo>
                    <a:pt x="343" y="59"/>
                  </a:lnTo>
                  <a:lnTo>
                    <a:pt x="345" y="59"/>
                  </a:lnTo>
                  <a:lnTo>
                    <a:pt x="348" y="61"/>
                  </a:lnTo>
                  <a:lnTo>
                    <a:pt x="348" y="61"/>
                  </a:lnTo>
                  <a:lnTo>
                    <a:pt x="350" y="64"/>
                  </a:lnTo>
                  <a:lnTo>
                    <a:pt x="350" y="64"/>
                  </a:lnTo>
                  <a:lnTo>
                    <a:pt x="350" y="66"/>
                  </a:lnTo>
                  <a:lnTo>
                    <a:pt x="350" y="66"/>
                  </a:lnTo>
                  <a:lnTo>
                    <a:pt x="350" y="66"/>
                  </a:lnTo>
                  <a:lnTo>
                    <a:pt x="350" y="66"/>
                  </a:lnTo>
                  <a:lnTo>
                    <a:pt x="352" y="68"/>
                  </a:lnTo>
                  <a:lnTo>
                    <a:pt x="352" y="68"/>
                  </a:lnTo>
                  <a:lnTo>
                    <a:pt x="352" y="68"/>
                  </a:lnTo>
                  <a:lnTo>
                    <a:pt x="352" y="71"/>
                  </a:lnTo>
                  <a:lnTo>
                    <a:pt x="352" y="71"/>
                  </a:lnTo>
                  <a:lnTo>
                    <a:pt x="352" y="71"/>
                  </a:lnTo>
                  <a:lnTo>
                    <a:pt x="352" y="71"/>
                  </a:lnTo>
                  <a:lnTo>
                    <a:pt x="355" y="71"/>
                  </a:lnTo>
                  <a:lnTo>
                    <a:pt x="355" y="73"/>
                  </a:lnTo>
                  <a:lnTo>
                    <a:pt x="355" y="73"/>
                  </a:lnTo>
                  <a:lnTo>
                    <a:pt x="352" y="73"/>
                  </a:lnTo>
                  <a:lnTo>
                    <a:pt x="352" y="73"/>
                  </a:lnTo>
                  <a:lnTo>
                    <a:pt x="355" y="76"/>
                  </a:lnTo>
                  <a:lnTo>
                    <a:pt x="355" y="76"/>
                  </a:lnTo>
                  <a:lnTo>
                    <a:pt x="355" y="76"/>
                  </a:lnTo>
                  <a:lnTo>
                    <a:pt x="355" y="78"/>
                  </a:lnTo>
                  <a:lnTo>
                    <a:pt x="355" y="78"/>
                  </a:lnTo>
                  <a:lnTo>
                    <a:pt x="355" y="80"/>
                  </a:lnTo>
                  <a:lnTo>
                    <a:pt x="355" y="80"/>
                  </a:lnTo>
                  <a:lnTo>
                    <a:pt x="357" y="83"/>
                  </a:lnTo>
                  <a:lnTo>
                    <a:pt x="357" y="83"/>
                  </a:lnTo>
                  <a:lnTo>
                    <a:pt x="357" y="83"/>
                  </a:lnTo>
                  <a:lnTo>
                    <a:pt x="357" y="83"/>
                  </a:lnTo>
                  <a:lnTo>
                    <a:pt x="357" y="83"/>
                  </a:lnTo>
                  <a:lnTo>
                    <a:pt x="359" y="85"/>
                  </a:lnTo>
                  <a:lnTo>
                    <a:pt x="359" y="85"/>
                  </a:lnTo>
                  <a:lnTo>
                    <a:pt x="359" y="85"/>
                  </a:lnTo>
                  <a:lnTo>
                    <a:pt x="357" y="87"/>
                  </a:lnTo>
                  <a:lnTo>
                    <a:pt x="357" y="90"/>
                  </a:lnTo>
                  <a:lnTo>
                    <a:pt x="355" y="92"/>
                  </a:lnTo>
                  <a:lnTo>
                    <a:pt x="355" y="95"/>
                  </a:lnTo>
                  <a:lnTo>
                    <a:pt x="355" y="97"/>
                  </a:lnTo>
                  <a:lnTo>
                    <a:pt x="355" y="102"/>
                  </a:lnTo>
                  <a:lnTo>
                    <a:pt x="355" y="104"/>
                  </a:lnTo>
                  <a:lnTo>
                    <a:pt x="355" y="106"/>
                  </a:lnTo>
                  <a:lnTo>
                    <a:pt x="352" y="106"/>
                  </a:lnTo>
                  <a:lnTo>
                    <a:pt x="352" y="109"/>
                  </a:lnTo>
                  <a:lnTo>
                    <a:pt x="355" y="109"/>
                  </a:lnTo>
                  <a:lnTo>
                    <a:pt x="355" y="111"/>
                  </a:lnTo>
                  <a:lnTo>
                    <a:pt x="355" y="111"/>
                  </a:lnTo>
                  <a:lnTo>
                    <a:pt x="355" y="111"/>
                  </a:lnTo>
                  <a:lnTo>
                    <a:pt x="355" y="111"/>
                  </a:lnTo>
                  <a:lnTo>
                    <a:pt x="355" y="111"/>
                  </a:lnTo>
                  <a:lnTo>
                    <a:pt x="355" y="111"/>
                  </a:lnTo>
                  <a:lnTo>
                    <a:pt x="355" y="113"/>
                  </a:lnTo>
                  <a:lnTo>
                    <a:pt x="355" y="113"/>
                  </a:lnTo>
                  <a:lnTo>
                    <a:pt x="355" y="113"/>
                  </a:lnTo>
                  <a:lnTo>
                    <a:pt x="355" y="116"/>
                  </a:lnTo>
                  <a:lnTo>
                    <a:pt x="355" y="116"/>
                  </a:lnTo>
                  <a:lnTo>
                    <a:pt x="355" y="118"/>
                  </a:lnTo>
                  <a:lnTo>
                    <a:pt x="357" y="118"/>
                  </a:lnTo>
                  <a:lnTo>
                    <a:pt x="357" y="121"/>
                  </a:lnTo>
                  <a:lnTo>
                    <a:pt x="357" y="121"/>
                  </a:lnTo>
                  <a:lnTo>
                    <a:pt x="357" y="121"/>
                  </a:lnTo>
                  <a:lnTo>
                    <a:pt x="357" y="121"/>
                  </a:lnTo>
                  <a:lnTo>
                    <a:pt x="357" y="123"/>
                  </a:lnTo>
                  <a:lnTo>
                    <a:pt x="355" y="123"/>
                  </a:lnTo>
                  <a:lnTo>
                    <a:pt x="357" y="123"/>
                  </a:lnTo>
                  <a:lnTo>
                    <a:pt x="357" y="123"/>
                  </a:lnTo>
                  <a:lnTo>
                    <a:pt x="357" y="125"/>
                  </a:lnTo>
                  <a:lnTo>
                    <a:pt x="357" y="125"/>
                  </a:lnTo>
                  <a:lnTo>
                    <a:pt x="357" y="128"/>
                  </a:lnTo>
                  <a:lnTo>
                    <a:pt x="357" y="128"/>
                  </a:lnTo>
                  <a:lnTo>
                    <a:pt x="357" y="128"/>
                  </a:lnTo>
                  <a:lnTo>
                    <a:pt x="357" y="130"/>
                  </a:lnTo>
                  <a:lnTo>
                    <a:pt x="357" y="130"/>
                  </a:lnTo>
                  <a:lnTo>
                    <a:pt x="359" y="130"/>
                  </a:lnTo>
                  <a:lnTo>
                    <a:pt x="359" y="132"/>
                  </a:lnTo>
                  <a:lnTo>
                    <a:pt x="359" y="132"/>
                  </a:lnTo>
                  <a:lnTo>
                    <a:pt x="359" y="132"/>
                  </a:lnTo>
                  <a:lnTo>
                    <a:pt x="357" y="135"/>
                  </a:lnTo>
                  <a:lnTo>
                    <a:pt x="357" y="135"/>
                  </a:lnTo>
                  <a:lnTo>
                    <a:pt x="357" y="135"/>
                  </a:lnTo>
                  <a:lnTo>
                    <a:pt x="357" y="135"/>
                  </a:lnTo>
                  <a:lnTo>
                    <a:pt x="355" y="135"/>
                  </a:lnTo>
                  <a:lnTo>
                    <a:pt x="355" y="135"/>
                  </a:lnTo>
                  <a:lnTo>
                    <a:pt x="355" y="137"/>
                  </a:lnTo>
                  <a:lnTo>
                    <a:pt x="355" y="137"/>
                  </a:lnTo>
                  <a:lnTo>
                    <a:pt x="355" y="137"/>
                  </a:lnTo>
                  <a:lnTo>
                    <a:pt x="352" y="139"/>
                  </a:lnTo>
                  <a:lnTo>
                    <a:pt x="352" y="139"/>
                  </a:lnTo>
                  <a:lnTo>
                    <a:pt x="352" y="142"/>
                  </a:lnTo>
                  <a:lnTo>
                    <a:pt x="352" y="142"/>
                  </a:lnTo>
                  <a:lnTo>
                    <a:pt x="352" y="144"/>
                  </a:lnTo>
                  <a:lnTo>
                    <a:pt x="352" y="147"/>
                  </a:lnTo>
                  <a:lnTo>
                    <a:pt x="350" y="147"/>
                  </a:lnTo>
                  <a:lnTo>
                    <a:pt x="350" y="147"/>
                  </a:lnTo>
                  <a:lnTo>
                    <a:pt x="350" y="149"/>
                  </a:lnTo>
                  <a:lnTo>
                    <a:pt x="350" y="149"/>
                  </a:lnTo>
                  <a:lnTo>
                    <a:pt x="350" y="149"/>
                  </a:lnTo>
                  <a:lnTo>
                    <a:pt x="350" y="149"/>
                  </a:lnTo>
                  <a:lnTo>
                    <a:pt x="350" y="151"/>
                  </a:lnTo>
                  <a:lnTo>
                    <a:pt x="350" y="151"/>
                  </a:lnTo>
                  <a:lnTo>
                    <a:pt x="350" y="151"/>
                  </a:lnTo>
                  <a:lnTo>
                    <a:pt x="348" y="154"/>
                  </a:lnTo>
                  <a:lnTo>
                    <a:pt x="348" y="154"/>
                  </a:lnTo>
                  <a:lnTo>
                    <a:pt x="348" y="156"/>
                  </a:lnTo>
                  <a:lnTo>
                    <a:pt x="348" y="158"/>
                  </a:lnTo>
                  <a:lnTo>
                    <a:pt x="348" y="158"/>
                  </a:lnTo>
                  <a:lnTo>
                    <a:pt x="348" y="158"/>
                  </a:lnTo>
                  <a:lnTo>
                    <a:pt x="348" y="161"/>
                  </a:lnTo>
                  <a:lnTo>
                    <a:pt x="348" y="161"/>
                  </a:lnTo>
                  <a:lnTo>
                    <a:pt x="348" y="161"/>
                  </a:lnTo>
                  <a:lnTo>
                    <a:pt x="348" y="163"/>
                  </a:lnTo>
                  <a:lnTo>
                    <a:pt x="348" y="166"/>
                  </a:lnTo>
                  <a:lnTo>
                    <a:pt x="345" y="166"/>
                  </a:lnTo>
                  <a:lnTo>
                    <a:pt x="345" y="166"/>
                  </a:lnTo>
                  <a:lnTo>
                    <a:pt x="345" y="168"/>
                  </a:lnTo>
                  <a:lnTo>
                    <a:pt x="345" y="170"/>
                  </a:lnTo>
                  <a:lnTo>
                    <a:pt x="345" y="170"/>
                  </a:lnTo>
                  <a:lnTo>
                    <a:pt x="345" y="170"/>
                  </a:lnTo>
                  <a:lnTo>
                    <a:pt x="343" y="170"/>
                  </a:lnTo>
                  <a:lnTo>
                    <a:pt x="341" y="175"/>
                  </a:lnTo>
                  <a:lnTo>
                    <a:pt x="341" y="175"/>
                  </a:lnTo>
                  <a:lnTo>
                    <a:pt x="341" y="180"/>
                  </a:lnTo>
                  <a:lnTo>
                    <a:pt x="341" y="180"/>
                  </a:lnTo>
                  <a:lnTo>
                    <a:pt x="341" y="180"/>
                  </a:lnTo>
                  <a:lnTo>
                    <a:pt x="343" y="182"/>
                  </a:lnTo>
                  <a:lnTo>
                    <a:pt x="343" y="182"/>
                  </a:lnTo>
                  <a:lnTo>
                    <a:pt x="343" y="182"/>
                  </a:lnTo>
                  <a:lnTo>
                    <a:pt x="343" y="184"/>
                  </a:lnTo>
                  <a:lnTo>
                    <a:pt x="345" y="187"/>
                  </a:lnTo>
                  <a:lnTo>
                    <a:pt x="345" y="187"/>
                  </a:lnTo>
                  <a:lnTo>
                    <a:pt x="345" y="187"/>
                  </a:lnTo>
                  <a:lnTo>
                    <a:pt x="345" y="187"/>
                  </a:lnTo>
                  <a:lnTo>
                    <a:pt x="345" y="189"/>
                  </a:lnTo>
                  <a:lnTo>
                    <a:pt x="345" y="189"/>
                  </a:lnTo>
                  <a:lnTo>
                    <a:pt x="345" y="194"/>
                  </a:lnTo>
                  <a:lnTo>
                    <a:pt x="348" y="194"/>
                  </a:lnTo>
                  <a:lnTo>
                    <a:pt x="348" y="194"/>
                  </a:lnTo>
                  <a:lnTo>
                    <a:pt x="348" y="194"/>
                  </a:lnTo>
                  <a:lnTo>
                    <a:pt x="348" y="196"/>
                  </a:lnTo>
                  <a:lnTo>
                    <a:pt x="350" y="199"/>
                  </a:lnTo>
                  <a:lnTo>
                    <a:pt x="350" y="196"/>
                  </a:lnTo>
                  <a:lnTo>
                    <a:pt x="350" y="199"/>
                  </a:lnTo>
                  <a:lnTo>
                    <a:pt x="350" y="199"/>
                  </a:lnTo>
                  <a:lnTo>
                    <a:pt x="352" y="199"/>
                  </a:lnTo>
                  <a:lnTo>
                    <a:pt x="352" y="199"/>
                  </a:lnTo>
                  <a:lnTo>
                    <a:pt x="352" y="199"/>
                  </a:lnTo>
                  <a:lnTo>
                    <a:pt x="352" y="201"/>
                  </a:lnTo>
                  <a:lnTo>
                    <a:pt x="355" y="199"/>
                  </a:lnTo>
                  <a:lnTo>
                    <a:pt x="355" y="201"/>
                  </a:lnTo>
                  <a:lnTo>
                    <a:pt x="355" y="201"/>
                  </a:lnTo>
                  <a:lnTo>
                    <a:pt x="357" y="203"/>
                  </a:lnTo>
                  <a:lnTo>
                    <a:pt x="359" y="203"/>
                  </a:lnTo>
                  <a:lnTo>
                    <a:pt x="359" y="203"/>
                  </a:lnTo>
                  <a:lnTo>
                    <a:pt x="362" y="203"/>
                  </a:lnTo>
                  <a:lnTo>
                    <a:pt x="362" y="203"/>
                  </a:lnTo>
                  <a:lnTo>
                    <a:pt x="362" y="206"/>
                  </a:lnTo>
                  <a:lnTo>
                    <a:pt x="362" y="206"/>
                  </a:lnTo>
                  <a:lnTo>
                    <a:pt x="364" y="208"/>
                  </a:lnTo>
                  <a:lnTo>
                    <a:pt x="364" y="208"/>
                  </a:lnTo>
                  <a:lnTo>
                    <a:pt x="367" y="208"/>
                  </a:lnTo>
                  <a:lnTo>
                    <a:pt x="367" y="210"/>
                  </a:lnTo>
                  <a:lnTo>
                    <a:pt x="367" y="210"/>
                  </a:lnTo>
                  <a:lnTo>
                    <a:pt x="367" y="213"/>
                  </a:lnTo>
                  <a:lnTo>
                    <a:pt x="369" y="213"/>
                  </a:lnTo>
                  <a:lnTo>
                    <a:pt x="371" y="215"/>
                  </a:lnTo>
                  <a:lnTo>
                    <a:pt x="374" y="215"/>
                  </a:lnTo>
                  <a:lnTo>
                    <a:pt x="376" y="225"/>
                  </a:lnTo>
                  <a:lnTo>
                    <a:pt x="376" y="225"/>
                  </a:lnTo>
                  <a:lnTo>
                    <a:pt x="378" y="225"/>
                  </a:lnTo>
                  <a:lnTo>
                    <a:pt x="378" y="225"/>
                  </a:lnTo>
                  <a:lnTo>
                    <a:pt x="378" y="225"/>
                  </a:lnTo>
                  <a:lnTo>
                    <a:pt x="378" y="225"/>
                  </a:lnTo>
                  <a:lnTo>
                    <a:pt x="378" y="225"/>
                  </a:lnTo>
                  <a:lnTo>
                    <a:pt x="381" y="225"/>
                  </a:lnTo>
                  <a:lnTo>
                    <a:pt x="381" y="225"/>
                  </a:lnTo>
                  <a:lnTo>
                    <a:pt x="381" y="227"/>
                  </a:lnTo>
                  <a:lnTo>
                    <a:pt x="383" y="225"/>
                  </a:lnTo>
                  <a:lnTo>
                    <a:pt x="383" y="225"/>
                  </a:lnTo>
                  <a:lnTo>
                    <a:pt x="385" y="225"/>
                  </a:lnTo>
                  <a:lnTo>
                    <a:pt x="390" y="225"/>
                  </a:lnTo>
                  <a:lnTo>
                    <a:pt x="390" y="225"/>
                  </a:lnTo>
                  <a:lnTo>
                    <a:pt x="390" y="227"/>
                  </a:lnTo>
                  <a:lnTo>
                    <a:pt x="390" y="227"/>
                  </a:lnTo>
                  <a:lnTo>
                    <a:pt x="393" y="227"/>
                  </a:lnTo>
                  <a:lnTo>
                    <a:pt x="393" y="227"/>
                  </a:lnTo>
                  <a:lnTo>
                    <a:pt x="395" y="227"/>
                  </a:lnTo>
                  <a:lnTo>
                    <a:pt x="395" y="227"/>
                  </a:lnTo>
                  <a:lnTo>
                    <a:pt x="397" y="227"/>
                  </a:lnTo>
                  <a:lnTo>
                    <a:pt x="400" y="229"/>
                  </a:lnTo>
                  <a:lnTo>
                    <a:pt x="400" y="229"/>
                  </a:lnTo>
                  <a:lnTo>
                    <a:pt x="400" y="229"/>
                  </a:lnTo>
                  <a:lnTo>
                    <a:pt x="400" y="229"/>
                  </a:lnTo>
                  <a:lnTo>
                    <a:pt x="400" y="229"/>
                  </a:lnTo>
                  <a:lnTo>
                    <a:pt x="400" y="229"/>
                  </a:lnTo>
                  <a:lnTo>
                    <a:pt x="402" y="229"/>
                  </a:lnTo>
                  <a:lnTo>
                    <a:pt x="402" y="229"/>
                  </a:lnTo>
                  <a:lnTo>
                    <a:pt x="402" y="229"/>
                  </a:lnTo>
                  <a:lnTo>
                    <a:pt x="402" y="229"/>
                  </a:lnTo>
                  <a:lnTo>
                    <a:pt x="404" y="227"/>
                  </a:lnTo>
                  <a:lnTo>
                    <a:pt x="404" y="227"/>
                  </a:lnTo>
                  <a:lnTo>
                    <a:pt x="404" y="227"/>
                  </a:lnTo>
                  <a:lnTo>
                    <a:pt x="402" y="225"/>
                  </a:lnTo>
                  <a:lnTo>
                    <a:pt x="402" y="225"/>
                  </a:lnTo>
                  <a:lnTo>
                    <a:pt x="402" y="225"/>
                  </a:lnTo>
                  <a:lnTo>
                    <a:pt x="400" y="222"/>
                  </a:lnTo>
                  <a:lnTo>
                    <a:pt x="400" y="222"/>
                  </a:lnTo>
                  <a:lnTo>
                    <a:pt x="400" y="222"/>
                  </a:lnTo>
                  <a:lnTo>
                    <a:pt x="400" y="222"/>
                  </a:lnTo>
                  <a:lnTo>
                    <a:pt x="400" y="220"/>
                  </a:lnTo>
                  <a:lnTo>
                    <a:pt x="400" y="218"/>
                  </a:lnTo>
                  <a:lnTo>
                    <a:pt x="402" y="218"/>
                  </a:lnTo>
                  <a:lnTo>
                    <a:pt x="402" y="218"/>
                  </a:lnTo>
                  <a:lnTo>
                    <a:pt x="404" y="218"/>
                  </a:lnTo>
                  <a:lnTo>
                    <a:pt x="404" y="215"/>
                  </a:lnTo>
                  <a:lnTo>
                    <a:pt x="407" y="215"/>
                  </a:lnTo>
                  <a:lnTo>
                    <a:pt x="407" y="215"/>
                  </a:lnTo>
                  <a:lnTo>
                    <a:pt x="407" y="215"/>
                  </a:lnTo>
                  <a:lnTo>
                    <a:pt x="407" y="215"/>
                  </a:lnTo>
                  <a:lnTo>
                    <a:pt x="409" y="215"/>
                  </a:lnTo>
                  <a:lnTo>
                    <a:pt x="409" y="218"/>
                  </a:lnTo>
                  <a:lnTo>
                    <a:pt x="409" y="215"/>
                  </a:lnTo>
                  <a:lnTo>
                    <a:pt x="414" y="215"/>
                  </a:lnTo>
                  <a:lnTo>
                    <a:pt x="414" y="213"/>
                  </a:lnTo>
                  <a:lnTo>
                    <a:pt x="416" y="213"/>
                  </a:lnTo>
                  <a:lnTo>
                    <a:pt x="419" y="213"/>
                  </a:lnTo>
                  <a:lnTo>
                    <a:pt x="419" y="213"/>
                  </a:lnTo>
                  <a:lnTo>
                    <a:pt x="419" y="213"/>
                  </a:lnTo>
                  <a:lnTo>
                    <a:pt x="419" y="213"/>
                  </a:lnTo>
                  <a:lnTo>
                    <a:pt x="419" y="220"/>
                  </a:lnTo>
                  <a:lnTo>
                    <a:pt x="419" y="225"/>
                  </a:lnTo>
                  <a:lnTo>
                    <a:pt x="419" y="234"/>
                  </a:lnTo>
                  <a:lnTo>
                    <a:pt x="419" y="244"/>
                  </a:lnTo>
                  <a:lnTo>
                    <a:pt x="419" y="253"/>
                  </a:lnTo>
                  <a:lnTo>
                    <a:pt x="419" y="260"/>
                  </a:lnTo>
                  <a:lnTo>
                    <a:pt x="419" y="267"/>
                  </a:lnTo>
                  <a:lnTo>
                    <a:pt x="419" y="277"/>
                  </a:lnTo>
                  <a:lnTo>
                    <a:pt x="419" y="281"/>
                  </a:lnTo>
                  <a:lnTo>
                    <a:pt x="416" y="284"/>
                  </a:lnTo>
                  <a:lnTo>
                    <a:pt x="416" y="284"/>
                  </a:lnTo>
                  <a:lnTo>
                    <a:pt x="414" y="284"/>
                  </a:lnTo>
                  <a:lnTo>
                    <a:pt x="412" y="284"/>
                  </a:lnTo>
                  <a:lnTo>
                    <a:pt x="409" y="284"/>
                  </a:lnTo>
                  <a:lnTo>
                    <a:pt x="409" y="281"/>
                  </a:lnTo>
                  <a:lnTo>
                    <a:pt x="409" y="281"/>
                  </a:lnTo>
                  <a:lnTo>
                    <a:pt x="409" y="281"/>
                  </a:lnTo>
                  <a:lnTo>
                    <a:pt x="409" y="281"/>
                  </a:lnTo>
                  <a:lnTo>
                    <a:pt x="407" y="281"/>
                  </a:lnTo>
                  <a:lnTo>
                    <a:pt x="407" y="279"/>
                  </a:lnTo>
                  <a:lnTo>
                    <a:pt x="409" y="279"/>
                  </a:lnTo>
                  <a:lnTo>
                    <a:pt x="409" y="279"/>
                  </a:lnTo>
                  <a:lnTo>
                    <a:pt x="409" y="279"/>
                  </a:lnTo>
                  <a:lnTo>
                    <a:pt x="409" y="279"/>
                  </a:lnTo>
                  <a:lnTo>
                    <a:pt x="409" y="277"/>
                  </a:lnTo>
                  <a:lnTo>
                    <a:pt x="409" y="277"/>
                  </a:lnTo>
                  <a:lnTo>
                    <a:pt x="409" y="277"/>
                  </a:lnTo>
                  <a:lnTo>
                    <a:pt x="412" y="277"/>
                  </a:lnTo>
                  <a:lnTo>
                    <a:pt x="412" y="277"/>
                  </a:lnTo>
                  <a:lnTo>
                    <a:pt x="412" y="277"/>
                  </a:lnTo>
                  <a:lnTo>
                    <a:pt x="412" y="274"/>
                  </a:lnTo>
                  <a:lnTo>
                    <a:pt x="412" y="274"/>
                  </a:lnTo>
                  <a:lnTo>
                    <a:pt x="412" y="274"/>
                  </a:lnTo>
                  <a:lnTo>
                    <a:pt x="412" y="274"/>
                  </a:lnTo>
                  <a:lnTo>
                    <a:pt x="409" y="274"/>
                  </a:lnTo>
                  <a:lnTo>
                    <a:pt x="409" y="274"/>
                  </a:lnTo>
                  <a:lnTo>
                    <a:pt x="409" y="274"/>
                  </a:lnTo>
                  <a:lnTo>
                    <a:pt x="409" y="272"/>
                  </a:lnTo>
                  <a:lnTo>
                    <a:pt x="407" y="272"/>
                  </a:lnTo>
                  <a:lnTo>
                    <a:pt x="407" y="272"/>
                  </a:lnTo>
                  <a:lnTo>
                    <a:pt x="404" y="272"/>
                  </a:lnTo>
                  <a:lnTo>
                    <a:pt x="404" y="272"/>
                  </a:lnTo>
                  <a:lnTo>
                    <a:pt x="400" y="274"/>
                  </a:lnTo>
                  <a:lnTo>
                    <a:pt x="400" y="274"/>
                  </a:lnTo>
                  <a:lnTo>
                    <a:pt x="393" y="279"/>
                  </a:lnTo>
                  <a:lnTo>
                    <a:pt x="388" y="281"/>
                  </a:lnTo>
                  <a:lnTo>
                    <a:pt x="388" y="281"/>
                  </a:lnTo>
                  <a:lnTo>
                    <a:pt x="388" y="281"/>
                  </a:lnTo>
                  <a:lnTo>
                    <a:pt x="385" y="284"/>
                  </a:lnTo>
                  <a:lnTo>
                    <a:pt x="385" y="284"/>
                  </a:lnTo>
                  <a:lnTo>
                    <a:pt x="385" y="284"/>
                  </a:lnTo>
                  <a:lnTo>
                    <a:pt x="383" y="281"/>
                  </a:lnTo>
                  <a:lnTo>
                    <a:pt x="383" y="281"/>
                  </a:lnTo>
                  <a:lnTo>
                    <a:pt x="383" y="281"/>
                  </a:lnTo>
                  <a:lnTo>
                    <a:pt x="383" y="279"/>
                  </a:lnTo>
                  <a:lnTo>
                    <a:pt x="381" y="279"/>
                  </a:lnTo>
                  <a:lnTo>
                    <a:pt x="378" y="281"/>
                  </a:lnTo>
                  <a:lnTo>
                    <a:pt x="378" y="281"/>
                  </a:lnTo>
                  <a:lnTo>
                    <a:pt x="378" y="281"/>
                  </a:lnTo>
                  <a:lnTo>
                    <a:pt x="376" y="281"/>
                  </a:lnTo>
                  <a:lnTo>
                    <a:pt x="376" y="281"/>
                  </a:lnTo>
                  <a:lnTo>
                    <a:pt x="376" y="281"/>
                  </a:lnTo>
                  <a:lnTo>
                    <a:pt x="374" y="279"/>
                  </a:lnTo>
                  <a:lnTo>
                    <a:pt x="374" y="279"/>
                  </a:lnTo>
                  <a:lnTo>
                    <a:pt x="371" y="277"/>
                  </a:lnTo>
                  <a:lnTo>
                    <a:pt x="371" y="267"/>
                  </a:lnTo>
                  <a:lnTo>
                    <a:pt x="369" y="267"/>
                  </a:lnTo>
                  <a:lnTo>
                    <a:pt x="369" y="267"/>
                  </a:lnTo>
                  <a:lnTo>
                    <a:pt x="369" y="267"/>
                  </a:lnTo>
                  <a:lnTo>
                    <a:pt x="369" y="267"/>
                  </a:lnTo>
                  <a:lnTo>
                    <a:pt x="367" y="265"/>
                  </a:lnTo>
                  <a:lnTo>
                    <a:pt x="367" y="265"/>
                  </a:lnTo>
                  <a:lnTo>
                    <a:pt x="367" y="265"/>
                  </a:lnTo>
                  <a:lnTo>
                    <a:pt x="367" y="265"/>
                  </a:lnTo>
                  <a:lnTo>
                    <a:pt x="367" y="265"/>
                  </a:lnTo>
                  <a:lnTo>
                    <a:pt x="367" y="265"/>
                  </a:lnTo>
                  <a:lnTo>
                    <a:pt x="367" y="263"/>
                  </a:lnTo>
                  <a:lnTo>
                    <a:pt x="367" y="263"/>
                  </a:lnTo>
                  <a:lnTo>
                    <a:pt x="367" y="263"/>
                  </a:lnTo>
                  <a:lnTo>
                    <a:pt x="367" y="263"/>
                  </a:lnTo>
                  <a:lnTo>
                    <a:pt x="367" y="263"/>
                  </a:lnTo>
                  <a:lnTo>
                    <a:pt x="367" y="263"/>
                  </a:lnTo>
                  <a:lnTo>
                    <a:pt x="367" y="263"/>
                  </a:lnTo>
                  <a:lnTo>
                    <a:pt x="367" y="260"/>
                  </a:lnTo>
                  <a:lnTo>
                    <a:pt x="364" y="260"/>
                  </a:lnTo>
                  <a:lnTo>
                    <a:pt x="364" y="258"/>
                  </a:lnTo>
                  <a:lnTo>
                    <a:pt x="364" y="258"/>
                  </a:lnTo>
                  <a:lnTo>
                    <a:pt x="359" y="253"/>
                  </a:lnTo>
                  <a:lnTo>
                    <a:pt x="357" y="251"/>
                  </a:lnTo>
                  <a:lnTo>
                    <a:pt x="355" y="251"/>
                  </a:lnTo>
                  <a:lnTo>
                    <a:pt x="355" y="251"/>
                  </a:lnTo>
                  <a:lnTo>
                    <a:pt x="355" y="253"/>
                  </a:lnTo>
                  <a:lnTo>
                    <a:pt x="352" y="253"/>
                  </a:lnTo>
                  <a:lnTo>
                    <a:pt x="352" y="253"/>
                  </a:lnTo>
                  <a:lnTo>
                    <a:pt x="352" y="253"/>
                  </a:lnTo>
                  <a:lnTo>
                    <a:pt x="350" y="253"/>
                  </a:lnTo>
                  <a:lnTo>
                    <a:pt x="350" y="251"/>
                  </a:lnTo>
                  <a:lnTo>
                    <a:pt x="350" y="248"/>
                  </a:lnTo>
                  <a:lnTo>
                    <a:pt x="350" y="248"/>
                  </a:lnTo>
                  <a:lnTo>
                    <a:pt x="348" y="246"/>
                  </a:lnTo>
                  <a:lnTo>
                    <a:pt x="348" y="246"/>
                  </a:lnTo>
                  <a:lnTo>
                    <a:pt x="348" y="244"/>
                  </a:lnTo>
                  <a:lnTo>
                    <a:pt x="350" y="244"/>
                  </a:lnTo>
                  <a:lnTo>
                    <a:pt x="350" y="244"/>
                  </a:lnTo>
                  <a:lnTo>
                    <a:pt x="350" y="241"/>
                  </a:lnTo>
                  <a:lnTo>
                    <a:pt x="350" y="241"/>
                  </a:lnTo>
                  <a:lnTo>
                    <a:pt x="348" y="239"/>
                  </a:lnTo>
                  <a:lnTo>
                    <a:pt x="348" y="237"/>
                  </a:lnTo>
                  <a:lnTo>
                    <a:pt x="345" y="234"/>
                  </a:lnTo>
                  <a:lnTo>
                    <a:pt x="345" y="234"/>
                  </a:lnTo>
                  <a:lnTo>
                    <a:pt x="341" y="229"/>
                  </a:lnTo>
                  <a:lnTo>
                    <a:pt x="341" y="229"/>
                  </a:lnTo>
                  <a:lnTo>
                    <a:pt x="338" y="229"/>
                  </a:lnTo>
                  <a:lnTo>
                    <a:pt x="338" y="229"/>
                  </a:lnTo>
                  <a:lnTo>
                    <a:pt x="336" y="229"/>
                  </a:lnTo>
                  <a:lnTo>
                    <a:pt x="336" y="229"/>
                  </a:lnTo>
                  <a:lnTo>
                    <a:pt x="333" y="227"/>
                  </a:lnTo>
                  <a:lnTo>
                    <a:pt x="333" y="227"/>
                  </a:lnTo>
                  <a:lnTo>
                    <a:pt x="331" y="227"/>
                  </a:lnTo>
                  <a:lnTo>
                    <a:pt x="331" y="227"/>
                  </a:lnTo>
                  <a:lnTo>
                    <a:pt x="331" y="227"/>
                  </a:lnTo>
                  <a:lnTo>
                    <a:pt x="329" y="227"/>
                  </a:lnTo>
                  <a:lnTo>
                    <a:pt x="329" y="227"/>
                  </a:lnTo>
                  <a:lnTo>
                    <a:pt x="329" y="227"/>
                  </a:lnTo>
                  <a:lnTo>
                    <a:pt x="326" y="227"/>
                  </a:lnTo>
                  <a:lnTo>
                    <a:pt x="326" y="225"/>
                  </a:lnTo>
                  <a:lnTo>
                    <a:pt x="326" y="225"/>
                  </a:lnTo>
                  <a:lnTo>
                    <a:pt x="324" y="225"/>
                  </a:lnTo>
                  <a:lnTo>
                    <a:pt x="322" y="225"/>
                  </a:lnTo>
                  <a:lnTo>
                    <a:pt x="322" y="225"/>
                  </a:lnTo>
                  <a:lnTo>
                    <a:pt x="319" y="225"/>
                  </a:lnTo>
                  <a:lnTo>
                    <a:pt x="319" y="225"/>
                  </a:lnTo>
                  <a:lnTo>
                    <a:pt x="319" y="222"/>
                  </a:lnTo>
                  <a:lnTo>
                    <a:pt x="319" y="222"/>
                  </a:lnTo>
                  <a:lnTo>
                    <a:pt x="314" y="220"/>
                  </a:lnTo>
                  <a:lnTo>
                    <a:pt x="314" y="220"/>
                  </a:lnTo>
                  <a:lnTo>
                    <a:pt x="312" y="220"/>
                  </a:lnTo>
                  <a:lnTo>
                    <a:pt x="312" y="220"/>
                  </a:lnTo>
                  <a:lnTo>
                    <a:pt x="312" y="220"/>
                  </a:lnTo>
                  <a:lnTo>
                    <a:pt x="310" y="220"/>
                  </a:lnTo>
                  <a:lnTo>
                    <a:pt x="310" y="222"/>
                  </a:lnTo>
                  <a:lnTo>
                    <a:pt x="307" y="222"/>
                  </a:lnTo>
                  <a:lnTo>
                    <a:pt x="305" y="222"/>
                  </a:lnTo>
                  <a:lnTo>
                    <a:pt x="303" y="220"/>
                  </a:lnTo>
                  <a:lnTo>
                    <a:pt x="300" y="218"/>
                  </a:lnTo>
                  <a:lnTo>
                    <a:pt x="300" y="218"/>
                  </a:lnTo>
                  <a:lnTo>
                    <a:pt x="298" y="215"/>
                  </a:lnTo>
                  <a:lnTo>
                    <a:pt x="296" y="215"/>
                  </a:lnTo>
                  <a:lnTo>
                    <a:pt x="293" y="208"/>
                  </a:lnTo>
                  <a:lnTo>
                    <a:pt x="293" y="206"/>
                  </a:lnTo>
                  <a:lnTo>
                    <a:pt x="291" y="201"/>
                  </a:lnTo>
                  <a:lnTo>
                    <a:pt x="281" y="194"/>
                  </a:lnTo>
                  <a:lnTo>
                    <a:pt x="279" y="189"/>
                  </a:lnTo>
                  <a:lnTo>
                    <a:pt x="279" y="187"/>
                  </a:lnTo>
                  <a:lnTo>
                    <a:pt x="279" y="184"/>
                  </a:lnTo>
                  <a:lnTo>
                    <a:pt x="279" y="182"/>
                  </a:lnTo>
                  <a:lnTo>
                    <a:pt x="279" y="182"/>
                  </a:lnTo>
                  <a:lnTo>
                    <a:pt x="279" y="182"/>
                  </a:lnTo>
                  <a:lnTo>
                    <a:pt x="277" y="182"/>
                  </a:lnTo>
                  <a:lnTo>
                    <a:pt x="274" y="182"/>
                  </a:lnTo>
                  <a:lnTo>
                    <a:pt x="272" y="182"/>
                  </a:lnTo>
                  <a:lnTo>
                    <a:pt x="272" y="182"/>
                  </a:lnTo>
                  <a:lnTo>
                    <a:pt x="270" y="182"/>
                  </a:lnTo>
                  <a:lnTo>
                    <a:pt x="270" y="182"/>
                  </a:lnTo>
                  <a:lnTo>
                    <a:pt x="270" y="184"/>
                  </a:lnTo>
                  <a:lnTo>
                    <a:pt x="270" y="184"/>
                  </a:lnTo>
                  <a:lnTo>
                    <a:pt x="270" y="187"/>
                  </a:lnTo>
                  <a:lnTo>
                    <a:pt x="270" y="189"/>
                  </a:lnTo>
                  <a:lnTo>
                    <a:pt x="270" y="189"/>
                  </a:lnTo>
                  <a:lnTo>
                    <a:pt x="270" y="189"/>
                  </a:lnTo>
                  <a:lnTo>
                    <a:pt x="267" y="192"/>
                  </a:lnTo>
                  <a:lnTo>
                    <a:pt x="267" y="194"/>
                  </a:lnTo>
                  <a:lnTo>
                    <a:pt x="267" y="199"/>
                  </a:lnTo>
                  <a:lnTo>
                    <a:pt x="265" y="199"/>
                  </a:lnTo>
                  <a:lnTo>
                    <a:pt x="265" y="201"/>
                  </a:lnTo>
                  <a:lnTo>
                    <a:pt x="262" y="203"/>
                  </a:lnTo>
                  <a:lnTo>
                    <a:pt x="260" y="203"/>
                  </a:lnTo>
                  <a:lnTo>
                    <a:pt x="258" y="203"/>
                  </a:lnTo>
                  <a:lnTo>
                    <a:pt x="255" y="203"/>
                  </a:lnTo>
                  <a:lnTo>
                    <a:pt x="255" y="203"/>
                  </a:lnTo>
                  <a:lnTo>
                    <a:pt x="255" y="206"/>
                  </a:lnTo>
                  <a:lnTo>
                    <a:pt x="253" y="206"/>
                  </a:lnTo>
                  <a:lnTo>
                    <a:pt x="253" y="206"/>
                  </a:lnTo>
                  <a:lnTo>
                    <a:pt x="251" y="206"/>
                  </a:lnTo>
                  <a:lnTo>
                    <a:pt x="251" y="203"/>
                  </a:lnTo>
                  <a:lnTo>
                    <a:pt x="251" y="203"/>
                  </a:lnTo>
                  <a:lnTo>
                    <a:pt x="248" y="203"/>
                  </a:lnTo>
                  <a:lnTo>
                    <a:pt x="244" y="203"/>
                  </a:lnTo>
                  <a:lnTo>
                    <a:pt x="241" y="203"/>
                  </a:lnTo>
                  <a:lnTo>
                    <a:pt x="241" y="201"/>
                  </a:lnTo>
                  <a:lnTo>
                    <a:pt x="239" y="201"/>
                  </a:lnTo>
                  <a:lnTo>
                    <a:pt x="239" y="201"/>
                  </a:lnTo>
                  <a:lnTo>
                    <a:pt x="236" y="201"/>
                  </a:lnTo>
                  <a:lnTo>
                    <a:pt x="236" y="201"/>
                  </a:lnTo>
                  <a:lnTo>
                    <a:pt x="234" y="201"/>
                  </a:lnTo>
                  <a:lnTo>
                    <a:pt x="232" y="201"/>
                  </a:lnTo>
                  <a:lnTo>
                    <a:pt x="232" y="201"/>
                  </a:lnTo>
                  <a:lnTo>
                    <a:pt x="232" y="201"/>
                  </a:lnTo>
                  <a:lnTo>
                    <a:pt x="229" y="201"/>
                  </a:lnTo>
                  <a:lnTo>
                    <a:pt x="229" y="201"/>
                  </a:lnTo>
                  <a:lnTo>
                    <a:pt x="227" y="201"/>
                  </a:lnTo>
                  <a:lnTo>
                    <a:pt x="227" y="201"/>
                  </a:lnTo>
                  <a:lnTo>
                    <a:pt x="225" y="201"/>
                  </a:lnTo>
                  <a:lnTo>
                    <a:pt x="225" y="199"/>
                  </a:lnTo>
                  <a:lnTo>
                    <a:pt x="215" y="199"/>
                  </a:lnTo>
                  <a:lnTo>
                    <a:pt x="215" y="199"/>
                  </a:lnTo>
                  <a:lnTo>
                    <a:pt x="213" y="199"/>
                  </a:lnTo>
                  <a:lnTo>
                    <a:pt x="213" y="196"/>
                  </a:lnTo>
                  <a:lnTo>
                    <a:pt x="213" y="196"/>
                  </a:lnTo>
                  <a:lnTo>
                    <a:pt x="210" y="196"/>
                  </a:lnTo>
                  <a:lnTo>
                    <a:pt x="208" y="194"/>
                  </a:lnTo>
                  <a:lnTo>
                    <a:pt x="208" y="194"/>
                  </a:lnTo>
                  <a:lnTo>
                    <a:pt x="208" y="194"/>
                  </a:lnTo>
                  <a:lnTo>
                    <a:pt x="206" y="194"/>
                  </a:lnTo>
                  <a:lnTo>
                    <a:pt x="206" y="194"/>
                  </a:lnTo>
                  <a:lnTo>
                    <a:pt x="206" y="194"/>
                  </a:lnTo>
                  <a:lnTo>
                    <a:pt x="206" y="194"/>
                  </a:lnTo>
                  <a:lnTo>
                    <a:pt x="201" y="194"/>
                  </a:lnTo>
                  <a:lnTo>
                    <a:pt x="201" y="194"/>
                  </a:lnTo>
                  <a:lnTo>
                    <a:pt x="199" y="192"/>
                  </a:lnTo>
                  <a:lnTo>
                    <a:pt x="196" y="192"/>
                  </a:lnTo>
                  <a:lnTo>
                    <a:pt x="194" y="189"/>
                  </a:lnTo>
                  <a:lnTo>
                    <a:pt x="191" y="189"/>
                  </a:lnTo>
                  <a:lnTo>
                    <a:pt x="191" y="189"/>
                  </a:lnTo>
                  <a:lnTo>
                    <a:pt x="191" y="192"/>
                  </a:lnTo>
                  <a:lnTo>
                    <a:pt x="191" y="192"/>
                  </a:lnTo>
                  <a:lnTo>
                    <a:pt x="191" y="192"/>
                  </a:lnTo>
                  <a:lnTo>
                    <a:pt x="191" y="192"/>
                  </a:lnTo>
                  <a:lnTo>
                    <a:pt x="189" y="192"/>
                  </a:lnTo>
                  <a:lnTo>
                    <a:pt x="189" y="192"/>
                  </a:lnTo>
                  <a:lnTo>
                    <a:pt x="189" y="192"/>
                  </a:lnTo>
                  <a:lnTo>
                    <a:pt x="189" y="192"/>
                  </a:lnTo>
                  <a:lnTo>
                    <a:pt x="187" y="192"/>
                  </a:lnTo>
                  <a:lnTo>
                    <a:pt x="187" y="192"/>
                  </a:lnTo>
                  <a:lnTo>
                    <a:pt x="187" y="189"/>
                  </a:lnTo>
                  <a:lnTo>
                    <a:pt x="187" y="189"/>
                  </a:lnTo>
                  <a:lnTo>
                    <a:pt x="187" y="189"/>
                  </a:lnTo>
                  <a:lnTo>
                    <a:pt x="187" y="189"/>
                  </a:lnTo>
                  <a:lnTo>
                    <a:pt x="187" y="189"/>
                  </a:lnTo>
                  <a:lnTo>
                    <a:pt x="184" y="187"/>
                  </a:lnTo>
                  <a:lnTo>
                    <a:pt x="182" y="187"/>
                  </a:lnTo>
                  <a:lnTo>
                    <a:pt x="182" y="187"/>
                  </a:lnTo>
                  <a:lnTo>
                    <a:pt x="182" y="187"/>
                  </a:lnTo>
                  <a:lnTo>
                    <a:pt x="182" y="184"/>
                  </a:lnTo>
                  <a:lnTo>
                    <a:pt x="182" y="184"/>
                  </a:lnTo>
                  <a:lnTo>
                    <a:pt x="180" y="184"/>
                  </a:lnTo>
                  <a:lnTo>
                    <a:pt x="180" y="184"/>
                  </a:lnTo>
                  <a:lnTo>
                    <a:pt x="180" y="184"/>
                  </a:lnTo>
                  <a:lnTo>
                    <a:pt x="180" y="184"/>
                  </a:lnTo>
                  <a:lnTo>
                    <a:pt x="177" y="180"/>
                  </a:lnTo>
                  <a:lnTo>
                    <a:pt x="177" y="180"/>
                  </a:lnTo>
                  <a:lnTo>
                    <a:pt x="177" y="177"/>
                  </a:lnTo>
                  <a:lnTo>
                    <a:pt x="177" y="177"/>
                  </a:lnTo>
                  <a:lnTo>
                    <a:pt x="180" y="177"/>
                  </a:lnTo>
                  <a:lnTo>
                    <a:pt x="180" y="175"/>
                  </a:lnTo>
                  <a:lnTo>
                    <a:pt x="177" y="175"/>
                  </a:lnTo>
                  <a:lnTo>
                    <a:pt x="177" y="173"/>
                  </a:lnTo>
                  <a:lnTo>
                    <a:pt x="177" y="173"/>
                  </a:lnTo>
                  <a:lnTo>
                    <a:pt x="177" y="170"/>
                  </a:lnTo>
                  <a:lnTo>
                    <a:pt x="177" y="170"/>
                  </a:lnTo>
                  <a:lnTo>
                    <a:pt x="177" y="170"/>
                  </a:lnTo>
                  <a:lnTo>
                    <a:pt x="177" y="168"/>
                  </a:lnTo>
                  <a:lnTo>
                    <a:pt x="177" y="168"/>
                  </a:lnTo>
                  <a:lnTo>
                    <a:pt x="177" y="168"/>
                  </a:lnTo>
                  <a:lnTo>
                    <a:pt x="177" y="168"/>
                  </a:lnTo>
                  <a:lnTo>
                    <a:pt x="177" y="166"/>
                  </a:lnTo>
                  <a:lnTo>
                    <a:pt x="180" y="166"/>
                  </a:lnTo>
                  <a:lnTo>
                    <a:pt x="180" y="166"/>
                  </a:lnTo>
                  <a:lnTo>
                    <a:pt x="180" y="166"/>
                  </a:lnTo>
                  <a:lnTo>
                    <a:pt x="180" y="163"/>
                  </a:lnTo>
                  <a:lnTo>
                    <a:pt x="180" y="163"/>
                  </a:lnTo>
                  <a:lnTo>
                    <a:pt x="180" y="161"/>
                  </a:lnTo>
                  <a:lnTo>
                    <a:pt x="177" y="161"/>
                  </a:lnTo>
                  <a:lnTo>
                    <a:pt x="177" y="161"/>
                  </a:lnTo>
                  <a:lnTo>
                    <a:pt x="173" y="163"/>
                  </a:lnTo>
                  <a:lnTo>
                    <a:pt x="168" y="166"/>
                  </a:lnTo>
                  <a:lnTo>
                    <a:pt x="161" y="166"/>
                  </a:lnTo>
                  <a:lnTo>
                    <a:pt x="158" y="166"/>
                  </a:lnTo>
                  <a:lnTo>
                    <a:pt x="156" y="166"/>
                  </a:lnTo>
                  <a:lnTo>
                    <a:pt x="154" y="168"/>
                  </a:lnTo>
                  <a:lnTo>
                    <a:pt x="151" y="168"/>
                  </a:lnTo>
                  <a:lnTo>
                    <a:pt x="146" y="168"/>
                  </a:lnTo>
                  <a:lnTo>
                    <a:pt x="144" y="168"/>
                  </a:lnTo>
                  <a:lnTo>
                    <a:pt x="144" y="170"/>
                  </a:lnTo>
                  <a:lnTo>
                    <a:pt x="142" y="170"/>
                  </a:lnTo>
                  <a:lnTo>
                    <a:pt x="142" y="170"/>
                  </a:lnTo>
                  <a:lnTo>
                    <a:pt x="142" y="173"/>
                  </a:lnTo>
                  <a:lnTo>
                    <a:pt x="139" y="173"/>
                  </a:lnTo>
                  <a:lnTo>
                    <a:pt x="139" y="173"/>
                  </a:lnTo>
                  <a:lnTo>
                    <a:pt x="139" y="173"/>
                  </a:lnTo>
                  <a:lnTo>
                    <a:pt x="139" y="173"/>
                  </a:lnTo>
                  <a:lnTo>
                    <a:pt x="139" y="173"/>
                  </a:lnTo>
                  <a:lnTo>
                    <a:pt x="139" y="175"/>
                  </a:lnTo>
                  <a:lnTo>
                    <a:pt x="139" y="175"/>
                  </a:lnTo>
                  <a:lnTo>
                    <a:pt x="137" y="175"/>
                  </a:lnTo>
                  <a:lnTo>
                    <a:pt x="137" y="175"/>
                  </a:lnTo>
                  <a:lnTo>
                    <a:pt x="137" y="175"/>
                  </a:lnTo>
                  <a:lnTo>
                    <a:pt x="135" y="175"/>
                  </a:lnTo>
                  <a:lnTo>
                    <a:pt x="132" y="175"/>
                  </a:lnTo>
                  <a:lnTo>
                    <a:pt x="132" y="175"/>
                  </a:lnTo>
                  <a:lnTo>
                    <a:pt x="130" y="175"/>
                  </a:lnTo>
                  <a:lnTo>
                    <a:pt x="130" y="173"/>
                  </a:lnTo>
                  <a:lnTo>
                    <a:pt x="128" y="173"/>
                  </a:lnTo>
                  <a:lnTo>
                    <a:pt x="128" y="173"/>
                  </a:lnTo>
                  <a:lnTo>
                    <a:pt x="125" y="173"/>
                  </a:lnTo>
                  <a:lnTo>
                    <a:pt x="123" y="173"/>
                  </a:lnTo>
                  <a:lnTo>
                    <a:pt x="123" y="170"/>
                  </a:lnTo>
                  <a:lnTo>
                    <a:pt x="125" y="170"/>
                  </a:lnTo>
                  <a:lnTo>
                    <a:pt x="128" y="170"/>
                  </a:lnTo>
                  <a:lnTo>
                    <a:pt x="128" y="170"/>
                  </a:lnTo>
                  <a:lnTo>
                    <a:pt x="130" y="166"/>
                  </a:lnTo>
                  <a:lnTo>
                    <a:pt x="130" y="166"/>
                  </a:lnTo>
                  <a:lnTo>
                    <a:pt x="130" y="166"/>
                  </a:lnTo>
                  <a:lnTo>
                    <a:pt x="130" y="163"/>
                  </a:lnTo>
                  <a:lnTo>
                    <a:pt x="130" y="163"/>
                  </a:lnTo>
                  <a:lnTo>
                    <a:pt x="130" y="161"/>
                  </a:lnTo>
                  <a:lnTo>
                    <a:pt x="130" y="161"/>
                  </a:lnTo>
                  <a:lnTo>
                    <a:pt x="128" y="161"/>
                  </a:lnTo>
                  <a:lnTo>
                    <a:pt x="128" y="158"/>
                  </a:lnTo>
                  <a:lnTo>
                    <a:pt x="128" y="158"/>
                  </a:lnTo>
                  <a:lnTo>
                    <a:pt x="128" y="158"/>
                  </a:lnTo>
                  <a:lnTo>
                    <a:pt x="128" y="158"/>
                  </a:lnTo>
                  <a:lnTo>
                    <a:pt x="128" y="156"/>
                  </a:lnTo>
                  <a:lnTo>
                    <a:pt x="128" y="156"/>
                  </a:lnTo>
                  <a:lnTo>
                    <a:pt x="128" y="154"/>
                  </a:lnTo>
                  <a:lnTo>
                    <a:pt x="125" y="154"/>
                  </a:lnTo>
                  <a:lnTo>
                    <a:pt x="123" y="154"/>
                  </a:lnTo>
                  <a:lnTo>
                    <a:pt x="123" y="154"/>
                  </a:lnTo>
                  <a:lnTo>
                    <a:pt x="120" y="154"/>
                  </a:lnTo>
                  <a:lnTo>
                    <a:pt x="120" y="154"/>
                  </a:lnTo>
                  <a:lnTo>
                    <a:pt x="118" y="151"/>
                  </a:lnTo>
                  <a:lnTo>
                    <a:pt x="118" y="151"/>
                  </a:lnTo>
                  <a:lnTo>
                    <a:pt x="116" y="154"/>
                  </a:lnTo>
                  <a:lnTo>
                    <a:pt x="116" y="154"/>
                  </a:lnTo>
                  <a:lnTo>
                    <a:pt x="113" y="151"/>
                  </a:lnTo>
                  <a:lnTo>
                    <a:pt x="116" y="151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13" y="147"/>
                  </a:lnTo>
                  <a:lnTo>
                    <a:pt x="113" y="147"/>
                  </a:lnTo>
                  <a:lnTo>
                    <a:pt x="113" y="147"/>
                  </a:lnTo>
                  <a:lnTo>
                    <a:pt x="113" y="144"/>
                  </a:lnTo>
                  <a:lnTo>
                    <a:pt x="111" y="144"/>
                  </a:lnTo>
                  <a:lnTo>
                    <a:pt x="109" y="144"/>
                  </a:lnTo>
                  <a:lnTo>
                    <a:pt x="106" y="144"/>
                  </a:lnTo>
                  <a:lnTo>
                    <a:pt x="106" y="147"/>
                  </a:lnTo>
                  <a:lnTo>
                    <a:pt x="106" y="147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09" y="151"/>
                  </a:lnTo>
                  <a:lnTo>
                    <a:pt x="109" y="151"/>
                  </a:lnTo>
                  <a:lnTo>
                    <a:pt x="109" y="154"/>
                  </a:lnTo>
                  <a:lnTo>
                    <a:pt x="109" y="156"/>
                  </a:lnTo>
                  <a:lnTo>
                    <a:pt x="109" y="158"/>
                  </a:lnTo>
                  <a:lnTo>
                    <a:pt x="109" y="158"/>
                  </a:lnTo>
                  <a:lnTo>
                    <a:pt x="109" y="166"/>
                  </a:lnTo>
                  <a:lnTo>
                    <a:pt x="109" y="166"/>
                  </a:lnTo>
                  <a:lnTo>
                    <a:pt x="111" y="173"/>
                  </a:lnTo>
                  <a:lnTo>
                    <a:pt x="111" y="173"/>
                  </a:lnTo>
                  <a:lnTo>
                    <a:pt x="111" y="173"/>
                  </a:lnTo>
                  <a:lnTo>
                    <a:pt x="109" y="175"/>
                  </a:lnTo>
                  <a:lnTo>
                    <a:pt x="109" y="175"/>
                  </a:lnTo>
                  <a:lnTo>
                    <a:pt x="109" y="175"/>
                  </a:lnTo>
                  <a:lnTo>
                    <a:pt x="109" y="177"/>
                  </a:lnTo>
                  <a:lnTo>
                    <a:pt x="109" y="177"/>
                  </a:lnTo>
                  <a:lnTo>
                    <a:pt x="109" y="180"/>
                  </a:lnTo>
                  <a:lnTo>
                    <a:pt x="109" y="180"/>
                  </a:lnTo>
                  <a:lnTo>
                    <a:pt x="106" y="182"/>
                  </a:lnTo>
                  <a:lnTo>
                    <a:pt x="106" y="184"/>
                  </a:lnTo>
                  <a:lnTo>
                    <a:pt x="106" y="184"/>
                  </a:lnTo>
                  <a:lnTo>
                    <a:pt x="106" y="187"/>
                  </a:lnTo>
                  <a:lnTo>
                    <a:pt x="106" y="187"/>
                  </a:lnTo>
                  <a:lnTo>
                    <a:pt x="106" y="189"/>
                  </a:lnTo>
                  <a:lnTo>
                    <a:pt x="106" y="189"/>
                  </a:lnTo>
                  <a:lnTo>
                    <a:pt x="106" y="194"/>
                  </a:lnTo>
                  <a:lnTo>
                    <a:pt x="109" y="196"/>
                  </a:lnTo>
                  <a:lnTo>
                    <a:pt x="109" y="196"/>
                  </a:lnTo>
                  <a:lnTo>
                    <a:pt x="106" y="199"/>
                  </a:lnTo>
                  <a:lnTo>
                    <a:pt x="106" y="206"/>
                  </a:lnTo>
                  <a:lnTo>
                    <a:pt x="106" y="213"/>
                  </a:lnTo>
                  <a:lnTo>
                    <a:pt x="106" y="215"/>
                  </a:lnTo>
                  <a:lnTo>
                    <a:pt x="106" y="218"/>
                  </a:lnTo>
                  <a:lnTo>
                    <a:pt x="109" y="218"/>
                  </a:lnTo>
                  <a:lnTo>
                    <a:pt x="109" y="220"/>
                  </a:lnTo>
                  <a:lnTo>
                    <a:pt x="109" y="222"/>
                  </a:lnTo>
                  <a:lnTo>
                    <a:pt x="111" y="225"/>
                  </a:lnTo>
                  <a:lnTo>
                    <a:pt x="109" y="227"/>
                  </a:lnTo>
                  <a:lnTo>
                    <a:pt x="109" y="227"/>
                  </a:lnTo>
                  <a:lnTo>
                    <a:pt x="109" y="229"/>
                  </a:lnTo>
                  <a:lnTo>
                    <a:pt x="104" y="234"/>
                  </a:lnTo>
                  <a:lnTo>
                    <a:pt x="104" y="234"/>
                  </a:lnTo>
                  <a:lnTo>
                    <a:pt x="104" y="239"/>
                  </a:lnTo>
                  <a:lnTo>
                    <a:pt x="102" y="244"/>
                  </a:lnTo>
                  <a:lnTo>
                    <a:pt x="102" y="246"/>
                  </a:lnTo>
                  <a:lnTo>
                    <a:pt x="102" y="248"/>
                  </a:lnTo>
                  <a:lnTo>
                    <a:pt x="102" y="248"/>
                  </a:lnTo>
                  <a:lnTo>
                    <a:pt x="102" y="251"/>
                  </a:lnTo>
                  <a:lnTo>
                    <a:pt x="106" y="253"/>
                  </a:lnTo>
                  <a:lnTo>
                    <a:pt x="106" y="255"/>
                  </a:lnTo>
                  <a:lnTo>
                    <a:pt x="109" y="258"/>
                  </a:lnTo>
                  <a:lnTo>
                    <a:pt x="109" y="260"/>
                  </a:lnTo>
                  <a:lnTo>
                    <a:pt x="0" y="260"/>
                  </a:lnTo>
                  <a:lnTo>
                    <a:pt x="0" y="267"/>
                  </a:lnTo>
                  <a:lnTo>
                    <a:pt x="0" y="277"/>
                  </a:lnTo>
                  <a:lnTo>
                    <a:pt x="0" y="293"/>
                  </a:lnTo>
                  <a:lnTo>
                    <a:pt x="0" y="298"/>
                  </a:lnTo>
                  <a:lnTo>
                    <a:pt x="0" y="300"/>
                  </a:lnTo>
                  <a:lnTo>
                    <a:pt x="0" y="308"/>
                  </a:lnTo>
                  <a:lnTo>
                    <a:pt x="0" y="317"/>
                  </a:lnTo>
                  <a:lnTo>
                    <a:pt x="0" y="324"/>
                  </a:lnTo>
                  <a:lnTo>
                    <a:pt x="0" y="334"/>
                  </a:lnTo>
                  <a:lnTo>
                    <a:pt x="0" y="350"/>
                  </a:lnTo>
                  <a:lnTo>
                    <a:pt x="0" y="357"/>
                  </a:lnTo>
                  <a:lnTo>
                    <a:pt x="0" y="367"/>
                  </a:lnTo>
                  <a:lnTo>
                    <a:pt x="0" y="374"/>
                  </a:lnTo>
                  <a:lnTo>
                    <a:pt x="0" y="383"/>
                  </a:lnTo>
                  <a:lnTo>
                    <a:pt x="0" y="390"/>
                  </a:lnTo>
                  <a:lnTo>
                    <a:pt x="0" y="400"/>
                  </a:lnTo>
                  <a:lnTo>
                    <a:pt x="0" y="405"/>
                  </a:lnTo>
                  <a:lnTo>
                    <a:pt x="0" y="409"/>
                  </a:lnTo>
                  <a:lnTo>
                    <a:pt x="0" y="416"/>
                  </a:lnTo>
                  <a:lnTo>
                    <a:pt x="0" y="421"/>
                  </a:lnTo>
                  <a:lnTo>
                    <a:pt x="0" y="423"/>
                  </a:lnTo>
                  <a:lnTo>
                    <a:pt x="0" y="423"/>
                  </a:lnTo>
                  <a:lnTo>
                    <a:pt x="0" y="433"/>
                  </a:lnTo>
                  <a:lnTo>
                    <a:pt x="0" y="433"/>
                  </a:lnTo>
                  <a:lnTo>
                    <a:pt x="2" y="435"/>
                  </a:lnTo>
                  <a:lnTo>
                    <a:pt x="5" y="438"/>
                  </a:lnTo>
                  <a:lnTo>
                    <a:pt x="2" y="438"/>
                  </a:lnTo>
                  <a:lnTo>
                    <a:pt x="2" y="438"/>
                  </a:lnTo>
                  <a:lnTo>
                    <a:pt x="2" y="438"/>
                  </a:lnTo>
                  <a:lnTo>
                    <a:pt x="2" y="440"/>
                  </a:lnTo>
                  <a:lnTo>
                    <a:pt x="2" y="440"/>
                  </a:lnTo>
                  <a:lnTo>
                    <a:pt x="2" y="440"/>
                  </a:lnTo>
                  <a:lnTo>
                    <a:pt x="2" y="440"/>
                  </a:lnTo>
                  <a:lnTo>
                    <a:pt x="5" y="442"/>
                  </a:lnTo>
                  <a:lnTo>
                    <a:pt x="5" y="442"/>
                  </a:lnTo>
                  <a:lnTo>
                    <a:pt x="5" y="442"/>
                  </a:lnTo>
                  <a:lnTo>
                    <a:pt x="5" y="445"/>
                  </a:lnTo>
                  <a:lnTo>
                    <a:pt x="5" y="445"/>
                  </a:lnTo>
                  <a:lnTo>
                    <a:pt x="7" y="445"/>
                  </a:lnTo>
                  <a:lnTo>
                    <a:pt x="7" y="445"/>
                  </a:lnTo>
                  <a:lnTo>
                    <a:pt x="7" y="445"/>
                  </a:lnTo>
                  <a:lnTo>
                    <a:pt x="7" y="447"/>
                  </a:lnTo>
                  <a:lnTo>
                    <a:pt x="7" y="447"/>
                  </a:lnTo>
                  <a:lnTo>
                    <a:pt x="5" y="447"/>
                  </a:lnTo>
                  <a:lnTo>
                    <a:pt x="5" y="450"/>
                  </a:lnTo>
                  <a:lnTo>
                    <a:pt x="7" y="450"/>
                  </a:lnTo>
                  <a:lnTo>
                    <a:pt x="7" y="452"/>
                  </a:lnTo>
                  <a:lnTo>
                    <a:pt x="7" y="452"/>
                  </a:lnTo>
                  <a:lnTo>
                    <a:pt x="7" y="452"/>
                  </a:lnTo>
                  <a:lnTo>
                    <a:pt x="7" y="454"/>
                  </a:lnTo>
                  <a:lnTo>
                    <a:pt x="7" y="454"/>
                  </a:lnTo>
                  <a:lnTo>
                    <a:pt x="9" y="454"/>
                  </a:lnTo>
                  <a:lnTo>
                    <a:pt x="9" y="454"/>
                  </a:lnTo>
                  <a:lnTo>
                    <a:pt x="9" y="454"/>
                  </a:lnTo>
                  <a:lnTo>
                    <a:pt x="9" y="457"/>
                  </a:lnTo>
                  <a:lnTo>
                    <a:pt x="9" y="457"/>
                  </a:lnTo>
                  <a:lnTo>
                    <a:pt x="14" y="461"/>
                  </a:lnTo>
                  <a:lnTo>
                    <a:pt x="14" y="461"/>
                  </a:lnTo>
                  <a:lnTo>
                    <a:pt x="14" y="461"/>
                  </a:lnTo>
                  <a:lnTo>
                    <a:pt x="16" y="461"/>
                  </a:lnTo>
                  <a:lnTo>
                    <a:pt x="16" y="461"/>
                  </a:lnTo>
                  <a:lnTo>
                    <a:pt x="16" y="461"/>
                  </a:lnTo>
                  <a:lnTo>
                    <a:pt x="16" y="461"/>
                  </a:lnTo>
                  <a:lnTo>
                    <a:pt x="16" y="461"/>
                  </a:lnTo>
                  <a:lnTo>
                    <a:pt x="16" y="461"/>
                  </a:lnTo>
                  <a:lnTo>
                    <a:pt x="19" y="461"/>
                  </a:lnTo>
                  <a:lnTo>
                    <a:pt x="19" y="461"/>
                  </a:lnTo>
                  <a:lnTo>
                    <a:pt x="19" y="461"/>
                  </a:lnTo>
                  <a:lnTo>
                    <a:pt x="21" y="461"/>
                  </a:lnTo>
                  <a:lnTo>
                    <a:pt x="21" y="464"/>
                  </a:lnTo>
                  <a:lnTo>
                    <a:pt x="21" y="464"/>
                  </a:lnTo>
                  <a:lnTo>
                    <a:pt x="21" y="464"/>
                  </a:lnTo>
                  <a:lnTo>
                    <a:pt x="21" y="464"/>
                  </a:lnTo>
                  <a:lnTo>
                    <a:pt x="23" y="466"/>
                  </a:lnTo>
                  <a:lnTo>
                    <a:pt x="23" y="466"/>
                  </a:lnTo>
                  <a:lnTo>
                    <a:pt x="23" y="466"/>
                  </a:lnTo>
                  <a:lnTo>
                    <a:pt x="28" y="471"/>
                  </a:lnTo>
                  <a:lnTo>
                    <a:pt x="28" y="473"/>
                  </a:lnTo>
                  <a:lnTo>
                    <a:pt x="28" y="473"/>
                  </a:lnTo>
                  <a:lnTo>
                    <a:pt x="28" y="476"/>
                  </a:lnTo>
                  <a:lnTo>
                    <a:pt x="31" y="476"/>
                  </a:lnTo>
                  <a:lnTo>
                    <a:pt x="31" y="476"/>
                  </a:lnTo>
                  <a:lnTo>
                    <a:pt x="31" y="476"/>
                  </a:lnTo>
                  <a:lnTo>
                    <a:pt x="31" y="478"/>
                  </a:lnTo>
                  <a:lnTo>
                    <a:pt x="33" y="478"/>
                  </a:lnTo>
                  <a:lnTo>
                    <a:pt x="33" y="478"/>
                  </a:lnTo>
                  <a:lnTo>
                    <a:pt x="33" y="478"/>
                  </a:lnTo>
                  <a:lnTo>
                    <a:pt x="35" y="480"/>
                  </a:lnTo>
                  <a:lnTo>
                    <a:pt x="38" y="480"/>
                  </a:lnTo>
                  <a:lnTo>
                    <a:pt x="40" y="483"/>
                  </a:lnTo>
                  <a:lnTo>
                    <a:pt x="40" y="485"/>
                  </a:lnTo>
                  <a:lnTo>
                    <a:pt x="40" y="485"/>
                  </a:lnTo>
                  <a:lnTo>
                    <a:pt x="42" y="487"/>
                  </a:lnTo>
                  <a:lnTo>
                    <a:pt x="42" y="490"/>
                  </a:lnTo>
                  <a:lnTo>
                    <a:pt x="42" y="490"/>
                  </a:lnTo>
                  <a:lnTo>
                    <a:pt x="45" y="490"/>
                  </a:lnTo>
                  <a:lnTo>
                    <a:pt x="47" y="492"/>
                  </a:lnTo>
                  <a:lnTo>
                    <a:pt x="47" y="492"/>
                  </a:lnTo>
                  <a:lnTo>
                    <a:pt x="52" y="494"/>
                  </a:lnTo>
                  <a:lnTo>
                    <a:pt x="54" y="494"/>
                  </a:lnTo>
                  <a:lnTo>
                    <a:pt x="54" y="494"/>
                  </a:lnTo>
                  <a:lnTo>
                    <a:pt x="57" y="499"/>
                  </a:lnTo>
                  <a:lnTo>
                    <a:pt x="57" y="499"/>
                  </a:lnTo>
                  <a:lnTo>
                    <a:pt x="57" y="499"/>
                  </a:lnTo>
                  <a:lnTo>
                    <a:pt x="59" y="502"/>
                  </a:lnTo>
                  <a:lnTo>
                    <a:pt x="59" y="504"/>
                  </a:lnTo>
                  <a:lnTo>
                    <a:pt x="61" y="504"/>
                  </a:lnTo>
                  <a:lnTo>
                    <a:pt x="64" y="506"/>
                  </a:lnTo>
                  <a:lnTo>
                    <a:pt x="64" y="506"/>
                  </a:lnTo>
                  <a:lnTo>
                    <a:pt x="64" y="506"/>
                  </a:lnTo>
                  <a:lnTo>
                    <a:pt x="64" y="509"/>
                  </a:lnTo>
                  <a:lnTo>
                    <a:pt x="64" y="509"/>
                  </a:lnTo>
                  <a:lnTo>
                    <a:pt x="66" y="509"/>
                  </a:lnTo>
                  <a:lnTo>
                    <a:pt x="66" y="509"/>
                  </a:lnTo>
                  <a:lnTo>
                    <a:pt x="66" y="509"/>
                  </a:lnTo>
                  <a:lnTo>
                    <a:pt x="68" y="509"/>
                  </a:lnTo>
                  <a:lnTo>
                    <a:pt x="68" y="509"/>
                  </a:lnTo>
                  <a:lnTo>
                    <a:pt x="71" y="509"/>
                  </a:lnTo>
                  <a:lnTo>
                    <a:pt x="71" y="509"/>
                  </a:lnTo>
                  <a:lnTo>
                    <a:pt x="71" y="509"/>
                  </a:lnTo>
                  <a:lnTo>
                    <a:pt x="73" y="511"/>
                  </a:lnTo>
                  <a:lnTo>
                    <a:pt x="73" y="511"/>
                  </a:lnTo>
                  <a:lnTo>
                    <a:pt x="76" y="513"/>
                  </a:lnTo>
                  <a:lnTo>
                    <a:pt x="76" y="513"/>
                  </a:lnTo>
                  <a:lnTo>
                    <a:pt x="76" y="513"/>
                  </a:lnTo>
                  <a:lnTo>
                    <a:pt x="76" y="516"/>
                  </a:lnTo>
                  <a:lnTo>
                    <a:pt x="78" y="513"/>
                  </a:lnTo>
                  <a:lnTo>
                    <a:pt x="80" y="513"/>
                  </a:lnTo>
                  <a:lnTo>
                    <a:pt x="80" y="513"/>
                  </a:lnTo>
                  <a:lnTo>
                    <a:pt x="83" y="513"/>
                  </a:lnTo>
                  <a:lnTo>
                    <a:pt x="85" y="513"/>
                  </a:lnTo>
                  <a:lnTo>
                    <a:pt x="87" y="513"/>
                  </a:lnTo>
                  <a:lnTo>
                    <a:pt x="90" y="513"/>
                  </a:lnTo>
                  <a:lnTo>
                    <a:pt x="92" y="511"/>
                  </a:lnTo>
                  <a:lnTo>
                    <a:pt x="92" y="511"/>
                  </a:lnTo>
                  <a:lnTo>
                    <a:pt x="94" y="511"/>
                  </a:lnTo>
                  <a:lnTo>
                    <a:pt x="97" y="511"/>
                  </a:lnTo>
                  <a:lnTo>
                    <a:pt x="99" y="511"/>
                  </a:lnTo>
                  <a:lnTo>
                    <a:pt x="102" y="509"/>
                  </a:lnTo>
                  <a:lnTo>
                    <a:pt x="104" y="509"/>
                  </a:lnTo>
                  <a:lnTo>
                    <a:pt x="106" y="509"/>
                  </a:lnTo>
                  <a:lnTo>
                    <a:pt x="109" y="509"/>
                  </a:lnTo>
                  <a:lnTo>
                    <a:pt x="111" y="509"/>
                  </a:lnTo>
                  <a:lnTo>
                    <a:pt x="113" y="506"/>
                  </a:lnTo>
                  <a:lnTo>
                    <a:pt x="116" y="506"/>
                  </a:lnTo>
                  <a:lnTo>
                    <a:pt x="118" y="506"/>
                  </a:lnTo>
                  <a:lnTo>
                    <a:pt x="120" y="506"/>
                  </a:lnTo>
                  <a:lnTo>
                    <a:pt x="120" y="506"/>
                  </a:lnTo>
                  <a:lnTo>
                    <a:pt x="123" y="506"/>
                  </a:lnTo>
                  <a:lnTo>
                    <a:pt x="125" y="506"/>
                  </a:lnTo>
                  <a:lnTo>
                    <a:pt x="125" y="506"/>
                  </a:lnTo>
                  <a:lnTo>
                    <a:pt x="125" y="506"/>
                  </a:lnTo>
                  <a:lnTo>
                    <a:pt x="128" y="506"/>
                  </a:lnTo>
                  <a:lnTo>
                    <a:pt x="130" y="506"/>
                  </a:lnTo>
                  <a:lnTo>
                    <a:pt x="130" y="506"/>
                  </a:lnTo>
                  <a:lnTo>
                    <a:pt x="132" y="506"/>
                  </a:lnTo>
                  <a:lnTo>
                    <a:pt x="135" y="506"/>
                  </a:lnTo>
                  <a:lnTo>
                    <a:pt x="135" y="506"/>
                  </a:lnTo>
                  <a:lnTo>
                    <a:pt x="137" y="509"/>
                  </a:lnTo>
                  <a:lnTo>
                    <a:pt x="137" y="509"/>
                  </a:lnTo>
                  <a:lnTo>
                    <a:pt x="137" y="509"/>
                  </a:lnTo>
                  <a:lnTo>
                    <a:pt x="137" y="509"/>
                  </a:lnTo>
                  <a:lnTo>
                    <a:pt x="139" y="509"/>
                  </a:lnTo>
                  <a:lnTo>
                    <a:pt x="139" y="509"/>
                  </a:lnTo>
                  <a:lnTo>
                    <a:pt x="139" y="509"/>
                  </a:lnTo>
                  <a:lnTo>
                    <a:pt x="139" y="509"/>
                  </a:lnTo>
                  <a:lnTo>
                    <a:pt x="142" y="509"/>
                  </a:lnTo>
                  <a:lnTo>
                    <a:pt x="142" y="509"/>
                  </a:lnTo>
                  <a:lnTo>
                    <a:pt x="142" y="506"/>
                  </a:lnTo>
                  <a:lnTo>
                    <a:pt x="142" y="506"/>
                  </a:lnTo>
                  <a:lnTo>
                    <a:pt x="142" y="506"/>
                  </a:lnTo>
                  <a:lnTo>
                    <a:pt x="144" y="506"/>
                  </a:lnTo>
                  <a:lnTo>
                    <a:pt x="149" y="506"/>
                  </a:lnTo>
                  <a:lnTo>
                    <a:pt x="149" y="509"/>
                  </a:lnTo>
                  <a:lnTo>
                    <a:pt x="149" y="509"/>
                  </a:lnTo>
                  <a:lnTo>
                    <a:pt x="151" y="509"/>
                  </a:lnTo>
                  <a:lnTo>
                    <a:pt x="151" y="509"/>
                  </a:lnTo>
                  <a:lnTo>
                    <a:pt x="154" y="509"/>
                  </a:lnTo>
                  <a:lnTo>
                    <a:pt x="156" y="509"/>
                  </a:lnTo>
                  <a:lnTo>
                    <a:pt x="158" y="509"/>
                  </a:lnTo>
                  <a:lnTo>
                    <a:pt x="158" y="511"/>
                  </a:lnTo>
                  <a:lnTo>
                    <a:pt x="158" y="511"/>
                  </a:lnTo>
                  <a:lnTo>
                    <a:pt x="161" y="511"/>
                  </a:lnTo>
                  <a:lnTo>
                    <a:pt x="161" y="511"/>
                  </a:lnTo>
                  <a:lnTo>
                    <a:pt x="161" y="511"/>
                  </a:lnTo>
                  <a:lnTo>
                    <a:pt x="161" y="511"/>
                  </a:lnTo>
                  <a:lnTo>
                    <a:pt x="163" y="511"/>
                  </a:lnTo>
                  <a:lnTo>
                    <a:pt x="163" y="511"/>
                  </a:lnTo>
                  <a:lnTo>
                    <a:pt x="163" y="511"/>
                  </a:lnTo>
                  <a:lnTo>
                    <a:pt x="163" y="511"/>
                  </a:lnTo>
                  <a:lnTo>
                    <a:pt x="163" y="513"/>
                  </a:lnTo>
                  <a:lnTo>
                    <a:pt x="163" y="513"/>
                  </a:lnTo>
                  <a:lnTo>
                    <a:pt x="163" y="513"/>
                  </a:lnTo>
                  <a:lnTo>
                    <a:pt x="163" y="513"/>
                  </a:lnTo>
                  <a:lnTo>
                    <a:pt x="165" y="513"/>
                  </a:lnTo>
                  <a:lnTo>
                    <a:pt x="165" y="513"/>
                  </a:lnTo>
                  <a:lnTo>
                    <a:pt x="165" y="513"/>
                  </a:lnTo>
                  <a:lnTo>
                    <a:pt x="165" y="516"/>
                  </a:lnTo>
                  <a:lnTo>
                    <a:pt x="165" y="516"/>
                  </a:lnTo>
                  <a:lnTo>
                    <a:pt x="168" y="516"/>
                  </a:lnTo>
                  <a:lnTo>
                    <a:pt x="168" y="518"/>
                  </a:lnTo>
                  <a:lnTo>
                    <a:pt x="168" y="518"/>
                  </a:lnTo>
                  <a:lnTo>
                    <a:pt x="168" y="518"/>
                  </a:lnTo>
                  <a:lnTo>
                    <a:pt x="168" y="518"/>
                  </a:lnTo>
                  <a:lnTo>
                    <a:pt x="168" y="518"/>
                  </a:lnTo>
                  <a:lnTo>
                    <a:pt x="168" y="518"/>
                  </a:lnTo>
                  <a:lnTo>
                    <a:pt x="170" y="518"/>
                  </a:lnTo>
                  <a:lnTo>
                    <a:pt x="170" y="518"/>
                  </a:lnTo>
                  <a:lnTo>
                    <a:pt x="170" y="518"/>
                  </a:lnTo>
                  <a:lnTo>
                    <a:pt x="170" y="521"/>
                  </a:lnTo>
                  <a:lnTo>
                    <a:pt x="170" y="521"/>
                  </a:lnTo>
                  <a:lnTo>
                    <a:pt x="170" y="521"/>
                  </a:lnTo>
                  <a:lnTo>
                    <a:pt x="170" y="521"/>
                  </a:lnTo>
                  <a:lnTo>
                    <a:pt x="170" y="521"/>
                  </a:lnTo>
                  <a:lnTo>
                    <a:pt x="173" y="521"/>
                  </a:lnTo>
                  <a:lnTo>
                    <a:pt x="173" y="521"/>
                  </a:lnTo>
                  <a:lnTo>
                    <a:pt x="173" y="521"/>
                  </a:lnTo>
                  <a:lnTo>
                    <a:pt x="175" y="523"/>
                  </a:lnTo>
                  <a:lnTo>
                    <a:pt x="175" y="523"/>
                  </a:lnTo>
                  <a:lnTo>
                    <a:pt x="175" y="523"/>
                  </a:lnTo>
                  <a:lnTo>
                    <a:pt x="175" y="523"/>
                  </a:lnTo>
                  <a:lnTo>
                    <a:pt x="175" y="523"/>
                  </a:lnTo>
                  <a:lnTo>
                    <a:pt x="177" y="525"/>
                  </a:lnTo>
                  <a:lnTo>
                    <a:pt x="180" y="525"/>
                  </a:lnTo>
                  <a:lnTo>
                    <a:pt x="180" y="525"/>
                  </a:lnTo>
                  <a:lnTo>
                    <a:pt x="180" y="525"/>
                  </a:lnTo>
                  <a:lnTo>
                    <a:pt x="182" y="525"/>
                  </a:lnTo>
                  <a:lnTo>
                    <a:pt x="184" y="528"/>
                  </a:lnTo>
                  <a:lnTo>
                    <a:pt x="184" y="528"/>
                  </a:lnTo>
                  <a:lnTo>
                    <a:pt x="189" y="528"/>
                  </a:lnTo>
                  <a:lnTo>
                    <a:pt x="189" y="528"/>
                  </a:lnTo>
                  <a:lnTo>
                    <a:pt x="189" y="528"/>
                  </a:lnTo>
                  <a:lnTo>
                    <a:pt x="189" y="528"/>
                  </a:lnTo>
                  <a:lnTo>
                    <a:pt x="189" y="528"/>
                  </a:lnTo>
                  <a:lnTo>
                    <a:pt x="189" y="528"/>
                  </a:lnTo>
                  <a:lnTo>
                    <a:pt x="191" y="528"/>
                  </a:lnTo>
                  <a:lnTo>
                    <a:pt x="194" y="525"/>
                  </a:lnTo>
                  <a:lnTo>
                    <a:pt x="196" y="525"/>
                  </a:lnTo>
                  <a:lnTo>
                    <a:pt x="199" y="525"/>
                  </a:lnTo>
                  <a:lnTo>
                    <a:pt x="199" y="525"/>
                  </a:lnTo>
                  <a:lnTo>
                    <a:pt x="199" y="525"/>
                  </a:lnTo>
                  <a:lnTo>
                    <a:pt x="201" y="525"/>
                  </a:lnTo>
                  <a:lnTo>
                    <a:pt x="203" y="528"/>
                  </a:lnTo>
                  <a:lnTo>
                    <a:pt x="203" y="528"/>
                  </a:lnTo>
                  <a:lnTo>
                    <a:pt x="203" y="528"/>
                  </a:lnTo>
                  <a:lnTo>
                    <a:pt x="206" y="530"/>
                  </a:lnTo>
                  <a:lnTo>
                    <a:pt x="208" y="530"/>
                  </a:lnTo>
                  <a:lnTo>
                    <a:pt x="208" y="530"/>
                  </a:lnTo>
                  <a:lnTo>
                    <a:pt x="208" y="530"/>
                  </a:lnTo>
                  <a:lnTo>
                    <a:pt x="208" y="532"/>
                  </a:lnTo>
                  <a:lnTo>
                    <a:pt x="208" y="532"/>
                  </a:lnTo>
                  <a:lnTo>
                    <a:pt x="208" y="532"/>
                  </a:lnTo>
                  <a:lnTo>
                    <a:pt x="210" y="535"/>
                  </a:lnTo>
                  <a:lnTo>
                    <a:pt x="213" y="535"/>
                  </a:lnTo>
                  <a:lnTo>
                    <a:pt x="215" y="535"/>
                  </a:lnTo>
                  <a:lnTo>
                    <a:pt x="217" y="532"/>
                  </a:lnTo>
                  <a:lnTo>
                    <a:pt x="217" y="535"/>
                  </a:lnTo>
                  <a:lnTo>
                    <a:pt x="217" y="532"/>
                  </a:lnTo>
                  <a:lnTo>
                    <a:pt x="217" y="532"/>
                  </a:lnTo>
                  <a:lnTo>
                    <a:pt x="220" y="532"/>
                  </a:lnTo>
                  <a:lnTo>
                    <a:pt x="220" y="532"/>
                  </a:lnTo>
                  <a:lnTo>
                    <a:pt x="220" y="532"/>
                  </a:lnTo>
                  <a:lnTo>
                    <a:pt x="220" y="532"/>
                  </a:lnTo>
                  <a:lnTo>
                    <a:pt x="220" y="532"/>
                  </a:lnTo>
                  <a:lnTo>
                    <a:pt x="220" y="532"/>
                  </a:lnTo>
                  <a:lnTo>
                    <a:pt x="222" y="532"/>
                  </a:lnTo>
                  <a:lnTo>
                    <a:pt x="222" y="530"/>
                  </a:lnTo>
                  <a:lnTo>
                    <a:pt x="225" y="530"/>
                  </a:lnTo>
                  <a:lnTo>
                    <a:pt x="225" y="530"/>
                  </a:lnTo>
                  <a:lnTo>
                    <a:pt x="227" y="528"/>
                  </a:lnTo>
                  <a:lnTo>
                    <a:pt x="227" y="528"/>
                  </a:lnTo>
                  <a:lnTo>
                    <a:pt x="227" y="528"/>
                  </a:lnTo>
                  <a:lnTo>
                    <a:pt x="227" y="530"/>
                  </a:lnTo>
                  <a:lnTo>
                    <a:pt x="227" y="530"/>
                  </a:lnTo>
                  <a:lnTo>
                    <a:pt x="227" y="530"/>
                  </a:lnTo>
                  <a:lnTo>
                    <a:pt x="229" y="530"/>
                  </a:lnTo>
                  <a:lnTo>
                    <a:pt x="232" y="530"/>
                  </a:lnTo>
                  <a:lnTo>
                    <a:pt x="232" y="530"/>
                  </a:lnTo>
                  <a:lnTo>
                    <a:pt x="232" y="530"/>
                  </a:lnTo>
                  <a:lnTo>
                    <a:pt x="232" y="532"/>
                  </a:lnTo>
                  <a:lnTo>
                    <a:pt x="232" y="532"/>
                  </a:lnTo>
                  <a:lnTo>
                    <a:pt x="234" y="532"/>
                  </a:lnTo>
                  <a:lnTo>
                    <a:pt x="236" y="532"/>
                  </a:lnTo>
                  <a:lnTo>
                    <a:pt x="241" y="535"/>
                  </a:lnTo>
                  <a:lnTo>
                    <a:pt x="244" y="535"/>
                  </a:lnTo>
                  <a:lnTo>
                    <a:pt x="246" y="535"/>
                  </a:lnTo>
                  <a:lnTo>
                    <a:pt x="246" y="535"/>
                  </a:lnTo>
                  <a:lnTo>
                    <a:pt x="246" y="535"/>
                  </a:lnTo>
                  <a:lnTo>
                    <a:pt x="248" y="537"/>
                  </a:lnTo>
                  <a:lnTo>
                    <a:pt x="248" y="537"/>
                  </a:lnTo>
                  <a:lnTo>
                    <a:pt x="248" y="537"/>
                  </a:lnTo>
                  <a:lnTo>
                    <a:pt x="253" y="539"/>
                  </a:lnTo>
                  <a:lnTo>
                    <a:pt x="253" y="539"/>
                  </a:lnTo>
                  <a:lnTo>
                    <a:pt x="253" y="539"/>
                  </a:lnTo>
                  <a:lnTo>
                    <a:pt x="255" y="537"/>
                  </a:lnTo>
                  <a:lnTo>
                    <a:pt x="255" y="537"/>
                  </a:lnTo>
                  <a:lnTo>
                    <a:pt x="255" y="537"/>
                  </a:lnTo>
                  <a:lnTo>
                    <a:pt x="258" y="537"/>
                  </a:lnTo>
                  <a:lnTo>
                    <a:pt x="262" y="535"/>
                  </a:lnTo>
                  <a:lnTo>
                    <a:pt x="265" y="535"/>
                  </a:lnTo>
                  <a:lnTo>
                    <a:pt x="265" y="532"/>
                  </a:lnTo>
                  <a:lnTo>
                    <a:pt x="267" y="532"/>
                  </a:lnTo>
                  <a:lnTo>
                    <a:pt x="270" y="532"/>
                  </a:lnTo>
                  <a:lnTo>
                    <a:pt x="270" y="532"/>
                  </a:lnTo>
                  <a:lnTo>
                    <a:pt x="272" y="532"/>
                  </a:lnTo>
                  <a:lnTo>
                    <a:pt x="272" y="530"/>
                  </a:lnTo>
                  <a:lnTo>
                    <a:pt x="274" y="528"/>
                  </a:lnTo>
                  <a:lnTo>
                    <a:pt x="277" y="525"/>
                  </a:lnTo>
                  <a:lnTo>
                    <a:pt x="277" y="525"/>
                  </a:lnTo>
                  <a:lnTo>
                    <a:pt x="277" y="523"/>
                  </a:lnTo>
                  <a:lnTo>
                    <a:pt x="277" y="523"/>
                  </a:lnTo>
                  <a:lnTo>
                    <a:pt x="277" y="523"/>
                  </a:lnTo>
                  <a:lnTo>
                    <a:pt x="291" y="506"/>
                  </a:lnTo>
                  <a:lnTo>
                    <a:pt x="296" y="502"/>
                  </a:lnTo>
                  <a:lnTo>
                    <a:pt x="300" y="499"/>
                  </a:lnTo>
                  <a:lnTo>
                    <a:pt x="300" y="497"/>
                  </a:lnTo>
                  <a:lnTo>
                    <a:pt x="303" y="492"/>
                  </a:lnTo>
                  <a:lnTo>
                    <a:pt x="303" y="490"/>
                  </a:lnTo>
                  <a:lnTo>
                    <a:pt x="310" y="480"/>
                  </a:lnTo>
                  <a:lnTo>
                    <a:pt x="312" y="478"/>
                  </a:lnTo>
                  <a:lnTo>
                    <a:pt x="314" y="476"/>
                  </a:lnTo>
                  <a:lnTo>
                    <a:pt x="324" y="471"/>
                  </a:lnTo>
                  <a:lnTo>
                    <a:pt x="329" y="471"/>
                  </a:lnTo>
                  <a:lnTo>
                    <a:pt x="333" y="466"/>
                  </a:lnTo>
                  <a:lnTo>
                    <a:pt x="338" y="464"/>
                  </a:lnTo>
                  <a:lnTo>
                    <a:pt x="357" y="454"/>
                  </a:lnTo>
                  <a:lnTo>
                    <a:pt x="359" y="454"/>
                  </a:lnTo>
                  <a:lnTo>
                    <a:pt x="359" y="454"/>
                  </a:lnTo>
                  <a:lnTo>
                    <a:pt x="362" y="454"/>
                  </a:lnTo>
                  <a:lnTo>
                    <a:pt x="362" y="454"/>
                  </a:lnTo>
                  <a:lnTo>
                    <a:pt x="362" y="454"/>
                  </a:lnTo>
                  <a:lnTo>
                    <a:pt x="364" y="452"/>
                  </a:lnTo>
                  <a:lnTo>
                    <a:pt x="364" y="452"/>
                  </a:lnTo>
                  <a:lnTo>
                    <a:pt x="367" y="450"/>
                  </a:lnTo>
                  <a:lnTo>
                    <a:pt x="367" y="447"/>
                  </a:lnTo>
                  <a:lnTo>
                    <a:pt x="367" y="447"/>
                  </a:lnTo>
                  <a:lnTo>
                    <a:pt x="369" y="445"/>
                  </a:lnTo>
                  <a:lnTo>
                    <a:pt x="369" y="445"/>
                  </a:lnTo>
                  <a:lnTo>
                    <a:pt x="367" y="442"/>
                  </a:lnTo>
                  <a:lnTo>
                    <a:pt x="367" y="440"/>
                  </a:lnTo>
                  <a:lnTo>
                    <a:pt x="367" y="440"/>
                  </a:lnTo>
                  <a:lnTo>
                    <a:pt x="369" y="438"/>
                  </a:lnTo>
                  <a:lnTo>
                    <a:pt x="367" y="435"/>
                  </a:lnTo>
                  <a:lnTo>
                    <a:pt x="367" y="433"/>
                  </a:lnTo>
                  <a:lnTo>
                    <a:pt x="369" y="431"/>
                  </a:lnTo>
                  <a:lnTo>
                    <a:pt x="369" y="428"/>
                  </a:lnTo>
                  <a:lnTo>
                    <a:pt x="369" y="428"/>
                  </a:lnTo>
                  <a:lnTo>
                    <a:pt x="369" y="428"/>
                  </a:lnTo>
                  <a:lnTo>
                    <a:pt x="369" y="428"/>
                  </a:lnTo>
                  <a:lnTo>
                    <a:pt x="369" y="428"/>
                  </a:lnTo>
                  <a:lnTo>
                    <a:pt x="369" y="426"/>
                  </a:lnTo>
                  <a:lnTo>
                    <a:pt x="369" y="426"/>
                  </a:lnTo>
                  <a:lnTo>
                    <a:pt x="369" y="426"/>
                  </a:lnTo>
                  <a:lnTo>
                    <a:pt x="371" y="423"/>
                  </a:lnTo>
                  <a:lnTo>
                    <a:pt x="371" y="421"/>
                  </a:lnTo>
                  <a:lnTo>
                    <a:pt x="374" y="421"/>
                  </a:lnTo>
                  <a:lnTo>
                    <a:pt x="374" y="421"/>
                  </a:lnTo>
                  <a:lnTo>
                    <a:pt x="374" y="421"/>
                  </a:lnTo>
                  <a:lnTo>
                    <a:pt x="376" y="421"/>
                  </a:lnTo>
                  <a:lnTo>
                    <a:pt x="378" y="421"/>
                  </a:lnTo>
                  <a:lnTo>
                    <a:pt x="378" y="421"/>
                  </a:lnTo>
                  <a:lnTo>
                    <a:pt x="381" y="419"/>
                  </a:lnTo>
                  <a:lnTo>
                    <a:pt x="381" y="416"/>
                  </a:lnTo>
                  <a:lnTo>
                    <a:pt x="381" y="416"/>
                  </a:lnTo>
                  <a:lnTo>
                    <a:pt x="383" y="416"/>
                  </a:lnTo>
                  <a:lnTo>
                    <a:pt x="383" y="416"/>
                  </a:lnTo>
                  <a:lnTo>
                    <a:pt x="383" y="416"/>
                  </a:lnTo>
                  <a:lnTo>
                    <a:pt x="385" y="414"/>
                  </a:lnTo>
                  <a:lnTo>
                    <a:pt x="397" y="407"/>
                  </a:lnTo>
                  <a:lnTo>
                    <a:pt x="397" y="407"/>
                  </a:lnTo>
                  <a:lnTo>
                    <a:pt x="402" y="407"/>
                  </a:lnTo>
                  <a:lnTo>
                    <a:pt x="404" y="407"/>
                  </a:lnTo>
                  <a:lnTo>
                    <a:pt x="407" y="405"/>
                  </a:lnTo>
                  <a:lnTo>
                    <a:pt x="407" y="405"/>
                  </a:lnTo>
                  <a:lnTo>
                    <a:pt x="409" y="405"/>
                  </a:lnTo>
                  <a:lnTo>
                    <a:pt x="409" y="405"/>
                  </a:lnTo>
                  <a:lnTo>
                    <a:pt x="409" y="405"/>
                  </a:lnTo>
                  <a:lnTo>
                    <a:pt x="412" y="405"/>
                  </a:lnTo>
                  <a:lnTo>
                    <a:pt x="414" y="405"/>
                  </a:lnTo>
                  <a:lnTo>
                    <a:pt x="416" y="405"/>
                  </a:lnTo>
                  <a:lnTo>
                    <a:pt x="419" y="402"/>
                  </a:lnTo>
                  <a:lnTo>
                    <a:pt x="421" y="402"/>
                  </a:lnTo>
                  <a:lnTo>
                    <a:pt x="423" y="402"/>
                  </a:lnTo>
                  <a:lnTo>
                    <a:pt x="428" y="405"/>
                  </a:lnTo>
                  <a:lnTo>
                    <a:pt x="430" y="405"/>
                  </a:lnTo>
                  <a:lnTo>
                    <a:pt x="433" y="405"/>
                  </a:lnTo>
                  <a:lnTo>
                    <a:pt x="433" y="405"/>
                  </a:lnTo>
                  <a:lnTo>
                    <a:pt x="435" y="402"/>
                  </a:lnTo>
                  <a:lnTo>
                    <a:pt x="438" y="405"/>
                  </a:lnTo>
                  <a:lnTo>
                    <a:pt x="440" y="405"/>
                  </a:lnTo>
                  <a:lnTo>
                    <a:pt x="440" y="405"/>
                  </a:lnTo>
                  <a:lnTo>
                    <a:pt x="440" y="405"/>
                  </a:lnTo>
                  <a:lnTo>
                    <a:pt x="442" y="405"/>
                  </a:lnTo>
                  <a:lnTo>
                    <a:pt x="442" y="405"/>
                  </a:lnTo>
                  <a:lnTo>
                    <a:pt x="442" y="405"/>
                  </a:lnTo>
                  <a:lnTo>
                    <a:pt x="445" y="405"/>
                  </a:lnTo>
                  <a:lnTo>
                    <a:pt x="445" y="405"/>
                  </a:lnTo>
                  <a:lnTo>
                    <a:pt x="447" y="405"/>
                  </a:lnTo>
                  <a:lnTo>
                    <a:pt x="447" y="405"/>
                  </a:lnTo>
                  <a:lnTo>
                    <a:pt x="449" y="405"/>
                  </a:lnTo>
                  <a:lnTo>
                    <a:pt x="452" y="405"/>
                  </a:lnTo>
                  <a:lnTo>
                    <a:pt x="452" y="402"/>
                  </a:lnTo>
                  <a:lnTo>
                    <a:pt x="449" y="402"/>
                  </a:lnTo>
                  <a:lnTo>
                    <a:pt x="449" y="402"/>
                  </a:lnTo>
                  <a:lnTo>
                    <a:pt x="449" y="400"/>
                  </a:lnTo>
                  <a:lnTo>
                    <a:pt x="449" y="400"/>
                  </a:lnTo>
                  <a:lnTo>
                    <a:pt x="449" y="397"/>
                  </a:lnTo>
                  <a:lnTo>
                    <a:pt x="449" y="395"/>
                  </a:lnTo>
                  <a:lnTo>
                    <a:pt x="449" y="395"/>
                  </a:lnTo>
                  <a:lnTo>
                    <a:pt x="449" y="395"/>
                  </a:lnTo>
                  <a:lnTo>
                    <a:pt x="449" y="393"/>
                  </a:lnTo>
                  <a:lnTo>
                    <a:pt x="449" y="393"/>
                  </a:lnTo>
                  <a:lnTo>
                    <a:pt x="449" y="390"/>
                  </a:lnTo>
                  <a:lnTo>
                    <a:pt x="449" y="388"/>
                  </a:lnTo>
                  <a:lnTo>
                    <a:pt x="449" y="388"/>
                  </a:lnTo>
                  <a:lnTo>
                    <a:pt x="447" y="386"/>
                  </a:lnTo>
                  <a:lnTo>
                    <a:pt x="447" y="386"/>
                  </a:lnTo>
                  <a:lnTo>
                    <a:pt x="447" y="386"/>
                  </a:lnTo>
                  <a:lnTo>
                    <a:pt x="445" y="383"/>
                  </a:lnTo>
                  <a:lnTo>
                    <a:pt x="442" y="381"/>
                  </a:lnTo>
                  <a:lnTo>
                    <a:pt x="442" y="374"/>
                  </a:lnTo>
                  <a:lnTo>
                    <a:pt x="440" y="371"/>
                  </a:lnTo>
                  <a:lnTo>
                    <a:pt x="440" y="369"/>
                  </a:lnTo>
                  <a:lnTo>
                    <a:pt x="440" y="369"/>
                  </a:lnTo>
                  <a:lnTo>
                    <a:pt x="440" y="367"/>
                  </a:lnTo>
                  <a:lnTo>
                    <a:pt x="440" y="367"/>
                  </a:lnTo>
                  <a:lnTo>
                    <a:pt x="442" y="367"/>
                  </a:lnTo>
                  <a:lnTo>
                    <a:pt x="447" y="367"/>
                  </a:lnTo>
                  <a:lnTo>
                    <a:pt x="449" y="364"/>
                  </a:lnTo>
                  <a:lnTo>
                    <a:pt x="454" y="362"/>
                  </a:lnTo>
                  <a:lnTo>
                    <a:pt x="461" y="360"/>
                  </a:lnTo>
                  <a:lnTo>
                    <a:pt x="466" y="360"/>
                  </a:lnTo>
                  <a:lnTo>
                    <a:pt x="473" y="355"/>
                  </a:lnTo>
                  <a:lnTo>
                    <a:pt x="478" y="355"/>
                  </a:lnTo>
                  <a:lnTo>
                    <a:pt x="485" y="352"/>
                  </a:lnTo>
                  <a:lnTo>
                    <a:pt x="487" y="352"/>
                  </a:lnTo>
                  <a:lnTo>
                    <a:pt x="492" y="352"/>
                  </a:lnTo>
                  <a:lnTo>
                    <a:pt x="499" y="350"/>
                  </a:lnTo>
                  <a:lnTo>
                    <a:pt x="504" y="348"/>
                  </a:lnTo>
                  <a:lnTo>
                    <a:pt x="509" y="348"/>
                  </a:lnTo>
                  <a:lnTo>
                    <a:pt x="513" y="345"/>
                  </a:lnTo>
                  <a:lnTo>
                    <a:pt x="518" y="343"/>
                  </a:lnTo>
                  <a:lnTo>
                    <a:pt x="525" y="341"/>
                  </a:lnTo>
                  <a:lnTo>
                    <a:pt x="532" y="338"/>
                  </a:lnTo>
                  <a:lnTo>
                    <a:pt x="537" y="336"/>
                  </a:lnTo>
                  <a:lnTo>
                    <a:pt x="542" y="334"/>
                  </a:lnTo>
                  <a:lnTo>
                    <a:pt x="544" y="334"/>
                  </a:lnTo>
                  <a:lnTo>
                    <a:pt x="549" y="334"/>
                  </a:lnTo>
                  <a:lnTo>
                    <a:pt x="553" y="331"/>
                  </a:lnTo>
                  <a:lnTo>
                    <a:pt x="558" y="329"/>
                  </a:lnTo>
                  <a:lnTo>
                    <a:pt x="568" y="326"/>
                  </a:lnTo>
                  <a:lnTo>
                    <a:pt x="575" y="324"/>
                  </a:lnTo>
                  <a:lnTo>
                    <a:pt x="584" y="319"/>
                  </a:lnTo>
                  <a:lnTo>
                    <a:pt x="591" y="317"/>
                  </a:lnTo>
                  <a:lnTo>
                    <a:pt x="596" y="317"/>
                  </a:lnTo>
                  <a:lnTo>
                    <a:pt x="601" y="315"/>
                  </a:lnTo>
                  <a:lnTo>
                    <a:pt x="598" y="315"/>
                  </a:lnTo>
                  <a:lnTo>
                    <a:pt x="598" y="310"/>
                  </a:lnTo>
                  <a:lnTo>
                    <a:pt x="596" y="310"/>
                  </a:lnTo>
                  <a:lnTo>
                    <a:pt x="596" y="310"/>
                  </a:lnTo>
                  <a:lnTo>
                    <a:pt x="596" y="312"/>
                  </a:lnTo>
                  <a:lnTo>
                    <a:pt x="596" y="312"/>
                  </a:lnTo>
                  <a:lnTo>
                    <a:pt x="594" y="312"/>
                  </a:lnTo>
                  <a:lnTo>
                    <a:pt x="594" y="312"/>
                  </a:lnTo>
                  <a:lnTo>
                    <a:pt x="591" y="315"/>
                  </a:lnTo>
                  <a:lnTo>
                    <a:pt x="591" y="317"/>
                  </a:lnTo>
                  <a:lnTo>
                    <a:pt x="589" y="317"/>
                  </a:lnTo>
                  <a:lnTo>
                    <a:pt x="589" y="315"/>
                  </a:lnTo>
                  <a:lnTo>
                    <a:pt x="589" y="315"/>
                  </a:lnTo>
                  <a:lnTo>
                    <a:pt x="589" y="312"/>
                  </a:lnTo>
                  <a:lnTo>
                    <a:pt x="589" y="312"/>
                  </a:lnTo>
                  <a:lnTo>
                    <a:pt x="589" y="310"/>
                  </a:lnTo>
                  <a:lnTo>
                    <a:pt x="589" y="310"/>
                  </a:lnTo>
                  <a:lnTo>
                    <a:pt x="587" y="310"/>
                  </a:lnTo>
                  <a:lnTo>
                    <a:pt x="587" y="310"/>
                  </a:lnTo>
                  <a:lnTo>
                    <a:pt x="587" y="310"/>
                  </a:lnTo>
                  <a:lnTo>
                    <a:pt x="587" y="310"/>
                  </a:lnTo>
                  <a:lnTo>
                    <a:pt x="587" y="308"/>
                  </a:lnTo>
                  <a:lnTo>
                    <a:pt x="584" y="308"/>
                  </a:lnTo>
                  <a:lnTo>
                    <a:pt x="582" y="305"/>
                  </a:lnTo>
                  <a:lnTo>
                    <a:pt x="582" y="303"/>
                  </a:lnTo>
                  <a:lnTo>
                    <a:pt x="579" y="303"/>
                  </a:lnTo>
                  <a:lnTo>
                    <a:pt x="579" y="303"/>
                  </a:lnTo>
                  <a:lnTo>
                    <a:pt x="577" y="303"/>
                  </a:lnTo>
                  <a:lnTo>
                    <a:pt x="577" y="300"/>
                  </a:lnTo>
                  <a:lnTo>
                    <a:pt x="577" y="300"/>
                  </a:lnTo>
                  <a:lnTo>
                    <a:pt x="579" y="298"/>
                  </a:lnTo>
                  <a:lnTo>
                    <a:pt x="579" y="298"/>
                  </a:lnTo>
                  <a:lnTo>
                    <a:pt x="579" y="298"/>
                  </a:lnTo>
                  <a:lnTo>
                    <a:pt x="577" y="296"/>
                  </a:lnTo>
                  <a:lnTo>
                    <a:pt x="575" y="293"/>
                  </a:lnTo>
                  <a:lnTo>
                    <a:pt x="575" y="293"/>
                  </a:lnTo>
                  <a:lnTo>
                    <a:pt x="572" y="293"/>
                  </a:lnTo>
                  <a:lnTo>
                    <a:pt x="572" y="291"/>
                  </a:lnTo>
                  <a:lnTo>
                    <a:pt x="572" y="291"/>
                  </a:lnTo>
                  <a:lnTo>
                    <a:pt x="572" y="291"/>
                  </a:lnTo>
                  <a:lnTo>
                    <a:pt x="572" y="291"/>
                  </a:lnTo>
                  <a:lnTo>
                    <a:pt x="575" y="291"/>
                  </a:lnTo>
                  <a:lnTo>
                    <a:pt x="575" y="291"/>
                  </a:lnTo>
                  <a:lnTo>
                    <a:pt x="577" y="289"/>
                  </a:lnTo>
                  <a:lnTo>
                    <a:pt x="577" y="289"/>
                  </a:lnTo>
                  <a:lnTo>
                    <a:pt x="579" y="289"/>
                  </a:lnTo>
                  <a:lnTo>
                    <a:pt x="579" y="289"/>
                  </a:lnTo>
                  <a:lnTo>
                    <a:pt x="579" y="286"/>
                  </a:lnTo>
                  <a:lnTo>
                    <a:pt x="579" y="286"/>
                  </a:lnTo>
                  <a:lnTo>
                    <a:pt x="579" y="284"/>
                  </a:lnTo>
                  <a:lnTo>
                    <a:pt x="579" y="284"/>
                  </a:lnTo>
                  <a:lnTo>
                    <a:pt x="582" y="284"/>
                  </a:lnTo>
                  <a:lnTo>
                    <a:pt x="582" y="284"/>
                  </a:lnTo>
                  <a:lnTo>
                    <a:pt x="584" y="281"/>
                  </a:lnTo>
                  <a:lnTo>
                    <a:pt x="584" y="279"/>
                  </a:lnTo>
                  <a:lnTo>
                    <a:pt x="584" y="274"/>
                  </a:lnTo>
                  <a:lnTo>
                    <a:pt x="587" y="272"/>
                  </a:lnTo>
                  <a:lnTo>
                    <a:pt x="587" y="272"/>
                  </a:lnTo>
                  <a:lnTo>
                    <a:pt x="589" y="272"/>
                  </a:lnTo>
                  <a:lnTo>
                    <a:pt x="589" y="270"/>
                  </a:lnTo>
                  <a:lnTo>
                    <a:pt x="589" y="270"/>
                  </a:lnTo>
                  <a:lnTo>
                    <a:pt x="589" y="267"/>
                  </a:lnTo>
                  <a:lnTo>
                    <a:pt x="589" y="267"/>
                  </a:lnTo>
                  <a:lnTo>
                    <a:pt x="587" y="267"/>
                  </a:lnTo>
                  <a:lnTo>
                    <a:pt x="587" y="265"/>
                  </a:lnTo>
                  <a:lnTo>
                    <a:pt x="589" y="260"/>
                  </a:lnTo>
                  <a:lnTo>
                    <a:pt x="589" y="255"/>
                  </a:lnTo>
                  <a:lnTo>
                    <a:pt x="591" y="255"/>
                  </a:lnTo>
                  <a:lnTo>
                    <a:pt x="589" y="253"/>
                  </a:lnTo>
                  <a:lnTo>
                    <a:pt x="589" y="253"/>
                  </a:lnTo>
                  <a:lnTo>
                    <a:pt x="587" y="251"/>
                  </a:lnTo>
                  <a:lnTo>
                    <a:pt x="587" y="251"/>
                  </a:lnTo>
                  <a:lnTo>
                    <a:pt x="587" y="246"/>
                  </a:lnTo>
                  <a:lnTo>
                    <a:pt x="587" y="246"/>
                  </a:lnTo>
                  <a:lnTo>
                    <a:pt x="587" y="244"/>
                  </a:lnTo>
                  <a:lnTo>
                    <a:pt x="589" y="241"/>
                  </a:lnTo>
                  <a:lnTo>
                    <a:pt x="591" y="239"/>
                  </a:lnTo>
                  <a:lnTo>
                    <a:pt x="591" y="237"/>
                  </a:lnTo>
                  <a:lnTo>
                    <a:pt x="591" y="237"/>
                  </a:lnTo>
                  <a:lnTo>
                    <a:pt x="594" y="237"/>
                  </a:lnTo>
                  <a:lnTo>
                    <a:pt x="594" y="237"/>
                  </a:lnTo>
                  <a:lnTo>
                    <a:pt x="594" y="237"/>
                  </a:lnTo>
                  <a:lnTo>
                    <a:pt x="594" y="237"/>
                  </a:lnTo>
                  <a:lnTo>
                    <a:pt x="594" y="237"/>
                  </a:lnTo>
                  <a:lnTo>
                    <a:pt x="594" y="237"/>
                  </a:lnTo>
                  <a:lnTo>
                    <a:pt x="594" y="237"/>
                  </a:lnTo>
                  <a:lnTo>
                    <a:pt x="596" y="237"/>
                  </a:lnTo>
                  <a:lnTo>
                    <a:pt x="596" y="237"/>
                  </a:lnTo>
                  <a:lnTo>
                    <a:pt x="596" y="237"/>
                  </a:lnTo>
                  <a:lnTo>
                    <a:pt x="596" y="237"/>
                  </a:lnTo>
                  <a:lnTo>
                    <a:pt x="598" y="237"/>
                  </a:lnTo>
                  <a:lnTo>
                    <a:pt x="598" y="239"/>
                  </a:lnTo>
                  <a:lnTo>
                    <a:pt x="598" y="239"/>
                  </a:lnTo>
                  <a:lnTo>
                    <a:pt x="598" y="239"/>
                  </a:lnTo>
                  <a:lnTo>
                    <a:pt x="598" y="239"/>
                  </a:lnTo>
                  <a:lnTo>
                    <a:pt x="598" y="239"/>
                  </a:lnTo>
                  <a:lnTo>
                    <a:pt x="598" y="237"/>
                  </a:lnTo>
                  <a:lnTo>
                    <a:pt x="601" y="237"/>
                  </a:lnTo>
                  <a:lnTo>
                    <a:pt x="601" y="237"/>
                  </a:lnTo>
                  <a:lnTo>
                    <a:pt x="601" y="237"/>
                  </a:lnTo>
                  <a:lnTo>
                    <a:pt x="601" y="237"/>
                  </a:lnTo>
                  <a:lnTo>
                    <a:pt x="601" y="237"/>
                  </a:lnTo>
                  <a:lnTo>
                    <a:pt x="603" y="234"/>
                  </a:lnTo>
                  <a:lnTo>
                    <a:pt x="603" y="234"/>
                  </a:lnTo>
                  <a:lnTo>
                    <a:pt x="603" y="234"/>
                  </a:lnTo>
                  <a:lnTo>
                    <a:pt x="606" y="234"/>
                  </a:lnTo>
                  <a:lnTo>
                    <a:pt x="606" y="234"/>
                  </a:lnTo>
                  <a:lnTo>
                    <a:pt x="606" y="234"/>
                  </a:lnTo>
                  <a:lnTo>
                    <a:pt x="606" y="234"/>
                  </a:lnTo>
                  <a:lnTo>
                    <a:pt x="608" y="234"/>
                  </a:lnTo>
                  <a:lnTo>
                    <a:pt x="608" y="234"/>
                  </a:lnTo>
                  <a:lnTo>
                    <a:pt x="610" y="232"/>
                  </a:lnTo>
                  <a:lnTo>
                    <a:pt x="610" y="232"/>
                  </a:lnTo>
                  <a:lnTo>
                    <a:pt x="610" y="229"/>
                  </a:lnTo>
                  <a:lnTo>
                    <a:pt x="613" y="229"/>
                  </a:lnTo>
                  <a:lnTo>
                    <a:pt x="613" y="229"/>
                  </a:lnTo>
                  <a:lnTo>
                    <a:pt x="615" y="229"/>
                  </a:lnTo>
                  <a:lnTo>
                    <a:pt x="615" y="227"/>
                  </a:lnTo>
                  <a:lnTo>
                    <a:pt x="615" y="227"/>
                  </a:lnTo>
                  <a:lnTo>
                    <a:pt x="615" y="227"/>
                  </a:lnTo>
                  <a:lnTo>
                    <a:pt x="615" y="227"/>
                  </a:lnTo>
                  <a:lnTo>
                    <a:pt x="617" y="225"/>
                  </a:lnTo>
                  <a:lnTo>
                    <a:pt x="617" y="225"/>
                  </a:lnTo>
                  <a:lnTo>
                    <a:pt x="617" y="225"/>
                  </a:lnTo>
                  <a:lnTo>
                    <a:pt x="617" y="222"/>
                  </a:lnTo>
                  <a:lnTo>
                    <a:pt x="617" y="222"/>
                  </a:lnTo>
                  <a:lnTo>
                    <a:pt x="615" y="222"/>
                  </a:lnTo>
                  <a:lnTo>
                    <a:pt x="615" y="222"/>
                  </a:lnTo>
                  <a:lnTo>
                    <a:pt x="610" y="222"/>
                  </a:lnTo>
                  <a:lnTo>
                    <a:pt x="608" y="222"/>
                  </a:lnTo>
                  <a:lnTo>
                    <a:pt x="608" y="220"/>
                  </a:lnTo>
                  <a:lnTo>
                    <a:pt x="606" y="218"/>
                  </a:lnTo>
                  <a:lnTo>
                    <a:pt x="606" y="215"/>
                  </a:lnTo>
                  <a:lnTo>
                    <a:pt x="606" y="215"/>
                  </a:lnTo>
                  <a:lnTo>
                    <a:pt x="603" y="213"/>
                  </a:lnTo>
                  <a:lnTo>
                    <a:pt x="603" y="213"/>
                  </a:lnTo>
                  <a:lnTo>
                    <a:pt x="603" y="210"/>
                  </a:lnTo>
                  <a:lnTo>
                    <a:pt x="603" y="208"/>
                  </a:lnTo>
                  <a:lnTo>
                    <a:pt x="606" y="203"/>
                  </a:lnTo>
                  <a:lnTo>
                    <a:pt x="606" y="201"/>
                  </a:lnTo>
                  <a:lnTo>
                    <a:pt x="606" y="201"/>
                  </a:lnTo>
                  <a:lnTo>
                    <a:pt x="606" y="199"/>
                  </a:lnTo>
                  <a:lnTo>
                    <a:pt x="606" y="199"/>
                  </a:lnTo>
                  <a:lnTo>
                    <a:pt x="606" y="196"/>
                  </a:lnTo>
                  <a:lnTo>
                    <a:pt x="606" y="196"/>
                  </a:lnTo>
                  <a:lnTo>
                    <a:pt x="606" y="194"/>
                  </a:lnTo>
                  <a:lnTo>
                    <a:pt x="606" y="192"/>
                  </a:lnTo>
                  <a:lnTo>
                    <a:pt x="606" y="184"/>
                  </a:lnTo>
                  <a:lnTo>
                    <a:pt x="606" y="182"/>
                  </a:lnTo>
                  <a:lnTo>
                    <a:pt x="606" y="182"/>
                  </a:lnTo>
                  <a:lnTo>
                    <a:pt x="603" y="182"/>
                  </a:lnTo>
                  <a:lnTo>
                    <a:pt x="603" y="182"/>
                  </a:lnTo>
                  <a:lnTo>
                    <a:pt x="601" y="182"/>
                  </a:lnTo>
                  <a:lnTo>
                    <a:pt x="601" y="182"/>
                  </a:lnTo>
                  <a:lnTo>
                    <a:pt x="601" y="182"/>
                  </a:lnTo>
                  <a:lnTo>
                    <a:pt x="601" y="180"/>
                  </a:lnTo>
                  <a:lnTo>
                    <a:pt x="601" y="177"/>
                  </a:lnTo>
                  <a:lnTo>
                    <a:pt x="603" y="177"/>
                  </a:lnTo>
                  <a:lnTo>
                    <a:pt x="601" y="173"/>
                  </a:lnTo>
                  <a:lnTo>
                    <a:pt x="603" y="173"/>
                  </a:lnTo>
                  <a:lnTo>
                    <a:pt x="603" y="173"/>
                  </a:lnTo>
                  <a:lnTo>
                    <a:pt x="603" y="173"/>
                  </a:lnTo>
                  <a:lnTo>
                    <a:pt x="603" y="173"/>
                  </a:lnTo>
                  <a:lnTo>
                    <a:pt x="603" y="170"/>
                  </a:lnTo>
                  <a:lnTo>
                    <a:pt x="603" y="170"/>
                  </a:lnTo>
                  <a:lnTo>
                    <a:pt x="603" y="170"/>
                  </a:lnTo>
                  <a:lnTo>
                    <a:pt x="606" y="170"/>
                  </a:lnTo>
                  <a:lnTo>
                    <a:pt x="606" y="170"/>
                  </a:lnTo>
                  <a:lnTo>
                    <a:pt x="606" y="170"/>
                  </a:lnTo>
                  <a:lnTo>
                    <a:pt x="606" y="168"/>
                  </a:lnTo>
                  <a:lnTo>
                    <a:pt x="606" y="168"/>
                  </a:lnTo>
                  <a:lnTo>
                    <a:pt x="610" y="163"/>
                  </a:lnTo>
                  <a:lnTo>
                    <a:pt x="610" y="161"/>
                  </a:lnTo>
                  <a:lnTo>
                    <a:pt x="610" y="158"/>
                  </a:lnTo>
                  <a:lnTo>
                    <a:pt x="608" y="156"/>
                  </a:lnTo>
                  <a:lnTo>
                    <a:pt x="608" y="156"/>
                  </a:lnTo>
                  <a:lnTo>
                    <a:pt x="606" y="154"/>
                  </a:lnTo>
                  <a:lnTo>
                    <a:pt x="606" y="151"/>
                  </a:lnTo>
                  <a:lnTo>
                    <a:pt x="606" y="151"/>
                  </a:lnTo>
                  <a:lnTo>
                    <a:pt x="606" y="149"/>
                  </a:lnTo>
                  <a:lnTo>
                    <a:pt x="606" y="147"/>
                  </a:lnTo>
                  <a:lnTo>
                    <a:pt x="606" y="147"/>
                  </a:lnTo>
                  <a:lnTo>
                    <a:pt x="603" y="144"/>
                  </a:lnTo>
                  <a:lnTo>
                    <a:pt x="603" y="144"/>
                  </a:lnTo>
                  <a:lnTo>
                    <a:pt x="603" y="144"/>
                  </a:lnTo>
                  <a:lnTo>
                    <a:pt x="601" y="144"/>
                  </a:lnTo>
                  <a:lnTo>
                    <a:pt x="601" y="144"/>
                  </a:lnTo>
                  <a:lnTo>
                    <a:pt x="603" y="144"/>
                  </a:lnTo>
                  <a:lnTo>
                    <a:pt x="603" y="144"/>
                  </a:lnTo>
                  <a:lnTo>
                    <a:pt x="603" y="144"/>
                  </a:lnTo>
                  <a:lnTo>
                    <a:pt x="603" y="144"/>
                  </a:lnTo>
                  <a:lnTo>
                    <a:pt x="606" y="142"/>
                  </a:lnTo>
                  <a:lnTo>
                    <a:pt x="606" y="142"/>
                  </a:lnTo>
                  <a:lnTo>
                    <a:pt x="606" y="142"/>
                  </a:lnTo>
                  <a:lnTo>
                    <a:pt x="608" y="139"/>
                  </a:lnTo>
                  <a:lnTo>
                    <a:pt x="608" y="139"/>
                  </a:lnTo>
                  <a:lnTo>
                    <a:pt x="610" y="139"/>
                  </a:lnTo>
                  <a:lnTo>
                    <a:pt x="610" y="139"/>
                  </a:lnTo>
                  <a:lnTo>
                    <a:pt x="613" y="139"/>
                  </a:lnTo>
                  <a:lnTo>
                    <a:pt x="613" y="139"/>
                  </a:lnTo>
                  <a:lnTo>
                    <a:pt x="613" y="139"/>
                  </a:lnTo>
                  <a:lnTo>
                    <a:pt x="615" y="139"/>
                  </a:lnTo>
                  <a:lnTo>
                    <a:pt x="615" y="139"/>
                  </a:lnTo>
                  <a:lnTo>
                    <a:pt x="617" y="137"/>
                  </a:lnTo>
                  <a:lnTo>
                    <a:pt x="617" y="137"/>
                  </a:lnTo>
                  <a:lnTo>
                    <a:pt x="617" y="135"/>
                  </a:lnTo>
                  <a:lnTo>
                    <a:pt x="620" y="132"/>
                  </a:lnTo>
                  <a:lnTo>
                    <a:pt x="622" y="132"/>
                  </a:lnTo>
                  <a:lnTo>
                    <a:pt x="622" y="132"/>
                  </a:lnTo>
                  <a:lnTo>
                    <a:pt x="624" y="130"/>
                  </a:lnTo>
                  <a:lnTo>
                    <a:pt x="624" y="130"/>
                  </a:lnTo>
                  <a:lnTo>
                    <a:pt x="624" y="128"/>
                  </a:lnTo>
                  <a:lnTo>
                    <a:pt x="624" y="128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297EFAA5-FFC7-FAD9-5CCB-AC2289A07075}"/>
                </a:ext>
              </a:extLst>
            </p:cNvPr>
            <p:cNvSpPr>
              <a:spLocks/>
            </p:cNvSpPr>
            <p:nvPr/>
          </p:nvSpPr>
          <p:spPr bwMode="auto">
            <a:xfrm>
              <a:off x="9133884" y="3043812"/>
              <a:ext cx="374402" cy="385863"/>
            </a:xfrm>
            <a:custGeom>
              <a:avLst/>
              <a:gdLst>
                <a:gd name="T0" fmla="*/ 289 w 294"/>
                <a:gd name="T1" fmla="*/ 109 h 303"/>
                <a:gd name="T2" fmla="*/ 287 w 294"/>
                <a:gd name="T3" fmla="*/ 92 h 303"/>
                <a:gd name="T4" fmla="*/ 280 w 294"/>
                <a:gd name="T5" fmla="*/ 78 h 303"/>
                <a:gd name="T6" fmla="*/ 275 w 294"/>
                <a:gd name="T7" fmla="*/ 71 h 303"/>
                <a:gd name="T8" fmla="*/ 270 w 294"/>
                <a:gd name="T9" fmla="*/ 69 h 303"/>
                <a:gd name="T10" fmla="*/ 261 w 294"/>
                <a:gd name="T11" fmla="*/ 48 h 303"/>
                <a:gd name="T12" fmla="*/ 258 w 294"/>
                <a:gd name="T13" fmla="*/ 40 h 303"/>
                <a:gd name="T14" fmla="*/ 261 w 294"/>
                <a:gd name="T15" fmla="*/ 29 h 303"/>
                <a:gd name="T16" fmla="*/ 251 w 294"/>
                <a:gd name="T17" fmla="*/ 24 h 303"/>
                <a:gd name="T18" fmla="*/ 249 w 294"/>
                <a:gd name="T19" fmla="*/ 24 h 303"/>
                <a:gd name="T20" fmla="*/ 244 w 294"/>
                <a:gd name="T21" fmla="*/ 19 h 303"/>
                <a:gd name="T22" fmla="*/ 242 w 294"/>
                <a:gd name="T23" fmla="*/ 12 h 303"/>
                <a:gd name="T24" fmla="*/ 239 w 294"/>
                <a:gd name="T25" fmla="*/ 3 h 303"/>
                <a:gd name="T26" fmla="*/ 209 w 294"/>
                <a:gd name="T27" fmla="*/ 26 h 303"/>
                <a:gd name="T28" fmla="*/ 173 w 294"/>
                <a:gd name="T29" fmla="*/ 26 h 303"/>
                <a:gd name="T30" fmla="*/ 142 w 294"/>
                <a:gd name="T31" fmla="*/ 38 h 303"/>
                <a:gd name="T32" fmla="*/ 128 w 294"/>
                <a:gd name="T33" fmla="*/ 36 h 303"/>
                <a:gd name="T34" fmla="*/ 121 w 294"/>
                <a:gd name="T35" fmla="*/ 21 h 303"/>
                <a:gd name="T36" fmla="*/ 105 w 294"/>
                <a:gd name="T37" fmla="*/ 31 h 303"/>
                <a:gd name="T38" fmla="*/ 81 w 294"/>
                <a:gd name="T39" fmla="*/ 26 h 303"/>
                <a:gd name="T40" fmla="*/ 74 w 294"/>
                <a:gd name="T41" fmla="*/ 31 h 303"/>
                <a:gd name="T42" fmla="*/ 74 w 294"/>
                <a:gd name="T43" fmla="*/ 43 h 303"/>
                <a:gd name="T44" fmla="*/ 69 w 294"/>
                <a:gd name="T45" fmla="*/ 50 h 303"/>
                <a:gd name="T46" fmla="*/ 69 w 294"/>
                <a:gd name="T47" fmla="*/ 66 h 303"/>
                <a:gd name="T48" fmla="*/ 67 w 294"/>
                <a:gd name="T49" fmla="*/ 78 h 303"/>
                <a:gd name="T50" fmla="*/ 64 w 294"/>
                <a:gd name="T51" fmla="*/ 90 h 303"/>
                <a:gd name="T52" fmla="*/ 69 w 294"/>
                <a:gd name="T53" fmla="*/ 97 h 303"/>
                <a:gd name="T54" fmla="*/ 78 w 294"/>
                <a:gd name="T55" fmla="*/ 97 h 303"/>
                <a:gd name="T56" fmla="*/ 86 w 294"/>
                <a:gd name="T57" fmla="*/ 104 h 303"/>
                <a:gd name="T58" fmla="*/ 93 w 294"/>
                <a:gd name="T59" fmla="*/ 111 h 303"/>
                <a:gd name="T60" fmla="*/ 57 w 294"/>
                <a:gd name="T61" fmla="*/ 152 h 303"/>
                <a:gd name="T62" fmla="*/ 43 w 294"/>
                <a:gd name="T63" fmla="*/ 161 h 303"/>
                <a:gd name="T64" fmla="*/ 38 w 294"/>
                <a:gd name="T65" fmla="*/ 166 h 303"/>
                <a:gd name="T66" fmla="*/ 34 w 294"/>
                <a:gd name="T67" fmla="*/ 178 h 303"/>
                <a:gd name="T68" fmla="*/ 22 w 294"/>
                <a:gd name="T69" fmla="*/ 187 h 303"/>
                <a:gd name="T70" fmla="*/ 17 w 294"/>
                <a:gd name="T71" fmla="*/ 208 h 303"/>
                <a:gd name="T72" fmla="*/ 10 w 294"/>
                <a:gd name="T73" fmla="*/ 223 h 303"/>
                <a:gd name="T74" fmla="*/ 5 w 294"/>
                <a:gd name="T75" fmla="*/ 251 h 303"/>
                <a:gd name="T76" fmla="*/ 5 w 294"/>
                <a:gd name="T77" fmla="*/ 258 h 303"/>
                <a:gd name="T78" fmla="*/ 5 w 294"/>
                <a:gd name="T79" fmla="*/ 268 h 303"/>
                <a:gd name="T80" fmla="*/ 0 w 294"/>
                <a:gd name="T81" fmla="*/ 277 h 303"/>
                <a:gd name="T82" fmla="*/ 3 w 294"/>
                <a:gd name="T83" fmla="*/ 289 h 303"/>
                <a:gd name="T84" fmla="*/ 5 w 294"/>
                <a:gd name="T85" fmla="*/ 298 h 303"/>
                <a:gd name="T86" fmla="*/ 15 w 294"/>
                <a:gd name="T87" fmla="*/ 298 h 303"/>
                <a:gd name="T88" fmla="*/ 19 w 294"/>
                <a:gd name="T89" fmla="*/ 301 h 303"/>
                <a:gd name="T90" fmla="*/ 29 w 294"/>
                <a:gd name="T91" fmla="*/ 298 h 303"/>
                <a:gd name="T92" fmla="*/ 36 w 294"/>
                <a:gd name="T93" fmla="*/ 294 h 303"/>
                <a:gd name="T94" fmla="*/ 41 w 294"/>
                <a:gd name="T95" fmla="*/ 287 h 303"/>
                <a:gd name="T96" fmla="*/ 48 w 294"/>
                <a:gd name="T97" fmla="*/ 282 h 303"/>
                <a:gd name="T98" fmla="*/ 52 w 294"/>
                <a:gd name="T99" fmla="*/ 282 h 303"/>
                <a:gd name="T100" fmla="*/ 69 w 294"/>
                <a:gd name="T101" fmla="*/ 279 h 303"/>
                <a:gd name="T102" fmla="*/ 232 w 294"/>
                <a:gd name="T103" fmla="*/ 220 h 303"/>
                <a:gd name="T104" fmla="*/ 244 w 294"/>
                <a:gd name="T105" fmla="*/ 204 h 303"/>
                <a:gd name="T106" fmla="*/ 254 w 294"/>
                <a:gd name="T107" fmla="*/ 190 h 303"/>
                <a:gd name="T108" fmla="*/ 263 w 294"/>
                <a:gd name="T109" fmla="*/ 173 h 303"/>
                <a:gd name="T110" fmla="*/ 270 w 294"/>
                <a:gd name="T111" fmla="*/ 166 h 303"/>
                <a:gd name="T112" fmla="*/ 282 w 294"/>
                <a:gd name="T113" fmla="*/ 156 h 303"/>
                <a:gd name="T114" fmla="*/ 289 w 294"/>
                <a:gd name="T115" fmla="*/ 142 h 3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94" h="303">
                  <a:moveTo>
                    <a:pt x="291" y="123"/>
                  </a:moveTo>
                  <a:lnTo>
                    <a:pt x="291" y="121"/>
                  </a:lnTo>
                  <a:lnTo>
                    <a:pt x="291" y="121"/>
                  </a:lnTo>
                  <a:lnTo>
                    <a:pt x="291" y="121"/>
                  </a:lnTo>
                  <a:lnTo>
                    <a:pt x="289" y="119"/>
                  </a:lnTo>
                  <a:lnTo>
                    <a:pt x="289" y="119"/>
                  </a:lnTo>
                  <a:lnTo>
                    <a:pt x="289" y="116"/>
                  </a:lnTo>
                  <a:lnTo>
                    <a:pt x="291" y="114"/>
                  </a:lnTo>
                  <a:lnTo>
                    <a:pt x="291" y="114"/>
                  </a:lnTo>
                  <a:lnTo>
                    <a:pt x="289" y="109"/>
                  </a:lnTo>
                  <a:lnTo>
                    <a:pt x="287" y="107"/>
                  </a:lnTo>
                  <a:lnTo>
                    <a:pt x="284" y="100"/>
                  </a:lnTo>
                  <a:lnTo>
                    <a:pt x="284" y="100"/>
                  </a:lnTo>
                  <a:lnTo>
                    <a:pt x="284" y="97"/>
                  </a:lnTo>
                  <a:lnTo>
                    <a:pt x="287" y="97"/>
                  </a:lnTo>
                  <a:lnTo>
                    <a:pt x="287" y="95"/>
                  </a:lnTo>
                  <a:lnTo>
                    <a:pt x="289" y="95"/>
                  </a:lnTo>
                  <a:lnTo>
                    <a:pt x="289" y="95"/>
                  </a:lnTo>
                  <a:lnTo>
                    <a:pt x="287" y="92"/>
                  </a:lnTo>
                  <a:lnTo>
                    <a:pt x="287" y="92"/>
                  </a:lnTo>
                  <a:lnTo>
                    <a:pt x="287" y="90"/>
                  </a:lnTo>
                  <a:lnTo>
                    <a:pt x="287" y="88"/>
                  </a:lnTo>
                  <a:lnTo>
                    <a:pt x="284" y="88"/>
                  </a:lnTo>
                  <a:lnTo>
                    <a:pt x="284" y="88"/>
                  </a:lnTo>
                  <a:lnTo>
                    <a:pt x="284" y="88"/>
                  </a:lnTo>
                  <a:lnTo>
                    <a:pt x="284" y="88"/>
                  </a:lnTo>
                  <a:lnTo>
                    <a:pt x="284" y="88"/>
                  </a:lnTo>
                  <a:lnTo>
                    <a:pt x="282" y="88"/>
                  </a:lnTo>
                  <a:lnTo>
                    <a:pt x="280" y="83"/>
                  </a:lnTo>
                  <a:lnTo>
                    <a:pt x="280" y="78"/>
                  </a:lnTo>
                  <a:lnTo>
                    <a:pt x="280" y="76"/>
                  </a:lnTo>
                  <a:lnTo>
                    <a:pt x="277" y="74"/>
                  </a:lnTo>
                  <a:lnTo>
                    <a:pt x="277" y="74"/>
                  </a:lnTo>
                  <a:lnTo>
                    <a:pt x="277" y="74"/>
                  </a:lnTo>
                  <a:lnTo>
                    <a:pt x="277" y="74"/>
                  </a:lnTo>
                  <a:lnTo>
                    <a:pt x="277" y="74"/>
                  </a:lnTo>
                  <a:lnTo>
                    <a:pt x="275" y="74"/>
                  </a:lnTo>
                  <a:lnTo>
                    <a:pt x="275" y="74"/>
                  </a:lnTo>
                  <a:lnTo>
                    <a:pt x="275" y="74"/>
                  </a:lnTo>
                  <a:lnTo>
                    <a:pt x="275" y="71"/>
                  </a:lnTo>
                  <a:lnTo>
                    <a:pt x="275" y="74"/>
                  </a:lnTo>
                  <a:lnTo>
                    <a:pt x="275" y="74"/>
                  </a:lnTo>
                  <a:lnTo>
                    <a:pt x="275" y="74"/>
                  </a:lnTo>
                  <a:lnTo>
                    <a:pt x="275" y="74"/>
                  </a:lnTo>
                  <a:lnTo>
                    <a:pt x="275" y="74"/>
                  </a:lnTo>
                  <a:lnTo>
                    <a:pt x="275" y="74"/>
                  </a:lnTo>
                  <a:lnTo>
                    <a:pt x="273" y="74"/>
                  </a:lnTo>
                  <a:lnTo>
                    <a:pt x="273" y="74"/>
                  </a:lnTo>
                  <a:lnTo>
                    <a:pt x="273" y="71"/>
                  </a:lnTo>
                  <a:lnTo>
                    <a:pt x="270" y="69"/>
                  </a:lnTo>
                  <a:lnTo>
                    <a:pt x="270" y="69"/>
                  </a:lnTo>
                  <a:lnTo>
                    <a:pt x="268" y="62"/>
                  </a:lnTo>
                  <a:lnTo>
                    <a:pt x="268" y="62"/>
                  </a:lnTo>
                  <a:lnTo>
                    <a:pt x="268" y="59"/>
                  </a:lnTo>
                  <a:lnTo>
                    <a:pt x="265" y="59"/>
                  </a:lnTo>
                  <a:lnTo>
                    <a:pt x="263" y="59"/>
                  </a:lnTo>
                  <a:lnTo>
                    <a:pt x="263" y="57"/>
                  </a:lnTo>
                  <a:lnTo>
                    <a:pt x="263" y="57"/>
                  </a:lnTo>
                  <a:lnTo>
                    <a:pt x="261" y="50"/>
                  </a:lnTo>
                  <a:lnTo>
                    <a:pt x="261" y="48"/>
                  </a:lnTo>
                  <a:lnTo>
                    <a:pt x="261" y="48"/>
                  </a:lnTo>
                  <a:lnTo>
                    <a:pt x="261" y="48"/>
                  </a:lnTo>
                  <a:lnTo>
                    <a:pt x="261" y="45"/>
                  </a:lnTo>
                  <a:lnTo>
                    <a:pt x="258" y="45"/>
                  </a:lnTo>
                  <a:lnTo>
                    <a:pt x="261" y="45"/>
                  </a:lnTo>
                  <a:lnTo>
                    <a:pt x="261" y="43"/>
                  </a:lnTo>
                  <a:lnTo>
                    <a:pt x="261" y="43"/>
                  </a:lnTo>
                  <a:lnTo>
                    <a:pt x="261" y="43"/>
                  </a:lnTo>
                  <a:lnTo>
                    <a:pt x="258" y="40"/>
                  </a:lnTo>
                  <a:lnTo>
                    <a:pt x="258" y="40"/>
                  </a:lnTo>
                  <a:lnTo>
                    <a:pt x="261" y="40"/>
                  </a:lnTo>
                  <a:lnTo>
                    <a:pt x="261" y="40"/>
                  </a:lnTo>
                  <a:lnTo>
                    <a:pt x="261" y="40"/>
                  </a:lnTo>
                  <a:lnTo>
                    <a:pt x="261" y="40"/>
                  </a:lnTo>
                  <a:lnTo>
                    <a:pt x="263" y="38"/>
                  </a:lnTo>
                  <a:lnTo>
                    <a:pt x="263" y="36"/>
                  </a:lnTo>
                  <a:lnTo>
                    <a:pt x="263" y="31"/>
                  </a:lnTo>
                  <a:lnTo>
                    <a:pt x="263" y="31"/>
                  </a:lnTo>
                  <a:lnTo>
                    <a:pt x="261" y="31"/>
                  </a:lnTo>
                  <a:lnTo>
                    <a:pt x="261" y="29"/>
                  </a:lnTo>
                  <a:lnTo>
                    <a:pt x="261" y="29"/>
                  </a:lnTo>
                  <a:lnTo>
                    <a:pt x="258" y="26"/>
                  </a:lnTo>
                  <a:lnTo>
                    <a:pt x="256" y="26"/>
                  </a:lnTo>
                  <a:lnTo>
                    <a:pt x="256" y="26"/>
                  </a:lnTo>
                  <a:lnTo>
                    <a:pt x="256" y="29"/>
                  </a:lnTo>
                  <a:lnTo>
                    <a:pt x="254" y="29"/>
                  </a:lnTo>
                  <a:lnTo>
                    <a:pt x="254" y="29"/>
                  </a:lnTo>
                  <a:lnTo>
                    <a:pt x="254" y="29"/>
                  </a:lnTo>
                  <a:lnTo>
                    <a:pt x="254" y="26"/>
                  </a:lnTo>
                  <a:lnTo>
                    <a:pt x="251" y="24"/>
                  </a:lnTo>
                  <a:lnTo>
                    <a:pt x="251" y="24"/>
                  </a:lnTo>
                  <a:lnTo>
                    <a:pt x="251" y="24"/>
                  </a:lnTo>
                  <a:lnTo>
                    <a:pt x="251" y="24"/>
                  </a:lnTo>
                  <a:lnTo>
                    <a:pt x="249" y="24"/>
                  </a:lnTo>
                  <a:lnTo>
                    <a:pt x="249" y="24"/>
                  </a:lnTo>
                  <a:lnTo>
                    <a:pt x="249" y="24"/>
                  </a:lnTo>
                  <a:lnTo>
                    <a:pt x="246" y="24"/>
                  </a:lnTo>
                  <a:lnTo>
                    <a:pt x="246" y="24"/>
                  </a:lnTo>
                  <a:lnTo>
                    <a:pt x="249" y="24"/>
                  </a:lnTo>
                  <a:lnTo>
                    <a:pt x="249" y="24"/>
                  </a:lnTo>
                  <a:lnTo>
                    <a:pt x="246" y="21"/>
                  </a:lnTo>
                  <a:lnTo>
                    <a:pt x="246" y="21"/>
                  </a:lnTo>
                  <a:lnTo>
                    <a:pt x="249" y="21"/>
                  </a:lnTo>
                  <a:lnTo>
                    <a:pt x="249" y="19"/>
                  </a:lnTo>
                  <a:lnTo>
                    <a:pt x="249" y="19"/>
                  </a:lnTo>
                  <a:lnTo>
                    <a:pt x="249" y="19"/>
                  </a:lnTo>
                  <a:lnTo>
                    <a:pt x="249" y="19"/>
                  </a:lnTo>
                  <a:lnTo>
                    <a:pt x="246" y="19"/>
                  </a:lnTo>
                  <a:lnTo>
                    <a:pt x="244" y="19"/>
                  </a:lnTo>
                  <a:lnTo>
                    <a:pt x="244" y="19"/>
                  </a:lnTo>
                  <a:lnTo>
                    <a:pt x="244" y="19"/>
                  </a:lnTo>
                  <a:lnTo>
                    <a:pt x="244" y="17"/>
                  </a:lnTo>
                  <a:lnTo>
                    <a:pt x="244" y="17"/>
                  </a:lnTo>
                  <a:lnTo>
                    <a:pt x="244" y="14"/>
                  </a:lnTo>
                  <a:lnTo>
                    <a:pt x="244" y="14"/>
                  </a:lnTo>
                  <a:lnTo>
                    <a:pt x="244" y="14"/>
                  </a:lnTo>
                  <a:lnTo>
                    <a:pt x="242" y="14"/>
                  </a:lnTo>
                  <a:lnTo>
                    <a:pt x="242" y="12"/>
                  </a:lnTo>
                  <a:lnTo>
                    <a:pt x="242" y="12"/>
                  </a:lnTo>
                  <a:lnTo>
                    <a:pt x="242" y="12"/>
                  </a:lnTo>
                  <a:lnTo>
                    <a:pt x="242" y="10"/>
                  </a:lnTo>
                  <a:lnTo>
                    <a:pt x="242" y="10"/>
                  </a:lnTo>
                  <a:lnTo>
                    <a:pt x="242" y="10"/>
                  </a:lnTo>
                  <a:lnTo>
                    <a:pt x="242" y="7"/>
                  </a:lnTo>
                  <a:lnTo>
                    <a:pt x="242" y="7"/>
                  </a:lnTo>
                  <a:lnTo>
                    <a:pt x="242" y="7"/>
                  </a:lnTo>
                  <a:lnTo>
                    <a:pt x="242" y="7"/>
                  </a:lnTo>
                  <a:lnTo>
                    <a:pt x="242" y="5"/>
                  </a:lnTo>
                  <a:lnTo>
                    <a:pt x="242" y="5"/>
                  </a:lnTo>
                  <a:lnTo>
                    <a:pt x="239" y="3"/>
                  </a:lnTo>
                  <a:lnTo>
                    <a:pt x="239" y="3"/>
                  </a:lnTo>
                  <a:lnTo>
                    <a:pt x="237" y="0"/>
                  </a:lnTo>
                  <a:lnTo>
                    <a:pt x="232" y="5"/>
                  </a:lnTo>
                  <a:lnTo>
                    <a:pt x="230" y="10"/>
                  </a:lnTo>
                  <a:lnTo>
                    <a:pt x="223" y="17"/>
                  </a:lnTo>
                  <a:lnTo>
                    <a:pt x="218" y="21"/>
                  </a:lnTo>
                  <a:lnTo>
                    <a:pt x="213" y="24"/>
                  </a:lnTo>
                  <a:lnTo>
                    <a:pt x="213" y="24"/>
                  </a:lnTo>
                  <a:lnTo>
                    <a:pt x="211" y="26"/>
                  </a:lnTo>
                  <a:lnTo>
                    <a:pt x="209" y="26"/>
                  </a:lnTo>
                  <a:lnTo>
                    <a:pt x="202" y="26"/>
                  </a:lnTo>
                  <a:lnTo>
                    <a:pt x="197" y="26"/>
                  </a:lnTo>
                  <a:lnTo>
                    <a:pt x="194" y="26"/>
                  </a:lnTo>
                  <a:lnTo>
                    <a:pt x="192" y="24"/>
                  </a:lnTo>
                  <a:lnTo>
                    <a:pt x="187" y="19"/>
                  </a:lnTo>
                  <a:lnTo>
                    <a:pt x="185" y="19"/>
                  </a:lnTo>
                  <a:lnTo>
                    <a:pt x="185" y="19"/>
                  </a:lnTo>
                  <a:lnTo>
                    <a:pt x="180" y="21"/>
                  </a:lnTo>
                  <a:lnTo>
                    <a:pt x="178" y="24"/>
                  </a:lnTo>
                  <a:lnTo>
                    <a:pt x="173" y="26"/>
                  </a:lnTo>
                  <a:lnTo>
                    <a:pt x="164" y="26"/>
                  </a:lnTo>
                  <a:lnTo>
                    <a:pt x="154" y="26"/>
                  </a:lnTo>
                  <a:lnTo>
                    <a:pt x="152" y="26"/>
                  </a:lnTo>
                  <a:lnTo>
                    <a:pt x="142" y="33"/>
                  </a:lnTo>
                  <a:lnTo>
                    <a:pt x="142" y="33"/>
                  </a:lnTo>
                  <a:lnTo>
                    <a:pt x="142" y="33"/>
                  </a:lnTo>
                  <a:lnTo>
                    <a:pt x="142" y="36"/>
                  </a:lnTo>
                  <a:lnTo>
                    <a:pt x="142" y="38"/>
                  </a:lnTo>
                  <a:lnTo>
                    <a:pt x="142" y="38"/>
                  </a:lnTo>
                  <a:lnTo>
                    <a:pt x="142" y="38"/>
                  </a:lnTo>
                  <a:lnTo>
                    <a:pt x="140" y="38"/>
                  </a:lnTo>
                  <a:lnTo>
                    <a:pt x="140" y="38"/>
                  </a:lnTo>
                  <a:lnTo>
                    <a:pt x="138" y="38"/>
                  </a:lnTo>
                  <a:lnTo>
                    <a:pt x="135" y="38"/>
                  </a:lnTo>
                  <a:lnTo>
                    <a:pt x="135" y="36"/>
                  </a:lnTo>
                  <a:lnTo>
                    <a:pt x="135" y="36"/>
                  </a:lnTo>
                  <a:lnTo>
                    <a:pt x="135" y="36"/>
                  </a:lnTo>
                  <a:lnTo>
                    <a:pt x="133" y="36"/>
                  </a:lnTo>
                  <a:lnTo>
                    <a:pt x="133" y="36"/>
                  </a:lnTo>
                  <a:lnTo>
                    <a:pt x="128" y="36"/>
                  </a:lnTo>
                  <a:lnTo>
                    <a:pt x="128" y="33"/>
                  </a:lnTo>
                  <a:lnTo>
                    <a:pt x="128" y="33"/>
                  </a:lnTo>
                  <a:lnTo>
                    <a:pt x="128" y="31"/>
                  </a:lnTo>
                  <a:lnTo>
                    <a:pt x="128" y="31"/>
                  </a:lnTo>
                  <a:lnTo>
                    <a:pt x="126" y="29"/>
                  </a:lnTo>
                  <a:lnTo>
                    <a:pt x="123" y="24"/>
                  </a:lnTo>
                  <a:lnTo>
                    <a:pt x="121" y="24"/>
                  </a:lnTo>
                  <a:lnTo>
                    <a:pt x="121" y="24"/>
                  </a:lnTo>
                  <a:lnTo>
                    <a:pt x="121" y="21"/>
                  </a:lnTo>
                  <a:lnTo>
                    <a:pt x="121" y="21"/>
                  </a:lnTo>
                  <a:lnTo>
                    <a:pt x="121" y="24"/>
                  </a:lnTo>
                  <a:lnTo>
                    <a:pt x="116" y="29"/>
                  </a:lnTo>
                  <a:lnTo>
                    <a:pt x="116" y="29"/>
                  </a:lnTo>
                  <a:lnTo>
                    <a:pt x="114" y="29"/>
                  </a:lnTo>
                  <a:lnTo>
                    <a:pt x="109" y="29"/>
                  </a:lnTo>
                  <a:lnTo>
                    <a:pt x="107" y="31"/>
                  </a:lnTo>
                  <a:lnTo>
                    <a:pt x="107" y="31"/>
                  </a:lnTo>
                  <a:lnTo>
                    <a:pt x="107" y="31"/>
                  </a:lnTo>
                  <a:lnTo>
                    <a:pt x="107" y="31"/>
                  </a:lnTo>
                  <a:lnTo>
                    <a:pt x="105" y="31"/>
                  </a:lnTo>
                  <a:lnTo>
                    <a:pt x="100" y="26"/>
                  </a:lnTo>
                  <a:lnTo>
                    <a:pt x="95" y="24"/>
                  </a:lnTo>
                  <a:lnTo>
                    <a:pt x="93" y="24"/>
                  </a:lnTo>
                  <a:lnTo>
                    <a:pt x="90" y="24"/>
                  </a:lnTo>
                  <a:lnTo>
                    <a:pt x="88" y="24"/>
                  </a:lnTo>
                  <a:lnTo>
                    <a:pt x="86" y="24"/>
                  </a:lnTo>
                  <a:lnTo>
                    <a:pt x="83" y="26"/>
                  </a:lnTo>
                  <a:lnTo>
                    <a:pt x="83" y="26"/>
                  </a:lnTo>
                  <a:lnTo>
                    <a:pt x="83" y="26"/>
                  </a:lnTo>
                  <a:lnTo>
                    <a:pt x="81" y="26"/>
                  </a:lnTo>
                  <a:lnTo>
                    <a:pt x="81" y="29"/>
                  </a:lnTo>
                  <a:lnTo>
                    <a:pt x="78" y="29"/>
                  </a:lnTo>
                  <a:lnTo>
                    <a:pt x="78" y="29"/>
                  </a:lnTo>
                  <a:lnTo>
                    <a:pt x="78" y="29"/>
                  </a:lnTo>
                  <a:lnTo>
                    <a:pt x="76" y="29"/>
                  </a:lnTo>
                  <a:lnTo>
                    <a:pt x="76" y="29"/>
                  </a:lnTo>
                  <a:lnTo>
                    <a:pt x="76" y="31"/>
                  </a:lnTo>
                  <a:lnTo>
                    <a:pt x="76" y="31"/>
                  </a:lnTo>
                  <a:lnTo>
                    <a:pt x="76" y="31"/>
                  </a:lnTo>
                  <a:lnTo>
                    <a:pt x="74" y="31"/>
                  </a:lnTo>
                  <a:lnTo>
                    <a:pt x="71" y="36"/>
                  </a:lnTo>
                  <a:lnTo>
                    <a:pt x="69" y="38"/>
                  </a:lnTo>
                  <a:lnTo>
                    <a:pt x="69" y="40"/>
                  </a:lnTo>
                  <a:lnTo>
                    <a:pt x="71" y="40"/>
                  </a:lnTo>
                  <a:lnTo>
                    <a:pt x="71" y="38"/>
                  </a:lnTo>
                  <a:lnTo>
                    <a:pt x="74" y="38"/>
                  </a:lnTo>
                  <a:lnTo>
                    <a:pt x="74" y="40"/>
                  </a:lnTo>
                  <a:lnTo>
                    <a:pt x="74" y="40"/>
                  </a:lnTo>
                  <a:lnTo>
                    <a:pt x="74" y="43"/>
                  </a:lnTo>
                  <a:lnTo>
                    <a:pt x="74" y="43"/>
                  </a:lnTo>
                  <a:lnTo>
                    <a:pt x="74" y="43"/>
                  </a:lnTo>
                  <a:lnTo>
                    <a:pt x="74" y="43"/>
                  </a:lnTo>
                  <a:lnTo>
                    <a:pt x="74" y="45"/>
                  </a:lnTo>
                  <a:lnTo>
                    <a:pt x="74" y="45"/>
                  </a:lnTo>
                  <a:lnTo>
                    <a:pt x="74" y="45"/>
                  </a:lnTo>
                  <a:lnTo>
                    <a:pt x="71" y="48"/>
                  </a:lnTo>
                  <a:lnTo>
                    <a:pt x="71" y="50"/>
                  </a:lnTo>
                  <a:lnTo>
                    <a:pt x="71" y="50"/>
                  </a:lnTo>
                  <a:lnTo>
                    <a:pt x="71" y="50"/>
                  </a:lnTo>
                  <a:lnTo>
                    <a:pt x="69" y="50"/>
                  </a:lnTo>
                  <a:lnTo>
                    <a:pt x="69" y="50"/>
                  </a:lnTo>
                  <a:lnTo>
                    <a:pt x="69" y="50"/>
                  </a:lnTo>
                  <a:lnTo>
                    <a:pt x="69" y="50"/>
                  </a:lnTo>
                  <a:lnTo>
                    <a:pt x="69" y="52"/>
                  </a:lnTo>
                  <a:lnTo>
                    <a:pt x="67" y="59"/>
                  </a:lnTo>
                  <a:lnTo>
                    <a:pt x="64" y="62"/>
                  </a:lnTo>
                  <a:lnTo>
                    <a:pt x="64" y="64"/>
                  </a:lnTo>
                  <a:lnTo>
                    <a:pt x="64" y="64"/>
                  </a:lnTo>
                  <a:lnTo>
                    <a:pt x="67" y="64"/>
                  </a:lnTo>
                  <a:lnTo>
                    <a:pt x="69" y="66"/>
                  </a:lnTo>
                  <a:lnTo>
                    <a:pt x="69" y="66"/>
                  </a:lnTo>
                  <a:lnTo>
                    <a:pt x="69" y="69"/>
                  </a:lnTo>
                  <a:lnTo>
                    <a:pt x="71" y="71"/>
                  </a:lnTo>
                  <a:lnTo>
                    <a:pt x="71" y="74"/>
                  </a:lnTo>
                  <a:lnTo>
                    <a:pt x="69" y="78"/>
                  </a:lnTo>
                  <a:lnTo>
                    <a:pt x="69" y="78"/>
                  </a:lnTo>
                  <a:lnTo>
                    <a:pt x="69" y="78"/>
                  </a:lnTo>
                  <a:lnTo>
                    <a:pt x="69" y="78"/>
                  </a:lnTo>
                  <a:lnTo>
                    <a:pt x="69" y="78"/>
                  </a:lnTo>
                  <a:lnTo>
                    <a:pt x="67" y="78"/>
                  </a:lnTo>
                  <a:lnTo>
                    <a:pt x="67" y="78"/>
                  </a:lnTo>
                  <a:lnTo>
                    <a:pt x="67" y="78"/>
                  </a:lnTo>
                  <a:lnTo>
                    <a:pt x="67" y="83"/>
                  </a:lnTo>
                  <a:lnTo>
                    <a:pt x="67" y="85"/>
                  </a:lnTo>
                  <a:lnTo>
                    <a:pt x="67" y="85"/>
                  </a:lnTo>
                  <a:lnTo>
                    <a:pt x="67" y="85"/>
                  </a:lnTo>
                  <a:lnTo>
                    <a:pt x="64" y="88"/>
                  </a:lnTo>
                  <a:lnTo>
                    <a:pt x="64" y="88"/>
                  </a:lnTo>
                  <a:lnTo>
                    <a:pt x="64" y="88"/>
                  </a:lnTo>
                  <a:lnTo>
                    <a:pt x="64" y="90"/>
                  </a:lnTo>
                  <a:lnTo>
                    <a:pt x="64" y="92"/>
                  </a:lnTo>
                  <a:lnTo>
                    <a:pt x="64" y="92"/>
                  </a:lnTo>
                  <a:lnTo>
                    <a:pt x="64" y="92"/>
                  </a:lnTo>
                  <a:lnTo>
                    <a:pt x="62" y="95"/>
                  </a:lnTo>
                  <a:lnTo>
                    <a:pt x="62" y="95"/>
                  </a:lnTo>
                  <a:lnTo>
                    <a:pt x="64" y="95"/>
                  </a:lnTo>
                  <a:lnTo>
                    <a:pt x="67" y="95"/>
                  </a:lnTo>
                  <a:lnTo>
                    <a:pt x="69" y="97"/>
                  </a:lnTo>
                  <a:lnTo>
                    <a:pt x="69" y="97"/>
                  </a:lnTo>
                  <a:lnTo>
                    <a:pt x="69" y="97"/>
                  </a:lnTo>
                  <a:lnTo>
                    <a:pt x="69" y="97"/>
                  </a:lnTo>
                  <a:lnTo>
                    <a:pt x="69" y="100"/>
                  </a:lnTo>
                  <a:lnTo>
                    <a:pt x="69" y="100"/>
                  </a:lnTo>
                  <a:lnTo>
                    <a:pt x="71" y="102"/>
                  </a:lnTo>
                  <a:lnTo>
                    <a:pt x="71" y="102"/>
                  </a:lnTo>
                  <a:lnTo>
                    <a:pt x="74" y="102"/>
                  </a:lnTo>
                  <a:lnTo>
                    <a:pt x="74" y="100"/>
                  </a:lnTo>
                  <a:lnTo>
                    <a:pt x="74" y="97"/>
                  </a:lnTo>
                  <a:lnTo>
                    <a:pt x="76" y="97"/>
                  </a:lnTo>
                  <a:lnTo>
                    <a:pt x="78" y="97"/>
                  </a:lnTo>
                  <a:lnTo>
                    <a:pt x="81" y="102"/>
                  </a:lnTo>
                  <a:lnTo>
                    <a:pt x="81" y="102"/>
                  </a:lnTo>
                  <a:lnTo>
                    <a:pt x="81" y="102"/>
                  </a:lnTo>
                  <a:lnTo>
                    <a:pt x="81" y="102"/>
                  </a:lnTo>
                  <a:lnTo>
                    <a:pt x="81" y="102"/>
                  </a:lnTo>
                  <a:lnTo>
                    <a:pt x="81" y="102"/>
                  </a:lnTo>
                  <a:lnTo>
                    <a:pt x="81" y="104"/>
                  </a:lnTo>
                  <a:lnTo>
                    <a:pt x="81" y="104"/>
                  </a:lnTo>
                  <a:lnTo>
                    <a:pt x="83" y="104"/>
                  </a:lnTo>
                  <a:lnTo>
                    <a:pt x="86" y="104"/>
                  </a:lnTo>
                  <a:lnTo>
                    <a:pt x="86" y="104"/>
                  </a:lnTo>
                  <a:lnTo>
                    <a:pt x="88" y="102"/>
                  </a:lnTo>
                  <a:lnTo>
                    <a:pt x="88" y="104"/>
                  </a:lnTo>
                  <a:lnTo>
                    <a:pt x="88" y="107"/>
                  </a:lnTo>
                  <a:lnTo>
                    <a:pt x="88" y="107"/>
                  </a:lnTo>
                  <a:lnTo>
                    <a:pt x="90" y="109"/>
                  </a:lnTo>
                  <a:lnTo>
                    <a:pt x="93" y="109"/>
                  </a:lnTo>
                  <a:lnTo>
                    <a:pt x="93" y="111"/>
                  </a:lnTo>
                  <a:lnTo>
                    <a:pt x="93" y="111"/>
                  </a:lnTo>
                  <a:lnTo>
                    <a:pt x="93" y="111"/>
                  </a:lnTo>
                  <a:lnTo>
                    <a:pt x="93" y="114"/>
                  </a:lnTo>
                  <a:lnTo>
                    <a:pt x="93" y="116"/>
                  </a:lnTo>
                  <a:lnTo>
                    <a:pt x="88" y="121"/>
                  </a:lnTo>
                  <a:lnTo>
                    <a:pt x="86" y="126"/>
                  </a:lnTo>
                  <a:lnTo>
                    <a:pt x="83" y="126"/>
                  </a:lnTo>
                  <a:lnTo>
                    <a:pt x="81" y="130"/>
                  </a:lnTo>
                  <a:lnTo>
                    <a:pt x="76" y="135"/>
                  </a:lnTo>
                  <a:lnTo>
                    <a:pt x="69" y="140"/>
                  </a:lnTo>
                  <a:lnTo>
                    <a:pt x="62" y="147"/>
                  </a:lnTo>
                  <a:lnTo>
                    <a:pt x="57" y="152"/>
                  </a:lnTo>
                  <a:lnTo>
                    <a:pt x="55" y="154"/>
                  </a:lnTo>
                  <a:lnTo>
                    <a:pt x="50" y="159"/>
                  </a:lnTo>
                  <a:lnTo>
                    <a:pt x="50" y="161"/>
                  </a:lnTo>
                  <a:lnTo>
                    <a:pt x="48" y="161"/>
                  </a:lnTo>
                  <a:lnTo>
                    <a:pt x="48" y="161"/>
                  </a:lnTo>
                  <a:lnTo>
                    <a:pt x="48" y="161"/>
                  </a:lnTo>
                  <a:lnTo>
                    <a:pt x="45" y="161"/>
                  </a:lnTo>
                  <a:lnTo>
                    <a:pt x="45" y="161"/>
                  </a:lnTo>
                  <a:lnTo>
                    <a:pt x="45" y="161"/>
                  </a:lnTo>
                  <a:lnTo>
                    <a:pt x="43" y="161"/>
                  </a:lnTo>
                  <a:lnTo>
                    <a:pt x="43" y="163"/>
                  </a:lnTo>
                  <a:lnTo>
                    <a:pt x="43" y="163"/>
                  </a:lnTo>
                  <a:lnTo>
                    <a:pt x="41" y="163"/>
                  </a:lnTo>
                  <a:lnTo>
                    <a:pt x="41" y="163"/>
                  </a:lnTo>
                  <a:lnTo>
                    <a:pt x="41" y="163"/>
                  </a:lnTo>
                  <a:lnTo>
                    <a:pt x="41" y="163"/>
                  </a:lnTo>
                  <a:lnTo>
                    <a:pt x="41" y="163"/>
                  </a:lnTo>
                  <a:lnTo>
                    <a:pt x="38" y="166"/>
                  </a:lnTo>
                  <a:lnTo>
                    <a:pt x="38" y="166"/>
                  </a:lnTo>
                  <a:lnTo>
                    <a:pt x="38" y="166"/>
                  </a:lnTo>
                  <a:lnTo>
                    <a:pt x="38" y="168"/>
                  </a:lnTo>
                  <a:lnTo>
                    <a:pt x="38" y="168"/>
                  </a:lnTo>
                  <a:lnTo>
                    <a:pt x="36" y="168"/>
                  </a:lnTo>
                  <a:lnTo>
                    <a:pt x="36" y="168"/>
                  </a:lnTo>
                  <a:lnTo>
                    <a:pt x="36" y="171"/>
                  </a:lnTo>
                  <a:lnTo>
                    <a:pt x="36" y="173"/>
                  </a:lnTo>
                  <a:lnTo>
                    <a:pt x="36" y="173"/>
                  </a:lnTo>
                  <a:lnTo>
                    <a:pt x="36" y="175"/>
                  </a:lnTo>
                  <a:lnTo>
                    <a:pt x="36" y="175"/>
                  </a:lnTo>
                  <a:lnTo>
                    <a:pt x="34" y="178"/>
                  </a:lnTo>
                  <a:lnTo>
                    <a:pt x="34" y="178"/>
                  </a:lnTo>
                  <a:lnTo>
                    <a:pt x="34" y="178"/>
                  </a:lnTo>
                  <a:lnTo>
                    <a:pt x="26" y="178"/>
                  </a:lnTo>
                  <a:lnTo>
                    <a:pt x="24" y="180"/>
                  </a:lnTo>
                  <a:lnTo>
                    <a:pt x="24" y="180"/>
                  </a:lnTo>
                  <a:lnTo>
                    <a:pt x="24" y="182"/>
                  </a:lnTo>
                  <a:lnTo>
                    <a:pt x="22" y="182"/>
                  </a:lnTo>
                  <a:lnTo>
                    <a:pt x="22" y="185"/>
                  </a:lnTo>
                  <a:lnTo>
                    <a:pt x="22" y="185"/>
                  </a:lnTo>
                  <a:lnTo>
                    <a:pt x="22" y="187"/>
                  </a:lnTo>
                  <a:lnTo>
                    <a:pt x="22" y="192"/>
                  </a:lnTo>
                  <a:lnTo>
                    <a:pt x="22" y="192"/>
                  </a:lnTo>
                  <a:lnTo>
                    <a:pt x="22" y="197"/>
                  </a:lnTo>
                  <a:lnTo>
                    <a:pt x="22" y="199"/>
                  </a:lnTo>
                  <a:lnTo>
                    <a:pt x="22" y="201"/>
                  </a:lnTo>
                  <a:lnTo>
                    <a:pt x="22" y="201"/>
                  </a:lnTo>
                  <a:lnTo>
                    <a:pt x="19" y="201"/>
                  </a:lnTo>
                  <a:lnTo>
                    <a:pt x="17" y="206"/>
                  </a:lnTo>
                  <a:lnTo>
                    <a:pt x="17" y="206"/>
                  </a:lnTo>
                  <a:lnTo>
                    <a:pt x="17" y="208"/>
                  </a:lnTo>
                  <a:lnTo>
                    <a:pt x="15" y="216"/>
                  </a:lnTo>
                  <a:lnTo>
                    <a:pt x="15" y="216"/>
                  </a:lnTo>
                  <a:lnTo>
                    <a:pt x="15" y="218"/>
                  </a:lnTo>
                  <a:lnTo>
                    <a:pt x="12" y="218"/>
                  </a:lnTo>
                  <a:lnTo>
                    <a:pt x="12" y="216"/>
                  </a:lnTo>
                  <a:lnTo>
                    <a:pt x="12" y="216"/>
                  </a:lnTo>
                  <a:lnTo>
                    <a:pt x="12" y="218"/>
                  </a:lnTo>
                  <a:lnTo>
                    <a:pt x="10" y="220"/>
                  </a:lnTo>
                  <a:lnTo>
                    <a:pt x="10" y="223"/>
                  </a:lnTo>
                  <a:lnTo>
                    <a:pt x="10" y="223"/>
                  </a:lnTo>
                  <a:lnTo>
                    <a:pt x="10" y="225"/>
                  </a:lnTo>
                  <a:lnTo>
                    <a:pt x="10" y="225"/>
                  </a:lnTo>
                  <a:lnTo>
                    <a:pt x="10" y="227"/>
                  </a:lnTo>
                  <a:lnTo>
                    <a:pt x="10" y="230"/>
                  </a:lnTo>
                  <a:lnTo>
                    <a:pt x="8" y="234"/>
                  </a:lnTo>
                  <a:lnTo>
                    <a:pt x="8" y="237"/>
                  </a:lnTo>
                  <a:lnTo>
                    <a:pt x="8" y="242"/>
                  </a:lnTo>
                  <a:lnTo>
                    <a:pt x="8" y="242"/>
                  </a:lnTo>
                  <a:lnTo>
                    <a:pt x="5" y="249"/>
                  </a:lnTo>
                  <a:lnTo>
                    <a:pt x="5" y="251"/>
                  </a:lnTo>
                  <a:lnTo>
                    <a:pt x="5" y="251"/>
                  </a:lnTo>
                  <a:lnTo>
                    <a:pt x="5" y="251"/>
                  </a:lnTo>
                  <a:lnTo>
                    <a:pt x="5" y="253"/>
                  </a:lnTo>
                  <a:lnTo>
                    <a:pt x="8" y="256"/>
                  </a:lnTo>
                  <a:lnTo>
                    <a:pt x="8" y="256"/>
                  </a:lnTo>
                  <a:lnTo>
                    <a:pt x="5" y="256"/>
                  </a:lnTo>
                  <a:lnTo>
                    <a:pt x="5" y="256"/>
                  </a:lnTo>
                  <a:lnTo>
                    <a:pt x="5" y="256"/>
                  </a:lnTo>
                  <a:lnTo>
                    <a:pt x="5" y="258"/>
                  </a:lnTo>
                  <a:lnTo>
                    <a:pt x="5" y="258"/>
                  </a:lnTo>
                  <a:lnTo>
                    <a:pt x="5" y="258"/>
                  </a:lnTo>
                  <a:lnTo>
                    <a:pt x="5" y="258"/>
                  </a:lnTo>
                  <a:lnTo>
                    <a:pt x="5" y="258"/>
                  </a:lnTo>
                  <a:lnTo>
                    <a:pt x="5" y="258"/>
                  </a:lnTo>
                  <a:lnTo>
                    <a:pt x="5" y="261"/>
                  </a:lnTo>
                  <a:lnTo>
                    <a:pt x="5" y="261"/>
                  </a:lnTo>
                  <a:lnTo>
                    <a:pt x="3" y="263"/>
                  </a:lnTo>
                  <a:lnTo>
                    <a:pt x="3" y="265"/>
                  </a:lnTo>
                  <a:lnTo>
                    <a:pt x="5" y="268"/>
                  </a:lnTo>
                  <a:lnTo>
                    <a:pt x="5" y="268"/>
                  </a:lnTo>
                  <a:lnTo>
                    <a:pt x="5" y="272"/>
                  </a:lnTo>
                  <a:lnTo>
                    <a:pt x="5" y="272"/>
                  </a:lnTo>
                  <a:lnTo>
                    <a:pt x="3" y="272"/>
                  </a:lnTo>
                  <a:lnTo>
                    <a:pt x="3" y="272"/>
                  </a:lnTo>
                  <a:lnTo>
                    <a:pt x="0" y="275"/>
                  </a:lnTo>
                  <a:lnTo>
                    <a:pt x="0" y="275"/>
                  </a:lnTo>
                  <a:lnTo>
                    <a:pt x="0" y="275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0" y="279"/>
                  </a:lnTo>
                  <a:lnTo>
                    <a:pt x="0" y="279"/>
                  </a:lnTo>
                  <a:lnTo>
                    <a:pt x="3" y="282"/>
                  </a:lnTo>
                  <a:lnTo>
                    <a:pt x="3" y="282"/>
                  </a:lnTo>
                  <a:lnTo>
                    <a:pt x="3" y="284"/>
                  </a:lnTo>
                  <a:lnTo>
                    <a:pt x="0" y="287"/>
                  </a:lnTo>
                  <a:lnTo>
                    <a:pt x="0" y="289"/>
                  </a:lnTo>
                  <a:lnTo>
                    <a:pt x="3" y="289"/>
                  </a:lnTo>
                  <a:lnTo>
                    <a:pt x="3" y="289"/>
                  </a:lnTo>
                  <a:lnTo>
                    <a:pt x="3" y="291"/>
                  </a:lnTo>
                  <a:lnTo>
                    <a:pt x="3" y="291"/>
                  </a:lnTo>
                  <a:lnTo>
                    <a:pt x="3" y="294"/>
                  </a:lnTo>
                  <a:lnTo>
                    <a:pt x="3" y="294"/>
                  </a:lnTo>
                  <a:lnTo>
                    <a:pt x="3" y="294"/>
                  </a:lnTo>
                  <a:lnTo>
                    <a:pt x="3" y="296"/>
                  </a:lnTo>
                  <a:lnTo>
                    <a:pt x="3" y="296"/>
                  </a:lnTo>
                  <a:lnTo>
                    <a:pt x="3" y="298"/>
                  </a:lnTo>
                  <a:lnTo>
                    <a:pt x="5" y="298"/>
                  </a:lnTo>
                  <a:lnTo>
                    <a:pt x="5" y="298"/>
                  </a:lnTo>
                  <a:lnTo>
                    <a:pt x="8" y="298"/>
                  </a:lnTo>
                  <a:lnTo>
                    <a:pt x="8" y="298"/>
                  </a:lnTo>
                  <a:lnTo>
                    <a:pt x="8" y="298"/>
                  </a:lnTo>
                  <a:lnTo>
                    <a:pt x="10" y="298"/>
                  </a:lnTo>
                  <a:lnTo>
                    <a:pt x="10" y="296"/>
                  </a:lnTo>
                  <a:lnTo>
                    <a:pt x="12" y="298"/>
                  </a:lnTo>
                  <a:lnTo>
                    <a:pt x="12" y="298"/>
                  </a:lnTo>
                  <a:lnTo>
                    <a:pt x="12" y="298"/>
                  </a:lnTo>
                  <a:lnTo>
                    <a:pt x="15" y="298"/>
                  </a:lnTo>
                  <a:lnTo>
                    <a:pt x="15" y="296"/>
                  </a:lnTo>
                  <a:lnTo>
                    <a:pt x="15" y="296"/>
                  </a:lnTo>
                  <a:lnTo>
                    <a:pt x="15" y="296"/>
                  </a:lnTo>
                  <a:lnTo>
                    <a:pt x="15" y="296"/>
                  </a:lnTo>
                  <a:lnTo>
                    <a:pt x="15" y="296"/>
                  </a:lnTo>
                  <a:lnTo>
                    <a:pt x="15" y="296"/>
                  </a:lnTo>
                  <a:lnTo>
                    <a:pt x="17" y="296"/>
                  </a:lnTo>
                  <a:lnTo>
                    <a:pt x="17" y="298"/>
                  </a:lnTo>
                  <a:lnTo>
                    <a:pt x="17" y="298"/>
                  </a:lnTo>
                  <a:lnTo>
                    <a:pt x="19" y="301"/>
                  </a:lnTo>
                  <a:lnTo>
                    <a:pt x="19" y="303"/>
                  </a:lnTo>
                  <a:lnTo>
                    <a:pt x="19" y="303"/>
                  </a:lnTo>
                  <a:lnTo>
                    <a:pt x="22" y="303"/>
                  </a:lnTo>
                  <a:lnTo>
                    <a:pt x="22" y="303"/>
                  </a:lnTo>
                  <a:lnTo>
                    <a:pt x="24" y="303"/>
                  </a:lnTo>
                  <a:lnTo>
                    <a:pt x="26" y="301"/>
                  </a:lnTo>
                  <a:lnTo>
                    <a:pt x="26" y="301"/>
                  </a:lnTo>
                  <a:lnTo>
                    <a:pt x="26" y="301"/>
                  </a:lnTo>
                  <a:lnTo>
                    <a:pt x="29" y="298"/>
                  </a:lnTo>
                  <a:lnTo>
                    <a:pt x="29" y="298"/>
                  </a:lnTo>
                  <a:lnTo>
                    <a:pt x="31" y="298"/>
                  </a:lnTo>
                  <a:lnTo>
                    <a:pt x="31" y="298"/>
                  </a:lnTo>
                  <a:lnTo>
                    <a:pt x="34" y="296"/>
                  </a:lnTo>
                  <a:lnTo>
                    <a:pt x="34" y="296"/>
                  </a:lnTo>
                  <a:lnTo>
                    <a:pt x="34" y="294"/>
                  </a:lnTo>
                  <a:lnTo>
                    <a:pt x="34" y="294"/>
                  </a:lnTo>
                  <a:lnTo>
                    <a:pt x="34" y="294"/>
                  </a:lnTo>
                  <a:lnTo>
                    <a:pt x="36" y="294"/>
                  </a:lnTo>
                  <a:lnTo>
                    <a:pt x="36" y="294"/>
                  </a:lnTo>
                  <a:lnTo>
                    <a:pt x="36" y="294"/>
                  </a:lnTo>
                  <a:lnTo>
                    <a:pt x="36" y="291"/>
                  </a:lnTo>
                  <a:lnTo>
                    <a:pt x="38" y="291"/>
                  </a:lnTo>
                  <a:lnTo>
                    <a:pt x="41" y="289"/>
                  </a:lnTo>
                  <a:lnTo>
                    <a:pt x="41" y="289"/>
                  </a:lnTo>
                  <a:lnTo>
                    <a:pt x="41" y="289"/>
                  </a:lnTo>
                  <a:lnTo>
                    <a:pt x="41" y="287"/>
                  </a:lnTo>
                  <a:lnTo>
                    <a:pt x="41" y="287"/>
                  </a:lnTo>
                  <a:lnTo>
                    <a:pt x="41" y="287"/>
                  </a:lnTo>
                  <a:lnTo>
                    <a:pt x="41" y="287"/>
                  </a:lnTo>
                  <a:lnTo>
                    <a:pt x="41" y="287"/>
                  </a:lnTo>
                  <a:lnTo>
                    <a:pt x="43" y="287"/>
                  </a:lnTo>
                  <a:lnTo>
                    <a:pt x="43" y="284"/>
                  </a:lnTo>
                  <a:lnTo>
                    <a:pt x="43" y="282"/>
                  </a:lnTo>
                  <a:lnTo>
                    <a:pt x="43" y="282"/>
                  </a:lnTo>
                  <a:lnTo>
                    <a:pt x="43" y="282"/>
                  </a:lnTo>
                  <a:lnTo>
                    <a:pt x="45" y="282"/>
                  </a:lnTo>
                  <a:lnTo>
                    <a:pt x="45" y="282"/>
                  </a:lnTo>
                  <a:lnTo>
                    <a:pt x="48" y="282"/>
                  </a:lnTo>
                  <a:lnTo>
                    <a:pt x="48" y="282"/>
                  </a:lnTo>
                  <a:lnTo>
                    <a:pt x="48" y="282"/>
                  </a:lnTo>
                  <a:lnTo>
                    <a:pt x="48" y="282"/>
                  </a:lnTo>
                  <a:lnTo>
                    <a:pt x="50" y="282"/>
                  </a:lnTo>
                  <a:lnTo>
                    <a:pt x="50" y="282"/>
                  </a:lnTo>
                  <a:lnTo>
                    <a:pt x="50" y="282"/>
                  </a:lnTo>
                  <a:lnTo>
                    <a:pt x="50" y="282"/>
                  </a:lnTo>
                  <a:lnTo>
                    <a:pt x="52" y="282"/>
                  </a:lnTo>
                  <a:lnTo>
                    <a:pt x="52" y="282"/>
                  </a:lnTo>
                  <a:lnTo>
                    <a:pt x="52" y="282"/>
                  </a:lnTo>
                  <a:lnTo>
                    <a:pt x="52" y="282"/>
                  </a:lnTo>
                  <a:lnTo>
                    <a:pt x="52" y="282"/>
                  </a:lnTo>
                  <a:lnTo>
                    <a:pt x="55" y="282"/>
                  </a:lnTo>
                  <a:lnTo>
                    <a:pt x="57" y="282"/>
                  </a:lnTo>
                  <a:lnTo>
                    <a:pt x="57" y="282"/>
                  </a:lnTo>
                  <a:lnTo>
                    <a:pt x="60" y="282"/>
                  </a:lnTo>
                  <a:lnTo>
                    <a:pt x="60" y="282"/>
                  </a:lnTo>
                  <a:lnTo>
                    <a:pt x="62" y="279"/>
                  </a:lnTo>
                  <a:lnTo>
                    <a:pt x="62" y="279"/>
                  </a:lnTo>
                  <a:lnTo>
                    <a:pt x="64" y="279"/>
                  </a:lnTo>
                  <a:lnTo>
                    <a:pt x="67" y="277"/>
                  </a:lnTo>
                  <a:lnTo>
                    <a:pt x="69" y="279"/>
                  </a:lnTo>
                  <a:lnTo>
                    <a:pt x="69" y="279"/>
                  </a:lnTo>
                  <a:lnTo>
                    <a:pt x="235" y="279"/>
                  </a:lnTo>
                  <a:lnTo>
                    <a:pt x="235" y="268"/>
                  </a:lnTo>
                  <a:lnTo>
                    <a:pt x="232" y="261"/>
                  </a:lnTo>
                  <a:lnTo>
                    <a:pt x="235" y="253"/>
                  </a:lnTo>
                  <a:lnTo>
                    <a:pt x="235" y="242"/>
                  </a:lnTo>
                  <a:lnTo>
                    <a:pt x="237" y="234"/>
                  </a:lnTo>
                  <a:lnTo>
                    <a:pt x="237" y="232"/>
                  </a:lnTo>
                  <a:lnTo>
                    <a:pt x="235" y="225"/>
                  </a:lnTo>
                  <a:lnTo>
                    <a:pt x="232" y="220"/>
                  </a:lnTo>
                  <a:lnTo>
                    <a:pt x="232" y="220"/>
                  </a:lnTo>
                  <a:lnTo>
                    <a:pt x="237" y="216"/>
                  </a:lnTo>
                  <a:lnTo>
                    <a:pt x="237" y="216"/>
                  </a:lnTo>
                  <a:lnTo>
                    <a:pt x="242" y="208"/>
                  </a:lnTo>
                  <a:lnTo>
                    <a:pt x="244" y="208"/>
                  </a:lnTo>
                  <a:lnTo>
                    <a:pt x="244" y="206"/>
                  </a:lnTo>
                  <a:lnTo>
                    <a:pt x="244" y="206"/>
                  </a:lnTo>
                  <a:lnTo>
                    <a:pt x="244" y="204"/>
                  </a:lnTo>
                  <a:lnTo>
                    <a:pt x="244" y="204"/>
                  </a:lnTo>
                  <a:lnTo>
                    <a:pt x="244" y="204"/>
                  </a:lnTo>
                  <a:lnTo>
                    <a:pt x="244" y="201"/>
                  </a:lnTo>
                  <a:lnTo>
                    <a:pt x="244" y="201"/>
                  </a:lnTo>
                  <a:lnTo>
                    <a:pt x="244" y="201"/>
                  </a:lnTo>
                  <a:lnTo>
                    <a:pt x="246" y="194"/>
                  </a:lnTo>
                  <a:lnTo>
                    <a:pt x="246" y="194"/>
                  </a:lnTo>
                  <a:lnTo>
                    <a:pt x="246" y="194"/>
                  </a:lnTo>
                  <a:lnTo>
                    <a:pt x="249" y="192"/>
                  </a:lnTo>
                  <a:lnTo>
                    <a:pt x="251" y="192"/>
                  </a:lnTo>
                  <a:lnTo>
                    <a:pt x="254" y="190"/>
                  </a:lnTo>
                  <a:lnTo>
                    <a:pt x="254" y="190"/>
                  </a:lnTo>
                  <a:lnTo>
                    <a:pt x="254" y="187"/>
                  </a:lnTo>
                  <a:lnTo>
                    <a:pt x="256" y="185"/>
                  </a:lnTo>
                  <a:lnTo>
                    <a:pt x="256" y="185"/>
                  </a:lnTo>
                  <a:lnTo>
                    <a:pt x="256" y="185"/>
                  </a:lnTo>
                  <a:lnTo>
                    <a:pt x="258" y="182"/>
                  </a:lnTo>
                  <a:lnTo>
                    <a:pt x="261" y="182"/>
                  </a:lnTo>
                  <a:lnTo>
                    <a:pt x="261" y="180"/>
                  </a:lnTo>
                  <a:lnTo>
                    <a:pt x="263" y="178"/>
                  </a:lnTo>
                  <a:lnTo>
                    <a:pt x="263" y="175"/>
                  </a:lnTo>
                  <a:lnTo>
                    <a:pt x="263" y="173"/>
                  </a:lnTo>
                  <a:lnTo>
                    <a:pt x="263" y="171"/>
                  </a:lnTo>
                  <a:lnTo>
                    <a:pt x="263" y="171"/>
                  </a:lnTo>
                  <a:lnTo>
                    <a:pt x="265" y="168"/>
                  </a:lnTo>
                  <a:lnTo>
                    <a:pt x="265" y="168"/>
                  </a:lnTo>
                  <a:lnTo>
                    <a:pt x="265" y="166"/>
                  </a:lnTo>
                  <a:lnTo>
                    <a:pt x="268" y="168"/>
                  </a:lnTo>
                  <a:lnTo>
                    <a:pt x="268" y="168"/>
                  </a:lnTo>
                  <a:lnTo>
                    <a:pt x="268" y="168"/>
                  </a:lnTo>
                  <a:lnTo>
                    <a:pt x="268" y="168"/>
                  </a:lnTo>
                  <a:lnTo>
                    <a:pt x="270" y="166"/>
                  </a:lnTo>
                  <a:lnTo>
                    <a:pt x="270" y="166"/>
                  </a:lnTo>
                  <a:lnTo>
                    <a:pt x="270" y="166"/>
                  </a:lnTo>
                  <a:lnTo>
                    <a:pt x="270" y="163"/>
                  </a:lnTo>
                  <a:lnTo>
                    <a:pt x="273" y="163"/>
                  </a:lnTo>
                  <a:lnTo>
                    <a:pt x="275" y="161"/>
                  </a:lnTo>
                  <a:lnTo>
                    <a:pt x="275" y="161"/>
                  </a:lnTo>
                  <a:lnTo>
                    <a:pt x="280" y="161"/>
                  </a:lnTo>
                  <a:lnTo>
                    <a:pt x="282" y="161"/>
                  </a:lnTo>
                  <a:lnTo>
                    <a:pt x="282" y="159"/>
                  </a:lnTo>
                  <a:lnTo>
                    <a:pt x="282" y="156"/>
                  </a:lnTo>
                  <a:lnTo>
                    <a:pt x="280" y="154"/>
                  </a:lnTo>
                  <a:lnTo>
                    <a:pt x="280" y="152"/>
                  </a:lnTo>
                  <a:lnTo>
                    <a:pt x="280" y="152"/>
                  </a:lnTo>
                  <a:lnTo>
                    <a:pt x="284" y="149"/>
                  </a:lnTo>
                  <a:lnTo>
                    <a:pt x="284" y="145"/>
                  </a:lnTo>
                  <a:lnTo>
                    <a:pt x="287" y="142"/>
                  </a:lnTo>
                  <a:lnTo>
                    <a:pt x="287" y="142"/>
                  </a:lnTo>
                  <a:lnTo>
                    <a:pt x="287" y="142"/>
                  </a:lnTo>
                  <a:lnTo>
                    <a:pt x="289" y="142"/>
                  </a:lnTo>
                  <a:lnTo>
                    <a:pt x="289" y="142"/>
                  </a:lnTo>
                  <a:lnTo>
                    <a:pt x="289" y="142"/>
                  </a:lnTo>
                  <a:lnTo>
                    <a:pt x="291" y="137"/>
                  </a:lnTo>
                  <a:lnTo>
                    <a:pt x="291" y="137"/>
                  </a:lnTo>
                  <a:lnTo>
                    <a:pt x="291" y="126"/>
                  </a:lnTo>
                  <a:lnTo>
                    <a:pt x="291" y="126"/>
                  </a:lnTo>
                  <a:lnTo>
                    <a:pt x="291" y="123"/>
                  </a:lnTo>
                  <a:lnTo>
                    <a:pt x="294" y="123"/>
                  </a:lnTo>
                  <a:lnTo>
                    <a:pt x="291" y="123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5F6C1B91-B735-D5A7-BA39-CA87E04A24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31183" y="602560"/>
              <a:ext cx="280164" cy="579432"/>
            </a:xfrm>
            <a:custGeom>
              <a:avLst/>
              <a:gdLst>
                <a:gd name="T0" fmla="*/ 215 w 220"/>
                <a:gd name="T1" fmla="*/ 272 h 455"/>
                <a:gd name="T2" fmla="*/ 213 w 220"/>
                <a:gd name="T3" fmla="*/ 270 h 455"/>
                <a:gd name="T4" fmla="*/ 196 w 220"/>
                <a:gd name="T5" fmla="*/ 265 h 455"/>
                <a:gd name="T6" fmla="*/ 196 w 220"/>
                <a:gd name="T7" fmla="*/ 261 h 455"/>
                <a:gd name="T8" fmla="*/ 189 w 220"/>
                <a:gd name="T9" fmla="*/ 242 h 455"/>
                <a:gd name="T10" fmla="*/ 184 w 220"/>
                <a:gd name="T11" fmla="*/ 246 h 455"/>
                <a:gd name="T12" fmla="*/ 172 w 220"/>
                <a:gd name="T13" fmla="*/ 246 h 455"/>
                <a:gd name="T14" fmla="*/ 156 w 220"/>
                <a:gd name="T15" fmla="*/ 239 h 455"/>
                <a:gd name="T16" fmla="*/ 137 w 220"/>
                <a:gd name="T17" fmla="*/ 211 h 455"/>
                <a:gd name="T18" fmla="*/ 144 w 220"/>
                <a:gd name="T19" fmla="*/ 197 h 455"/>
                <a:gd name="T20" fmla="*/ 154 w 220"/>
                <a:gd name="T21" fmla="*/ 192 h 455"/>
                <a:gd name="T22" fmla="*/ 168 w 220"/>
                <a:gd name="T23" fmla="*/ 178 h 455"/>
                <a:gd name="T24" fmla="*/ 180 w 220"/>
                <a:gd name="T25" fmla="*/ 168 h 455"/>
                <a:gd name="T26" fmla="*/ 187 w 220"/>
                <a:gd name="T27" fmla="*/ 154 h 455"/>
                <a:gd name="T28" fmla="*/ 198 w 220"/>
                <a:gd name="T29" fmla="*/ 140 h 455"/>
                <a:gd name="T30" fmla="*/ 191 w 220"/>
                <a:gd name="T31" fmla="*/ 121 h 455"/>
                <a:gd name="T32" fmla="*/ 187 w 220"/>
                <a:gd name="T33" fmla="*/ 111 h 455"/>
                <a:gd name="T34" fmla="*/ 175 w 220"/>
                <a:gd name="T35" fmla="*/ 102 h 455"/>
                <a:gd name="T36" fmla="*/ 163 w 220"/>
                <a:gd name="T37" fmla="*/ 88 h 455"/>
                <a:gd name="T38" fmla="*/ 165 w 220"/>
                <a:gd name="T39" fmla="*/ 64 h 455"/>
                <a:gd name="T40" fmla="*/ 196 w 220"/>
                <a:gd name="T41" fmla="*/ 33 h 455"/>
                <a:gd name="T42" fmla="*/ 194 w 220"/>
                <a:gd name="T43" fmla="*/ 24 h 455"/>
                <a:gd name="T44" fmla="*/ 191 w 220"/>
                <a:gd name="T45" fmla="*/ 17 h 455"/>
                <a:gd name="T46" fmla="*/ 180 w 220"/>
                <a:gd name="T47" fmla="*/ 24 h 455"/>
                <a:gd name="T48" fmla="*/ 165 w 220"/>
                <a:gd name="T49" fmla="*/ 36 h 455"/>
                <a:gd name="T50" fmla="*/ 149 w 220"/>
                <a:gd name="T51" fmla="*/ 36 h 455"/>
                <a:gd name="T52" fmla="*/ 151 w 220"/>
                <a:gd name="T53" fmla="*/ 33 h 455"/>
                <a:gd name="T54" fmla="*/ 149 w 220"/>
                <a:gd name="T55" fmla="*/ 26 h 455"/>
                <a:gd name="T56" fmla="*/ 144 w 220"/>
                <a:gd name="T57" fmla="*/ 12 h 455"/>
                <a:gd name="T58" fmla="*/ 144 w 220"/>
                <a:gd name="T59" fmla="*/ 7 h 455"/>
                <a:gd name="T60" fmla="*/ 127 w 220"/>
                <a:gd name="T61" fmla="*/ 5 h 455"/>
                <a:gd name="T62" fmla="*/ 130 w 220"/>
                <a:gd name="T63" fmla="*/ 12 h 455"/>
                <a:gd name="T64" fmla="*/ 127 w 220"/>
                <a:gd name="T65" fmla="*/ 5 h 455"/>
                <a:gd name="T66" fmla="*/ 118 w 220"/>
                <a:gd name="T67" fmla="*/ 0 h 455"/>
                <a:gd name="T68" fmla="*/ 106 w 220"/>
                <a:gd name="T69" fmla="*/ 5 h 455"/>
                <a:gd name="T70" fmla="*/ 85 w 220"/>
                <a:gd name="T71" fmla="*/ 12 h 455"/>
                <a:gd name="T72" fmla="*/ 66 w 220"/>
                <a:gd name="T73" fmla="*/ 24 h 455"/>
                <a:gd name="T74" fmla="*/ 59 w 220"/>
                <a:gd name="T75" fmla="*/ 36 h 455"/>
                <a:gd name="T76" fmla="*/ 45 w 220"/>
                <a:gd name="T77" fmla="*/ 50 h 455"/>
                <a:gd name="T78" fmla="*/ 47 w 220"/>
                <a:gd name="T79" fmla="*/ 59 h 455"/>
                <a:gd name="T80" fmla="*/ 45 w 220"/>
                <a:gd name="T81" fmla="*/ 81 h 455"/>
                <a:gd name="T82" fmla="*/ 47 w 220"/>
                <a:gd name="T83" fmla="*/ 119 h 455"/>
                <a:gd name="T84" fmla="*/ 47 w 220"/>
                <a:gd name="T85" fmla="*/ 145 h 455"/>
                <a:gd name="T86" fmla="*/ 40 w 220"/>
                <a:gd name="T87" fmla="*/ 173 h 455"/>
                <a:gd name="T88" fmla="*/ 35 w 220"/>
                <a:gd name="T89" fmla="*/ 185 h 455"/>
                <a:gd name="T90" fmla="*/ 12 w 220"/>
                <a:gd name="T91" fmla="*/ 204 h 455"/>
                <a:gd name="T92" fmla="*/ 2 w 220"/>
                <a:gd name="T93" fmla="*/ 232 h 455"/>
                <a:gd name="T94" fmla="*/ 16 w 220"/>
                <a:gd name="T95" fmla="*/ 270 h 455"/>
                <a:gd name="T96" fmla="*/ 45 w 220"/>
                <a:gd name="T97" fmla="*/ 294 h 455"/>
                <a:gd name="T98" fmla="*/ 85 w 220"/>
                <a:gd name="T99" fmla="*/ 341 h 455"/>
                <a:gd name="T100" fmla="*/ 99 w 220"/>
                <a:gd name="T101" fmla="*/ 407 h 455"/>
                <a:gd name="T102" fmla="*/ 130 w 220"/>
                <a:gd name="T103" fmla="*/ 447 h 455"/>
                <a:gd name="T104" fmla="*/ 146 w 220"/>
                <a:gd name="T105" fmla="*/ 400 h 455"/>
                <a:gd name="T106" fmla="*/ 163 w 220"/>
                <a:gd name="T107" fmla="*/ 362 h 455"/>
                <a:gd name="T108" fmla="*/ 172 w 220"/>
                <a:gd name="T109" fmla="*/ 348 h 455"/>
                <a:gd name="T110" fmla="*/ 220 w 220"/>
                <a:gd name="T111" fmla="*/ 315 h 455"/>
                <a:gd name="T112" fmla="*/ 203 w 220"/>
                <a:gd name="T113" fmla="*/ 168 h 455"/>
                <a:gd name="T114" fmla="*/ 201 w 220"/>
                <a:gd name="T115" fmla="*/ 166 h 455"/>
                <a:gd name="T116" fmla="*/ 196 w 220"/>
                <a:gd name="T117" fmla="*/ 173 h 455"/>
                <a:gd name="T118" fmla="*/ 189 w 220"/>
                <a:gd name="T119" fmla="*/ 227 h 455"/>
                <a:gd name="T120" fmla="*/ 175 w 220"/>
                <a:gd name="T121" fmla="*/ 234 h 455"/>
                <a:gd name="T122" fmla="*/ 182 w 220"/>
                <a:gd name="T123" fmla="*/ 242 h 455"/>
                <a:gd name="T124" fmla="*/ 189 w 220"/>
                <a:gd name="T125" fmla="*/ 175 h 4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20" h="455">
                  <a:moveTo>
                    <a:pt x="220" y="313"/>
                  </a:moveTo>
                  <a:lnTo>
                    <a:pt x="217" y="310"/>
                  </a:lnTo>
                  <a:lnTo>
                    <a:pt x="215" y="308"/>
                  </a:lnTo>
                  <a:lnTo>
                    <a:pt x="213" y="305"/>
                  </a:lnTo>
                  <a:lnTo>
                    <a:pt x="213" y="301"/>
                  </a:lnTo>
                  <a:lnTo>
                    <a:pt x="215" y="296"/>
                  </a:lnTo>
                  <a:lnTo>
                    <a:pt x="213" y="289"/>
                  </a:lnTo>
                  <a:lnTo>
                    <a:pt x="215" y="284"/>
                  </a:lnTo>
                  <a:lnTo>
                    <a:pt x="215" y="279"/>
                  </a:lnTo>
                  <a:lnTo>
                    <a:pt x="215" y="279"/>
                  </a:lnTo>
                  <a:lnTo>
                    <a:pt x="215" y="272"/>
                  </a:lnTo>
                  <a:lnTo>
                    <a:pt x="215" y="270"/>
                  </a:lnTo>
                  <a:lnTo>
                    <a:pt x="215" y="270"/>
                  </a:lnTo>
                  <a:lnTo>
                    <a:pt x="215" y="270"/>
                  </a:lnTo>
                  <a:lnTo>
                    <a:pt x="213" y="270"/>
                  </a:lnTo>
                  <a:lnTo>
                    <a:pt x="208" y="265"/>
                  </a:lnTo>
                  <a:lnTo>
                    <a:pt x="208" y="268"/>
                  </a:lnTo>
                  <a:lnTo>
                    <a:pt x="210" y="268"/>
                  </a:lnTo>
                  <a:lnTo>
                    <a:pt x="210" y="268"/>
                  </a:lnTo>
                  <a:lnTo>
                    <a:pt x="210" y="268"/>
                  </a:lnTo>
                  <a:lnTo>
                    <a:pt x="213" y="270"/>
                  </a:lnTo>
                  <a:lnTo>
                    <a:pt x="213" y="270"/>
                  </a:lnTo>
                  <a:lnTo>
                    <a:pt x="210" y="270"/>
                  </a:lnTo>
                  <a:lnTo>
                    <a:pt x="208" y="270"/>
                  </a:lnTo>
                  <a:lnTo>
                    <a:pt x="206" y="270"/>
                  </a:lnTo>
                  <a:lnTo>
                    <a:pt x="203" y="268"/>
                  </a:lnTo>
                  <a:lnTo>
                    <a:pt x="201" y="268"/>
                  </a:lnTo>
                  <a:lnTo>
                    <a:pt x="198" y="268"/>
                  </a:lnTo>
                  <a:lnTo>
                    <a:pt x="198" y="268"/>
                  </a:lnTo>
                  <a:lnTo>
                    <a:pt x="198" y="268"/>
                  </a:lnTo>
                  <a:lnTo>
                    <a:pt x="196" y="265"/>
                  </a:lnTo>
                  <a:lnTo>
                    <a:pt x="196" y="265"/>
                  </a:lnTo>
                  <a:lnTo>
                    <a:pt x="196" y="265"/>
                  </a:lnTo>
                  <a:lnTo>
                    <a:pt x="196" y="263"/>
                  </a:lnTo>
                  <a:lnTo>
                    <a:pt x="198" y="263"/>
                  </a:lnTo>
                  <a:lnTo>
                    <a:pt x="203" y="265"/>
                  </a:lnTo>
                  <a:lnTo>
                    <a:pt x="203" y="265"/>
                  </a:lnTo>
                  <a:lnTo>
                    <a:pt x="206" y="265"/>
                  </a:lnTo>
                  <a:lnTo>
                    <a:pt x="206" y="263"/>
                  </a:lnTo>
                  <a:lnTo>
                    <a:pt x="203" y="263"/>
                  </a:lnTo>
                  <a:lnTo>
                    <a:pt x="201" y="263"/>
                  </a:lnTo>
                  <a:lnTo>
                    <a:pt x="198" y="263"/>
                  </a:lnTo>
                  <a:lnTo>
                    <a:pt x="198" y="261"/>
                  </a:lnTo>
                  <a:lnTo>
                    <a:pt x="196" y="261"/>
                  </a:lnTo>
                  <a:lnTo>
                    <a:pt x="196" y="258"/>
                  </a:lnTo>
                  <a:lnTo>
                    <a:pt x="194" y="258"/>
                  </a:lnTo>
                  <a:lnTo>
                    <a:pt x="196" y="258"/>
                  </a:lnTo>
                  <a:lnTo>
                    <a:pt x="194" y="253"/>
                  </a:lnTo>
                  <a:lnTo>
                    <a:pt x="196" y="251"/>
                  </a:lnTo>
                  <a:lnTo>
                    <a:pt x="196" y="249"/>
                  </a:lnTo>
                  <a:lnTo>
                    <a:pt x="194" y="246"/>
                  </a:lnTo>
                  <a:lnTo>
                    <a:pt x="194" y="244"/>
                  </a:lnTo>
                  <a:lnTo>
                    <a:pt x="191" y="244"/>
                  </a:lnTo>
                  <a:lnTo>
                    <a:pt x="191" y="244"/>
                  </a:lnTo>
                  <a:lnTo>
                    <a:pt x="189" y="242"/>
                  </a:lnTo>
                  <a:lnTo>
                    <a:pt x="189" y="242"/>
                  </a:lnTo>
                  <a:lnTo>
                    <a:pt x="189" y="242"/>
                  </a:lnTo>
                  <a:lnTo>
                    <a:pt x="187" y="242"/>
                  </a:lnTo>
                  <a:lnTo>
                    <a:pt x="187" y="242"/>
                  </a:lnTo>
                  <a:lnTo>
                    <a:pt x="187" y="242"/>
                  </a:lnTo>
                  <a:lnTo>
                    <a:pt x="187" y="242"/>
                  </a:lnTo>
                  <a:lnTo>
                    <a:pt x="184" y="244"/>
                  </a:lnTo>
                  <a:lnTo>
                    <a:pt x="184" y="244"/>
                  </a:lnTo>
                  <a:lnTo>
                    <a:pt x="184" y="244"/>
                  </a:lnTo>
                  <a:lnTo>
                    <a:pt x="187" y="246"/>
                  </a:lnTo>
                  <a:lnTo>
                    <a:pt x="184" y="246"/>
                  </a:lnTo>
                  <a:lnTo>
                    <a:pt x="184" y="249"/>
                  </a:lnTo>
                  <a:lnTo>
                    <a:pt x="184" y="249"/>
                  </a:lnTo>
                  <a:lnTo>
                    <a:pt x="182" y="249"/>
                  </a:lnTo>
                  <a:lnTo>
                    <a:pt x="177" y="251"/>
                  </a:lnTo>
                  <a:lnTo>
                    <a:pt x="175" y="251"/>
                  </a:lnTo>
                  <a:lnTo>
                    <a:pt x="175" y="251"/>
                  </a:lnTo>
                  <a:lnTo>
                    <a:pt x="172" y="251"/>
                  </a:lnTo>
                  <a:lnTo>
                    <a:pt x="172" y="249"/>
                  </a:lnTo>
                  <a:lnTo>
                    <a:pt x="172" y="246"/>
                  </a:lnTo>
                  <a:lnTo>
                    <a:pt x="172" y="246"/>
                  </a:lnTo>
                  <a:lnTo>
                    <a:pt x="172" y="246"/>
                  </a:lnTo>
                  <a:lnTo>
                    <a:pt x="172" y="244"/>
                  </a:lnTo>
                  <a:lnTo>
                    <a:pt x="175" y="244"/>
                  </a:lnTo>
                  <a:lnTo>
                    <a:pt x="175" y="239"/>
                  </a:lnTo>
                  <a:lnTo>
                    <a:pt x="175" y="237"/>
                  </a:lnTo>
                  <a:lnTo>
                    <a:pt x="172" y="237"/>
                  </a:lnTo>
                  <a:lnTo>
                    <a:pt x="170" y="239"/>
                  </a:lnTo>
                  <a:lnTo>
                    <a:pt x="165" y="239"/>
                  </a:lnTo>
                  <a:lnTo>
                    <a:pt x="163" y="242"/>
                  </a:lnTo>
                  <a:lnTo>
                    <a:pt x="161" y="242"/>
                  </a:lnTo>
                  <a:lnTo>
                    <a:pt x="161" y="242"/>
                  </a:lnTo>
                  <a:lnTo>
                    <a:pt x="156" y="239"/>
                  </a:lnTo>
                  <a:lnTo>
                    <a:pt x="154" y="237"/>
                  </a:lnTo>
                  <a:lnTo>
                    <a:pt x="146" y="230"/>
                  </a:lnTo>
                  <a:lnTo>
                    <a:pt x="144" y="230"/>
                  </a:lnTo>
                  <a:lnTo>
                    <a:pt x="144" y="230"/>
                  </a:lnTo>
                  <a:lnTo>
                    <a:pt x="139" y="223"/>
                  </a:lnTo>
                  <a:lnTo>
                    <a:pt x="139" y="220"/>
                  </a:lnTo>
                  <a:lnTo>
                    <a:pt x="137" y="218"/>
                  </a:lnTo>
                  <a:lnTo>
                    <a:pt x="137" y="216"/>
                  </a:lnTo>
                  <a:lnTo>
                    <a:pt x="137" y="213"/>
                  </a:lnTo>
                  <a:lnTo>
                    <a:pt x="137" y="213"/>
                  </a:lnTo>
                  <a:lnTo>
                    <a:pt x="137" y="211"/>
                  </a:lnTo>
                  <a:lnTo>
                    <a:pt x="137" y="208"/>
                  </a:lnTo>
                  <a:lnTo>
                    <a:pt x="137" y="208"/>
                  </a:lnTo>
                  <a:lnTo>
                    <a:pt x="137" y="206"/>
                  </a:lnTo>
                  <a:lnTo>
                    <a:pt x="137" y="206"/>
                  </a:lnTo>
                  <a:lnTo>
                    <a:pt x="137" y="206"/>
                  </a:lnTo>
                  <a:lnTo>
                    <a:pt x="137" y="206"/>
                  </a:lnTo>
                  <a:lnTo>
                    <a:pt x="139" y="204"/>
                  </a:lnTo>
                  <a:lnTo>
                    <a:pt x="139" y="201"/>
                  </a:lnTo>
                  <a:lnTo>
                    <a:pt x="142" y="199"/>
                  </a:lnTo>
                  <a:lnTo>
                    <a:pt x="142" y="197"/>
                  </a:lnTo>
                  <a:lnTo>
                    <a:pt x="144" y="197"/>
                  </a:lnTo>
                  <a:lnTo>
                    <a:pt x="146" y="197"/>
                  </a:lnTo>
                  <a:lnTo>
                    <a:pt x="149" y="194"/>
                  </a:lnTo>
                  <a:lnTo>
                    <a:pt x="149" y="194"/>
                  </a:lnTo>
                  <a:lnTo>
                    <a:pt x="149" y="194"/>
                  </a:lnTo>
                  <a:lnTo>
                    <a:pt x="151" y="192"/>
                  </a:lnTo>
                  <a:lnTo>
                    <a:pt x="151" y="192"/>
                  </a:lnTo>
                  <a:lnTo>
                    <a:pt x="151" y="192"/>
                  </a:lnTo>
                  <a:lnTo>
                    <a:pt x="151" y="192"/>
                  </a:lnTo>
                  <a:lnTo>
                    <a:pt x="151" y="192"/>
                  </a:lnTo>
                  <a:lnTo>
                    <a:pt x="154" y="192"/>
                  </a:lnTo>
                  <a:lnTo>
                    <a:pt x="154" y="192"/>
                  </a:lnTo>
                  <a:lnTo>
                    <a:pt x="156" y="192"/>
                  </a:lnTo>
                  <a:lnTo>
                    <a:pt x="158" y="187"/>
                  </a:lnTo>
                  <a:lnTo>
                    <a:pt x="161" y="185"/>
                  </a:lnTo>
                  <a:lnTo>
                    <a:pt x="165" y="185"/>
                  </a:lnTo>
                  <a:lnTo>
                    <a:pt x="168" y="185"/>
                  </a:lnTo>
                  <a:lnTo>
                    <a:pt x="168" y="182"/>
                  </a:lnTo>
                  <a:lnTo>
                    <a:pt x="168" y="182"/>
                  </a:lnTo>
                  <a:lnTo>
                    <a:pt x="168" y="182"/>
                  </a:lnTo>
                  <a:lnTo>
                    <a:pt x="168" y="180"/>
                  </a:lnTo>
                  <a:lnTo>
                    <a:pt x="168" y="180"/>
                  </a:lnTo>
                  <a:lnTo>
                    <a:pt x="168" y="178"/>
                  </a:lnTo>
                  <a:lnTo>
                    <a:pt x="168" y="178"/>
                  </a:lnTo>
                  <a:lnTo>
                    <a:pt x="170" y="178"/>
                  </a:lnTo>
                  <a:lnTo>
                    <a:pt x="170" y="178"/>
                  </a:lnTo>
                  <a:lnTo>
                    <a:pt x="172" y="175"/>
                  </a:lnTo>
                  <a:lnTo>
                    <a:pt x="175" y="175"/>
                  </a:lnTo>
                  <a:lnTo>
                    <a:pt x="175" y="175"/>
                  </a:lnTo>
                  <a:lnTo>
                    <a:pt x="175" y="173"/>
                  </a:lnTo>
                  <a:lnTo>
                    <a:pt x="177" y="173"/>
                  </a:lnTo>
                  <a:lnTo>
                    <a:pt x="177" y="171"/>
                  </a:lnTo>
                  <a:lnTo>
                    <a:pt x="180" y="168"/>
                  </a:lnTo>
                  <a:lnTo>
                    <a:pt x="180" y="168"/>
                  </a:lnTo>
                  <a:lnTo>
                    <a:pt x="182" y="166"/>
                  </a:lnTo>
                  <a:lnTo>
                    <a:pt x="182" y="166"/>
                  </a:lnTo>
                  <a:lnTo>
                    <a:pt x="182" y="166"/>
                  </a:lnTo>
                  <a:lnTo>
                    <a:pt x="182" y="163"/>
                  </a:lnTo>
                  <a:lnTo>
                    <a:pt x="182" y="163"/>
                  </a:lnTo>
                  <a:lnTo>
                    <a:pt x="182" y="163"/>
                  </a:lnTo>
                  <a:lnTo>
                    <a:pt x="184" y="161"/>
                  </a:lnTo>
                  <a:lnTo>
                    <a:pt x="184" y="159"/>
                  </a:lnTo>
                  <a:lnTo>
                    <a:pt x="184" y="159"/>
                  </a:lnTo>
                  <a:lnTo>
                    <a:pt x="184" y="156"/>
                  </a:lnTo>
                  <a:lnTo>
                    <a:pt x="187" y="154"/>
                  </a:lnTo>
                  <a:lnTo>
                    <a:pt x="189" y="154"/>
                  </a:lnTo>
                  <a:lnTo>
                    <a:pt x="189" y="152"/>
                  </a:lnTo>
                  <a:lnTo>
                    <a:pt x="191" y="149"/>
                  </a:lnTo>
                  <a:lnTo>
                    <a:pt x="189" y="147"/>
                  </a:lnTo>
                  <a:lnTo>
                    <a:pt x="191" y="147"/>
                  </a:lnTo>
                  <a:lnTo>
                    <a:pt x="191" y="145"/>
                  </a:lnTo>
                  <a:lnTo>
                    <a:pt x="191" y="145"/>
                  </a:lnTo>
                  <a:lnTo>
                    <a:pt x="194" y="142"/>
                  </a:lnTo>
                  <a:lnTo>
                    <a:pt x="196" y="140"/>
                  </a:lnTo>
                  <a:lnTo>
                    <a:pt x="196" y="140"/>
                  </a:lnTo>
                  <a:lnTo>
                    <a:pt x="198" y="140"/>
                  </a:lnTo>
                  <a:lnTo>
                    <a:pt x="198" y="137"/>
                  </a:lnTo>
                  <a:lnTo>
                    <a:pt x="196" y="137"/>
                  </a:lnTo>
                  <a:lnTo>
                    <a:pt x="196" y="137"/>
                  </a:lnTo>
                  <a:lnTo>
                    <a:pt x="194" y="137"/>
                  </a:lnTo>
                  <a:lnTo>
                    <a:pt x="194" y="135"/>
                  </a:lnTo>
                  <a:lnTo>
                    <a:pt x="191" y="133"/>
                  </a:lnTo>
                  <a:lnTo>
                    <a:pt x="191" y="130"/>
                  </a:lnTo>
                  <a:lnTo>
                    <a:pt x="191" y="128"/>
                  </a:lnTo>
                  <a:lnTo>
                    <a:pt x="191" y="126"/>
                  </a:lnTo>
                  <a:lnTo>
                    <a:pt x="191" y="123"/>
                  </a:lnTo>
                  <a:lnTo>
                    <a:pt x="191" y="121"/>
                  </a:lnTo>
                  <a:lnTo>
                    <a:pt x="194" y="121"/>
                  </a:lnTo>
                  <a:lnTo>
                    <a:pt x="191" y="121"/>
                  </a:lnTo>
                  <a:lnTo>
                    <a:pt x="191" y="119"/>
                  </a:lnTo>
                  <a:lnTo>
                    <a:pt x="189" y="119"/>
                  </a:lnTo>
                  <a:lnTo>
                    <a:pt x="189" y="116"/>
                  </a:lnTo>
                  <a:lnTo>
                    <a:pt x="189" y="116"/>
                  </a:lnTo>
                  <a:lnTo>
                    <a:pt x="189" y="114"/>
                  </a:lnTo>
                  <a:lnTo>
                    <a:pt x="191" y="114"/>
                  </a:lnTo>
                  <a:lnTo>
                    <a:pt x="191" y="111"/>
                  </a:lnTo>
                  <a:lnTo>
                    <a:pt x="189" y="111"/>
                  </a:lnTo>
                  <a:lnTo>
                    <a:pt x="187" y="111"/>
                  </a:lnTo>
                  <a:lnTo>
                    <a:pt x="182" y="109"/>
                  </a:lnTo>
                  <a:lnTo>
                    <a:pt x="180" y="109"/>
                  </a:lnTo>
                  <a:lnTo>
                    <a:pt x="180" y="107"/>
                  </a:lnTo>
                  <a:lnTo>
                    <a:pt x="180" y="107"/>
                  </a:lnTo>
                  <a:lnTo>
                    <a:pt x="180" y="104"/>
                  </a:lnTo>
                  <a:lnTo>
                    <a:pt x="180" y="104"/>
                  </a:lnTo>
                  <a:lnTo>
                    <a:pt x="180" y="102"/>
                  </a:lnTo>
                  <a:lnTo>
                    <a:pt x="180" y="102"/>
                  </a:lnTo>
                  <a:lnTo>
                    <a:pt x="180" y="102"/>
                  </a:lnTo>
                  <a:lnTo>
                    <a:pt x="175" y="104"/>
                  </a:lnTo>
                  <a:lnTo>
                    <a:pt x="175" y="102"/>
                  </a:lnTo>
                  <a:lnTo>
                    <a:pt x="172" y="102"/>
                  </a:lnTo>
                  <a:lnTo>
                    <a:pt x="172" y="102"/>
                  </a:lnTo>
                  <a:lnTo>
                    <a:pt x="170" y="100"/>
                  </a:lnTo>
                  <a:lnTo>
                    <a:pt x="168" y="97"/>
                  </a:lnTo>
                  <a:lnTo>
                    <a:pt x="168" y="92"/>
                  </a:lnTo>
                  <a:lnTo>
                    <a:pt x="165" y="92"/>
                  </a:lnTo>
                  <a:lnTo>
                    <a:pt x="165" y="92"/>
                  </a:lnTo>
                  <a:lnTo>
                    <a:pt x="165" y="92"/>
                  </a:lnTo>
                  <a:lnTo>
                    <a:pt x="163" y="90"/>
                  </a:lnTo>
                  <a:lnTo>
                    <a:pt x="163" y="90"/>
                  </a:lnTo>
                  <a:lnTo>
                    <a:pt x="163" y="88"/>
                  </a:lnTo>
                  <a:lnTo>
                    <a:pt x="163" y="88"/>
                  </a:lnTo>
                  <a:lnTo>
                    <a:pt x="163" y="85"/>
                  </a:lnTo>
                  <a:lnTo>
                    <a:pt x="163" y="85"/>
                  </a:lnTo>
                  <a:lnTo>
                    <a:pt x="161" y="83"/>
                  </a:lnTo>
                  <a:lnTo>
                    <a:pt x="161" y="81"/>
                  </a:lnTo>
                  <a:lnTo>
                    <a:pt x="161" y="78"/>
                  </a:lnTo>
                  <a:lnTo>
                    <a:pt x="161" y="74"/>
                  </a:lnTo>
                  <a:lnTo>
                    <a:pt x="163" y="71"/>
                  </a:lnTo>
                  <a:lnTo>
                    <a:pt x="163" y="69"/>
                  </a:lnTo>
                  <a:lnTo>
                    <a:pt x="163" y="66"/>
                  </a:lnTo>
                  <a:lnTo>
                    <a:pt x="165" y="64"/>
                  </a:lnTo>
                  <a:lnTo>
                    <a:pt x="168" y="62"/>
                  </a:lnTo>
                  <a:lnTo>
                    <a:pt x="168" y="62"/>
                  </a:lnTo>
                  <a:lnTo>
                    <a:pt x="175" y="59"/>
                  </a:lnTo>
                  <a:lnTo>
                    <a:pt x="180" y="59"/>
                  </a:lnTo>
                  <a:lnTo>
                    <a:pt x="180" y="57"/>
                  </a:lnTo>
                  <a:lnTo>
                    <a:pt x="182" y="50"/>
                  </a:lnTo>
                  <a:lnTo>
                    <a:pt x="187" y="43"/>
                  </a:lnTo>
                  <a:lnTo>
                    <a:pt x="189" y="38"/>
                  </a:lnTo>
                  <a:lnTo>
                    <a:pt x="191" y="36"/>
                  </a:lnTo>
                  <a:lnTo>
                    <a:pt x="194" y="33"/>
                  </a:lnTo>
                  <a:lnTo>
                    <a:pt x="196" y="33"/>
                  </a:lnTo>
                  <a:lnTo>
                    <a:pt x="196" y="31"/>
                  </a:lnTo>
                  <a:lnTo>
                    <a:pt x="196" y="31"/>
                  </a:lnTo>
                  <a:lnTo>
                    <a:pt x="196" y="29"/>
                  </a:lnTo>
                  <a:lnTo>
                    <a:pt x="196" y="29"/>
                  </a:lnTo>
                  <a:lnTo>
                    <a:pt x="196" y="29"/>
                  </a:lnTo>
                  <a:lnTo>
                    <a:pt x="194" y="29"/>
                  </a:lnTo>
                  <a:lnTo>
                    <a:pt x="194" y="29"/>
                  </a:lnTo>
                  <a:lnTo>
                    <a:pt x="194" y="29"/>
                  </a:lnTo>
                  <a:lnTo>
                    <a:pt x="194" y="26"/>
                  </a:lnTo>
                  <a:lnTo>
                    <a:pt x="194" y="26"/>
                  </a:lnTo>
                  <a:lnTo>
                    <a:pt x="194" y="24"/>
                  </a:lnTo>
                  <a:lnTo>
                    <a:pt x="194" y="24"/>
                  </a:lnTo>
                  <a:lnTo>
                    <a:pt x="191" y="24"/>
                  </a:lnTo>
                  <a:lnTo>
                    <a:pt x="191" y="21"/>
                  </a:lnTo>
                  <a:lnTo>
                    <a:pt x="191" y="21"/>
                  </a:lnTo>
                  <a:lnTo>
                    <a:pt x="191" y="21"/>
                  </a:lnTo>
                  <a:lnTo>
                    <a:pt x="191" y="19"/>
                  </a:lnTo>
                  <a:lnTo>
                    <a:pt x="191" y="19"/>
                  </a:lnTo>
                  <a:lnTo>
                    <a:pt x="191" y="19"/>
                  </a:lnTo>
                  <a:lnTo>
                    <a:pt x="191" y="17"/>
                  </a:lnTo>
                  <a:lnTo>
                    <a:pt x="191" y="17"/>
                  </a:lnTo>
                  <a:lnTo>
                    <a:pt x="191" y="17"/>
                  </a:lnTo>
                  <a:lnTo>
                    <a:pt x="189" y="17"/>
                  </a:lnTo>
                  <a:lnTo>
                    <a:pt x="187" y="19"/>
                  </a:lnTo>
                  <a:lnTo>
                    <a:pt x="184" y="19"/>
                  </a:lnTo>
                  <a:lnTo>
                    <a:pt x="184" y="19"/>
                  </a:lnTo>
                  <a:lnTo>
                    <a:pt x="184" y="19"/>
                  </a:lnTo>
                  <a:lnTo>
                    <a:pt x="184" y="19"/>
                  </a:lnTo>
                  <a:lnTo>
                    <a:pt x="184" y="21"/>
                  </a:lnTo>
                  <a:lnTo>
                    <a:pt x="184" y="21"/>
                  </a:lnTo>
                  <a:lnTo>
                    <a:pt x="184" y="21"/>
                  </a:lnTo>
                  <a:lnTo>
                    <a:pt x="180" y="24"/>
                  </a:lnTo>
                  <a:lnTo>
                    <a:pt x="180" y="24"/>
                  </a:lnTo>
                  <a:lnTo>
                    <a:pt x="180" y="26"/>
                  </a:lnTo>
                  <a:lnTo>
                    <a:pt x="180" y="26"/>
                  </a:lnTo>
                  <a:lnTo>
                    <a:pt x="177" y="26"/>
                  </a:lnTo>
                  <a:lnTo>
                    <a:pt x="175" y="29"/>
                  </a:lnTo>
                  <a:lnTo>
                    <a:pt x="172" y="31"/>
                  </a:lnTo>
                  <a:lnTo>
                    <a:pt x="170" y="31"/>
                  </a:lnTo>
                  <a:lnTo>
                    <a:pt x="168" y="31"/>
                  </a:lnTo>
                  <a:lnTo>
                    <a:pt x="168" y="31"/>
                  </a:lnTo>
                  <a:lnTo>
                    <a:pt x="165" y="31"/>
                  </a:lnTo>
                  <a:lnTo>
                    <a:pt x="165" y="33"/>
                  </a:lnTo>
                  <a:lnTo>
                    <a:pt x="165" y="36"/>
                  </a:lnTo>
                  <a:lnTo>
                    <a:pt x="165" y="38"/>
                  </a:lnTo>
                  <a:lnTo>
                    <a:pt x="163" y="38"/>
                  </a:lnTo>
                  <a:lnTo>
                    <a:pt x="161" y="38"/>
                  </a:lnTo>
                  <a:lnTo>
                    <a:pt x="158" y="40"/>
                  </a:lnTo>
                  <a:lnTo>
                    <a:pt x="158" y="40"/>
                  </a:lnTo>
                  <a:lnTo>
                    <a:pt x="158" y="40"/>
                  </a:lnTo>
                  <a:lnTo>
                    <a:pt x="154" y="40"/>
                  </a:lnTo>
                  <a:lnTo>
                    <a:pt x="154" y="38"/>
                  </a:lnTo>
                  <a:lnTo>
                    <a:pt x="151" y="38"/>
                  </a:lnTo>
                  <a:lnTo>
                    <a:pt x="151" y="33"/>
                  </a:lnTo>
                  <a:lnTo>
                    <a:pt x="149" y="36"/>
                  </a:lnTo>
                  <a:lnTo>
                    <a:pt x="149" y="36"/>
                  </a:lnTo>
                  <a:lnTo>
                    <a:pt x="149" y="36"/>
                  </a:lnTo>
                  <a:lnTo>
                    <a:pt x="149" y="36"/>
                  </a:lnTo>
                  <a:lnTo>
                    <a:pt x="146" y="36"/>
                  </a:lnTo>
                  <a:lnTo>
                    <a:pt x="146" y="36"/>
                  </a:lnTo>
                  <a:lnTo>
                    <a:pt x="146" y="36"/>
                  </a:lnTo>
                  <a:lnTo>
                    <a:pt x="146" y="33"/>
                  </a:lnTo>
                  <a:lnTo>
                    <a:pt x="146" y="33"/>
                  </a:lnTo>
                  <a:lnTo>
                    <a:pt x="149" y="33"/>
                  </a:lnTo>
                  <a:lnTo>
                    <a:pt x="151" y="33"/>
                  </a:lnTo>
                  <a:lnTo>
                    <a:pt x="151" y="33"/>
                  </a:lnTo>
                  <a:lnTo>
                    <a:pt x="151" y="33"/>
                  </a:lnTo>
                  <a:lnTo>
                    <a:pt x="151" y="33"/>
                  </a:lnTo>
                  <a:lnTo>
                    <a:pt x="151" y="33"/>
                  </a:lnTo>
                  <a:lnTo>
                    <a:pt x="151" y="33"/>
                  </a:lnTo>
                  <a:lnTo>
                    <a:pt x="154" y="31"/>
                  </a:lnTo>
                  <a:lnTo>
                    <a:pt x="154" y="31"/>
                  </a:lnTo>
                  <a:lnTo>
                    <a:pt x="154" y="31"/>
                  </a:lnTo>
                  <a:lnTo>
                    <a:pt x="154" y="29"/>
                  </a:lnTo>
                  <a:lnTo>
                    <a:pt x="154" y="29"/>
                  </a:lnTo>
                  <a:lnTo>
                    <a:pt x="151" y="26"/>
                  </a:lnTo>
                  <a:lnTo>
                    <a:pt x="149" y="26"/>
                  </a:lnTo>
                  <a:lnTo>
                    <a:pt x="146" y="24"/>
                  </a:lnTo>
                  <a:lnTo>
                    <a:pt x="146" y="19"/>
                  </a:lnTo>
                  <a:lnTo>
                    <a:pt x="144" y="17"/>
                  </a:lnTo>
                  <a:lnTo>
                    <a:pt x="146" y="14"/>
                  </a:lnTo>
                  <a:lnTo>
                    <a:pt x="149" y="17"/>
                  </a:lnTo>
                  <a:lnTo>
                    <a:pt x="149" y="14"/>
                  </a:lnTo>
                  <a:lnTo>
                    <a:pt x="149" y="14"/>
                  </a:lnTo>
                  <a:lnTo>
                    <a:pt x="146" y="14"/>
                  </a:lnTo>
                  <a:lnTo>
                    <a:pt x="146" y="12"/>
                  </a:lnTo>
                  <a:lnTo>
                    <a:pt x="146" y="12"/>
                  </a:lnTo>
                  <a:lnTo>
                    <a:pt x="144" y="12"/>
                  </a:lnTo>
                  <a:lnTo>
                    <a:pt x="144" y="12"/>
                  </a:lnTo>
                  <a:lnTo>
                    <a:pt x="142" y="12"/>
                  </a:lnTo>
                  <a:lnTo>
                    <a:pt x="144" y="10"/>
                  </a:lnTo>
                  <a:lnTo>
                    <a:pt x="144" y="10"/>
                  </a:lnTo>
                  <a:lnTo>
                    <a:pt x="146" y="10"/>
                  </a:lnTo>
                  <a:lnTo>
                    <a:pt x="146" y="12"/>
                  </a:lnTo>
                  <a:lnTo>
                    <a:pt x="149" y="12"/>
                  </a:lnTo>
                  <a:lnTo>
                    <a:pt x="149" y="10"/>
                  </a:lnTo>
                  <a:lnTo>
                    <a:pt x="151" y="10"/>
                  </a:lnTo>
                  <a:lnTo>
                    <a:pt x="149" y="10"/>
                  </a:lnTo>
                  <a:lnTo>
                    <a:pt x="144" y="7"/>
                  </a:lnTo>
                  <a:lnTo>
                    <a:pt x="144" y="7"/>
                  </a:lnTo>
                  <a:lnTo>
                    <a:pt x="139" y="5"/>
                  </a:lnTo>
                  <a:lnTo>
                    <a:pt x="139" y="5"/>
                  </a:lnTo>
                  <a:lnTo>
                    <a:pt x="139" y="5"/>
                  </a:lnTo>
                  <a:lnTo>
                    <a:pt x="135" y="5"/>
                  </a:lnTo>
                  <a:lnTo>
                    <a:pt x="135" y="5"/>
                  </a:lnTo>
                  <a:lnTo>
                    <a:pt x="130" y="5"/>
                  </a:lnTo>
                  <a:lnTo>
                    <a:pt x="127" y="5"/>
                  </a:lnTo>
                  <a:lnTo>
                    <a:pt x="127" y="5"/>
                  </a:lnTo>
                  <a:lnTo>
                    <a:pt x="127" y="5"/>
                  </a:lnTo>
                  <a:lnTo>
                    <a:pt x="127" y="5"/>
                  </a:lnTo>
                  <a:lnTo>
                    <a:pt x="127" y="5"/>
                  </a:lnTo>
                  <a:lnTo>
                    <a:pt x="125" y="7"/>
                  </a:lnTo>
                  <a:lnTo>
                    <a:pt x="125" y="7"/>
                  </a:lnTo>
                  <a:lnTo>
                    <a:pt x="127" y="7"/>
                  </a:lnTo>
                  <a:lnTo>
                    <a:pt x="127" y="7"/>
                  </a:lnTo>
                  <a:lnTo>
                    <a:pt x="127" y="7"/>
                  </a:lnTo>
                  <a:lnTo>
                    <a:pt x="132" y="7"/>
                  </a:lnTo>
                  <a:lnTo>
                    <a:pt x="132" y="10"/>
                  </a:lnTo>
                  <a:lnTo>
                    <a:pt x="132" y="10"/>
                  </a:lnTo>
                  <a:lnTo>
                    <a:pt x="130" y="12"/>
                  </a:lnTo>
                  <a:lnTo>
                    <a:pt x="130" y="12"/>
                  </a:lnTo>
                  <a:lnTo>
                    <a:pt x="127" y="12"/>
                  </a:lnTo>
                  <a:lnTo>
                    <a:pt x="125" y="12"/>
                  </a:lnTo>
                  <a:lnTo>
                    <a:pt x="125" y="12"/>
                  </a:lnTo>
                  <a:lnTo>
                    <a:pt x="125" y="10"/>
                  </a:lnTo>
                  <a:lnTo>
                    <a:pt x="125" y="10"/>
                  </a:lnTo>
                  <a:lnTo>
                    <a:pt x="125" y="10"/>
                  </a:lnTo>
                  <a:lnTo>
                    <a:pt x="123" y="7"/>
                  </a:lnTo>
                  <a:lnTo>
                    <a:pt x="123" y="7"/>
                  </a:lnTo>
                  <a:lnTo>
                    <a:pt x="125" y="7"/>
                  </a:lnTo>
                  <a:lnTo>
                    <a:pt x="127" y="5"/>
                  </a:lnTo>
                  <a:lnTo>
                    <a:pt x="127" y="5"/>
                  </a:lnTo>
                  <a:lnTo>
                    <a:pt x="127" y="0"/>
                  </a:lnTo>
                  <a:lnTo>
                    <a:pt x="127" y="0"/>
                  </a:lnTo>
                  <a:lnTo>
                    <a:pt x="127" y="0"/>
                  </a:lnTo>
                  <a:lnTo>
                    <a:pt x="123" y="0"/>
                  </a:lnTo>
                  <a:lnTo>
                    <a:pt x="123" y="0"/>
                  </a:lnTo>
                  <a:lnTo>
                    <a:pt x="123" y="0"/>
                  </a:lnTo>
                  <a:lnTo>
                    <a:pt x="123" y="0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18" y="0"/>
                  </a:lnTo>
                  <a:lnTo>
                    <a:pt x="118" y="0"/>
                  </a:lnTo>
                  <a:lnTo>
                    <a:pt x="116" y="0"/>
                  </a:lnTo>
                  <a:lnTo>
                    <a:pt x="113" y="3"/>
                  </a:lnTo>
                  <a:lnTo>
                    <a:pt x="113" y="3"/>
                  </a:lnTo>
                  <a:lnTo>
                    <a:pt x="111" y="3"/>
                  </a:lnTo>
                  <a:lnTo>
                    <a:pt x="111" y="3"/>
                  </a:lnTo>
                  <a:lnTo>
                    <a:pt x="111" y="3"/>
                  </a:lnTo>
                  <a:lnTo>
                    <a:pt x="109" y="3"/>
                  </a:lnTo>
                  <a:lnTo>
                    <a:pt x="106" y="5"/>
                  </a:lnTo>
                  <a:lnTo>
                    <a:pt x="106" y="5"/>
                  </a:lnTo>
                  <a:lnTo>
                    <a:pt x="106" y="5"/>
                  </a:lnTo>
                  <a:lnTo>
                    <a:pt x="106" y="5"/>
                  </a:lnTo>
                  <a:lnTo>
                    <a:pt x="104" y="3"/>
                  </a:lnTo>
                  <a:lnTo>
                    <a:pt x="104" y="5"/>
                  </a:lnTo>
                  <a:lnTo>
                    <a:pt x="101" y="5"/>
                  </a:lnTo>
                  <a:lnTo>
                    <a:pt x="101" y="7"/>
                  </a:lnTo>
                  <a:lnTo>
                    <a:pt x="94" y="7"/>
                  </a:lnTo>
                  <a:lnTo>
                    <a:pt x="92" y="7"/>
                  </a:lnTo>
                  <a:lnTo>
                    <a:pt x="92" y="10"/>
                  </a:lnTo>
                  <a:lnTo>
                    <a:pt x="90" y="10"/>
                  </a:lnTo>
                  <a:lnTo>
                    <a:pt x="87" y="12"/>
                  </a:lnTo>
                  <a:lnTo>
                    <a:pt x="85" y="12"/>
                  </a:lnTo>
                  <a:lnTo>
                    <a:pt x="85" y="12"/>
                  </a:lnTo>
                  <a:lnTo>
                    <a:pt x="83" y="14"/>
                  </a:lnTo>
                  <a:lnTo>
                    <a:pt x="83" y="14"/>
                  </a:lnTo>
                  <a:lnTo>
                    <a:pt x="83" y="14"/>
                  </a:lnTo>
                  <a:lnTo>
                    <a:pt x="80" y="17"/>
                  </a:lnTo>
                  <a:lnTo>
                    <a:pt x="78" y="19"/>
                  </a:lnTo>
                  <a:lnTo>
                    <a:pt x="78" y="21"/>
                  </a:lnTo>
                  <a:lnTo>
                    <a:pt x="75" y="21"/>
                  </a:lnTo>
                  <a:lnTo>
                    <a:pt x="75" y="21"/>
                  </a:lnTo>
                  <a:lnTo>
                    <a:pt x="73" y="24"/>
                  </a:lnTo>
                  <a:lnTo>
                    <a:pt x="71" y="24"/>
                  </a:lnTo>
                  <a:lnTo>
                    <a:pt x="66" y="24"/>
                  </a:lnTo>
                  <a:lnTo>
                    <a:pt x="66" y="24"/>
                  </a:lnTo>
                  <a:lnTo>
                    <a:pt x="61" y="26"/>
                  </a:lnTo>
                  <a:lnTo>
                    <a:pt x="61" y="26"/>
                  </a:lnTo>
                  <a:lnTo>
                    <a:pt x="61" y="26"/>
                  </a:lnTo>
                  <a:lnTo>
                    <a:pt x="61" y="29"/>
                  </a:lnTo>
                  <a:lnTo>
                    <a:pt x="61" y="29"/>
                  </a:lnTo>
                  <a:lnTo>
                    <a:pt x="61" y="29"/>
                  </a:lnTo>
                  <a:lnTo>
                    <a:pt x="64" y="33"/>
                  </a:lnTo>
                  <a:lnTo>
                    <a:pt x="64" y="33"/>
                  </a:lnTo>
                  <a:lnTo>
                    <a:pt x="61" y="33"/>
                  </a:lnTo>
                  <a:lnTo>
                    <a:pt x="59" y="36"/>
                  </a:lnTo>
                  <a:lnTo>
                    <a:pt x="57" y="36"/>
                  </a:lnTo>
                  <a:lnTo>
                    <a:pt x="54" y="36"/>
                  </a:lnTo>
                  <a:lnTo>
                    <a:pt x="52" y="36"/>
                  </a:lnTo>
                  <a:lnTo>
                    <a:pt x="52" y="36"/>
                  </a:lnTo>
                  <a:lnTo>
                    <a:pt x="49" y="38"/>
                  </a:lnTo>
                  <a:lnTo>
                    <a:pt x="52" y="38"/>
                  </a:lnTo>
                  <a:lnTo>
                    <a:pt x="54" y="40"/>
                  </a:lnTo>
                  <a:lnTo>
                    <a:pt x="52" y="43"/>
                  </a:lnTo>
                  <a:lnTo>
                    <a:pt x="52" y="45"/>
                  </a:lnTo>
                  <a:lnTo>
                    <a:pt x="49" y="45"/>
                  </a:lnTo>
                  <a:lnTo>
                    <a:pt x="45" y="50"/>
                  </a:lnTo>
                  <a:lnTo>
                    <a:pt x="40" y="52"/>
                  </a:lnTo>
                  <a:lnTo>
                    <a:pt x="40" y="52"/>
                  </a:lnTo>
                  <a:lnTo>
                    <a:pt x="38" y="55"/>
                  </a:lnTo>
                  <a:lnTo>
                    <a:pt x="38" y="57"/>
                  </a:lnTo>
                  <a:lnTo>
                    <a:pt x="38" y="57"/>
                  </a:lnTo>
                  <a:lnTo>
                    <a:pt x="40" y="57"/>
                  </a:lnTo>
                  <a:lnTo>
                    <a:pt x="45" y="57"/>
                  </a:lnTo>
                  <a:lnTo>
                    <a:pt x="45" y="57"/>
                  </a:lnTo>
                  <a:lnTo>
                    <a:pt x="47" y="59"/>
                  </a:lnTo>
                  <a:lnTo>
                    <a:pt x="47" y="59"/>
                  </a:lnTo>
                  <a:lnTo>
                    <a:pt x="47" y="59"/>
                  </a:lnTo>
                  <a:lnTo>
                    <a:pt x="47" y="62"/>
                  </a:lnTo>
                  <a:lnTo>
                    <a:pt x="47" y="64"/>
                  </a:lnTo>
                  <a:lnTo>
                    <a:pt x="47" y="64"/>
                  </a:lnTo>
                  <a:lnTo>
                    <a:pt x="47" y="64"/>
                  </a:lnTo>
                  <a:lnTo>
                    <a:pt x="45" y="71"/>
                  </a:lnTo>
                  <a:lnTo>
                    <a:pt x="45" y="76"/>
                  </a:lnTo>
                  <a:lnTo>
                    <a:pt x="45" y="76"/>
                  </a:lnTo>
                  <a:lnTo>
                    <a:pt x="45" y="78"/>
                  </a:lnTo>
                  <a:lnTo>
                    <a:pt x="45" y="78"/>
                  </a:lnTo>
                  <a:lnTo>
                    <a:pt x="45" y="81"/>
                  </a:lnTo>
                  <a:lnTo>
                    <a:pt x="45" y="81"/>
                  </a:lnTo>
                  <a:lnTo>
                    <a:pt x="42" y="85"/>
                  </a:lnTo>
                  <a:lnTo>
                    <a:pt x="42" y="90"/>
                  </a:lnTo>
                  <a:lnTo>
                    <a:pt x="42" y="90"/>
                  </a:lnTo>
                  <a:lnTo>
                    <a:pt x="42" y="95"/>
                  </a:lnTo>
                  <a:lnTo>
                    <a:pt x="42" y="100"/>
                  </a:lnTo>
                  <a:lnTo>
                    <a:pt x="42" y="102"/>
                  </a:lnTo>
                  <a:lnTo>
                    <a:pt x="42" y="104"/>
                  </a:lnTo>
                  <a:lnTo>
                    <a:pt x="45" y="109"/>
                  </a:lnTo>
                  <a:lnTo>
                    <a:pt x="47" y="111"/>
                  </a:lnTo>
                  <a:lnTo>
                    <a:pt x="47" y="114"/>
                  </a:lnTo>
                  <a:lnTo>
                    <a:pt x="47" y="119"/>
                  </a:lnTo>
                  <a:lnTo>
                    <a:pt x="47" y="121"/>
                  </a:lnTo>
                  <a:lnTo>
                    <a:pt x="45" y="126"/>
                  </a:lnTo>
                  <a:lnTo>
                    <a:pt x="45" y="128"/>
                  </a:lnTo>
                  <a:lnTo>
                    <a:pt x="45" y="130"/>
                  </a:lnTo>
                  <a:lnTo>
                    <a:pt x="45" y="133"/>
                  </a:lnTo>
                  <a:lnTo>
                    <a:pt x="45" y="135"/>
                  </a:lnTo>
                  <a:lnTo>
                    <a:pt x="47" y="135"/>
                  </a:lnTo>
                  <a:lnTo>
                    <a:pt x="49" y="137"/>
                  </a:lnTo>
                  <a:lnTo>
                    <a:pt x="52" y="137"/>
                  </a:lnTo>
                  <a:lnTo>
                    <a:pt x="52" y="140"/>
                  </a:lnTo>
                  <a:lnTo>
                    <a:pt x="47" y="145"/>
                  </a:lnTo>
                  <a:lnTo>
                    <a:pt x="45" y="147"/>
                  </a:lnTo>
                  <a:lnTo>
                    <a:pt x="45" y="149"/>
                  </a:lnTo>
                  <a:lnTo>
                    <a:pt x="45" y="154"/>
                  </a:lnTo>
                  <a:lnTo>
                    <a:pt x="42" y="159"/>
                  </a:lnTo>
                  <a:lnTo>
                    <a:pt x="42" y="161"/>
                  </a:lnTo>
                  <a:lnTo>
                    <a:pt x="42" y="163"/>
                  </a:lnTo>
                  <a:lnTo>
                    <a:pt x="42" y="168"/>
                  </a:lnTo>
                  <a:lnTo>
                    <a:pt x="42" y="171"/>
                  </a:lnTo>
                  <a:lnTo>
                    <a:pt x="42" y="171"/>
                  </a:lnTo>
                  <a:lnTo>
                    <a:pt x="42" y="171"/>
                  </a:lnTo>
                  <a:lnTo>
                    <a:pt x="40" y="173"/>
                  </a:lnTo>
                  <a:lnTo>
                    <a:pt x="40" y="173"/>
                  </a:lnTo>
                  <a:lnTo>
                    <a:pt x="40" y="175"/>
                  </a:lnTo>
                  <a:lnTo>
                    <a:pt x="42" y="178"/>
                  </a:lnTo>
                  <a:lnTo>
                    <a:pt x="40" y="178"/>
                  </a:lnTo>
                  <a:lnTo>
                    <a:pt x="40" y="178"/>
                  </a:lnTo>
                  <a:lnTo>
                    <a:pt x="38" y="180"/>
                  </a:lnTo>
                  <a:lnTo>
                    <a:pt x="38" y="180"/>
                  </a:lnTo>
                  <a:lnTo>
                    <a:pt x="38" y="180"/>
                  </a:lnTo>
                  <a:lnTo>
                    <a:pt x="38" y="180"/>
                  </a:lnTo>
                  <a:lnTo>
                    <a:pt x="35" y="182"/>
                  </a:lnTo>
                  <a:lnTo>
                    <a:pt x="35" y="185"/>
                  </a:lnTo>
                  <a:lnTo>
                    <a:pt x="33" y="185"/>
                  </a:lnTo>
                  <a:lnTo>
                    <a:pt x="28" y="187"/>
                  </a:lnTo>
                  <a:lnTo>
                    <a:pt x="26" y="187"/>
                  </a:lnTo>
                  <a:lnTo>
                    <a:pt x="21" y="190"/>
                  </a:lnTo>
                  <a:lnTo>
                    <a:pt x="19" y="192"/>
                  </a:lnTo>
                  <a:lnTo>
                    <a:pt x="19" y="194"/>
                  </a:lnTo>
                  <a:lnTo>
                    <a:pt x="16" y="201"/>
                  </a:lnTo>
                  <a:lnTo>
                    <a:pt x="16" y="204"/>
                  </a:lnTo>
                  <a:lnTo>
                    <a:pt x="16" y="204"/>
                  </a:lnTo>
                  <a:lnTo>
                    <a:pt x="14" y="204"/>
                  </a:lnTo>
                  <a:lnTo>
                    <a:pt x="12" y="204"/>
                  </a:lnTo>
                  <a:lnTo>
                    <a:pt x="9" y="206"/>
                  </a:lnTo>
                  <a:lnTo>
                    <a:pt x="7" y="206"/>
                  </a:lnTo>
                  <a:lnTo>
                    <a:pt x="7" y="208"/>
                  </a:lnTo>
                  <a:lnTo>
                    <a:pt x="4" y="211"/>
                  </a:lnTo>
                  <a:lnTo>
                    <a:pt x="2" y="213"/>
                  </a:lnTo>
                  <a:lnTo>
                    <a:pt x="2" y="213"/>
                  </a:lnTo>
                  <a:lnTo>
                    <a:pt x="2" y="218"/>
                  </a:lnTo>
                  <a:lnTo>
                    <a:pt x="0" y="225"/>
                  </a:lnTo>
                  <a:lnTo>
                    <a:pt x="2" y="227"/>
                  </a:lnTo>
                  <a:lnTo>
                    <a:pt x="2" y="232"/>
                  </a:lnTo>
                  <a:lnTo>
                    <a:pt x="2" y="232"/>
                  </a:lnTo>
                  <a:lnTo>
                    <a:pt x="4" y="234"/>
                  </a:lnTo>
                  <a:lnTo>
                    <a:pt x="4" y="239"/>
                  </a:lnTo>
                  <a:lnTo>
                    <a:pt x="4" y="239"/>
                  </a:lnTo>
                  <a:lnTo>
                    <a:pt x="9" y="246"/>
                  </a:lnTo>
                  <a:lnTo>
                    <a:pt x="12" y="253"/>
                  </a:lnTo>
                  <a:lnTo>
                    <a:pt x="14" y="256"/>
                  </a:lnTo>
                  <a:lnTo>
                    <a:pt x="14" y="256"/>
                  </a:lnTo>
                  <a:lnTo>
                    <a:pt x="14" y="265"/>
                  </a:lnTo>
                  <a:lnTo>
                    <a:pt x="14" y="268"/>
                  </a:lnTo>
                  <a:lnTo>
                    <a:pt x="16" y="270"/>
                  </a:lnTo>
                  <a:lnTo>
                    <a:pt x="16" y="270"/>
                  </a:lnTo>
                  <a:lnTo>
                    <a:pt x="21" y="270"/>
                  </a:lnTo>
                  <a:lnTo>
                    <a:pt x="21" y="270"/>
                  </a:lnTo>
                  <a:lnTo>
                    <a:pt x="28" y="275"/>
                  </a:lnTo>
                  <a:lnTo>
                    <a:pt x="28" y="275"/>
                  </a:lnTo>
                  <a:lnTo>
                    <a:pt x="30" y="275"/>
                  </a:lnTo>
                  <a:lnTo>
                    <a:pt x="30" y="275"/>
                  </a:lnTo>
                  <a:lnTo>
                    <a:pt x="33" y="275"/>
                  </a:lnTo>
                  <a:lnTo>
                    <a:pt x="33" y="277"/>
                  </a:lnTo>
                  <a:lnTo>
                    <a:pt x="38" y="284"/>
                  </a:lnTo>
                  <a:lnTo>
                    <a:pt x="45" y="294"/>
                  </a:lnTo>
                  <a:lnTo>
                    <a:pt x="45" y="294"/>
                  </a:lnTo>
                  <a:lnTo>
                    <a:pt x="45" y="303"/>
                  </a:lnTo>
                  <a:lnTo>
                    <a:pt x="45" y="310"/>
                  </a:lnTo>
                  <a:lnTo>
                    <a:pt x="47" y="313"/>
                  </a:lnTo>
                  <a:lnTo>
                    <a:pt x="47" y="313"/>
                  </a:lnTo>
                  <a:lnTo>
                    <a:pt x="47" y="313"/>
                  </a:lnTo>
                  <a:lnTo>
                    <a:pt x="54" y="317"/>
                  </a:lnTo>
                  <a:lnTo>
                    <a:pt x="64" y="324"/>
                  </a:lnTo>
                  <a:lnTo>
                    <a:pt x="73" y="332"/>
                  </a:lnTo>
                  <a:lnTo>
                    <a:pt x="83" y="339"/>
                  </a:lnTo>
                  <a:lnTo>
                    <a:pt x="85" y="339"/>
                  </a:lnTo>
                  <a:lnTo>
                    <a:pt x="85" y="341"/>
                  </a:lnTo>
                  <a:lnTo>
                    <a:pt x="85" y="346"/>
                  </a:lnTo>
                  <a:lnTo>
                    <a:pt x="85" y="346"/>
                  </a:lnTo>
                  <a:lnTo>
                    <a:pt x="87" y="353"/>
                  </a:lnTo>
                  <a:lnTo>
                    <a:pt x="90" y="360"/>
                  </a:lnTo>
                  <a:lnTo>
                    <a:pt x="90" y="367"/>
                  </a:lnTo>
                  <a:lnTo>
                    <a:pt x="92" y="374"/>
                  </a:lnTo>
                  <a:lnTo>
                    <a:pt x="94" y="381"/>
                  </a:lnTo>
                  <a:lnTo>
                    <a:pt x="94" y="388"/>
                  </a:lnTo>
                  <a:lnTo>
                    <a:pt x="97" y="393"/>
                  </a:lnTo>
                  <a:lnTo>
                    <a:pt x="97" y="400"/>
                  </a:lnTo>
                  <a:lnTo>
                    <a:pt x="99" y="407"/>
                  </a:lnTo>
                  <a:lnTo>
                    <a:pt x="101" y="414"/>
                  </a:lnTo>
                  <a:lnTo>
                    <a:pt x="101" y="421"/>
                  </a:lnTo>
                  <a:lnTo>
                    <a:pt x="104" y="429"/>
                  </a:lnTo>
                  <a:lnTo>
                    <a:pt x="106" y="436"/>
                  </a:lnTo>
                  <a:lnTo>
                    <a:pt x="106" y="443"/>
                  </a:lnTo>
                  <a:lnTo>
                    <a:pt x="109" y="447"/>
                  </a:lnTo>
                  <a:lnTo>
                    <a:pt x="111" y="455"/>
                  </a:lnTo>
                  <a:lnTo>
                    <a:pt x="123" y="450"/>
                  </a:lnTo>
                  <a:lnTo>
                    <a:pt x="123" y="447"/>
                  </a:lnTo>
                  <a:lnTo>
                    <a:pt x="127" y="447"/>
                  </a:lnTo>
                  <a:lnTo>
                    <a:pt x="130" y="447"/>
                  </a:lnTo>
                  <a:lnTo>
                    <a:pt x="135" y="438"/>
                  </a:lnTo>
                  <a:lnTo>
                    <a:pt x="142" y="431"/>
                  </a:lnTo>
                  <a:lnTo>
                    <a:pt x="146" y="424"/>
                  </a:lnTo>
                  <a:lnTo>
                    <a:pt x="149" y="417"/>
                  </a:lnTo>
                  <a:lnTo>
                    <a:pt x="151" y="414"/>
                  </a:lnTo>
                  <a:lnTo>
                    <a:pt x="151" y="412"/>
                  </a:lnTo>
                  <a:lnTo>
                    <a:pt x="149" y="410"/>
                  </a:lnTo>
                  <a:lnTo>
                    <a:pt x="149" y="407"/>
                  </a:lnTo>
                  <a:lnTo>
                    <a:pt x="149" y="405"/>
                  </a:lnTo>
                  <a:lnTo>
                    <a:pt x="149" y="403"/>
                  </a:lnTo>
                  <a:lnTo>
                    <a:pt x="146" y="400"/>
                  </a:lnTo>
                  <a:lnTo>
                    <a:pt x="146" y="393"/>
                  </a:lnTo>
                  <a:lnTo>
                    <a:pt x="142" y="381"/>
                  </a:lnTo>
                  <a:lnTo>
                    <a:pt x="142" y="381"/>
                  </a:lnTo>
                  <a:lnTo>
                    <a:pt x="142" y="376"/>
                  </a:lnTo>
                  <a:lnTo>
                    <a:pt x="142" y="376"/>
                  </a:lnTo>
                  <a:lnTo>
                    <a:pt x="146" y="372"/>
                  </a:lnTo>
                  <a:lnTo>
                    <a:pt x="149" y="365"/>
                  </a:lnTo>
                  <a:lnTo>
                    <a:pt x="154" y="362"/>
                  </a:lnTo>
                  <a:lnTo>
                    <a:pt x="158" y="362"/>
                  </a:lnTo>
                  <a:lnTo>
                    <a:pt x="161" y="362"/>
                  </a:lnTo>
                  <a:lnTo>
                    <a:pt x="163" y="362"/>
                  </a:lnTo>
                  <a:lnTo>
                    <a:pt x="163" y="360"/>
                  </a:lnTo>
                  <a:lnTo>
                    <a:pt x="163" y="360"/>
                  </a:lnTo>
                  <a:lnTo>
                    <a:pt x="165" y="358"/>
                  </a:lnTo>
                  <a:lnTo>
                    <a:pt x="168" y="355"/>
                  </a:lnTo>
                  <a:lnTo>
                    <a:pt x="168" y="353"/>
                  </a:lnTo>
                  <a:lnTo>
                    <a:pt x="168" y="348"/>
                  </a:lnTo>
                  <a:lnTo>
                    <a:pt x="170" y="348"/>
                  </a:lnTo>
                  <a:lnTo>
                    <a:pt x="170" y="348"/>
                  </a:lnTo>
                  <a:lnTo>
                    <a:pt x="170" y="348"/>
                  </a:lnTo>
                  <a:lnTo>
                    <a:pt x="172" y="348"/>
                  </a:lnTo>
                  <a:lnTo>
                    <a:pt x="172" y="348"/>
                  </a:lnTo>
                  <a:lnTo>
                    <a:pt x="175" y="346"/>
                  </a:lnTo>
                  <a:lnTo>
                    <a:pt x="177" y="346"/>
                  </a:lnTo>
                  <a:lnTo>
                    <a:pt x="180" y="343"/>
                  </a:lnTo>
                  <a:lnTo>
                    <a:pt x="182" y="339"/>
                  </a:lnTo>
                  <a:lnTo>
                    <a:pt x="182" y="336"/>
                  </a:lnTo>
                  <a:lnTo>
                    <a:pt x="198" y="329"/>
                  </a:lnTo>
                  <a:lnTo>
                    <a:pt x="213" y="322"/>
                  </a:lnTo>
                  <a:lnTo>
                    <a:pt x="217" y="320"/>
                  </a:lnTo>
                  <a:lnTo>
                    <a:pt x="217" y="320"/>
                  </a:lnTo>
                  <a:lnTo>
                    <a:pt x="217" y="317"/>
                  </a:lnTo>
                  <a:lnTo>
                    <a:pt x="220" y="315"/>
                  </a:lnTo>
                  <a:lnTo>
                    <a:pt x="220" y="313"/>
                  </a:lnTo>
                  <a:close/>
                  <a:moveTo>
                    <a:pt x="196" y="173"/>
                  </a:moveTo>
                  <a:lnTo>
                    <a:pt x="196" y="173"/>
                  </a:lnTo>
                  <a:lnTo>
                    <a:pt x="196" y="175"/>
                  </a:lnTo>
                  <a:lnTo>
                    <a:pt x="196" y="175"/>
                  </a:lnTo>
                  <a:lnTo>
                    <a:pt x="196" y="175"/>
                  </a:lnTo>
                  <a:lnTo>
                    <a:pt x="201" y="173"/>
                  </a:lnTo>
                  <a:lnTo>
                    <a:pt x="206" y="171"/>
                  </a:lnTo>
                  <a:lnTo>
                    <a:pt x="206" y="171"/>
                  </a:lnTo>
                  <a:lnTo>
                    <a:pt x="203" y="168"/>
                  </a:lnTo>
                  <a:lnTo>
                    <a:pt x="203" y="168"/>
                  </a:lnTo>
                  <a:lnTo>
                    <a:pt x="203" y="168"/>
                  </a:lnTo>
                  <a:lnTo>
                    <a:pt x="203" y="168"/>
                  </a:lnTo>
                  <a:lnTo>
                    <a:pt x="203" y="168"/>
                  </a:lnTo>
                  <a:lnTo>
                    <a:pt x="203" y="166"/>
                  </a:lnTo>
                  <a:lnTo>
                    <a:pt x="206" y="166"/>
                  </a:lnTo>
                  <a:lnTo>
                    <a:pt x="206" y="166"/>
                  </a:lnTo>
                  <a:lnTo>
                    <a:pt x="203" y="166"/>
                  </a:lnTo>
                  <a:lnTo>
                    <a:pt x="203" y="166"/>
                  </a:lnTo>
                  <a:lnTo>
                    <a:pt x="203" y="166"/>
                  </a:lnTo>
                  <a:lnTo>
                    <a:pt x="201" y="166"/>
                  </a:lnTo>
                  <a:lnTo>
                    <a:pt x="201" y="166"/>
                  </a:lnTo>
                  <a:lnTo>
                    <a:pt x="201" y="168"/>
                  </a:lnTo>
                  <a:lnTo>
                    <a:pt x="201" y="168"/>
                  </a:lnTo>
                  <a:lnTo>
                    <a:pt x="201" y="171"/>
                  </a:lnTo>
                  <a:lnTo>
                    <a:pt x="201" y="171"/>
                  </a:lnTo>
                  <a:lnTo>
                    <a:pt x="198" y="171"/>
                  </a:lnTo>
                  <a:lnTo>
                    <a:pt x="198" y="168"/>
                  </a:lnTo>
                  <a:lnTo>
                    <a:pt x="198" y="171"/>
                  </a:lnTo>
                  <a:lnTo>
                    <a:pt x="198" y="171"/>
                  </a:lnTo>
                  <a:lnTo>
                    <a:pt x="198" y="171"/>
                  </a:lnTo>
                  <a:lnTo>
                    <a:pt x="198" y="171"/>
                  </a:lnTo>
                  <a:lnTo>
                    <a:pt x="196" y="173"/>
                  </a:lnTo>
                  <a:close/>
                  <a:moveTo>
                    <a:pt x="187" y="237"/>
                  </a:moveTo>
                  <a:lnTo>
                    <a:pt x="187" y="237"/>
                  </a:lnTo>
                  <a:lnTo>
                    <a:pt x="187" y="234"/>
                  </a:lnTo>
                  <a:lnTo>
                    <a:pt x="187" y="234"/>
                  </a:lnTo>
                  <a:lnTo>
                    <a:pt x="189" y="234"/>
                  </a:lnTo>
                  <a:lnTo>
                    <a:pt x="189" y="234"/>
                  </a:lnTo>
                  <a:lnTo>
                    <a:pt x="191" y="232"/>
                  </a:lnTo>
                  <a:lnTo>
                    <a:pt x="191" y="230"/>
                  </a:lnTo>
                  <a:lnTo>
                    <a:pt x="191" y="230"/>
                  </a:lnTo>
                  <a:lnTo>
                    <a:pt x="189" y="230"/>
                  </a:lnTo>
                  <a:lnTo>
                    <a:pt x="189" y="227"/>
                  </a:lnTo>
                  <a:lnTo>
                    <a:pt x="187" y="227"/>
                  </a:lnTo>
                  <a:lnTo>
                    <a:pt x="184" y="225"/>
                  </a:lnTo>
                  <a:lnTo>
                    <a:pt x="184" y="225"/>
                  </a:lnTo>
                  <a:lnTo>
                    <a:pt x="182" y="225"/>
                  </a:lnTo>
                  <a:lnTo>
                    <a:pt x="177" y="225"/>
                  </a:lnTo>
                  <a:lnTo>
                    <a:pt x="175" y="225"/>
                  </a:lnTo>
                  <a:lnTo>
                    <a:pt x="175" y="227"/>
                  </a:lnTo>
                  <a:lnTo>
                    <a:pt x="175" y="230"/>
                  </a:lnTo>
                  <a:lnTo>
                    <a:pt x="175" y="232"/>
                  </a:lnTo>
                  <a:lnTo>
                    <a:pt x="175" y="234"/>
                  </a:lnTo>
                  <a:lnTo>
                    <a:pt x="175" y="234"/>
                  </a:lnTo>
                  <a:lnTo>
                    <a:pt x="175" y="237"/>
                  </a:lnTo>
                  <a:lnTo>
                    <a:pt x="177" y="237"/>
                  </a:lnTo>
                  <a:lnTo>
                    <a:pt x="177" y="237"/>
                  </a:lnTo>
                  <a:lnTo>
                    <a:pt x="177" y="237"/>
                  </a:lnTo>
                  <a:lnTo>
                    <a:pt x="180" y="234"/>
                  </a:lnTo>
                  <a:lnTo>
                    <a:pt x="180" y="234"/>
                  </a:lnTo>
                  <a:lnTo>
                    <a:pt x="180" y="237"/>
                  </a:lnTo>
                  <a:lnTo>
                    <a:pt x="182" y="237"/>
                  </a:lnTo>
                  <a:lnTo>
                    <a:pt x="182" y="239"/>
                  </a:lnTo>
                  <a:lnTo>
                    <a:pt x="182" y="239"/>
                  </a:lnTo>
                  <a:lnTo>
                    <a:pt x="182" y="242"/>
                  </a:lnTo>
                  <a:lnTo>
                    <a:pt x="184" y="242"/>
                  </a:lnTo>
                  <a:lnTo>
                    <a:pt x="184" y="239"/>
                  </a:lnTo>
                  <a:lnTo>
                    <a:pt x="184" y="239"/>
                  </a:lnTo>
                  <a:lnTo>
                    <a:pt x="184" y="237"/>
                  </a:lnTo>
                  <a:lnTo>
                    <a:pt x="187" y="237"/>
                  </a:lnTo>
                  <a:lnTo>
                    <a:pt x="187" y="234"/>
                  </a:lnTo>
                  <a:lnTo>
                    <a:pt x="187" y="237"/>
                  </a:lnTo>
                  <a:lnTo>
                    <a:pt x="187" y="237"/>
                  </a:lnTo>
                  <a:close/>
                  <a:moveTo>
                    <a:pt x="196" y="175"/>
                  </a:moveTo>
                  <a:lnTo>
                    <a:pt x="194" y="175"/>
                  </a:lnTo>
                  <a:lnTo>
                    <a:pt x="189" y="175"/>
                  </a:lnTo>
                  <a:lnTo>
                    <a:pt x="187" y="175"/>
                  </a:lnTo>
                  <a:lnTo>
                    <a:pt x="187" y="175"/>
                  </a:lnTo>
                  <a:lnTo>
                    <a:pt x="189" y="178"/>
                  </a:lnTo>
                  <a:lnTo>
                    <a:pt x="189" y="178"/>
                  </a:lnTo>
                  <a:lnTo>
                    <a:pt x="191" y="178"/>
                  </a:lnTo>
                  <a:lnTo>
                    <a:pt x="191" y="178"/>
                  </a:lnTo>
                  <a:lnTo>
                    <a:pt x="194" y="178"/>
                  </a:lnTo>
                  <a:lnTo>
                    <a:pt x="196" y="175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685A4061-9E90-E4C7-A616-E9B8CF362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2879" y="2573899"/>
              <a:ext cx="132441" cy="343838"/>
            </a:xfrm>
            <a:custGeom>
              <a:avLst/>
              <a:gdLst>
                <a:gd name="T0" fmla="*/ 97 w 104"/>
                <a:gd name="T1" fmla="*/ 248 h 270"/>
                <a:gd name="T2" fmla="*/ 94 w 104"/>
                <a:gd name="T3" fmla="*/ 244 h 270"/>
                <a:gd name="T4" fmla="*/ 94 w 104"/>
                <a:gd name="T5" fmla="*/ 241 h 270"/>
                <a:gd name="T6" fmla="*/ 94 w 104"/>
                <a:gd name="T7" fmla="*/ 234 h 270"/>
                <a:gd name="T8" fmla="*/ 92 w 104"/>
                <a:gd name="T9" fmla="*/ 227 h 270"/>
                <a:gd name="T10" fmla="*/ 94 w 104"/>
                <a:gd name="T11" fmla="*/ 194 h 270"/>
                <a:gd name="T12" fmla="*/ 94 w 104"/>
                <a:gd name="T13" fmla="*/ 149 h 270"/>
                <a:gd name="T14" fmla="*/ 97 w 104"/>
                <a:gd name="T15" fmla="*/ 142 h 270"/>
                <a:gd name="T16" fmla="*/ 94 w 104"/>
                <a:gd name="T17" fmla="*/ 118 h 270"/>
                <a:gd name="T18" fmla="*/ 83 w 104"/>
                <a:gd name="T19" fmla="*/ 97 h 270"/>
                <a:gd name="T20" fmla="*/ 78 w 104"/>
                <a:gd name="T21" fmla="*/ 85 h 270"/>
                <a:gd name="T22" fmla="*/ 80 w 104"/>
                <a:gd name="T23" fmla="*/ 73 h 270"/>
                <a:gd name="T24" fmla="*/ 59 w 104"/>
                <a:gd name="T25" fmla="*/ 47 h 270"/>
                <a:gd name="T26" fmla="*/ 49 w 104"/>
                <a:gd name="T27" fmla="*/ 24 h 270"/>
                <a:gd name="T28" fmla="*/ 54 w 104"/>
                <a:gd name="T29" fmla="*/ 12 h 270"/>
                <a:gd name="T30" fmla="*/ 33 w 104"/>
                <a:gd name="T31" fmla="*/ 9 h 270"/>
                <a:gd name="T32" fmla="*/ 35 w 104"/>
                <a:gd name="T33" fmla="*/ 7 h 270"/>
                <a:gd name="T34" fmla="*/ 0 w 104"/>
                <a:gd name="T35" fmla="*/ 0 h 270"/>
                <a:gd name="T36" fmla="*/ 9 w 104"/>
                <a:gd name="T37" fmla="*/ 2 h 270"/>
                <a:gd name="T38" fmla="*/ 7 w 104"/>
                <a:gd name="T39" fmla="*/ 14 h 270"/>
                <a:gd name="T40" fmla="*/ 2 w 104"/>
                <a:gd name="T41" fmla="*/ 21 h 270"/>
                <a:gd name="T42" fmla="*/ 7 w 104"/>
                <a:gd name="T43" fmla="*/ 28 h 270"/>
                <a:gd name="T44" fmla="*/ 12 w 104"/>
                <a:gd name="T45" fmla="*/ 31 h 270"/>
                <a:gd name="T46" fmla="*/ 19 w 104"/>
                <a:gd name="T47" fmla="*/ 38 h 270"/>
                <a:gd name="T48" fmla="*/ 23 w 104"/>
                <a:gd name="T49" fmla="*/ 40 h 270"/>
                <a:gd name="T50" fmla="*/ 28 w 104"/>
                <a:gd name="T51" fmla="*/ 45 h 270"/>
                <a:gd name="T52" fmla="*/ 26 w 104"/>
                <a:gd name="T53" fmla="*/ 54 h 270"/>
                <a:gd name="T54" fmla="*/ 28 w 104"/>
                <a:gd name="T55" fmla="*/ 59 h 270"/>
                <a:gd name="T56" fmla="*/ 28 w 104"/>
                <a:gd name="T57" fmla="*/ 62 h 270"/>
                <a:gd name="T58" fmla="*/ 26 w 104"/>
                <a:gd name="T59" fmla="*/ 69 h 270"/>
                <a:gd name="T60" fmla="*/ 26 w 104"/>
                <a:gd name="T61" fmla="*/ 78 h 270"/>
                <a:gd name="T62" fmla="*/ 23 w 104"/>
                <a:gd name="T63" fmla="*/ 83 h 270"/>
                <a:gd name="T64" fmla="*/ 23 w 104"/>
                <a:gd name="T65" fmla="*/ 83 h 270"/>
                <a:gd name="T66" fmla="*/ 21 w 104"/>
                <a:gd name="T67" fmla="*/ 88 h 270"/>
                <a:gd name="T68" fmla="*/ 21 w 104"/>
                <a:gd name="T69" fmla="*/ 90 h 270"/>
                <a:gd name="T70" fmla="*/ 26 w 104"/>
                <a:gd name="T71" fmla="*/ 90 h 270"/>
                <a:gd name="T72" fmla="*/ 33 w 104"/>
                <a:gd name="T73" fmla="*/ 90 h 270"/>
                <a:gd name="T74" fmla="*/ 35 w 104"/>
                <a:gd name="T75" fmla="*/ 92 h 270"/>
                <a:gd name="T76" fmla="*/ 35 w 104"/>
                <a:gd name="T77" fmla="*/ 99 h 270"/>
                <a:gd name="T78" fmla="*/ 33 w 104"/>
                <a:gd name="T79" fmla="*/ 109 h 270"/>
                <a:gd name="T80" fmla="*/ 33 w 104"/>
                <a:gd name="T81" fmla="*/ 123 h 270"/>
                <a:gd name="T82" fmla="*/ 31 w 104"/>
                <a:gd name="T83" fmla="*/ 125 h 270"/>
                <a:gd name="T84" fmla="*/ 28 w 104"/>
                <a:gd name="T85" fmla="*/ 125 h 270"/>
                <a:gd name="T86" fmla="*/ 38 w 104"/>
                <a:gd name="T87" fmla="*/ 140 h 270"/>
                <a:gd name="T88" fmla="*/ 45 w 104"/>
                <a:gd name="T89" fmla="*/ 149 h 270"/>
                <a:gd name="T90" fmla="*/ 42 w 104"/>
                <a:gd name="T91" fmla="*/ 154 h 270"/>
                <a:gd name="T92" fmla="*/ 40 w 104"/>
                <a:gd name="T93" fmla="*/ 159 h 270"/>
                <a:gd name="T94" fmla="*/ 40 w 104"/>
                <a:gd name="T95" fmla="*/ 168 h 270"/>
                <a:gd name="T96" fmla="*/ 40 w 104"/>
                <a:gd name="T97" fmla="*/ 185 h 270"/>
                <a:gd name="T98" fmla="*/ 35 w 104"/>
                <a:gd name="T99" fmla="*/ 189 h 270"/>
                <a:gd name="T100" fmla="*/ 38 w 104"/>
                <a:gd name="T101" fmla="*/ 201 h 270"/>
                <a:gd name="T102" fmla="*/ 40 w 104"/>
                <a:gd name="T103" fmla="*/ 213 h 270"/>
                <a:gd name="T104" fmla="*/ 35 w 104"/>
                <a:gd name="T105" fmla="*/ 222 h 270"/>
                <a:gd name="T106" fmla="*/ 35 w 104"/>
                <a:gd name="T107" fmla="*/ 232 h 270"/>
                <a:gd name="T108" fmla="*/ 42 w 104"/>
                <a:gd name="T109" fmla="*/ 239 h 270"/>
                <a:gd name="T110" fmla="*/ 47 w 104"/>
                <a:gd name="T111" fmla="*/ 244 h 270"/>
                <a:gd name="T112" fmla="*/ 47 w 104"/>
                <a:gd name="T113" fmla="*/ 251 h 270"/>
                <a:gd name="T114" fmla="*/ 61 w 104"/>
                <a:gd name="T115" fmla="*/ 258 h 270"/>
                <a:gd name="T116" fmla="*/ 66 w 104"/>
                <a:gd name="T117" fmla="*/ 265 h 270"/>
                <a:gd name="T118" fmla="*/ 85 w 104"/>
                <a:gd name="T119" fmla="*/ 265 h 270"/>
                <a:gd name="T120" fmla="*/ 101 w 104"/>
                <a:gd name="T121" fmla="*/ 256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04" h="270">
                  <a:moveTo>
                    <a:pt x="101" y="256"/>
                  </a:moveTo>
                  <a:lnTo>
                    <a:pt x="101" y="253"/>
                  </a:lnTo>
                  <a:lnTo>
                    <a:pt x="99" y="251"/>
                  </a:lnTo>
                  <a:lnTo>
                    <a:pt x="99" y="251"/>
                  </a:lnTo>
                  <a:lnTo>
                    <a:pt x="99" y="248"/>
                  </a:lnTo>
                  <a:lnTo>
                    <a:pt x="97" y="248"/>
                  </a:lnTo>
                  <a:lnTo>
                    <a:pt x="97" y="248"/>
                  </a:lnTo>
                  <a:lnTo>
                    <a:pt x="97" y="248"/>
                  </a:lnTo>
                  <a:lnTo>
                    <a:pt x="97" y="246"/>
                  </a:lnTo>
                  <a:lnTo>
                    <a:pt x="97" y="246"/>
                  </a:lnTo>
                  <a:lnTo>
                    <a:pt x="97" y="246"/>
                  </a:lnTo>
                  <a:lnTo>
                    <a:pt x="97" y="246"/>
                  </a:lnTo>
                  <a:lnTo>
                    <a:pt x="97" y="244"/>
                  </a:lnTo>
                  <a:lnTo>
                    <a:pt x="97" y="244"/>
                  </a:lnTo>
                  <a:lnTo>
                    <a:pt x="94" y="244"/>
                  </a:lnTo>
                  <a:lnTo>
                    <a:pt x="94" y="244"/>
                  </a:lnTo>
                  <a:lnTo>
                    <a:pt x="94" y="244"/>
                  </a:lnTo>
                  <a:lnTo>
                    <a:pt x="94" y="244"/>
                  </a:lnTo>
                  <a:lnTo>
                    <a:pt x="94" y="244"/>
                  </a:lnTo>
                  <a:lnTo>
                    <a:pt x="94" y="244"/>
                  </a:lnTo>
                  <a:lnTo>
                    <a:pt x="92" y="241"/>
                  </a:lnTo>
                  <a:lnTo>
                    <a:pt x="94" y="241"/>
                  </a:lnTo>
                  <a:lnTo>
                    <a:pt x="94" y="241"/>
                  </a:lnTo>
                  <a:lnTo>
                    <a:pt x="94" y="241"/>
                  </a:lnTo>
                  <a:lnTo>
                    <a:pt x="92" y="239"/>
                  </a:lnTo>
                  <a:lnTo>
                    <a:pt x="92" y="239"/>
                  </a:lnTo>
                  <a:lnTo>
                    <a:pt x="92" y="239"/>
                  </a:lnTo>
                  <a:lnTo>
                    <a:pt x="92" y="237"/>
                  </a:lnTo>
                  <a:lnTo>
                    <a:pt x="92" y="237"/>
                  </a:lnTo>
                  <a:lnTo>
                    <a:pt x="94" y="237"/>
                  </a:lnTo>
                  <a:lnTo>
                    <a:pt x="94" y="234"/>
                  </a:lnTo>
                  <a:lnTo>
                    <a:pt x="94" y="234"/>
                  </a:lnTo>
                  <a:lnTo>
                    <a:pt x="92" y="232"/>
                  </a:lnTo>
                  <a:lnTo>
                    <a:pt x="92" y="232"/>
                  </a:lnTo>
                  <a:lnTo>
                    <a:pt x="92" y="232"/>
                  </a:lnTo>
                  <a:lnTo>
                    <a:pt x="92" y="230"/>
                  </a:lnTo>
                  <a:lnTo>
                    <a:pt x="92" y="227"/>
                  </a:lnTo>
                  <a:lnTo>
                    <a:pt x="92" y="227"/>
                  </a:lnTo>
                  <a:lnTo>
                    <a:pt x="92" y="227"/>
                  </a:lnTo>
                  <a:lnTo>
                    <a:pt x="92" y="227"/>
                  </a:lnTo>
                  <a:lnTo>
                    <a:pt x="92" y="225"/>
                  </a:lnTo>
                  <a:lnTo>
                    <a:pt x="90" y="222"/>
                  </a:lnTo>
                  <a:lnTo>
                    <a:pt x="94" y="222"/>
                  </a:lnTo>
                  <a:lnTo>
                    <a:pt x="94" y="222"/>
                  </a:lnTo>
                  <a:lnTo>
                    <a:pt x="94" y="213"/>
                  </a:lnTo>
                  <a:lnTo>
                    <a:pt x="94" y="206"/>
                  </a:lnTo>
                  <a:lnTo>
                    <a:pt x="94" y="199"/>
                  </a:lnTo>
                  <a:lnTo>
                    <a:pt x="94" y="194"/>
                  </a:lnTo>
                  <a:lnTo>
                    <a:pt x="94" y="189"/>
                  </a:lnTo>
                  <a:lnTo>
                    <a:pt x="94" y="187"/>
                  </a:lnTo>
                  <a:lnTo>
                    <a:pt x="94" y="177"/>
                  </a:lnTo>
                  <a:lnTo>
                    <a:pt x="94" y="168"/>
                  </a:lnTo>
                  <a:lnTo>
                    <a:pt x="94" y="159"/>
                  </a:lnTo>
                  <a:lnTo>
                    <a:pt x="94" y="154"/>
                  </a:lnTo>
                  <a:lnTo>
                    <a:pt x="94" y="149"/>
                  </a:lnTo>
                  <a:lnTo>
                    <a:pt x="94" y="149"/>
                  </a:lnTo>
                  <a:lnTo>
                    <a:pt x="94" y="149"/>
                  </a:lnTo>
                  <a:lnTo>
                    <a:pt x="94" y="149"/>
                  </a:lnTo>
                  <a:lnTo>
                    <a:pt x="94" y="149"/>
                  </a:lnTo>
                  <a:lnTo>
                    <a:pt x="94" y="147"/>
                  </a:lnTo>
                  <a:lnTo>
                    <a:pt x="94" y="147"/>
                  </a:lnTo>
                  <a:lnTo>
                    <a:pt x="94" y="144"/>
                  </a:lnTo>
                  <a:lnTo>
                    <a:pt x="97" y="142"/>
                  </a:lnTo>
                  <a:lnTo>
                    <a:pt x="97" y="142"/>
                  </a:lnTo>
                  <a:lnTo>
                    <a:pt x="97" y="142"/>
                  </a:lnTo>
                  <a:lnTo>
                    <a:pt x="94" y="140"/>
                  </a:lnTo>
                  <a:lnTo>
                    <a:pt x="94" y="140"/>
                  </a:lnTo>
                  <a:lnTo>
                    <a:pt x="94" y="137"/>
                  </a:lnTo>
                  <a:lnTo>
                    <a:pt x="94" y="137"/>
                  </a:lnTo>
                  <a:lnTo>
                    <a:pt x="94" y="130"/>
                  </a:lnTo>
                  <a:lnTo>
                    <a:pt x="94" y="125"/>
                  </a:lnTo>
                  <a:lnTo>
                    <a:pt x="94" y="118"/>
                  </a:lnTo>
                  <a:lnTo>
                    <a:pt x="94" y="111"/>
                  </a:lnTo>
                  <a:lnTo>
                    <a:pt x="94" y="111"/>
                  </a:lnTo>
                  <a:lnTo>
                    <a:pt x="92" y="109"/>
                  </a:lnTo>
                  <a:lnTo>
                    <a:pt x="92" y="106"/>
                  </a:lnTo>
                  <a:lnTo>
                    <a:pt x="87" y="104"/>
                  </a:lnTo>
                  <a:lnTo>
                    <a:pt x="85" y="99"/>
                  </a:lnTo>
                  <a:lnTo>
                    <a:pt x="85" y="99"/>
                  </a:lnTo>
                  <a:lnTo>
                    <a:pt x="83" y="97"/>
                  </a:lnTo>
                  <a:lnTo>
                    <a:pt x="83" y="95"/>
                  </a:lnTo>
                  <a:lnTo>
                    <a:pt x="83" y="90"/>
                  </a:lnTo>
                  <a:lnTo>
                    <a:pt x="80" y="88"/>
                  </a:lnTo>
                  <a:lnTo>
                    <a:pt x="80" y="88"/>
                  </a:lnTo>
                  <a:lnTo>
                    <a:pt x="80" y="88"/>
                  </a:lnTo>
                  <a:lnTo>
                    <a:pt x="78" y="85"/>
                  </a:lnTo>
                  <a:lnTo>
                    <a:pt x="78" y="85"/>
                  </a:lnTo>
                  <a:lnTo>
                    <a:pt x="78" y="85"/>
                  </a:lnTo>
                  <a:lnTo>
                    <a:pt x="80" y="83"/>
                  </a:lnTo>
                  <a:lnTo>
                    <a:pt x="80" y="83"/>
                  </a:lnTo>
                  <a:lnTo>
                    <a:pt x="80" y="83"/>
                  </a:lnTo>
                  <a:lnTo>
                    <a:pt x="80" y="80"/>
                  </a:lnTo>
                  <a:lnTo>
                    <a:pt x="80" y="80"/>
                  </a:lnTo>
                  <a:lnTo>
                    <a:pt x="80" y="80"/>
                  </a:lnTo>
                  <a:lnTo>
                    <a:pt x="80" y="78"/>
                  </a:lnTo>
                  <a:lnTo>
                    <a:pt x="80" y="73"/>
                  </a:lnTo>
                  <a:lnTo>
                    <a:pt x="80" y="66"/>
                  </a:lnTo>
                  <a:lnTo>
                    <a:pt x="80" y="64"/>
                  </a:lnTo>
                  <a:lnTo>
                    <a:pt x="80" y="62"/>
                  </a:lnTo>
                  <a:lnTo>
                    <a:pt x="80" y="62"/>
                  </a:lnTo>
                  <a:lnTo>
                    <a:pt x="73" y="57"/>
                  </a:lnTo>
                  <a:lnTo>
                    <a:pt x="66" y="52"/>
                  </a:lnTo>
                  <a:lnTo>
                    <a:pt x="61" y="50"/>
                  </a:lnTo>
                  <a:lnTo>
                    <a:pt x="59" y="47"/>
                  </a:lnTo>
                  <a:lnTo>
                    <a:pt x="54" y="43"/>
                  </a:lnTo>
                  <a:lnTo>
                    <a:pt x="49" y="40"/>
                  </a:lnTo>
                  <a:lnTo>
                    <a:pt x="49" y="40"/>
                  </a:lnTo>
                  <a:lnTo>
                    <a:pt x="49" y="38"/>
                  </a:lnTo>
                  <a:lnTo>
                    <a:pt x="49" y="33"/>
                  </a:lnTo>
                  <a:lnTo>
                    <a:pt x="49" y="31"/>
                  </a:lnTo>
                  <a:lnTo>
                    <a:pt x="49" y="28"/>
                  </a:lnTo>
                  <a:lnTo>
                    <a:pt x="49" y="24"/>
                  </a:lnTo>
                  <a:lnTo>
                    <a:pt x="49" y="21"/>
                  </a:lnTo>
                  <a:lnTo>
                    <a:pt x="54" y="19"/>
                  </a:lnTo>
                  <a:lnTo>
                    <a:pt x="54" y="17"/>
                  </a:lnTo>
                  <a:lnTo>
                    <a:pt x="54" y="17"/>
                  </a:lnTo>
                  <a:lnTo>
                    <a:pt x="54" y="17"/>
                  </a:lnTo>
                  <a:lnTo>
                    <a:pt x="54" y="14"/>
                  </a:lnTo>
                  <a:lnTo>
                    <a:pt x="54" y="14"/>
                  </a:lnTo>
                  <a:lnTo>
                    <a:pt x="54" y="12"/>
                  </a:lnTo>
                  <a:lnTo>
                    <a:pt x="54" y="12"/>
                  </a:lnTo>
                  <a:lnTo>
                    <a:pt x="54" y="12"/>
                  </a:lnTo>
                  <a:lnTo>
                    <a:pt x="54" y="9"/>
                  </a:lnTo>
                  <a:lnTo>
                    <a:pt x="57" y="7"/>
                  </a:lnTo>
                  <a:lnTo>
                    <a:pt x="49" y="7"/>
                  </a:lnTo>
                  <a:lnTo>
                    <a:pt x="45" y="7"/>
                  </a:lnTo>
                  <a:lnTo>
                    <a:pt x="40" y="7"/>
                  </a:lnTo>
                  <a:lnTo>
                    <a:pt x="33" y="9"/>
                  </a:lnTo>
                  <a:lnTo>
                    <a:pt x="35" y="7"/>
                  </a:lnTo>
                  <a:lnTo>
                    <a:pt x="33" y="7"/>
                  </a:lnTo>
                  <a:lnTo>
                    <a:pt x="33" y="7"/>
                  </a:lnTo>
                  <a:lnTo>
                    <a:pt x="35" y="7"/>
                  </a:lnTo>
                  <a:lnTo>
                    <a:pt x="35" y="7"/>
                  </a:lnTo>
                  <a:lnTo>
                    <a:pt x="35" y="7"/>
                  </a:lnTo>
                  <a:lnTo>
                    <a:pt x="35" y="7"/>
                  </a:lnTo>
                  <a:lnTo>
                    <a:pt x="35" y="7"/>
                  </a:lnTo>
                  <a:lnTo>
                    <a:pt x="33" y="7"/>
                  </a:lnTo>
                  <a:lnTo>
                    <a:pt x="28" y="5"/>
                  </a:lnTo>
                  <a:lnTo>
                    <a:pt x="23" y="5"/>
                  </a:lnTo>
                  <a:lnTo>
                    <a:pt x="12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4" y="2"/>
                  </a:lnTo>
                  <a:lnTo>
                    <a:pt x="4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9" y="2"/>
                  </a:lnTo>
                  <a:lnTo>
                    <a:pt x="9" y="5"/>
                  </a:lnTo>
                  <a:lnTo>
                    <a:pt x="9" y="7"/>
                  </a:lnTo>
                  <a:lnTo>
                    <a:pt x="9" y="7"/>
                  </a:lnTo>
                  <a:lnTo>
                    <a:pt x="9" y="7"/>
                  </a:lnTo>
                  <a:lnTo>
                    <a:pt x="7" y="7"/>
                  </a:lnTo>
                  <a:lnTo>
                    <a:pt x="7" y="9"/>
                  </a:lnTo>
                  <a:lnTo>
                    <a:pt x="7" y="9"/>
                  </a:lnTo>
                  <a:lnTo>
                    <a:pt x="7" y="14"/>
                  </a:lnTo>
                  <a:lnTo>
                    <a:pt x="7" y="14"/>
                  </a:lnTo>
                  <a:lnTo>
                    <a:pt x="7" y="17"/>
                  </a:lnTo>
                  <a:lnTo>
                    <a:pt x="7" y="17"/>
                  </a:lnTo>
                  <a:lnTo>
                    <a:pt x="7" y="17"/>
                  </a:lnTo>
                  <a:lnTo>
                    <a:pt x="4" y="17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2" y="21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2" y="26"/>
                  </a:lnTo>
                  <a:lnTo>
                    <a:pt x="2" y="26"/>
                  </a:lnTo>
                  <a:lnTo>
                    <a:pt x="4" y="26"/>
                  </a:lnTo>
                  <a:lnTo>
                    <a:pt x="4" y="26"/>
                  </a:lnTo>
                  <a:lnTo>
                    <a:pt x="4" y="26"/>
                  </a:lnTo>
                  <a:lnTo>
                    <a:pt x="7" y="28"/>
                  </a:lnTo>
                  <a:lnTo>
                    <a:pt x="7" y="28"/>
                  </a:lnTo>
                  <a:lnTo>
                    <a:pt x="7" y="28"/>
                  </a:lnTo>
                  <a:lnTo>
                    <a:pt x="7" y="28"/>
                  </a:lnTo>
                  <a:lnTo>
                    <a:pt x="9" y="28"/>
                  </a:lnTo>
                  <a:lnTo>
                    <a:pt x="9" y="28"/>
                  </a:lnTo>
                  <a:lnTo>
                    <a:pt x="9" y="28"/>
                  </a:lnTo>
                  <a:lnTo>
                    <a:pt x="12" y="31"/>
                  </a:lnTo>
                  <a:lnTo>
                    <a:pt x="12" y="31"/>
                  </a:lnTo>
                  <a:lnTo>
                    <a:pt x="14" y="33"/>
                  </a:lnTo>
                  <a:lnTo>
                    <a:pt x="14" y="33"/>
                  </a:lnTo>
                  <a:lnTo>
                    <a:pt x="16" y="38"/>
                  </a:lnTo>
                  <a:lnTo>
                    <a:pt x="19" y="40"/>
                  </a:lnTo>
                  <a:lnTo>
                    <a:pt x="19" y="40"/>
                  </a:lnTo>
                  <a:lnTo>
                    <a:pt x="19" y="38"/>
                  </a:lnTo>
                  <a:lnTo>
                    <a:pt x="19" y="38"/>
                  </a:lnTo>
                  <a:lnTo>
                    <a:pt x="19" y="38"/>
                  </a:lnTo>
                  <a:lnTo>
                    <a:pt x="21" y="38"/>
                  </a:lnTo>
                  <a:lnTo>
                    <a:pt x="21" y="38"/>
                  </a:lnTo>
                  <a:lnTo>
                    <a:pt x="21" y="38"/>
                  </a:lnTo>
                  <a:lnTo>
                    <a:pt x="21" y="38"/>
                  </a:lnTo>
                  <a:lnTo>
                    <a:pt x="21" y="38"/>
                  </a:lnTo>
                  <a:lnTo>
                    <a:pt x="23" y="38"/>
                  </a:lnTo>
                  <a:lnTo>
                    <a:pt x="23" y="40"/>
                  </a:lnTo>
                  <a:lnTo>
                    <a:pt x="23" y="40"/>
                  </a:lnTo>
                  <a:lnTo>
                    <a:pt x="23" y="40"/>
                  </a:lnTo>
                  <a:lnTo>
                    <a:pt x="23" y="40"/>
                  </a:lnTo>
                  <a:lnTo>
                    <a:pt x="23" y="43"/>
                  </a:lnTo>
                  <a:lnTo>
                    <a:pt x="23" y="43"/>
                  </a:lnTo>
                  <a:lnTo>
                    <a:pt x="26" y="43"/>
                  </a:lnTo>
                  <a:lnTo>
                    <a:pt x="23" y="45"/>
                  </a:lnTo>
                  <a:lnTo>
                    <a:pt x="26" y="45"/>
                  </a:lnTo>
                  <a:lnTo>
                    <a:pt x="28" y="45"/>
                  </a:lnTo>
                  <a:lnTo>
                    <a:pt x="28" y="45"/>
                  </a:lnTo>
                  <a:lnTo>
                    <a:pt x="28" y="45"/>
                  </a:lnTo>
                  <a:lnTo>
                    <a:pt x="28" y="47"/>
                  </a:lnTo>
                  <a:lnTo>
                    <a:pt x="28" y="47"/>
                  </a:lnTo>
                  <a:lnTo>
                    <a:pt x="28" y="47"/>
                  </a:lnTo>
                  <a:lnTo>
                    <a:pt x="28" y="50"/>
                  </a:lnTo>
                  <a:lnTo>
                    <a:pt x="28" y="50"/>
                  </a:lnTo>
                  <a:lnTo>
                    <a:pt x="26" y="54"/>
                  </a:lnTo>
                  <a:lnTo>
                    <a:pt x="28" y="57"/>
                  </a:lnTo>
                  <a:lnTo>
                    <a:pt x="28" y="57"/>
                  </a:lnTo>
                  <a:lnTo>
                    <a:pt x="28" y="57"/>
                  </a:lnTo>
                  <a:lnTo>
                    <a:pt x="28" y="57"/>
                  </a:lnTo>
                  <a:lnTo>
                    <a:pt x="28" y="57"/>
                  </a:lnTo>
                  <a:lnTo>
                    <a:pt x="28" y="59"/>
                  </a:lnTo>
                  <a:lnTo>
                    <a:pt x="28" y="59"/>
                  </a:lnTo>
                  <a:lnTo>
                    <a:pt x="28" y="59"/>
                  </a:lnTo>
                  <a:lnTo>
                    <a:pt x="28" y="59"/>
                  </a:lnTo>
                  <a:lnTo>
                    <a:pt x="26" y="59"/>
                  </a:lnTo>
                  <a:lnTo>
                    <a:pt x="26" y="59"/>
                  </a:lnTo>
                  <a:lnTo>
                    <a:pt x="26" y="59"/>
                  </a:lnTo>
                  <a:lnTo>
                    <a:pt x="26" y="59"/>
                  </a:lnTo>
                  <a:lnTo>
                    <a:pt x="26" y="62"/>
                  </a:lnTo>
                  <a:lnTo>
                    <a:pt x="26" y="62"/>
                  </a:lnTo>
                  <a:lnTo>
                    <a:pt x="28" y="62"/>
                  </a:lnTo>
                  <a:lnTo>
                    <a:pt x="28" y="64"/>
                  </a:lnTo>
                  <a:lnTo>
                    <a:pt x="28" y="64"/>
                  </a:lnTo>
                  <a:lnTo>
                    <a:pt x="28" y="64"/>
                  </a:lnTo>
                  <a:lnTo>
                    <a:pt x="26" y="64"/>
                  </a:lnTo>
                  <a:lnTo>
                    <a:pt x="26" y="66"/>
                  </a:lnTo>
                  <a:lnTo>
                    <a:pt x="26" y="66"/>
                  </a:lnTo>
                  <a:lnTo>
                    <a:pt x="26" y="69"/>
                  </a:lnTo>
                  <a:lnTo>
                    <a:pt x="26" y="69"/>
                  </a:lnTo>
                  <a:lnTo>
                    <a:pt x="26" y="73"/>
                  </a:lnTo>
                  <a:lnTo>
                    <a:pt x="26" y="73"/>
                  </a:lnTo>
                  <a:lnTo>
                    <a:pt x="26" y="76"/>
                  </a:lnTo>
                  <a:lnTo>
                    <a:pt x="26" y="76"/>
                  </a:lnTo>
                  <a:lnTo>
                    <a:pt x="26" y="76"/>
                  </a:lnTo>
                  <a:lnTo>
                    <a:pt x="26" y="76"/>
                  </a:lnTo>
                  <a:lnTo>
                    <a:pt x="26" y="78"/>
                  </a:lnTo>
                  <a:lnTo>
                    <a:pt x="26" y="78"/>
                  </a:lnTo>
                  <a:lnTo>
                    <a:pt x="26" y="80"/>
                  </a:lnTo>
                  <a:lnTo>
                    <a:pt x="26" y="80"/>
                  </a:lnTo>
                  <a:lnTo>
                    <a:pt x="23" y="78"/>
                  </a:lnTo>
                  <a:lnTo>
                    <a:pt x="23" y="78"/>
                  </a:lnTo>
                  <a:lnTo>
                    <a:pt x="21" y="78"/>
                  </a:lnTo>
                  <a:lnTo>
                    <a:pt x="21" y="80"/>
                  </a:lnTo>
                  <a:lnTo>
                    <a:pt x="23" y="83"/>
                  </a:lnTo>
                  <a:lnTo>
                    <a:pt x="23" y="83"/>
                  </a:lnTo>
                  <a:lnTo>
                    <a:pt x="26" y="80"/>
                  </a:lnTo>
                  <a:lnTo>
                    <a:pt x="28" y="80"/>
                  </a:lnTo>
                  <a:lnTo>
                    <a:pt x="28" y="83"/>
                  </a:lnTo>
                  <a:lnTo>
                    <a:pt x="28" y="83"/>
                  </a:lnTo>
                  <a:lnTo>
                    <a:pt x="26" y="83"/>
                  </a:lnTo>
                  <a:lnTo>
                    <a:pt x="26" y="83"/>
                  </a:lnTo>
                  <a:lnTo>
                    <a:pt x="26" y="83"/>
                  </a:lnTo>
                  <a:lnTo>
                    <a:pt x="23" y="83"/>
                  </a:lnTo>
                  <a:lnTo>
                    <a:pt x="23" y="83"/>
                  </a:lnTo>
                  <a:lnTo>
                    <a:pt x="21" y="83"/>
                  </a:lnTo>
                  <a:lnTo>
                    <a:pt x="21" y="83"/>
                  </a:lnTo>
                  <a:lnTo>
                    <a:pt x="21" y="85"/>
                  </a:lnTo>
                  <a:lnTo>
                    <a:pt x="21" y="85"/>
                  </a:lnTo>
                  <a:lnTo>
                    <a:pt x="21" y="85"/>
                  </a:lnTo>
                  <a:lnTo>
                    <a:pt x="21" y="85"/>
                  </a:lnTo>
                  <a:lnTo>
                    <a:pt x="21" y="88"/>
                  </a:lnTo>
                  <a:lnTo>
                    <a:pt x="21" y="88"/>
                  </a:lnTo>
                  <a:lnTo>
                    <a:pt x="23" y="88"/>
                  </a:lnTo>
                  <a:lnTo>
                    <a:pt x="23" y="88"/>
                  </a:lnTo>
                  <a:lnTo>
                    <a:pt x="23" y="88"/>
                  </a:lnTo>
                  <a:lnTo>
                    <a:pt x="23" y="88"/>
                  </a:lnTo>
                  <a:lnTo>
                    <a:pt x="23" y="88"/>
                  </a:lnTo>
                  <a:lnTo>
                    <a:pt x="23" y="88"/>
                  </a:lnTo>
                  <a:lnTo>
                    <a:pt x="21" y="90"/>
                  </a:lnTo>
                  <a:lnTo>
                    <a:pt x="21" y="90"/>
                  </a:lnTo>
                  <a:lnTo>
                    <a:pt x="21" y="90"/>
                  </a:lnTo>
                  <a:lnTo>
                    <a:pt x="21" y="90"/>
                  </a:lnTo>
                  <a:lnTo>
                    <a:pt x="21" y="92"/>
                  </a:lnTo>
                  <a:lnTo>
                    <a:pt x="21" y="92"/>
                  </a:lnTo>
                  <a:lnTo>
                    <a:pt x="23" y="92"/>
                  </a:lnTo>
                  <a:lnTo>
                    <a:pt x="26" y="90"/>
                  </a:lnTo>
                  <a:lnTo>
                    <a:pt x="26" y="90"/>
                  </a:lnTo>
                  <a:lnTo>
                    <a:pt x="26" y="90"/>
                  </a:lnTo>
                  <a:lnTo>
                    <a:pt x="26" y="90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8" y="88"/>
                  </a:lnTo>
                  <a:lnTo>
                    <a:pt x="31" y="88"/>
                  </a:lnTo>
                  <a:lnTo>
                    <a:pt x="31" y="88"/>
                  </a:lnTo>
                  <a:lnTo>
                    <a:pt x="33" y="90"/>
                  </a:lnTo>
                  <a:lnTo>
                    <a:pt x="35" y="90"/>
                  </a:lnTo>
                  <a:lnTo>
                    <a:pt x="35" y="90"/>
                  </a:lnTo>
                  <a:lnTo>
                    <a:pt x="35" y="90"/>
                  </a:lnTo>
                  <a:lnTo>
                    <a:pt x="33" y="92"/>
                  </a:lnTo>
                  <a:lnTo>
                    <a:pt x="33" y="92"/>
                  </a:lnTo>
                  <a:lnTo>
                    <a:pt x="33" y="92"/>
                  </a:lnTo>
                  <a:lnTo>
                    <a:pt x="33" y="92"/>
                  </a:lnTo>
                  <a:lnTo>
                    <a:pt x="35" y="92"/>
                  </a:lnTo>
                  <a:lnTo>
                    <a:pt x="35" y="92"/>
                  </a:lnTo>
                  <a:lnTo>
                    <a:pt x="38" y="95"/>
                  </a:lnTo>
                  <a:lnTo>
                    <a:pt x="35" y="97"/>
                  </a:lnTo>
                  <a:lnTo>
                    <a:pt x="35" y="99"/>
                  </a:lnTo>
                  <a:lnTo>
                    <a:pt x="35" y="99"/>
                  </a:lnTo>
                  <a:lnTo>
                    <a:pt x="35" y="99"/>
                  </a:lnTo>
                  <a:lnTo>
                    <a:pt x="35" y="99"/>
                  </a:lnTo>
                  <a:lnTo>
                    <a:pt x="35" y="99"/>
                  </a:lnTo>
                  <a:lnTo>
                    <a:pt x="35" y="102"/>
                  </a:lnTo>
                  <a:lnTo>
                    <a:pt x="35" y="104"/>
                  </a:lnTo>
                  <a:lnTo>
                    <a:pt x="35" y="104"/>
                  </a:lnTo>
                  <a:lnTo>
                    <a:pt x="35" y="106"/>
                  </a:lnTo>
                  <a:lnTo>
                    <a:pt x="33" y="106"/>
                  </a:lnTo>
                  <a:lnTo>
                    <a:pt x="33" y="106"/>
                  </a:lnTo>
                  <a:lnTo>
                    <a:pt x="33" y="109"/>
                  </a:lnTo>
                  <a:lnTo>
                    <a:pt x="33" y="109"/>
                  </a:lnTo>
                  <a:lnTo>
                    <a:pt x="31" y="111"/>
                  </a:lnTo>
                  <a:lnTo>
                    <a:pt x="31" y="114"/>
                  </a:lnTo>
                  <a:lnTo>
                    <a:pt x="33" y="114"/>
                  </a:lnTo>
                  <a:lnTo>
                    <a:pt x="33" y="114"/>
                  </a:lnTo>
                  <a:lnTo>
                    <a:pt x="33" y="114"/>
                  </a:lnTo>
                  <a:lnTo>
                    <a:pt x="35" y="118"/>
                  </a:lnTo>
                  <a:lnTo>
                    <a:pt x="35" y="121"/>
                  </a:lnTo>
                  <a:lnTo>
                    <a:pt x="33" y="123"/>
                  </a:lnTo>
                  <a:lnTo>
                    <a:pt x="33" y="123"/>
                  </a:lnTo>
                  <a:lnTo>
                    <a:pt x="33" y="123"/>
                  </a:lnTo>
                  <a:lnTo>
                    <a:pt x="33" y="125"/>
                  </a:lnTo>
                  <a:lnTo>
                    <a:pt x="33" y="125"/>
                  </a:lnTo>
                  <a:lnTo>
                    <a:pt x="33" y="125"/>
                  </a:lnTo>
                  <a:lnTo>
                    <a:pt x="33" y="125"/>
                  </a:lnTo>
                  <a:lnTo>
                    <a:pt x="31" y="125"/>
                  </a:lnTo>
                  <a:lnTo>
                    <a:pt x="31" y="125"/>
                  </a:lnTo>
                  <a:lnTo>
                    <a:pt x="31" y="125"/>
                  </a:lnTo>
                  <a:lnTo>
                    <a:pt x="31" y="125"/>
                  </a:lnTo>
                  <a:lnTo>
                    <a:pt x="31" y="128"/>
                  </a:lnTo>
                  <a:lnTo>
                    <a:pt x="31" y="128"/>
                  </a:lnTo>
                  <a:lnTo>
                    <a:pt x="28" y="125"/>
                  </a:lnTo>
                  <a:lnTo>
                    <a:pt x="28" y="125"/>
                  </a:lnTo>
                  <a:lnTo>
                    <a:pt x="28" y="125"/>
                  </a:lnTo>
                  <a:lnTo>
                    <a:pt x="28" y="125"/>
                  </a:lnTo>
                  <a:lnTo>
                    <a:pt x="28" y="128"/>
                  </a:lnTo>
                  <a:lnTo>
                    <a:pt x="28" y="130"/>
                  </a:lnTo>
                  <a:lnTo>
                    <a:pt x="31" y="133"/>
                  </a:lnTo>
                  <a:lnTo>
                    <a:pt x="31" y="135"/>
                  </a:lnTo>
                  <a:lnTo>
                    <a:pt x="33" y="137"/>
                  </a:lnTo>
                  <a:lnTo>
                    <a:pt x="35" y="137"/>
                  </a:lnTo>
                  <a:lnTo>
                    <a:pt x="35" y="140"/>
                  </a:lnTo>
                  <a:lnTo>
                    <a:pt x="38" y="140"/>
                  </a:lnTo>
                  <a:lnTo>
                    <a:pt x="40" y="142"/>
                  </a:lnTo>
                  <a:lnTo>
                    <a:pt x="42" y="144"/>
                  </a:lnTo>
                  <a:lnTo>
                    <a:pt x="42" y="147"/>
                  </a:lnTo>
                  <a:lnTo>
                    <a:pt x="45" y="147"/>
                  </a:lnTo>
                  <a:lnTo>
                    <a:pt x="45" y="149"/>
                  </a:lnTo>
                  <a:lnTo>
                    <a:pt x="45" y="149"/>
                  </a:lnTo>
                  <a:lnTo>
                    <a:pt x="45" y="149"/>
                  </a:lnTo>
                  <a:lnTo>
                    <a:pt x="45" y="149"/>
                  </a:lnTo>
                  <a:lnTo>
                    <a:pt x="45" y="151"/>
                  </a:lnTo>
                  <a:lnTo>
                    <a:pt x="45" y="151"/>
                  </a:lnTo>
                  <a:lnTo>
                    <a:pt x="45" y="151"/>
                  </a:lnTo>
                  <a:lnTo>
                    <a:pt x="45" y="151"/>
                  </a:lnTo>
                  <a:lnTo>
                    <a:pt x="47" y="151"/>
                  </a:lnTo>
                  <a:lnTo>
                    <a:pt x="45" y="154"/>
                  </a:lnTo>
                  <a:lnTo>
                    <a:pt x="45" y="154"/>
                  </a:lnTo>
                  <a:lnTo>
                    <a:pt x="42" y="154"/>
                  </a:lnTo>
                  <a:lnTo>
                    <a:pt x="42" y="156"/>
                  </a:lnTo>
                  <a:lnTo>
                    <a:pt x="40" y="156"/>
                  </a:lnTo>
                  <a:lnTo>
                    <a:pt x="40" y="156"/>
                  </a:lnTo>
                  <a:lnTo>
                    <a:pt x="40" y="156"/>
                  </a:lnTo>
                  <a:lnTo>
                    <a:pt x="38" y="156"/>
                  </a:lnTo>
                  <a:lnTo>
                    <a:pt x="38" y="159"/>
                  </a:lnTo>
                  <a:lnTo>
                    <a:pt x="38" y="159"/>
                  </a:lnTo>
                  <a:lnTo>
                    <a:pt x="40" y="159"/>
                  </a:lnTo>
                  <a:lnTo>
                    <a:pt x="40" y="159"/>
                  </a:lnTo>
                  <a:lnTo>
                    <a:pt x="40" y="161"/>
                  </a:lnTo>
                  <a:lnTo>
                    <a:pt x="40" y="161"/>
                  </a:lnTo>
                  <a:lnTo>
                    <a:pt x="40" y="161"/>
                  </a:lnTo>
                  <a:lnTo>
                    <a:pt x="38" y="161"/>
                  </a:lnTo>
                  <a:lnTo>
                    <a:pt x="40" y="163"/>
                  </a:lnTo>
                  <a:lnTo>
                    <a:pt x="40" y="166"/>
                  </a:lnTo>
                  <a:lnTo>
                    <a:pt x="40" y="168"/>
                  </a:lnTo>
                  <a:lnTo>
                    <a:pt x="40" y="168"/>
                  </a:lnTo>
                  <a:lnTo>
                    <a:pt x="40" y="170"/>
                  </a:lnTo>
                  <a:lnTo>
                    <a:pt x="40" y="173"/>
                  </a:lnTo>
                  <a:lnTo>
                    <a:pt x="40" y="175"/>
                  </a:lnTo>
                  <a:lnTo>
                    <a:pt x="40" y="177"/>
                  </a:lnTo>
                  <a:lnTo>
                    <a:pt x="40" y="180"/>
                  </a:lnTo>
                  <a:lnTo>
                    <a:pt x="40" y="182"/>
                  </a:lnTo>
                  <a:lnTo>
                    <a:pt x="40" y="185"/>
                  </a:lnTo>
                  <a:lnTo>
                    <a:pt x="40" y="185"/>
                  </a:lnTo>
                  <a:lnTo>
                    <a:pt x="38" y="185"/>
                  </a:lnTo>
                  <a:lnTo>
                    <a:pt x="38" y="187"/>
                  </a:lnTo>
                  <a:lnTo>
                    <a:pt x="38" y="189"/>
                  </a:lnTo>
                  <a:lnTo>
                    <a:pt x="38" y="189"/>
                  </a:lnTo>
                  <a:lnTo>
                    <a:pt x="38" y="189"/>
                  </a:lnTo>
                  <a:lnTo>
                    <a:pt x="35" y="189"/>
                  </a:lnTo>
                  <a:lnTo>
                    <a:pt x="35" y="189"/>
                  </a:lnTo>
                  <a:lnTo>
                    <a:pt x="35" y="189"/>
                  </a:lnTo>
                  <a:lnTo>
                    <a:pt x="35" y="192"/>
                  </a:lnTo>
                  <a:lnTo>
                    <a:pt x="35" y="192"/>
                  </a:lnTo>
                  <a:lnTo>
                    <a:pt x="35" y="194"/>
                  </a:lnTo>
                  <a:lnTo>
                    <a:pt x="35" y="196"/>
                  </a:lnTo>
                  <a:lnTo>
                    <a:pt x="35" y="199"/>
                  </a:lnTo>
                  <a:lnTo>
                    <a:pt x="38" y="201"/>
                  </a:lnTo>
                  <a:lnTo>
                    <a:pt x="38" y="201"/>
                  </a:lnTo>
                  <a:lnTo>
                    <a:pt x="40" y="201"/>
                  </a:lnTo>
                  <a:lnTo>
                    <a:pt x="42" y="201"/>
                  </a:lnTo>
                  <a:lnTo>
                    <a:pt x="42" y="201"/>
                  </a:lnTo>
                  <a:lnTo>
                    <a:pt x="42" y="204"/>
                  </a:lnTo>
                  <a:lnTo>
                    <a:pt x="42" y="206"/>
                  </a:lnTo>
                  <a:lnTo>
                    <a:pt x="42" y="208"/>
                  </a:lnTo>
                  <a:lnTo>
                    <a:pt x="42" y="211"/>
                  </a:lnTo>
                  <a:lnTo>
                    <a:pt x="40" y="213"/>
                  </a:lnTo>
                  <a:lnTo>
                    <a:pt x="40" y="215"/>
                  </a:lnTo>
                  <a:lnTo>
                    <a:pt x="40" y="218"/>
                  </a:lnTo>
                  <a:lnTo>
                    <a:pt x="40" y="220"/>
                  </a:lnTo>
                  <a:lnTo>
                    <a:pt x="40" y="222"/>
                  </a:lnTo>
                  <a:lnTo>
                    <a:pt x="38" y="222"/>
                  </a:lnTo>
                  <a:lnTo>
                    <a:pt x="35" y="222"/>
                  </a:lnTo>
                  <a:lnTo>
                    <a:pt x="35" y="222"/>
                  </a:lnTo>
                  <a:lnTo>
                    <a:pt x="35" y="222"/>
                  </a:lnTo>
                  <a:lnTo>
                    <a:pt x="35" y="225"/>
                  </a:lnTo>
                  <a:lnTo>
                    <a:pt x="38" y="225"/>
                  </a:lnTo>
                  <a:lnTo>
                    <a:pt x="38" y="227"/>
                  </a:lnTo>
                  <a:lnTo>
                    <a:pt x="38" y="227"/>
                  </a:lnTo>
                  <a:lnTo>
                    <a:pt x="35" y="230"/>
                  </a:lnTo>
                  <a:lnTo>
                    <a:pt x="35" y="230"/>
                  </a:lnTo>
                  <a:lnTo>
                    <a:pt x="35" y="230"/>
                  </a:lnTo>
                  <a:lnTo>
                    <a:pt x="35" y="232"/>
                  </a:lnTo>
                  <a:lnTo>
                    <a:pt x="38" y="232"/>
                  </a:lnTo>
                  <a:lnTo>
                    <a:pt x="38" y="234"/>
                  </a:lnTo>
                  <a:lnTo>
                    <a:pt x="38" y="234"/>
                  </a:lnTo>
                  <a:lnTo>
                    <a:pt x="40" y="234"/>
                  </a:lnTo>
                  <a:lnTo>
                    <a:pt x="40" y="237"/>
                  </a:lnTo>
                  <a:lnTo>
                    <a:pt x="42" y="237"/>
                  </a:lnTo>
                  <a:lnTo>
                    <a:pt x="42" y="237"/>
                  </a:lnTo>
                  <a:lnTo>
                    <a:pt x="42" y="239"/>
                  </a:lnTo>
                  <a:lnTo>
                    <a:pt x="42" y="241"/>
                  </a:lnTo>
                  <a:lnTo>
                    <a:pt x="42" y="241"/>
                  </a:lnTo>
                  <a:lnTo>
                    <a:pt x="42" y="241"/>
                  </a:lnTo>
                  <a:lnTo>
                    <a:pt x="42" y="244"/>
                  </a:lnTo>
                  <a:lnTo>
                    <a:pt x="45" y="244"/>
                  </a:lnTo>
                  <a:lnTo>
                    <a:pt x="45" y="244"/>
                  </a:lnTo>
                  <a:lnTo>
                    <a:pt x="45" y="244"/>
                  </a:lnTo>
                  <a:lnTo>
                    <a:pt x="47" y="244"/>
                  </a:lnTo>
                  <a:lnTo>
                    <a:pt x="47" y="244"/>
                  </a:lnTo>
                  <a:lnTo>
                    <a:pt x="47" y="246"/>
                  </a:lnTo>
                  <a:lnTo>
                    <a:pt x="47" y="246"/>
                  </a:lnTo>
                  <a:lnTo>
                    <a:pt x="47" y="246"/>
                  </a:lnTo>
                  <a:lnTo>
                    <a:pt x="47" y="246"/>
                  </a:lnTo>
                  <a:lnTo>
                    <a:pt x="47" y="248"/>
                  </a:lnTo>
                  <a:lnTo>
                    <a:pt x="47" y="248"/>
                  </a:lnTo>
                  <a:lnTo>
                    <a:pt x="47" y="251"/>
                  </a:lnTo>
                  <a:lnTo>
                    <a:pt x="47" y="251"/>
                  </a:lnTo>
                  <a:lnTo>
                    <a:pt x="49" y="253"/>
                  </a:lnTo>
                  <a:lnTo>
                    <a:pt x="52" y="253"/>
                  </a:lnTo>
                  <a:lnTo>
                    <a:pt x="52" y="256"/>
                  </a:lnTo>
                  <a:lnTo>
                    <a:pt x="54" y="258"/>
                  </a:lnTo>
                  <a:lnTo>
                    <a:pt x="57" y="258"/>
                  </a:lnTo>
                  <a:lnTo>
                    <a:pt x="57" y="258"/>
                  </a:lnTo>
                  <a:lnTo>
                    <a:pt x="61" y="258"/>
                  </a:lnTo>
                  <a:lnTo>
                    <a:pt x="61" y="263"/>
                  </a:lnTo>
                  <a:lnTo>
                    <a:pt x="64" y="263"/>
                  </a:lnTo>
                  <a:lnTo>
                    <a:pt x="64" y="263"/>
                  </a:lnTo>
                  <a:lnTo>
                    <a:pt x="64" y="263"/>
                  </a:lnTo>
                  <a:lnTo>
                    <a:pt x="64" y="265"/>
                  </a:lnTo>
                  <a:lnTo>
                    <a:pt x="64" y="265"/>
                  </a:lnTo>
                  <a:lnTo>
                    <a:pt x="66" y="265"/>
                  </a:lnTo>
                  <a:lnTo>
                    <a:pt x="66" y="265"/>
                  </a:lnTo>
                  <a:lnTo>
                    <a:pt x="66" y="267"/>
                  </a:lnTo>
                  <a:lnTo>
                    <a:pt x="71" y="267"/>
                  </a:lnTo>
                  <a:lnTo>
                    <a:pt x="71" y="267"/>
                  </a:lnTo>
                  <a:lnTo>
                    <a:pt x="71" y="270"/>
                  </a:lnTo>
                  <a:lnTo>
                    <a:pt x="71" y="270"/>
                  </a:lnTo>
                  <a:lnTo>
                    <a:pt x="73" y="270"/>
                  </a:lnTo>
                  <a:lnTo>
                    <a:pt x="75" y="267"/>
                  </a:lnTo>
                  <a:lnTo>
                    <a:pt x="85" y="265"/>
                  </a:lnTo>
                  <a:lnTo>
                    <a:pt x="94" y="263"/>
                  </a:lnTo>
                  <a:lnTo>
                    <a:pt x="94" y="263"/>
                  </a:lnTo>
                  <a:lnTo>
                    <a:pt x="94" y="263"/>
                  </a:lnTo>
                  <a:lnTo>
                    <a:pt x="94" y="263"/>
                  </a:lnTo>
                  <a:lnTo>
                    <a:pt x="94" y="263"/>
                  </a:lnTo>
                  <a:lnTo>
                    <a:pt x="101" y="260"/>
                  </a:lnTo>
                  <a:lnTo>
                    <a:pt x="104" y="260"/>
                  </a:lnTo>
                  <a:lnTo>
                    <a:pt x="101" y="256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4175CCA9-D6EB-5D11-E97A-DCCEF6DB32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19876" y="3396564"/>
              <a:ext cx="758991" cy="732249"/>
            </a:xfrm>
            <a:custGeom>
              <a:avLst/>
              <a:gdLst>
                <a:gd name="T0" fmla="*/ 558 w 596"/>
                <a:gd name="T1" fmla="*/ 239 h 575"/>
                <a:gd name="T2" fmla="*/ 563 w 596"/>
                <a:gd name="T3" fmla="*/ 223 h 575"/>
                <a:gd name="T4" fmla="*/ 560 w 596"/>
                <a:gd name="T5" fmla="*/ 213 h 575"/>
                <a:gd name="T6" fmla="*/ 556 w 596"/>
                <a:gd name="T7" fmla="*/ 215 h 575"/>
                <a:gd name="T8" fmla="*/ 556 w 596"/>
                <a:gd name="T9" fmla="*/ 225 h 575"/>
                <a:gd name="T10" fmla="*/ 553 w 596"/>
                <a:gd name="T11" fmla="*/ 230 h 575"/>
                <a:gd name="T12" fmla="*/ 560 w 596"/>
                <a:gd name="T13" fmla="*/ 362 h 575"/>
                <a:gd name="T14" fmla="*/ 549 w 596"/>
                <a:gd name="T15" fmla="*/ 372 h 575"/>
                <a:gd name="T16" fmla="*/ 563 w 596"/>
                <a:gd name="T17" fmla="*/ 357 h 575"/>
                <a:gd name="T18" fmla="*/ 584 w 596"/>
                <a:gd name="T19" fmla="*/ 492 h 575"/>
                <a:gd name="T20" fmla="*/ 577 w 596"/>
                <a:gd name="T21" fmla="*/ 497 h 575"/>
                <a:gd name="T22" fmla="*/ 563 w 596"/>
                <a:gd name="T23" fmla="*/ 483 h 575"/>
                <a:gd name="T24" fmla="*/ 558 w 596"/>
                <a:gd name="T25" fmla="*/ 469 h 575"/>
                <a:gd name="T26" fmla="*/ 551 w 596"/>
                <a:gd name="T27" fmla="*/ 452 h 575"/>
                <a:gd name="T28" fmla="*/ 551 w 596"/>
                <a:gd name="T29" fmla="*/ 438 h 575"/>
                <a:gd name="T30" fmla="*/ 544 w 596"/>
                <a:gd name="T31" fmla="*/ 426 h 575"/>
                <a:gd name="T32" fmla="*/ 541 w 596"/>
                <a:gd name="T33" fmla="*/ 419 h 575"/>
                <a:gd name="T34" fmla="*/ 534 w 596"/>
                <a:gd name="T35" fmla="*/ 391 h 575"/>
                <a:gd name="T36" fmla="*/ 537 w 596"/>
                <a:gd name="T37" fmla="*/ 362 h 575"/>
                <a:gd name="T38" fmla="*/ 534 w 596"/>
                <a:gd name="T39" fmla="*/ 339 h 575"/>
                <a:gd name="T40" fmla="*/ 546 w 596"/>
                <a:gd name="T41" fmla="*/ 322 h 575"/>
                <a:gd name="T42" fmla="*/ 530 w 596"/>
                <a:gd name="T43" fmla="*/ 305 h 575"/>
                <a:gd name="T44" fmla="*/ 513 w 596"/>
                <a:gd name="T45" fmla="*/ 291 h 575"/>
                <a:gd name="T46" fmla="*/ 506 w 596"/>
                <a:gd name="T47" fmla="*/ 268 h 575"/>
                <a:gd name="T48" fmla="*/ 518 w 596"/>
                <a:gd name="T49" fmla="*/ 237 h 575"/>
                <a:gd name="T50" fmla="*/ 525 w 596"/>
                <a:gd name="T51" fmla="*/ 211 h 575"/>
                <a:gd name="T52" fmla="*/ 508 w 596"/>
                <a:gd name="T53" fmla="*/ 185 h 575"/>
                <a:gd name="T54" fmla="*/ 442 w 596"/>
                <a:gd name="T55" fmla="*/ 133 h 575"/>
                <a:gd name="T56" fmla="*/ 338 w 596"/>
                <a:gd name="T57" fmla="*/ 50 h 575"/>
                <a:gd name="T58" fmla="*/ 63 w 596"/>
                <a:gd name="T59" fmla="*/ 5 h 575"/>
                <a:gd name="T60" fmla="*/ 66 w 596"/>
                <a:gd name="T61" fmla="*/ 17 h 575"/>
                <a:gd name="T62" fmla="*/ 80 w 596"/>
                <a:gd name="T63" fmla="*/ 40 h 575"/>
                <a:gd name="T64" fmla="*/ 80 w 596"/>
                <a:gd name="T65" fmla="*/ 73 h 575"/>
                <a:gd name="T66" fmla="*/ 61 w 596"/>
                <a:gd name="T67" fmla="*/ 90 h 575"/>
                <a:gd name="T68" fmla="*/ 71 w 596"/>
                <a:gd name="T69" fmla="*/ 107 h 575"/>
                <a:gd name="T70" fmla="*/ 80 w 596"/>
                <a:gd name="T71" fmla="*/ 118 h 575"/>
                <a:gd name="T72" fmla="*/ 61 w 596"/>
                <a:gd name="T73" fmla="*/ 135 h 575"/>
                <a:gd name="T74" fmla="*/ 45 w 596"/>
                <a:gd name="T75" fmla="*/ 166 h 575"/>
                <a:gd name="T76" fmla="*/ 4 w 596"/>
                <a:gd name="T77" fmla="*/ 185 h 575"/>
                <a:gd name="T78" fmla="*/ 35 w 596"/>
                <a:gd name="T79" fmla="*/ 310 h 575"/>
                <a:gd name="T80" fmla="*/ 104 w 596"/>
                <a:gd name="T81" fmla="*/ 407 h 575"/>
                <a:gd name="T82" fmla="*/ 130 w 596"/>
                <a:gd name="T83" fmla="*/ 424 h 575"/>
                <a:gd name="T84" fmla="*/ 170 w 596"/>
                <a:gd name="T85" fmla="*/ 443 h 575"/>
                <a:gd name="T86" fmla="*/ 208 w 596"/>
                <a:gd name="T87" fmla="*/ 454 h 575"/>
                <a:gd name="T88" fmla="*/ 243 w 596"/>
                <a:gd name="T89" fmla="*/ 464 h 575"/>
                <a:gd name="T90" fmla="*/ 267 w 596"/>
                <a:gd name="T91" fmla="*/ 469 h 575"/>
                <a:gd name="T92" fmla="*/ 281 w 596"/>
                <a:gd name="T93" fmla="*/ 511 h 575"/>
                <a:gd name="T94" fmla="*/ 284 w 596"/>
                <a:gd name="T95" fmla="*/ 533 h 575"/>
                <a:gd name="T96" fmla="*/ 293 w 596"/>
                <a:gd name="T97" fmla="*/ 554 h 575"/>
                <a:gd name="T98" fmla="*/ 328 w 596"/>
                <a:gd name="T99" fmla="*/ 568 h 575"/>
                <a:gd name="T100" fmla="*/ 352 w 596"/>
                <a:gd name="T101" fmla="*/ 561 h 575"/>
                <a:gd name="T102" fmla="*/ 371 w 596"/>
                <a:gd name="T103" fmla="*/ 575 h 575"/>
                <a:gd name="T104" fmla="*/ 404 w 596"/>
                <a:gd name="T105" fmla="*/ 568 h 575"/>
                <a:gd name="T106" fmla="*/ 437 w 596"/>
                <a:gd name="T107" fmla="*/ 573 h 575"/>
                <a:gd name="T108" fmla="*/ 468 w 596"/>
                <a:gd name="T109" fmla="*/ 552 h 575"/>
                <a:gd name="T110" fmla="*/ 501 w 596"/>
                <a:gd name="T111" fmla="*/ 552 h 575"/>
                <a:gd name="T112" fmla="*/ 570 w 596"/>
                <a:gd name="T113" fmla="*/ 528 h 575"/>
                <a:gd name="T114" fmla="*/ 530 w 596"/>
                <a:gd name="T115" fmla="*/ 260 h 575"/>
                <a:gd name="T116" fmla="*/ 532 w 596"/>
                <a:gd name="T117" fmla="*/ 284 h 575"/>
                <a:gd name="T118" fmla="*/ 541 w 596"/>
                <a:gd name="T119" fmla="*/ 289 h 575"/>
                <a:gd name="T120" fmla="*/ 539 w 596"/>
                <a:gd name="T121" fmla="*/ 277 h 575"/>
                <a:gd name="T122" fmla="*/ 532 w 596"/>
                <a:gd name="T123" fmla="*/ 260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96" h="575">
                  <a:moveTo>
                    <a:pt x="549" y="237"/>
                  </a:moveTo>
                  <a:lnTo>
                    <a:pt x="549" y="239"/>
                  </a:lnTo>
                  <a:lnTo>
                    <a:pt x="551" y="239"/>
                  </a:lnTo>
                  <a:lnTo>
                    <a:pt x="551" y="239"/>
                  </a:lnTo>
                  <a:lnTo>
                    <a:pt x="553" y="239"/>
                  </a:lnTo>
                  <a:lnTo>
                    <a:pt x="553" y="239"/>
                  </a:lnTo>
                  <a:lnTo>
                    <a:pt x="553" y="239"/>
                  </a:lnTo>
                  <a:lnTo>
                    <a:pt x="551" y="239"/>
                  </a:lnTo>
                  <a:lnTo>
                    <a:pt x="551" y="239"/>
                  </a:lnTo>
                  <a:lnTo>
                    <a:pt x="551" y="237"/>
                  </a:lnTo>
                  <a:lnTo>
                    <a:pt x="549" y="237"/>
                  </a:lnTo>
                  <a:lnTo>
                    <a:pt x="549" y="237"/>
                  </a:lnTo>
                  <a:lnTo>
                    <a:pt x="549" y="234"/>
                  </a:lnTo>
                  <a:lnTo>
                    <a:pt x="549" y="237"/>
                  </a:lnTo>
                  <a:lnTo>
                    <a:pt x="549" y="237"/>
                  </a:lnTo>
                  <a:lnTo>
                    <a:pt x="549" y="237"/>
                  </a:lnTo>
                  <a:close/>
                  <a:moveTo>
                    <a:pt x="553" y="237"/>
                  </a:moveTo>
                  <a:lnTo>
                    <a:pt x="556" y="237"/>
                  </a:lnTo>
                  <a:lnTo>
                    <a:pt x="556" y="239"/>
                  </a:lnTo>
                  <a:lnTo>
                    <a:pt x="556" y="239"/>
                  </a:lnTo>
                  <a:lnTo>
                    <a:pt x="556" y="237"/>
                  </a:lnTo>
                  <a:lnTo>
                    <a:pt x="556" y="237"/>
                  </a:lnTo>
                  <a:lnTo>
                    <a:pt x="556" y="237"/>
                  </a:lnTo>
                  <a:lnTo>
                    <a:pt x="556" y="239"/>
                  </a:lnTo>
                  <a:lnTo>
                    <a:pt x="556" y="239"/>
                  </a:lnTo>
                  <a:lnTo>
                    <a:pt x="556" y="239"/>
                  </a:lnTo>
                  <a:lnTo>
                    <a:pt x="556" y="239"/>
                  </a:lnTo>
                  <a:lnTo>
                    <a:pt x="558" y="239"/>
                  </a:lnTo>
                  <a:lnTo>
                    <a:pt x="558" y="237"/>
                  </a:lnTo>
                  <a:lnTo>
                    <a:pt x="558" y="237"/>
                  </a:lnTo>
                  <a:lnTo>
                    <a:pt x="558" y="237"/>
                  </a:lnTo>
                  <a:lnTo>
                    <a:pt x="558" y="237"/>
                  </a:lnTo>
                  <a:lnTo>
                    <a:pt x="558" y="237"/>
                  </a:lnTo>
                  <a:lnTo>
                    <a:pt x="558" y="234"/>
                  </a:lnTo>
                  <a:lnTo>
                    <a:pt x="560" y="234"/>
                  </a:lnTo>
                  <a:lnTo>
                    <a:pt x="558" y="237"/>
                  </a:lnTo>
                  <a:lnTo>
                    <a:pt x="560" y="237"/>
                  </a:lnTo>
                  <a:lnTo>
                    <a:pt x="560" y="237"/>
                  </a:lnTo>
                  <a:lnTo>
                    <a:pt x="560" y="234"/>
                  </a:lnTo>
                  <a:lnTo>
                    <a:pt x="560" y="234"/>
                  </a:lnTo>
                  <a:lnTo>
                    <a:pt x="560" y="234"/>
                  </a:lnTo>
                  <a:lnTo>
                    <a:pt x="560" y="234"/>
                  </a:lnTo>
                  <a:lnTo>
                    <a:pt x="560" y="234"/>
                  </a:lnTo>
                  <a:lnTo>
                    <a:pt x="563" y="230"/>
                  </a:lnTo>
                  <a:lnTo>
                    <a:pt x="563" y="227"/>
                  </a:lnTo>
                  <a:lnTo>
                    <a:pt x="563" y="227"/>
                  </a:lnTo>
                  <a:lnTo>
                    <a:pt x="563" y="227"/>
                  </a:lnTo>
                  <a:lnTo>
                    <a:pt x="563" y="223"/>
                  </a:lnTo>
                  <a:lnTo>
                    <a:pt x="563" y="223"/>
                  </a:lnTo>
                  <a:lnTo>
                    <a:pt x="563" y="220"/>
                  </a:lnTo>
                  <a:lnTo>
                    <a:pt x="563" y="220"/>
                  </a:lnTo>
                  <a:lnTo>
                    <a:pt x="563" y="220"/>
                  </a:lnTo>
                  <a:lnTo>
                    <a:pt x="563" y="220"/>
                  </a:lnTo>
                  <a:lnTo>
                    <a:pt x="563" y="223"/>
                  </a:lnTo>
                  <a:lnTo>
                    <a:pt x="563" y="223"/>
                  </a:lnTo>
                  <a:lnTo>
                    <a:pt x="563" y="223"/>
                  </a:lnTo>
                  <a:lnTo>
                    <a:pt x="563" y="220"/>
                  </a:lnTo>
                  <a:lnTo>
                    <a:pt x="563" y="218"/>
                  </a:lnTo>
                  <a:lnTo>
                    <a:pt x="563" y="218"/>
                  </a:lnTo>
                  <a:lnTo>
                    <a:pt x="563" y="218"/>
                  </a:lnTo>
                  <a:lnTo>
                    <a:pt x="563" y="215"/>
                  </a:lnTo>
                  <a:lnTo>
                    <a:pt x="563" y="215"/>
                  </a:lnTo>
                  <a:lnTo>
                    <a:pt x="563" y="215"/>
                  </a:lnTo>
                  <a:lnTo>
                    <a:pt x="565" y="213"/>
                  </a:lnTo>
                  <a:lnTo>
                    <a:pt x="563" y="211"/>
                  </a:lnTo>
                  <a:lnTo>
                    <a:pt x="563" y="211"/>
                  </a:lnTo>
                  <a:lnTo>
                    <a:pt x="563" y="208"/>
                  </a:lnTo>
                  <a:lnTo>
                    <a:pt x="563" y="208"/>
                  </a:lnTo>
                  <a:lnTo>
                    <a:pt x="563" y="211"/>
                  </a:lnTo>
                  <a:lnTo>
                    <a:pt x="563" y="211"/>
                  </a:lnTo>
                  <a:lnTo>
                    <a:pt x="563" y="211"/>
                  </a:lnTo>
                  <a:lnTo>
                    <a:pt x="563" y="213"/>
                  </a:lnTo>
                  <a:lnTo>
                    <a:pt x="563" y="213"/>
                  </a:lnTo>
                  <a:lnTo>
                    <a:pt x="563" y="211"/>
                  </a:lnTo>
                  <a:lnTo>
                    <a:pt x="563" y="211"/>
                  </a:lnTo>
                  <a:lnTo>
                    <a:pt x="560" y="213"/>
                  </a:lnTo>
                  <a:lnTo>
                    <a:pt x="560" y="213"/>
                  </a:lnTo>
                  <a:lnTo>
                    <a:pt x="560" y="213"/>
                  </a:lnTo>
                  <a:lnTo>
                    <a:pt x="563" y="213"/>
                  </a:lnTo>
                  <a:lnTo>
                    <a:pt x="560" y="213"/>
                  </a:lnTo>
                  <a:lnTo>
                    <a:pt x="560" y="213"/>
                  </a:lnTo>
                  <a:lnTo>
                    <a:pt x="560" y="213"/>
                  </a:lnTo>
                  <a:lnTo>
                    <a:pt x="560" y="213"/>
                  </a:lnTo>
                  <a:lnTo>
                    <a:pt x="560" y="213"/>
                  </a:lnTo>
                  <a:lnTo>
                    <a:pt x="558" y="211"/>
                  </a:lnTo>
                  <a:lnTo>
                    <a:pt x="558" y="211"/>
                  </a:lnTo>
                  <a:lnTo>
                    <a:pt x="558" y="211"/>
                  </a:lnTo>
                  <a:lnTo>
                    <a:pt x="556" y="211"/>
                  </a:lnTo>
                  <a:lnTo>
                    <a:pt x="556" y="211"/>
                  </a:lnTo>
                  <a:lnTo>
                    <a:pt x="556" y="211"/>
                  </a:lnTo>
                  <a:lnTo>
                    <a:pt x="556" y="211"/>
                  </a:lnTo>
                  <a:lnTo>
                    <a:pt x="556" y="211"/>
                  </a:lnTo>
                  <a:lnTo>
                    <a:pt x="556" y="211"/>
                  </a:lnTo>
                  <a:lnTo>
                    <a:pt x="556" y="211"/>
                  </a:lnTo>
                  <a:lnTo>
                    <a:pt x="556" y="208"/>
                  </a:lnTo>
                  <a:lnTo>
                    <a:pt x="553" y="208"/>
                  </a:lnTo>
                  <a:lnTo>
                    <a:pt x="553" y="208"/>
                  </a:lnTo>
                  <a:lnTo>
                    <a:pt x="553" y="208"/>
                  </a:lnTo>
                  <a:lnTo>
                    <a:pt x="553" y="208"/>
                  </a:lnTo>
                  <a:lnTo>
                    <a:pt x="553" y="208"/>
                  </a:lnTo>
                  <a:lnTo>
                    <a:pt x="553" y="208"/>
                  </a:lnTo>
                  <a:lnTo>
                    <a:pt x="553" y="211"/>
                  </a:lnTo>
                  <a:lnTo>
                    <a:pt x="553" y="211"/>
                  </a:lnTo>
                  <a:lnTo>
                    <a:pt x="553" y="213"/>
                  </a:lnTo>
                  <a:lnTo>
                    <a:pt x="556" y="213"/>
                  </a:lnTo>
                  <a:lnTo>
                    <a:pt x="556" y="213"/>
                  </a:lnTo>
                  <a:lnTo>
                    <a:pt x="556" y="213"/>
                  </a:lnTo>
                  <a:lnTo>
                    <a:pt x="556" y="213"/>
                  </a:lnTo>
                  <a:lnTo>
                    <a:pt x="553" y="213"/>
                  </a:lnTo>
                  <a:lnTo>
                    <a:pt x="553" y="215"/>
                  </a:lnTo>
                  <a:lnTo>
                    <a:pt x="553" y="215"/>
                  </a:lnTo>
                  <a:lnTo>
                    <a:pt x="556" y="215"/>
                  </a:lnTo>
                  <a:lnTo>
                    <a:pt x="553" y="215"/>
                  </a:lnTo>
                  <a:lnTo>
                    <a:pt x="553" y="215"/>
                  </a:lnTo>
                  <a:lnTo>
                    <a:pt x="553" y="218"/>
                  </a:lnTo>
                  <a:lnTo>
                    <a:pt x="556" y="218"/>
                  </a:lnTo>
                  <a:lnTo>
                    <a:pt x="556" y="218"/>
                  </a:lnTo>
                  <a:lnTo>
                    <a:pt x="556" y="218"/>
                  </a:lnTo>
                  <a:lnTo>
                    <a:pt x="556" y="218"/>
                  </a:lnTo>
                  <a:lnTo>
                    <a:pt x="556" y="218"/>
                  </a:lnTo>
                  <a:lnTo>
                    <a:pt x="556" y="218"/>
                  </a:lnTo>
                  <a:lnTo>
                    <a:pt x="556" y="218"/>
                  </a:lnTo>
                  <a:lnTo>
                    <a:pt x="556" y="220"/>
                  </a:lnTo>
                  <a:lnTo>
                    <a:pt x="553" y="220"/>
                  </a:lnTo>
                  <a:lnTo>
                    <a:pt x="556" y="220"/>
                  </a:lnTo>
                  <a:lnTo>
                    <a:pt x="553" y="220"/>
                  </a:lnTo>
                  <a:lnTo>
                    <a:pt x="553" y="220"/>
                  </a:lnTo>
                  <a:lnTo>
                    <a:pt x="553" y="223"/>
                  </a:lnTo>
                  <a:lnTo>
                    <a:pt x="556" y="223"/>
                  </a:lnTo>
                  <a:lnTo>
                    <a:pt x="556" y="223"/>
                  </a:lnTo>
                  <a:lnTo>
                    <a:pt x="556" y="223"/>
                  </a:lnTo>
                  <a:lnTo>
                    <a:pt x="556" y="223"/>
                  </a:lnTo>
                  <a:lnTo>
                    <a:pt x="556" y="223"/>
                  </a:lnTo>
                  <a:lnTo>
                    <a:pt x="556" y="223"/>
                  </a:lnTo>
                  <a:lnTo>
                    <a:pt x="556" y="223"/>
                  </a:lnTo>
                  <a:lnTo>
                    <a:pt x="558" y="223"/>
                  </a:lnTo>
                  <a:lnTo>
                    <a:pt x="558" y="225"/>
                  </a:lnTo>
                  <a:lnTo>
                    <a:pt x="556" y="225"/>
                  </a:lnTo>
                  <a:lnTo>
                    <a:pt x="558" y="225"/>
                  </a:lnTo>
                  <a:lnTo>
                    <a:pt x="556" y="225"/>
                  </a:lnTo>
                  <a:lnTo>
                    <a:pt x="553" y="225"/>
                  </a:lnTo>
                  <a:lnTo>
                    <a:pt x="553" y="225"/>
                  </a:lnTo>
                  <a:lnTo>
                    <a:pt x="553" y="225"/>
                  </a:lnTo>
                  <a:lnTo>
                    <a:pt x="553" y="225"/>
                  </a:lnTo>
                  <a:lnTo>
                    <a:pt x="553" y="225"/>
                  </a:lnTo>
                  <a:lnTo>
                    <a:pt x="551" y="225"/>
                  </a:lnTo>
                  <a:lnTo>
                    <a:pt x="553" y="225"/>
                  </a:lnTo>
                  <a:lnTo>
                    <a:pt x="553" y="225"/>
                  </a:lnTo>
                  <a:lnTo>
                    <a:pt x="553" y="225"/>
                  </a:lnTo>
                  <a:lnTo>
                    <a:pt x="553" y="225"/>
                  </a:lnTo>
                  <a:lnTo>
                    <a:pt x="556" y="227"/>
                  </a:lnTo>
                  <a:lnTo>
                    <a:pt x="558" y="227"/>
                  </a:lnTo>
                  <a:lnTo>
                    <a:pt x="558" y="227"/>
                  </a:lnTo>
                  <a:lnTo>
                    <a:pt x="558" y="227"/>
                  </a:lnTo>
                  <a:lnTo>
                    <a:pt x="558" y="227"/>
                  </a:lnTo>
                  <a:lnTo>
                    <a:pt x="558" y="227"/>
                  </a:lnTo>
                  <a:lnTo>
                    <a:pt x="556" y="227"/>
                  </a:lnTo>
                  <a:lnTo>
                    <a:pt x="556" y="227"/>
                  </a:lnTo>
                  <a:lnTo>
                    <a:pt x="553" y="227"/>
                  </a:lnTo>
                  <a:lnTo>
                    <a:pt x="556" y="230"/>
                  </a:lnTo>
                  <a:lnTo>
                    <a:pt x="556" y="230"/>
                  </a:lnTo>
                  <a:lnTo>
                    <a:pt x="556" y="230"/>
                  </a:lnTo>
                  <a:lnTo>
                    <a:pt x="556" y="230"/>
                  </a:lnTo>
                  <a:lnTo>
                    <a:pt x="556" y="230"/>
                  </a:lnTo>
                  <a:lnTo>
                    <a:pt x="556" y="230"/>
                  </a:lnTo>
                  <a:lnTo>
                    <a:pt x="553" y="230"/>
                  </a:lnTo>
                  <a:lnTo>
                    <a:pt x="553" y="230"/>
                  </a:lnTo>
                  <a:lnTo>
                    <a:pt x="553" y="230"/>
                  </a:lnTo>
                  <a:lnTo>
                    <a:pt x="553" y="232"/>
                  </a:lnTo>
                  <a:lnTo>
                    <a:pt x="556" y="232"/>
                  </a:lnTo>
                  <a:lnTo>
                    <a:pt x="553" y="232"/>
                  </a:lnTo>
                  <a:lnTo>
                    <a:pt x="553" y="232"/>
                  </a:lnTo>
                  <a:lnTo>
                    <a:pt x="553" y="232"/>
                  </a:lnTo>
                  <a:lnTo>
                    <a:pt x="551" y="234"/>
                  </a:lnTo>
                  <a:lnTo>
                    <a:pt x="551" y="234"/>
                  </a:lnTo>
                  <a:lnTo>
                    <a:pt x="551" y="237"/>
                  </a:lnTo>
                  <a:lnTo>
                    <a:pt x="551" y="237"/>
                  </a:lnTo>
                  <a:lnTo>
                    <a:pt x="553" y="237"/>
                  </a:lnTo>
                  <a:close/>
                  <a:moveTo>
                    <a:pt x="558" y="374"/>
                  </a:moveTo>
                  <a:lnTo>
                    <a:pt x="556" y="376"/>
                  </a:lnTo>
                  <a:lnTo>
                    <a:pt x="556" y="376"/>
                  </a:lnTo>
                  <a:lnTo>
                    <a:pt x="556" y="379"/>
                  </a:lnTo>
                  <a:lnTo>
                    <a:pt x="556" y="379"/>
                  </a:lnTo>
                  <a:lnTo>
                    <a:pt x="556" y="379"/>
                  </a:lnTo>
                  <a:lnTo>
                    <a:pt x="558" y="379"/>
                  </a:lnTo>
                  <a:lnTo>
                    <a:pt x="560" y="376"/>
                  </a:lnTo>
                  <a:lnTo>
                    <a:pt x="560" y="376"/>
                  </a:lnTo>
                  <a:lnTo>
                    <a:pt x="560" y="374"/>
                  </a:lnTo>
                  <a:lnTo>
                    <a:pt x="558" y="374"/>
                  </a:lnTo>
                  <a:lnTo>
                    <a:pt x="558" y="374"/>
                  </a:lnTo>
                  <a:close/>
                  <a:moveTo>
                    <a:pt x="563" y="360"/>
                  </a:moveTo>
                  <a:lnTo>
                    <a:pt x="563" y="360"/>
                  </a:lnTo>
                  <a:lnTo>
                    <a:pt x="563" y="360"/>
                  </a:lnTo>
                  <a:lnTo>
                    <a:pt x="563" y="362"/>
                  </a:lnTo>
                  <a:lnTo>
                    <a:pt x="560" y="362"/>
                  </a:lnTo>
                  <a:lnTo>
                    <a:pt x="560" y="362"/>
                  </a:lnTo>
                  <a:lnTo>
                    <a:pt x="560" y="362"/>
                  </a:lnTo>
                  <a:lnTo>
                    <a:pt x="558" y="362"/>
                  </a:lnTo>
                  <a:lnTo>
                    <a:pt x="558" y="362"/>
                  </a:lnTo>
                  <a:lnTo>
                    <a:pt x="560" y="362"/>
                  </a:lnTo>
                  <a:lnTo>
                    <a:pt x="560" y="362"/>
                  </a:lnTo>
                  <a:lnTo>
                    <a:pt x="560" y="365"/>
                  </a:lnTo>
                  <a:lnTo>
                    <a:pt x="560" y="365"/>
                  </a:lnTo>
                  <a:lnTo>
                    <a:pt x="558" y="365"/>
                  </a:lnTo>
                  <a:lnTo>
                    <a:pt x="558" y="365"/>
                  </a:lnTo>
                  <a:lnTo>
                    <a:pt x="556" y="365"/>
                  </a:lnTo>
                  <a:lnTo>
                    <a:pt x="556" y="365"/>
                  </a:lnTo>
                  <a:lnTo>
                    <a:pt x="556" y="365"/>
                  </a:lnTo>
                  <a:lnTo>
                    <a:pt x="556" y="367"/>
                  </a:lnTo>
                  <a:lnTo>
                    <a:pt x="556" y="367"/>
                  </a:lnTo>
                  <a:lnTo>
                    <a:pt x="553" y="367"/>
                  </a:lnTo>
                  <a:lnTo>
                    <a:pt x="551" y="369"/>
                  </a:lnTo>
                  <a:lnTo>
                    <a:pt x="551" y="369"/>
                  </a:lnTo>
                  <a:lnTo>
                    <a:pt x="551" y="369"/>
                  </a:lnTo>
                  <a:lnTo>
                    <a:pt x="551" y="369"/>
                  </a:lnTo>
                  <a:lnTo>
                    <a:pt x="551" y="372"/>
                  </a:lnTo>
                  <a:lnTo>
                    <a:pt x="551" y="372"/>
                  </a:lnTo>
                  <a:lnTo>
                    <a:pt x="551" y="372"/>
                  </a:lnTo>
                  <a:lnTo>
                    <a:pt x="551" y="372"/>
                  </a:lnTo>
                  <a:lnTo>
                    <a:pt x="551" y="372"/>
                  </a:lnTo>
                  <a:lnTo>
                    <a:pt x="551" y="372"/>
                  </a:lnTo>
                  <a:lnTo>
                    <a:pt x="549" y="372"/>
                  </a:lnTo>
                  <a:lnTo>
                    <a:pt x="549" y="372"/>
                  </a:lnTo>
                  <a:lnTo>
                    <a:pt x="549" y="372"/>
                  </a:lnTo>
                  <a:lnTo>
                    <a:pt x="551" y="374"/>
                  </a:lnTo>
                  <a:lnTo>
                    <a:pt x="551" y="374"/>
                  </a:lnTo>
                  <a:lnTo>
                    <a:pt x="553" y="374"/>
                  </a:lnTo>
                  <a:lnTo>
                    <a:pt x="553" y="374"/>
                  </a:lnTo>
                  <a:lnTo>
                    <a:pt x="556" y="374"/>
                  </a:lnTo>
                  <a:lnTo>
                    <a:pt x="556" y="372"/>
                  </a:lnTo>
                  <a:lnTo>
                    <a:pt x="558" y="372"/>
                  </a:lnTo>
                  <a:lnTo>
                    <a:pt x="558" y="369"/>
                  </a:lnTo>
                  <a:lnTo>
                    <a:pt x="560" y="369"/>
                  </a:lnTo>
                  <a:lnTo>
                    <a:pt x="560" y="369"/>
                  </a:lnTo>
                  <a:lnTo>
                    <a:pt x="560" y="369"/>
                  </a:lnTo>
                  <a:lnTo>
                    <a:pt x="563" y="369"/>
                  </a:lnTo>
                  <a:lnTo>
                    <a:pt x="563" y="369"/>
                  </a:lnTo>
                  <a:lnTo>
                    <a:pt x="563" y="369"/>
                  </a:lnTo>
                  <a:lnTo>
                    <a:pt x="563" y="369"/>
                  </a:lnTo>
                  <a:lnTo>
                    <a:pt x="563" y="367"/>
                  </a:lnTo>
                  <a:lnTo>
                    <a:pt x="563" y="367"/>
                  </a:lnTo>
                  <a:lnTo>
                    <a:pt x="563" y="367"/>
                  </a:lnTo>
                  <a:lnTo>
                    <a:pt x="563" y="367"/>
                  </a:lnTo>
                  <a:lnTo>
                    <a:pt x="563" y="365"/>
                  </a:lnTo>
                  <a:lnTo>
                    <a:pt x="565" y="362"/>
                  </a:lnTo>
                  <a:lnTo>
                    <a:pt x="565" y="357"/>
                  </a:lnTo>
                  <a:lnTo>
                    <a:pt x="565" y="357"/>
                  </a:lnTo>
                  <a:lnTo>
                    <a:pt x="565" y="355"/>
                  </a:lnTo>
                  <a:lnTo>
                    <a:pt x="565" y="355"/>
                  </a:lnTo>
                  <a:lnTo>
                    <a:pt x="565" y="357"/>
                  </a:lnTo>
                  <a:lnTo>
                    <a:pt x="565" y="357"/>
                  </a:lnTo>
                  <a:lnTo>
                    <a:pt x="563" y="357"/>
                  </a:lnTo>
                  <a:lnTo>
                    <a:pt x="563" y="360"/>
                  </a:lnTo>
                  <a:close/>
                  <a:moveTo>
                    <a:pt x="593" y="502"/>
                  </a:moveTo>
                  <a:lnTo>
                    <a:pt x="596" y="502"/>
                  </a:lnTo>
                  <a:lnTo>
                    <a:pt x="593" y="499"/>
                  </a:lnTo>
                  <a:lnTo>
                    <a:pt x="593" y="499"/>
                  </a:lnTo>
                  <a:lnTo>
                    <a:pt x="593" y="499"/>
                  </a:lnTo>
                  <a:lnTo>
                    <a:pt x="593" y="499"/>
                  </a:lnTo>
                  <a:lnTo>
                    <a:pt x="593" y="499"/>
                  </a:lnTo>
                  <a:lnTo>
                    <a:pt x="593" y="499"/>
                  </a:lnTo>
                  <a:lnTo>
                    <a:pt x="591" y="499"/>
                  </a:lnTo>
                  <a:lnTo>
                    <a:pt x="591" y="499"/>
                  </a:lnTo>
                  <a:lnTo>
                    <a:pt x="591" y="499"/>
                  </a:lnTo>
                  <a:lnTo>
                    <a:pt x="593" y="499"/>
                  </a:lnTo>
                  <a:lnTo>
                    <a:pt x="593" y="499"/>
                  </a:lnTo>
                  <a:lnTo>
                    <a:pt x="593" y="502"/>
                  </a:lnTo>
                  <a:lnTo>
                    <a:pt x="591" y="502"/>
                  </a:lnTo>
                  <a:lnTo>
                    <a:pt x="591" y="502"/>
                  </a:lnTo>
                  <a:lnTo>
                    <a:pt x="589" y="502"/>
                  </a:lnTo>
                  <a:lnTo>
                    <a:pt x="589" y="502"/>
                  </a:lnTo>
                  <a:lnTo>
                    <a:pt x="589" y="502"/>
                  </a:lnTo>
                  <a:lnTo>
                    <a:pt x="586" y="497"/>
                  </a:lnTo>
                  <a:lnTo>
                    <a:pt x="586" y="497"/>
                  </a:lnTo>
                  <a:lnTo>
                    <a:pt x="586" y="497"/>
                  </a:lnTo>
                  <a:lnTo>
                    <a:pt x="584" y="497"/>
                  </a:lnTo>
                  <a:lnTo>
                    <a:pt x="584" y="495"/>
                  </a:lnTo>
                  <a:lnTo>
                    <a:pt x="584" y="495"/>
                  </a:lnTo>
                  <a:lnTo>
                    <a:pt x="584" y="495"/>
                  </a:lnTo>
                  <a:lnTo>
                    <a:pt x="584" y="492"/>
                  </a:lnTo>
                  <a:lnTo>
                    <a:pt x="584" y="492"/>
                  </a:lnTo>
                  <a:lnTo>
                    <a:pt x="582" y="495"/>
                  </a:lnTo>
                  <a:lnTo>
                    <a:pt x="584" y="497"/>
                  </a:lnTo>
                  <a:lnTo>
                    <a:pt x="584" y="497"/>
                  </a:lnTo>
                  <a:lnTo>
                    <a:pt x="584" y="497"/>
                  </a:lnTo>
                  <a:lnTo>
                    <a:pt x="584" y="497"/>
                  </a:lnTo>
                  <a:lnTo>
                    <a:pt x="584" y="497"/>
                  </a:lnTo>
                  <a:lnTo>
                    <a:pt x="584" y="497"/>
                  </a:lnTo>
                  <a:lnTo>
                    <a:pt x="584" y="497"/>
                  </a:lnTo>
                  <a:lnTo>
                    <a:pt x="584" y="497"/>
                  </a:lnTo>
                  <a:lnTo>
                    <a:pt x="584" y="497"/>
                  </a:lnTo>
                  <a:lnTo>
                    <a:pt x="584" y="499"/>
                  </a:lnTo>
                  <a:lnTo>
                    <a:pt x="582" y="497"/>
                  </a:lnTo>
                  <a:lnTo>
                    <a:pt x="582" y="497"/>
                  </a:lnTo>
                  <a:lnTo>
                    <a:pt x="582" y="497"/>
                  </a:lnTo>
                  <a:lnTo>
                    <a:pt x="579" y="497"/>
                  </a:lnTo>
                  <a:lnTo>
                    <a:pt x="579" y="497"/>
                  </a:lnTo>
                  <a:lnTo>
                    <a:pt x="579" y="497"/>
                  </a:lnTo>
                  <a:lnTo>
                    <a:pt x="579" y="497"/>
                  </a:lnTo>
                  <a:lnTo>
                    <a:pt x="579" y="497"/>
                  </a:lnTo>
                  <a:lnTo>
                    <a:pt x="579" y="497"/>
                  </a:lnTo>
                  <a:lnTo>
                    <a:pt x="577" y="497"/>
                  </a:lnTo>
                  <a:lnTo>
                    <a:pt x="577" y="497"/>
                  </a:lnTo>
                  <a:lnTo>
                    <a:pt x="577" y="497"/>
                  </a:lnTo>
                  <a:lnTo>
                    <a:pt x="577" y="497"/>
                  </a:lnTo>
                  <a:lnTo>
                    <a:pt x="577" y="497"/>
                  </a:lnTo>
                  <a:lnTo>
                    <a:pt x="577" y="497"/>
                  </a:lnTo>
                  <a:lnTo>
                    <a:pt x="577" y="497"/>
                  </a:lnTo>
                  <a:lnTo>
                    <a:pt x="577" y="495"/>
                  </a:lnTo>
                  <a:lnTo>
                    <a:pt x="577" y="495"/>
                  </a:lnTo>
                  <a:lnTo>
                    <a:pt x="577" y="495"/>
                  </a:lnTo>
                  <a:lnTo>
                    <a:pt x="577" y="495"/>
                  </a:lnTo>
                  <a:lnTo>
                    <a:pt x="577" y="492"/>
                  </a:lnTo>
                  <a:lnTo>
                    <a:pt x="577" y="492"/>
                  </a:lnTo>
                  <a:lnTo>
                    <a:pt x="577" y="492"/>
                  </a:lnTo>
                  <a:lnTo>
                    <a:pt x="577" y="492"/>
                  </a:lnTo>
                  <a:lnTo>
                    <a:pt x="577" y="492"/>
                  </a:lnTo>
                  <a:lnTo>
                    <a:pt x="575" y="490"/>
                  </a:lnTo>
                  <a:lnTo>
                    <a:pt x="575" y="490"/>
                  </a:lnTo>
                  <a:lnTo>
                    <a:pt x="572" y="490"/>
                  </a:lnTo>
                  <a:lnTo>
                    <a:pt x="572" y="490"/>
                  </a:lnTo>
                  <a:lnTo>
                    <a:pt x="570" y="490"/>
                  </a:lnTo>
                  <a:lnTo>
                    <a:pt x="570" y="490"/>
                  </a:lnTo>
                  <a:lnTo>
                    <a:pt x="570" y="490"/>
                  </a:lnTo>
                  <a:lnTo>
                    <a:pt x="570" y="490"/>
                  </a:lnTo>
                  <a:lnTo>
                    <a:pt x="570" y="492"/>
                  </a:lnTo>
                  <a:lnTo>
                    <a:pt x="570" y="492"/>
                  </a:lnTo>
                  <a:lnTo>
                    <a:pt x="570" y="495"/>
                  </a:lnTo>
                  <a:lnTo>
                    <a:pt x="570" y="495"/>
                  </a:lnTo>
                  <a:lnTo>
                    <a:pt x="570" y="492"/>
                  </a:lnTo>
                  <a:lnTo>
                    <a:pt x="570" y="490"/>
                  </a:lnTo>
                  <a:lnTo>
                    <a:pt x="565" y="485"/>
                  </a:lnTo>
                  <a:lnTo>
                    <a:pt x="565" y="483"/>
                  </a:lnTo>
                  <a:lnTo>
                    <a:pt x="565" y="483"/>
                  </a:lnTo>
                  <a:lnTo>
                    <a:pt x="563" y="483"/>
                  </a:lnTo>
                  <a:lnTo>
                    <a:pt x="563" y="483"/>
                  </a:lnTo>
                  <a:lnTo>
                    <a:pt x="560" y="483"/>
                  </a:lnTo>
                  <a:lnTo>
                    <a:pt x="560" y="483"/>
                  </a:lnTo>
                  <a:lnTo>
                    <a:pt x="560" y="481"/>
                  </a:lnTo>
                  <a:lnTo>
                    <a:pt x="558" y="481"/>
                  </a:lnTo>
                  <a:lnTo>
                    <a:pt x="556" y="485"/>
                  </a:lnTo>
                  <a:lnTo>
                    <a:pt x="553" y="485"/>
                  </a:lnTo>
                  <a:lnTo>
                    <a:pt x="556" y="485"/>
                  </a:lnTo>
                  <a:lnTo>
                    <a:pt x="556" y="483"/>
                  </a:lnTo>
                  <a:lnTo>
                    <a:pt x="556" y="483"/>
                  </a:lnTo>
                  <a:lnTo>
                    <a:pt x="556" y="483"/>
                  </a:lnTo>
                  <a:lnTo>
                    <a:pt x="556" y="481"/>
                  </a:lnTo>
                  <a:lnTo>
                    <a:pt x="556" y="481"/>
                  </a:lnTo>
                  <a:lnTo>
                    <a:pt x="558" y="481"/>
                  </a:lnTo>
                  <a:lnTo>
                    <a:pt x="558" y="478"/>
                  </a:lnTo>
                  <a:lnTo>
                    <a:pt x="560" y="478"/>
                  </a:lnTo>
                  <a:lnTo>
                    <a:pt x="560" y="478"/>
                  </a:lnTo>
                  <a:lnTo>
                    <a:pt x="558" y="476"/>
                  </a:lnTo>
                  <a:lnTo>
                    <a:pt x="558" y="476"/>
                  </a:lnTo>
                  <a:lnTo>
                    <a:pt x="558" y="476"/>
                  </a:lnTo>
                  <a:lnTo>
                    <a:pt x="560" y="476"/>
                  </a:lnTo>
                  <a:lnTo>
                    <a:pt x="560" y="473"/>
                  </a:lnTo>
                  <a:lnTo>
                    <a:pt x="560" y="473"/>
                  </a:lnTo>
                  <a:lnTo>
                    <a:pt x="560" y="473"/>
                  </a:lnTo>
                  <a:lnTo>
                    <a:pt x="560" y="471"/>
                  </a:lnTo>
                  <a:lnTo>
                    <a:pt x="558" y="471"/>
                  </a:lnTo>
                  <a:lnTo>
                    <a:pt x="558" y="471"/>
                  </a:lnTo>
                  <a:lnTo>
                    <a:pt x="558" y="469"/>
                  </a:lnTo>
                  <a:lnTo>
                    <a:pt x="558" y="469"/>
                  </a:lnTo>
                  <a:lnTo>
                    <a:pt x="558" y="469"/>
                  </a:lnTo>
                  <a:lnTo>
                    <a:pt x="556" y="469"/>
                  </a:lnTo>
                  <a:lnTo>
                    <a:pt x="556" y="469"/>
                  </a:lnTo>
                  <a:lnTo>
                    <a:pt x="556" y="469"/>
                  </a:lnTo>
                  <a:lnTo>
                    <a:pt x="556" y="466"/>
                  </a:lnTo>
                  <a:lnTo>
                    <a:pt x="556" y="466"/>
                  </a:lnTo>
                  <a:lnTo>
                    <a:pt x="558" y="466"/>
                  </a:lnTo>
                  <a:lnTo>
                    <a:pt x="556" y="466"/>
                  </a:lnTo>
                  <a:lnTo>
                    <a:pt x="558" y="464"/>
                  </a:lnTo>
                  <a:lnTo>
                    <a:pt x="556" y="464"/>
                  </a:lnTo>
                  <a:lnTo>
                    <a:pt x="556" y="464"/>
                  </a:lnTo>
                  <a:lnTo>
                    <a:pt x="556" y="464"/>
                  </a:lnTo>
                  <a:lnTo>
                    <a:pt x="556" y="462"/>
                  </a:lnTo>
                  <a:lnTo>
                    <a:pt x="556" y="462"/>
                  </a:lnTo>
                  <a:lnTo>
                    <a:pt x="556" y="462"/>
                  </a:lnTo>
                  <a:lnTo>
                    <a:pt x="556" y="462"/>
                  </a:lnTo>
                  <a:lnTo>
                    <a:pt x="556" y="462"/>
                  </a:lnTo>
                  <a:lnTo>
                    <a:pt x="556" y="459"/>
                  </a:lnTo>
                  <a:lnTo>
                    <a:pt x="553" y="457"/>
                  </a:lnTo>
                  <a:lnTo>
                    <a:pt x="553" y="457"/>
                  </a:lnTo>
                  <a:lnTo>
                    <a:pt x="553" y="454"/>
                  </a:lnTo>
                  <a:lnTo>
                    <a:pt x="551" y="454"/>
                  </a:lnTo>
                  <a:lnTo>
                    <a:pt x="551" y="454"/>
                  </a:lnTo>
                  <a:lnTo>
                    <a:pt x="553" y="452"/>
                  </a:lnTo>
                  <a:lnTo>
                    <a:pt x="553" y="452"/>
                  </a:lnTo>
                  <a:lnTo>
                    <a:pt x="551" y="452"/>
                  </a:lnTo>
                  <a:lnTo>
                    <a:pt x="551" y="452"/>
                  </a:lnTo>
                  <a:lnTo>
                    <a:pt x="551" y="452"/>
                  </a:lnTo>
                  <a:lnTo>
                    <a:pt x="551" y="452"/>
                  </a:lnTo>
                  <a:lnTo>
                    <a:pt x="551" y="452"/>
                  </a:lnTo>
                  <a:lnTo>
                    <a:pt x="551" y="452"/>
                  </a:lnTo>
                  <a:lnTo>
                    <a:pt x="551" y="452"/>
                  </a:lnTo>
                  <a:lnTo>
                    <a:pt x="549" y="452"/>
                  </a:lnTo>
                  <a:lnTo>
                    <a:pt x="549" y="452"/>
                  </a:lnTo>
                  <a:lnTo>
                    <a:pt x="549" y="452"/>
                  </a:lnTo>
                  <a:lnTo>
                    <a:pt x="549" y="452"/>
                  </a:lnTo>
                  <a:lnTo>
                    <a:pt x="549" y="450"/>
                  </a:lnTo>
                  <a:lnTo>
                    <a:pt x="549" y="450"/>
                  </a:lnTo>
                  <a:lnTo>
                    <a:pt x="549" y="450"/>
                  </a:lnTo>
                  <a:lnTo>
                    <a:pt x="549" y="450"/>
                  </a:lnTo>
                  <a:lnTo>
                    <a:pt x="551" y="450"/>
                  </a:lnTo>
                  <a:lnTo>
                    <a:pt x="551" y="450"/>
                  </a:lnTo>
                  <a:lnTo>
                    <a:pt x="551" y="450"/>
                  </a:lnTo>
                  <a:lnTo>
                    <a:pt x="551" y="447"/>
                  </a:lnTo>
                  <a:lnTo>
                    <a:pt x="551" y="447"/>
                  </a:lnTo>
                  <a:lnTo>
                    <a:pt x="551" y="445"/>
                  </a:lnTo>
                  <a:lnTo>
                    <a:pt x="551" y="445"/>
                  </a:lnTo>
                  <a:lnTo>
                    <a:pt x="551" y="445"/>
                  </a:lnTo>
                  <a:lnTo>
                    <a:pt x="551" y="443"/>
                  </a:lnTo>
                  <a:lnTo>
                    <a:pt x="551" y="443"/>
                  </a:lnTo>
                  <a:lnTo>
                    <a:pt x="551" y="443"/>
                  </a:lnTo>
                  <a:lnTo>
                    <a:pt x="551" y="443"/>
                  </a:lnTo>
                  <a:lnTo>
                    <a:pt x="551" y="443"/>
                  </a:lnTo>
                  <a:lnTo>
                    <a:pt x="551" y="440"/>
                  </a:lnTo>
                  <a:lnTo>
                    <a:pt x="551" y="438"/>
                  </a:lnTo>
                  <a:lnTo>
                    <a:pt x="551" y="438"/>
                  </a:lnTo>
                  <a:lnTo>
                    <a:pt x="549" y="433"/>
                  </a:lnTo>
                  <a:lnTo>
                    <a:pt x="549" y="433"/>
                  </a:lnTo>
                  <a:lnTo>
                    <a:pt x="546" y="433"/>
                  </a:lnTo>
                  <a:lnTo>
                    <a:pt x="546" y="433"/>
                  </a:lnTo>
                  <a:lnTo>
                    <a:pt x="546" y="436"/>
                  </a:lnTo>
                  <a:lnTo>
                    <a:pt x="544" y="436"/>
                  </a:lnTo>
                  <a:lnTo>
                    <a:pt x="544" y="436"/>
                  </a:lnTo>
                  <a:lnTo>
                    <a:pt x="544" y="436"/>
                  </a:lnTo>
                  <a:lnTo>
                    <a:pt x="544" y="433"/>
                  </a:lnTo>
                  <a:lnTo>
                    <a:pt x="544" y="433"/>
                  </a:lnTo>
                  <a:lnTo>
                    <a:pt x="544" y="433"/>
                  </a:lnTo>
                  <a:lnTo>
                    <a:pt x="544" y="433"/>
                  </a:lnTo>
                  <a:lnTo>
                    <a:pt x="544" y="433"/>
                  </a:lnTo>
                  <a:lnTo>
                    <a:pt x="544" y="431"/>
                  </a:lnTo>
                  <a:lnTo>
                    <a:pt x="544" y="431"/>
                  </a:lnTo>
                  <a:lnTo>
                    <a:pt x="544" y="431"/>
                  </a:lnTo>
                  <a:lnTo>
                    <a:pt x="544" y="431"/>
                  </a:lnTo>
                  <a:lnTo>
                    <a:pt x="544" y="431"/>
                  </a:lnTo>
                  <a:lnTo>
                    <a:pt x="544" y="431"/>
                  </a:lnTo>
                  <a:lnTo>
                    <a:pt x="544" y="431"/>
                  </a:lnTo>
                  <a:lnTo>
                    <a:pt x="544" y="431"/>
                  </a:lnTo>
                  <a:lnTo>
                    <a:pt x="544" y="428"/>
                  </a:lnTo>
                  <a:lnTo>
                    <a:pt x="544" y="428"/>
                  </a:lnTo>
                  <a:lnTo>
                    <a:pt x="544" y="428"/>
                  </a:lnTo>
                  <a:lnTo>
                    <a:pt x="544" y="428"/>
                  </a:lnTo>
                  <a:lnTo>
                    <a:pt x="544" y="426"/>
                  </a:lnTo>
                  <a:lnTo>
                    <a:pt x="544" y="426"/>
                  </a:lnTo>
                  <a:lnTo>
                    <a:pt x="544" y="426"/>
                  </a:lnTo>
                  <a:lnTo>
                    <a:pt x="544" y="426"/>
                  </a:lnTo>
                  <a:lnTo>
                    <a:pt x="541" y="426"/>
                  </a:lnTo>
                  <a:lnTo>
                    <a:pt x="541" y="424"/>
                  </a:lnTo>
                  <a:lnTo>
                    <a:pt x="541" y="424"/>
                  </a:lnTo>
                  <a:lnTo>
                    <a:pt x="541" y="424"/>
                  </a:lnTo>
                  <a:lnTo>
                    <a:pt x="539" y="424"/>
                  </a:lnTo>
                  <a:lnTo>
                    <a:pt x="539" y="424"/>
                  </a:lnTo>
                  <a:lnTo>
                    <a:pt x="539" y="421"/>
                  </a:lnTo>
                  <a:lnTo>
                    <a:pt x="539" y="421"/>
                  </a:lnTo>
                  <a:lnTo>
                    <a:pt x="539" y="421"/>
                  </a:lnTo>
                  <a:lnTo>
                    <a:pt x="541" y="421"/>
                  </a:lnTo>
                  <a:lnTo>
                    <a:pt x="541" y="421"/>
                  </a:lnTo>
                  <a:lnTo>
                    <a:pt x="541" y="421"/>
                  </a:lnTo>
                  <a:lnTo>
                    <a:pt x="544" y="424"/>
                  </a:lnTo>
                  <a:lnTo>
                    <a:pt x="544" y="424"/>
                  </a:lnTo>
                  <a:lnTo>
                    <a:pt x="544" y="424"/>
                  </a:lnTo>
                  <a:lnTo>
                    <a:pt x="546" y="424"/>
                  </a:lnTo>
                  <a:lnTo>
                    <a:pt x="546" y="424"/>
                  </a:lnTo>
                  <a:lnTo>
                    <a:pt x="546" y="424"/>
                  </a:lnTo>
                  <a:lnTo>
                    <a:pt x="546" y="424"/>
                  </a:lnTo>
                  <a:lnTo>
                    <a:pt x="546" y="424"/>
                  </a:lnTo>
                  <a:lnTo>
                    <a:pt x="546" y="424"/>
                  </a:lnTo>
                  <a:lnTo>
                    <a:pt x="544" y="421"/>
                  </a:lnTo>
                  <a:lnTo>
                    <a:pt x="544" y="419"/>
                  </a:lnTo>
                  <a:lnTo>
                    <a:pt x="544" y="419"/>
                  </a:lnTo>
                  <a:lnTo>
                    <a:pt x="544" y="419"/>
                  </a:lnTo>
                  <a:lnTo>
                    <a:pt x="541" y="419"/>
                  </a:lnTo>
                  <a:lnTo>
                    <a:pt x="541" y="419"/>
                  </a:lnTo>
                  <a:lnTo>
                    <a:pt x="541" y="417"/>
                  </a:lnTo>
                  <a:lnTo>
                    <a:pt x="541" y="417"/>
                  </a:lnTo>
                  <a:lnTo>
                    <a:pt x="541" y="417"/>
                  </a:lnTo>
                  <a:lnTo>
                    <a:pt x="541" y="414"/>
                  </a:lnTo>
                  <a:lnTo>
                    <a:pt x="539" y="414"/>
                  </a:lnTo>
                  <a:lnTo>
                    <a:pt x="539" y="414"/>
                  </a:lnTo>
                  <a:lnTo>
                    <a:pt x="539" y="414"/>
                  </a:lnTo>
                  <a:lnTo>
                    <a:pt x="539" y="414"/>
                  </a:lnTo>
                  <a:lnTo>
                    <a:pt x="539" y="414"/>
                  </a:lnTo>
                  <a:lnTo>
                    <a:pt x="537" y="414"/>
                  </a:lnTo>
                  <a:lnTo>
                    <a:pt x="537" y="412"/>
                  </a:lnTo>
                  <a:lnTo>
                    <a:pt x="537" y="407"/>
                  </a:lnTo>
                  <a:lnTo>
                    <a:pt x="537" y="407"/>
                  </a:lnTo>
                  <a:lnTo>
                    <a:pt x="537" y="405"/>
                  </a:lnTo>
                  <a:lnTo>
                    <a:pt x="534" y="405"/>
                  </a:lnTo>
                  <a:lnTo>
                    <a:pt x="534" y="402"/>
                  </a:lnTo>
                  <a:lnTo>
                    <a:pt x="534" y="400"/>
                  </a:lnTo>
                  <a:lnTo>
                    <a:pt x="534" y="398"/>
                  </a:lnTo>
                  <a:lnTo>
                    <a:pt x="534" y="395"/>
                  </a:lnTo>
                  <a:lnTo>
                    <a:pt x="534" y="395"/>
                  </a:lnTo>
                  <a:lnTo>
                    <a:pt x="532" y="393"/>
                  </a:lnTo>
                  <a:lnTo>
                    <a:pt x="532" y="391"/>
                  </a:lnTo>
                  <a:lnTo>
                    <a:pt x="532" y="391"/>
                  </a:lnTo>
                  <a:lnTo>
                    <a:pt x="534" y="391"/>
                  </a:lnTo>
                  <a:lnTo>
                    <a:pt x="534" y="391"/>
                  </a:lnTo>
                  <a:lnTo>
                    <a:pt x="532" y="388"/>
                  </a:lnTo>
                  <a:lnTo>
                    <a:pt x="534" y="391"/>
                  </a:lnTo>
                  <a:lnTo>
                    <a:pt x="534" y="391"/>
                  </a:lnTo>
                  <a:lnTo>
                    <a:pt x="534" y="391"/>
                  </a:lnTo>
                  <a:lnTo>
                    <a:pt x="534" y="391"/>
                  </a:lnTo>
                  <a:lnTo>
                    <a:pt x="534" y="388"/>
                  </a:lnTo>
                  <a:lnTo>
                    <a:pt x="537" y="391"/>
                  </a:lnTo>
                  <a:lnTo>
                    <a:pt x="537" y="388"/>
                  </a:lnTo>
                  <a:lnTo>
                    <a:pt x="537" y="386"/>
                  </a:lnTo>
                  <a:lnTo>
                    <a:pt x="537" y="386"/>
                  </a:lnTo>
                  <a:lnTo>
                    <a:pt x="537" y="386"/>
                  </a:lnTo>
                  <a:lnTo>
                    <a:pt x="537" y="386"/>
                  </a:lnTo>
                  <a:lnTo>
                    <a:pt x="537" y="386"/>
                  </a:lnTo>
                  <a:lnTo>
                    <a:pt x="537" y="386"/>
                  </a:lnTo>
                  <a:lnTo>
                    <a:pt x="537" y="383"/>
                  </a:lnTo>
                  <a:lnTo>
                    <a:pt x="539" y="379"/>
                  </a:lnTo>
                  <a:lnTo>
                    <a:pt x="541" y="376"/>
                  </a:lnTo>
                  <a:lnTo>
                    <a:pt x="541" y="376"/>
                  </a:lnTo>
                  <a:lnTo>
                    <a:pt x="541" y="374"/>
                  </a:lnTo>
                  <a:lnTo>
                    <a:pt x="541" y="374"/>
                  </a:lnTo>
                  <a:lnTo>
                    <a:pt x="541" y="374"/>
                  </a:lnTo>
                  <a:lnTo>
                    <a:pt x="541" y="374"/>
                  </a:lnTo>
                  <a:lnTo>
                    <a:pt x="541" y="372"/>
                  </a:lnTo>
                  <a:lnTo>
                    <a:pt x="539" y="369"/>
                  </a:lnTo>
                  <a:lnTo>
                    <a:pt x="539" y="369"/>
                  </a:lnTo>
                  <a:lnTo>
                    <a:pt x="541" y="367"/>
                  </a:lnTo>
                  <a:lnTo>
                    <a:pt x="541" y="367"/>
                  </a:lnTo>
                  <a:lnTo>
                    <a:pt x="541" y="365"/>
                  </a:lnTo>
                  <a:lnTo>
                    <a:pt x="539" y="365"/>
                  </a:lnTo>
                  <a:lnTo>
                    <a:pt x="539" y="362"/>
                  </a:lnTo>
                  <a:lnTo>
                    <a:pt x="537" y="362"/>
                  </a:lnTo>
                  <a:lnTo>
                    <a:pt x="537" y="362"/>
                  </a:lnTo>
                  <a:lnTo>
                    <a:pt x="537" y="362"/>
                  </a:lnTo>
                  <a:lnTo>
                    <a:pt x="537" y="362"/>
                  </a:lnTo>
                  <a:lnTo>
                    <a:pt x="537" y="360"/>
                  </a:lnTo>
                  <a:lnTo>
                    <a:pt x="534" y="360"/>
                  </a:lnTo>
                  <a:lnTo>
                    <a:pt x="534" y="362"/>
                  </a:lnTo>
                  <a:lnTo>
                    <a:pt x="534" y="365"/>
                  </a:lnTo>
                  <a:lnTo>
                    <a:pt x="532" y="365"/>
                  </a:lnTo>
                  <a:lnTo>
                    <a:pt x="532" y="365"/>
                  </a:lnTo>
                  <a:lnTo>
                    <a:pt x="534" y="362"/>
                  </a:lnTo>
                  <a:lnTo>
                    <a:pt x="534" y="362"/>
                  </a:lnTo>
                  <a:lnTo>
                    <a:pt x="532" y="360"/>
                  </a:lnTo>
                  <a:lnTo>
                    <a:pt x="532" y="360"/>
                  </a:lnTo>
                  <a:lnTo>
                    <a:pt x="532" y="357"/>
                  </a:lnTo>
                  <a:lnTo>
                    <a:pt x="532" y="357"/>
                  </a:lnTo>
                  <a:lnTo>
                    <a:pt x="532" y="355"/>
                  </a:lnTo>
                  <a:lnTo>
                    <a:pt x="532" y="355"/>
                  </a:lnTo>
                  <a:lnTo>
                    <a:pt x="532" y="353"/>
                  </a:lnTo>
                  <a:lnTo>
                    <a:pt x="532" y="348"/>
                  </a:lnTo>
                  <a:lnTo>
                    <a:pt x="534" y="346"/>
                  </a:lnTo>
                  <a:lnTo>
                    <a:pt x="534" y="343"/>
                  </a:lnTo>
                  <a:lnTo>
                    <a:pt x="537" y="343"/>
                  </a:lnTo>
                  <a:lnTo>
                    <a:pt x="537" y="341"/>
                  </a:lnTo>
                  <a:lnTo>
                    <a:pt x="537" y="341"/>
                  </a:lnTo>
                  <a:lnTo>
                    <a:pt x="537" y="341"/>
                  </a:lnTo>
                  <a:lnTo>
                    <a:pt x="537" y="339"/>
                  </a:lnTo>
                  <a:lnTo>
                    <a:pt x="534" y="339"/>
                  </a:lnTo>
                  <a:lnTo>
                    <a:pt x="534" y="339"/>
                  </a:lnTo>
                  <a:lnTo>
                    <a:pt x="534" y="339"/>
                  </a:lnTo>
                  <a:lnTo>
                    <a:pt x="537" y="339"/>
                  </a:lnTo>
                  <a:lnTo>
                    <a:pt x="537" y="339"/>
                  </a:lnTo>
                  <a:lnTo>
                    <a:pt x="537" y="336"/>
                  </a:lnTo>
                  <a:lnTo>
                    <a:pt x="537" y="336"/>
                  </a:lnTo>
                  <a:lnTo>
                    <a:pt x="537" y="336"/>
                  </a:lnTo>
                  <a:lnTo>
                    <a:pt x="537" y="336"/>
                  </a:lnTo>
                  <a:lnTo>
                    <a:pt x="537" y="336"/>
                  </a:lnTo>
                  <a:lnTo>
                    <a:pt x="537" y="336"/>
                  </a:lnTo>
                  <a:lnTo>
                    <a:pt x="539" y="336"/>
                  </a:lnTo>
                  <a:lnTo>
                    <a:pt x="539" y="334"/>
                  </a:lnTo>
                  <a:lnTo>
                    <a:pt x="539" y="334"/>
                  </a:lnTo>
                  <a:lnTo>
                    <a:pt x="539" y="334"/>
                  </a:lnTo>
                  <a:lnTo>
                    <a:pt x="539" y="331"/>
                  </a:lnTo>
                  <a:lnTo>
                    <a:pt x="539" y="331"/>
                  </a:lnTo>
                  <a:lnTo>
                    <a:pt x="541" y="331"/>
                  </a:lnTo>
                  <a:lnTo>
                    <a:pt x="541" y="331"/>
                  </a:lnTo>
                  <a:lnTo>
                    <a:pt x="544" y="329"/>
                  </a:lnTo>
                  <a:lnTo>
                    <a:pt x="544" y="331"/>
                  </a:lnTo>
                  <a:lnTo>
                    <a:pt x="544" y="331"/>
                  </a:lnTo>
                  <a:lnTo>
                    <a:pt x="544" y="331"/>
                  </a:lnTo>
                  <a:lnTo>
                    <a:pt x="544" y="331"/>
                  </a:lnTo>
                  <a:lnTo>
                    <a:pt x="544" y="329"/>
                  </a:lnTo>
                  <a:lnTo>
                    <a:pt x="546" y="329"/>
                  </a:lnTo>
                  <a:lnTo>
                    <a:pt x="546" y="327"/>
                  </a:lnTo>
                  <a:lnTo>
                    <a:pt x="546" y="327"/>
                  </a:lnTo>
                  <a:lnTo>
                    <a:pt x="546" y="327"/>
                  </a:lnTo>
                  <a:lnTo>
                    <a:pt x="546" y="322"/>
                  </a:lnTo>
                  <a:lnTo>
                    <a:pt x="546" y="322"/>
                  </a:lnTo>
                  <a:lnTo>
                    <a:pt x="546" y="322"/>
                  </a:lnTo>
                  <a:lnTo>
                    <a:pt x="546" y="322"/>
                  </a:lnTo>
                  <a:lnTo>
                    <a:pt x="546" y="322"/>
                  </a:lnTo>
                  <a:lnTo>
                    <a:pt x="546" y="322"/>
                  </a:lnTo>
                  <a:lnTo>
                    <a:pt x="544" y="317"/>
                  </a:lnTo>
                  <a:lnTo>
                    <a:pt x="544" y="315"/>
                  </a:lnTo>
                  <a:lnTo>
                    <a:pt x="544" y="315"/>
                  </a:lnTo>
                  <a:lnTo>
                    <a:pt x="541" y="315"/>
                  </a:lnTo>
                  <a:lnTo>
                    <a:pt x="541" y="315"/>
                  </a:lnTo>
                  <a:lnTo>
                    <a:pt x="539" y="315"/>
                  </a:lnTo>
                  <a:lnTo>
                    <a:pt x="539" y="312"/>
                  </a:lnTo>
                  <a:lnTo>
                    <a:pt x="539" y="312"/>
                  </a:lnTo>
                  <a:lnTo>
                    <a:pt x="537" y="312"/>
                  </a:lnTo>
                  <a:lnTo>
                    <a:pt x="537" y="312"/>
                  </a:lnTo>
                  <a:lnTo>
                    <a:pt x="534" y="312"/>
                  </a:lnTo>
                  <a:lnTo>
                    <a:pt x="534" y="312"/>
                  </a:lnTo>
                  <a:lnTo>
                    <a:pt x="532" y="312"/>
                  </a:lnTo>
                  <a:lnTo>
                    <a:pt x="534" y="312"/>
                  </a:lnTo>
                  <a:lnTo>
                    <a:pt x="534" y="312"/>
                  </a:lnTo>
                  <a:lnTo>
                    <a:pt x="534" y="312"/>
                  </a:lnTo>
                  <a:lnTo>
                    <a:pt x="532" y="312"/>
                  </a:lnTo>
                  <a:lnTo>
                    <a:pt x="532" y="310"/>
                  </a:lnTo>
                  <a:lnTo>
                    <a:pt x="532" y="308"/>
                  </a:lnTo>
                  <a:lnTo>
                    <a:pt x="532" y="308"/>
                  </a:lnTo>
                  <a:lnTo>
                    <a:pt x="532" y="308"/>
                  </a:lnTo>
                  <a:lnTo>
                    <a:pt x="530" y="308"/>
                  </a:lnTo>
                  <a:lnTo>
                    <a:pt x="530" y="305"/>
                  </a:lnTo>
                  <a:lnTo>
                    <a:pt x="530" y="303"/>
                  </a:lnTo>
                  <a:lnTo>
                    <a:pt x="530" y="303"/>
                  </a:lnTo>
                  <a:lnTo>
                    <a:pt x="530" y="303"/>
                  </a:lnTo>
                  <a:lnTo>
                    <a:pt x="530" y="303"/>
                  </a:lnTo>
                  <a:lnTo>
                    <a:pt x="527" y="301"/>
                  </a:lnTo>
                  <a:lnTo>
                    <a:pt x="527" y="301"/>
                  </a:lnTo>
                  <a:lnTo>
                    <a:pt x="527" y="301"/>
                  </a:lnTo>
                  <a:lnTo>
                    <a:pt x="525" y="298"/>
                  </a:lnTo>
                  <a:lnTo>
                    <a:pt x="525" y="298"/>
                  </a:lnTo>
                  <a:lnTo>
                    <a:pt x="525" y="298"/>
                  </a:lnTo>
                  <a:lnTo>
                    <a:pt x="522" y="296"/>
                  </a:lnTo>
                  <a:lnTo>
                    <a:pt x="520" y="294"/>
                  </a:lnTo>
                  <a:lnTo>
                    <a:pt x="518" y="294"/>
                  </a:lnTo>
                  <a:lnTo>
                    <a:pt x="518" y="291"/>
                  </a:lnTo>
                  <a:lnTo>
                    <a:pt x="518" y="294"/>
                  </a:lnTo>
                  <a:lnTo>
                    <a:pt x="518" y="294"/>
                  </a:lnTo>
                  <a:lnTo>
                    <a:pt x="520" y="294"/>
                  </a:lnTo>
                  <a:lnTo>
                    <a:pt x="520" y="294"/>
                  </a:lnTo>
                  <a:lnTo>
                    <a:pt x="518" y="294"/>
                  </a:lnTo>
                  <a:lnTo>
                    <a:pt x="518" y="294"/>
                  </a:lnTo>
                  <a:lnTo>
                    <a:pt x="518" y="294"/>
                  </a:lnTo>
                  <a:lnTo>
                    <a:pt x="515" y="294"/>
                  </a:lnTo>
                  <a:lnTo>
                    <a:pt x="515" y="294"/>
                  </a:lnTo>
                  <a:lnTo>
                    <a:pt x="515" y="294"/>
                  </a:lnTo>
                  <a:lnTo>
                    <a:pt x="515" y="294"/>
                  </a:lnTo>
                  <a:lnTo>
                    <a:pt x="515" y="291"/>
                  </a:lnTo>
                  <a:lnTo>
                    <a:pt x="515" y="291"/>
                  </a:lnTo>
                  <a:lnTo>
                    <a:pt x="513" y="291"/>
                  </a:lnTo>
                  <a:lnTo>
                    <a:pt x="513" y="291"/>
                  </a:lnTo>
                  <a:lnTo>
                    <a:pt x="513" y="291"/>
                  </a:lnTo>
                  <a:lnTo>
                    <a:pt x="513" y="291"/>
                  </a:lnTo>
                  <a:lnTo>
                    <a:pt x="513" y="291"/>
                  </a:lnTo>
                  <a:lnTo>
                    <a:pt x="513" y="289"/>
                  </a:lnTo>
                  <a:lnTo>
                    <a:pt x="513" y="289"/>
                  </a:lnTo>
                  <a:lnTo>
                    <a:pt x="513" y="289"/>
                  </a:lnTo>
                  <a:lnTo>
                    <a:pt x="511" y="289"/>
                  </a:lnTo>
                  <a:lnTo>
                    <a:pt x="511" y="289"/>
                  </a:lnTo>
                  <a:lnTo>
                    <a:pt x="511" y="289"/>
                  </a:lnTo>
                  <a:lnTo>
                    <a:pt x="508" y="286"/>
                  </a:lnTo>
                  <a:lnTo>
                    <a:pt x="508" y="284"/>
                  </a:lnTo>
                  <a:lnTo>
                    <a:pt x="508" y="282"/>
                  </a:lnTo>
                  <a:lnTo>
                    <a:pt x="508" y="282"/>
                  </a:lnTo>
                  <a:lnTo>
                    <a:pt x="511" y="279"/>
                  </a:lnTo>
                  <a:lnTo>
                    <a:pt x="511" y="279"/>
                  </a:lnTo>
                  <a:lnTo>
                    <a:pt x="511" y="277"/>
                  </a:lnTo>
                  <a:lnTo>
                    <a:pt x="511" y="277"/>
                  </a:lnTo>
                  <a:lnTo>
                    <a:pt x="508" y="277"/>
                  </a:lnTo>
                  <a:lnTo>
                    <a:pt x="508" y="275"/>
                  </a:lnTo>
                  <a:lnTo>
                    <a:pt x="508" y="275"/>
                  </a:lnTo>
                  <a:lnTo>
                    <a:pt x="506" y="275"/>
                  </a:lnTo>
                  <a:lnTo>
                    <a:pt x="506" y="272"/>
                  </a:lnTo>
                  <a:lnTo>
                    <a:pt x="506" y="272"/>
                  </a:lnTo>
                  <a:lnTo>
                    <a:pt x="506" y="272"/>
                  </a:lnTo>
                  <a:lnTo>
                    <a:pt x="506" y="270"/>
                  </a:lnTo>
                  <a:lnTo>
                    <a:pt x="506" y="270"/>
                  </a:lnTo>
                  <a:lnTo>
                    <a:pt x="506" y="268"/>
                  </a:lnTo>
                  <a:lnTo>
                    <a:pt x="506" y="268"/>
                  </a:lnTo>
                  <a:lnTo>
                    <a:pt x="506" y="265"/>
                  </a:lnTo>
                  <a:lnTo>
                    <a:pt x="506" y="265"/>
                  </a:lnTo>
                  <a:lnTo>
                    <a:pt x="506" y="265"/>
                  </a:lnTo>
                  <a:lnTo>
                    <a:pt x="508" y="265"/>
                  </a:lnTo>
                  <a:lnTo>
                    <a:pt x="508" y="265"/>
                  </a:lnTo>
                  <a:lnTo>
                    <a:pt x="508" y="263"/>
                  </a:lnTo>
                  <a:lnTo>
                    <a:pt x="508" y="260"/>
                  </a:lnTo>
                  <a:lnTo>
                    <a:pt x="508" y="258"/>
                  </a:lnTo>
                  <a:lnTo>
                    <a:pt x="508" y="258"/>
                  </a:lnTo>
                  <a:lnTo>
                    <a:pt x="511" y="256"/>
                  </a:lnTo>
                  <a:lnTo>
                    <a:pt x="511" y="253"/>
                  </a:lnTo>
                  <a:lnTo>
                    <a:pt x="511" y="253"/>
                  </a:lnTo>
                  <a:lnTo>
                    <a:pt x="511" y="253"/>
                  </a:lnTo>
                  <a:lnTo>
                    <a:pt x="511" y="251"/>
                  </a:lnTo>
                  <a:lnTo>
                    <a:pt x="513" y="249"/>
                  </a:lnTo>
                  <a:lnTo>
                    <a:pt x="511" y="249"/>
                  </a:lnTo>
                  <a:lnTo>
                    <a:pt x="513" y="246"/>
                  </a:lnTo>
                  <a:lnTo>
                    <a:pt x="515" y="244"/>
                  </a:lnTo>
                  <a:lnTo>
                    <a:pt x="515" y="241"/>
                  </a:lnTo>
                  <a:lnTo>
                    <a:pt x="518" y="239"/>
                  </a:lnTo>
                  <a:lnTo>
                    <a:pt x="518" y="239"/>
                  </a:lnTo>
                  <a:lnTo>
                    <a:pt x="518" y="239"/>
                  </a:lnTo>
                  <a:lnTo>
                    <a:pt x="515" y="237"/>
                  </a:lnTo>
                  <a:lnTo>
                    <a:pt x="515" y="237"/>
                  </a:lnTo>
                  <a:lnTo>
                    <a:pt x="515" y="237"/>
                  </a:lnTo>
                  <a:lnTo>
                    <a:pt x="518" y="237"/>
                  </a:lnTo>
                  <a:lnTo>
                    <a:pt x="518" y="237"/>
                  </a:lnTo>
                  <a:lnTo>
                    <a:pt x="518" y="237"/>
                  </a:lnTo>
                  <a:lnTo>
                    <a:pt x="518" y="234"/>
                  </a:lnTo>
                  <a:lnTo>
                    <a:pt x="520" y="234"/>
                  </a:lnTo>
                  <a:lnTo>
                    <a:pt x="522" y="227"/>
                  </a:lnTo>
                  <a:lnTo>
                    <a:pt x="520" y="227"/>
                  </a:lnTo>
                  <a:lnTo>
                    <a:pt x="520" y="227"/>
                  </a:lnTo>
                  <a:lnTo>
                    <a:pt x="520" y="227"/>
                  </a:lnTo>
                  <a:lnTo>
                    <a:pt x="520" y="227"/>
                  </a:lnTo>
                  <a:lnTo>
                    <a:pt x="520" y="227"/>
                  </a:lnTo>
                  <a:lnTo>
                    <a:pt x="520" y="225"/>
                  </a:lnTo>
                  <a:lnTo>
                    <a:pt x="522" y="223"/>
                  </a:lnTo>
                  <a:lnTo>
                    <a:pt x="522" y="223"/>
                  </a:lnTo>
                  <a:lnTo>
                    <a:pt x="525" y="220"/>
                  </a:lnTo>
                  <a:lnTo>
                    <a:pt x="525" y="220"/>
                  </a:lnTo>
                  <a:lnTo>
                    <a:pt x="525" y="220"/>
                  </a:lnTo>
                  <a:lnTo>
                    <a:pt x="525" y="218"/>
                  </a:lnTo>
                  <a:lnTo>
                    <a:pt x="525" y="218"/>
                  </a:lnTo>
                  <a:lnTo>
                    <a:pt x="522" y="218"/>
                  </a:lnTo>
                  <a:lnTo>
                    <a:pt x="522" y="218"/>
                  </a:lnTo>
                  <a:lnTo>
                    <a:pt x="522" y="218"/>
                  </a:lnTo>
                  <a:lnTo>
                    <a:pt x="522" y="215"/>
                  </a:lnTo>
                  <a:lnTo>
                    <a:pt x="522" y="215"/>
                  </a:lnTo>
                  <a:lnTo>
                    <a:pt x="522" y="215"/>
                  </a:lnTo>
                  <a:lnTo>
                    <a:pt x="525" y="215"/>
                  </a:lnTo>
                  <a:lnTo>
                    <a:pt x="525" y="215"/>
                  </a:lnTo>
                  <a:lnTo>
                    <a:pt x="525" y="215"/>
                  </a:lnTo>
                  <a:lnTo>
                    <a:pt x="525" y="213"/>
                  </a:lnTo>
                  <a:lnTo>
                    <a:pt x="525" y="211"/>
                  </a:lnTo>
                  <a:lnTo>
                    <a:pt x="522" y="211"/>
                  </a:lnTo>
                  <a:lnTo>
                    <a:pt x="525" y="211"/>
                  </a:lnTo>
                  <a:lnTo>
                    <a:pt x="525" y="208"/>
                  </a:lnTo>
                  <a:lnTo>
                    <a:pt x="525" y="206"/>
                  </a:lnTo>
                  <a:lnTo>
                    <a:pt x="527" y="208"/>
                  </a:lnTo>
                  <a:lnTo>
                    <a:pt x="527" y="208"/>
                  </a:lnTo>
                  <a:lnTo>
                    <a:pt x="525" y="208"/>
                  </a:lnTo>
                  <a:lnTo>
                    <a:pt x="525" y="211"/>
                  </a:lnTo>
                  <a:lnTo>
                    <a:pt x="525" y="211"/>
                  </a:lnTo>
                  <a:lnTo>
                    <a:pt x="527" y="211"/>
                  </a:lnTo>
                  <a:lnTo>
                    <a:pt x="527" y="208"/>
                  </a:lnTo>
                  <a:lnTo>
                    <a:pt x="530" y="206"/>
                  </a:lnTo>
                  <a:lnTo>
                    <a:pt x="530" y="206"/>
                  </a:lnTo>
                  <a:lnTo>
                    <a:pt x="530" y="204"/>
                  </a:lnTo>
                  <a:lnTo>
                    <a:pt x="530" y="204"/>
                  </a:lnTo>
                  <a:lnTo>
                    <a:pt x="527" y="204"/>
                  </a:lnTo>
                  <a:lnTo>
                    <a:pt x="527" y="204"/>
                  </a:lnTo>
                  <a:lnTo>
                    <a:pt x="527" y="204"/>
                  </a:lnTo>
                  <a:lnTo>
                    <a:pt x="527" y="201"/>
                  </a:lnTo>
                  <a:lnTo>
                    <a:pt x="530" y="201"/>
                  </a:lnTo>
                  <a:lnTo>
                    <a:pt x="530" y="199"/>
                  </a:lnTo>
                  <a:lnTo>
                    <a:pt x="530" y="199"/>
                  </a:lnTo>
                  <a:lnTo>
                    <a:pt x="527" y="197"/>
                  </a:lnTo>
                  <a:lnTo>
                    <a:pt x="527" y="197"/>
                  </a:lnTo>
                  <a:lnTo>
                    <a:pt x="522" y="194"/>
                  </a:lnTo>
                  <a:lnTo>
                    <a:pt x="518" y="192"/>
                  </a:lnTo>
                  <a:lnTo>
                    <a:pt x="513" y="187"/>
                  </a:lnTo>
                  <a:lnTo>
                    <a:pt x="508" y="185"/>
                  </a:lnTo>
                  <a:lnTo>
                    <a:pt x="504" y="180"/>
                  </a:lnTo>
                  <a:lnTo>
                    <a:pt x="501" y="178"/>
                  </a:lnTo>
                  <a:lnTo>
                    <a:pt x="496" y="175"/>
                  </a:lnTo>
                  <a:lnTo>
                    <a:pt x="492" y="170"/>
                  </a:lnTo>
                  <a:lnTo>
                    <a:pt x="487" y="168"/>
                  </a:lnTo>
                  <a:lnTo>
                    <a:pt x="487" y="168"/>
                  </a:lnTo>
                  <a:lnTo>
                    <a:pt x="482" y="163"/>
                  </a:lnTo>
                  <a:lnTo>
                    <a:pt x="478" y="161"/>
                  </a:lnTo>
                  <a:lnTo>
                    <a:pt x="473" y="159"/>
                  </a:lnTo>
                  <a:lnTo>
                    <a:pt x="468" y="154"/>
                  </a:lnTo>
                  <a:lnTo>
                    <a:pt x="463" y="152"/>
                  </a:lnTo>
                  <a:lnTo>
                    <a:pt x="459" y="149"/>
                  </a:lnTo>
                  <a:lnTo>
                    <a:pt x="454" y="144"/>
                  </a:lnTo>
                  <a:lnTo>
                    <a:pt x="452" y="142"/>
                  </a:lnTo>
                  <a:lnTo>
                    <a:pt x="452" y="142"/>
                  </a:lnTo>
                  <a:lnTo>
                    <a:pt x="449" y="140"/>
                  </a:lnTo>
                  <a:lnTo>
                    <a:pt x="449" y="137"/>
                  </a:lnTo>
                  <a:lnTo>
                    <a:pt x="449" y="137"/>
                  </a:lnTo>
                  <a:lnTo>
                    <a:pt x="449" y="135"/>
                  </a:lnTo>
                  <a:lnTo>
                    <a:pt x="447" y="135"/>
                  </a:lnTo>
                  <a:lnTo>
                    <a:pt x="447" y="135"/>
                  </a:lnTo>
                  <a:lnTo>
                    <a:pt x="444" y="135"/>
                  </a:lnTo>
                  <a:lnTo>
                    <a:pt x="442" y="135"/>
                  </a:lnTo>
                  <a:lnTo>
                    <a:pt x="442" y="135"/>
                  </a:lnTo>
                  <a:lnTo>
                    <a:pt x="442" y="133"/>
                  </a:lnTo>
                  <a:lnTo>
                    <a:pt x="442" y="133"/>
                  </a:lnTo>
                  <a:lnTo>
                    <a:pt x="442" y="133"/>
                  </a:lnTo>
                  <a:lnTo>
                    <a:pt x="442" y="133"/>
                  </a:lnTo>
                  <a:lnTo>
                    <a:pt x="442" y="133"/>
                  </a:lnTo>
                  <a:lnTo>
                    <a:pt x="442" y="130"/>
                  </a:lnTo>
                  <a:lnTo>
                    <a:pt x="442" y="130"/>
                  </a:lnTo>
                  <a:lnTo>
                    <a:pt x="442" y="130"/>
                  </a:lnTo>
                  <a:lnTo>
                    <a:pt x="442" y="130"/>
                  </a:lnTo>
                  <a:lnTo>
                    <a:pt x="442" y="128"/>
                  </a:lnTo>
                  <a:lnTo>
                    <a:pt x="444" y="128"/>
                  </a:lnTo>
                  <a:lnTo>
                    <a:pt x="444" y="128"/>
                  </a:lnTo>
                  <a:lnTo>
                    <a:pt x="447" y="128"/>
                  </a:lnTo>
                  <a:lnTo>
                    <a:pt x="447" y="126"/>
                  </a:lnTo>
                  <a:lnTo>
                    <a:pt x="447" y="126"/>
                  </a:lnTo>
                  <a:lnTo>
                    <a:pt x="447" y="126"/>
                  </a:lnTo>
                  <a:lnTo>
                    <a:pt x="447" y="126"/>
                  </a:lnTo>
                  <a:lnTo>
                    <a:pt x="447" y="118"/>
                  </a:lnTo>
                  <a:lnTo>
                    <a:pt x="447" y="118"/>
                  </a:lnTo>
                  <a:lnTo>
                    <a:pt x="447" y="111"/>
                  </a:lnTo>
                  <a:lnTo>
                    <a:pt x="444" y="111"/>
                  </a:lnTo>
                  <a:lnTo>
                    <a:pt x="440" y="109"/>
                  </a:lnTo>
                  <a:lnTo>
                    <a:pt x="433" y="104"/>
                  </a:lnTo>
                  <a:lnTo>
                    <a:pt x="428" y="102"/>
                  </a:lnTo>
                  <a:lnTo>
                    <a:pt x="418" y="95"/>
                  </a:lnTo>
                  <a:lnTo>
                    <a:pt x="407" y="88"/>
                  </a:lnTo>
                  <a:lnTo>
                    <a:pt x="395" y="83"/>
                  </a:lnTo>
                  <a:lnTo>
                    <a:pt x="383" y="76"/>
                  </a:lnTo>
                  <a:lnTo>
                    <a:pt x="371" y="69"/>
                  </a:lnTo>
                  <a:lnTo>
                    <a:pt x="359" y="64"/>
                  </a:lnTo>
                  <a:lnTo>
                    <a:pt x="350" y="57"/>
                  </a:lnTo>
                  <a:lnTo>
                    <a:pt x="338" y="50"/>
                  </a:lnTo>
                  <a:lnTo>
                    <a:pt x="326" y="45"/>
                  </a:lnTo>
                  <a:lnTo>
                    <a:pt x="317" y="40"/>
                  </a:lnTo>
                  <a:lnTo>
                    <a:pt x="314" y="38"/>
                  </a:lnTo>
                  <a:lnTo>
                    <a:pt x="302" y="31"/>
                  </a:lnTo>
                  <a:lnTo>
                    <a:pt x="291" y="26"/>
                  </a:lnTo>
                  <a:lnTo>
                    <a:pt x="288" y="24"/>
                  </a:lnTo>
                  <a:lnTo>
                    <a:pt x="279" y="19"/>
                  </a:lnTo>
                  <a:lnTo>
                    <a:pt x="269" y="12"/>
                  </a:lnTo>
                  <a:lnTo>
                    <a:pt x="257" y="5"/>
                  </a:lnTo>
                  <a:lnTo>
                    <a:pt x="253" y="5"/>
                  </a:lnTo>
                  <a:lnTo>
                    <a:pt x="250" y="2"/>
                  </a:lnTo>
                  <a:lnTo>
                    <a:pt x="250" y="2"/>
                  </a:lnTo>
                  <a:lnTo>
                    <a:pt x="250" y="2"/>
                  </a:lnTo>
                  <a:lnTo>
                    <a:pt x="248" y="2"/>
                  </a:lnTo>
                  <a:lnTo>
                    <a:pt x="248" y="2"/>
                  </a:lnTo>
                  <a:lnTo>
                    <a:pt x="80" y="2"/>
                  </a:lnTo>
                  <a:lnTo>
                    <a:pt x="80" y="2"/>
                  </a:lnTo>
                  <a:lnTo>
                    <a:pt x="78" y="0"/>
                  </a:lnTo>
                  <a:lnTo>
                    <a:pt x="75" y="2"/>
                  </a:lnTo>
                  <a:lnTo>
                    <a:pt x="73" y="2"/>
                  </a:lnTo>
                  <a:lnTo>
                    <a:pt x="73" y="2"/>
                  </a:lnTo>
                  <a:lnTo>
                    <a:pt x="71" y="5"/>
                  </a:lnTo>
                  <a:lnTo>
                    <a:pt x="71" y="5"/>
                  </a:lnTo>
                  <a:lnTo>
                    <a:pt x="68" y="5"/>
                  </a:lnTo>
                  <a:lnTo>
                    <a:pt x="68" y="5"/>
                  </a:lnTo>
                  <a:lnTo>
                    <a:pt x="66" y="5"/>
                  </a:lnTo>
                  <a:lnTo>
                    <a:pt x="63" y="5"/>
                  </a:lnTo>
                  <a:lnTo>
                    <a:pt x="63" y="5"/>
                  </a:lnTo>
                  <a:lnTo>
                    <a:pt x="63" y="5"/>
                  </a:lnTo>
                  <a:lnTo>
                    <a:pt x="63" y="5"/>
                  </a:lnTo>
                  <a:lnTo>
                    <a:pt x="63" y="5"/>
                  </a:lnTo>
                  <a:lnTo>
                    <a:pt x="61" y="5"/>
                  </a:lnTo>
                  <a:lnTo>
                    <a:pt x="61" y="5"/>
                  </a:lnTo>
                  <a:lnTo>
                    <a:pt x="61" y="5"/>
                  </a:lnTo>
                  <a:lnTo>
                    <a:pt x="61" y="5"/>
                  </a:lnTo>
                  <a:lnTo>
                    <a:pt x="61" y="7"/>
                  </a:lnTo>
                  <a:lnTo>
                    <a:pt x="61" y="7"/>
                  </a:lnTo>
                  <a:lnTo>
                    <a:pt x="61" y="7"/>
                  </a:lnTo>
                  <a:lnTo>
                    <a:pt x="61" y="7"/>
                  </a:lnTo>
                  <a:lnTo>
                    <a:pt x="61" y="10"/>
                  </a:lnTo>
                  <a:lnTo>
                    <a:pt x="61" y="10"/>
                  </a:lnTo>
                  <a:lnTo>
                    <a:pt x="61" y="10"/>
                  </a:lnTo>
                  <a:lnTo>
                    <a:pt x="61" y="10"/>
                  </a:lnTo>
                  <a:lnTo>
                    <a:pt x="61" y="10"/>
                  </a:lnTo>
                  <a:lnTo>
                    <a:pt x="61" y="10"/>
                  </a:lnTo>
                  <a:lnTo>
                    <a:pt x="61" y="10"/>
                  </a:lnTo>
                  <a:lnTo>
                    <a:pt x="63" y="10"/>
                  </a:lnTo>
                  <a:lnTo>
                    <a:pt x="63" y="10"/>
                  </a:lnTo>
                  <a:lnTo>
                    <a:pt x="63" y="10"/>
                  </a:lnTo>
                  <a:lnTo>
                    <a:pt x="63" y="10"/>
                  </a:lnTo>
                  <a:lnTo>
                    <a:pt x="63" y="12"/>
                  </a:lnTo>
                  <a:lnTo>
                    <a:pt x="63" y="12"/>
                  </a:lnTo>
                  <a:lnTo>
                    <a:pt x="66" y="14"/>
                  </a:lnTo>
                  <a:lnTo>
                    <a:pt x="66" y="17"/>
                  </a:lnTo>
                  <a:lnTo>
                    <a:pt x="66" y="17"/>
                  </a:lnTo>
                  <a:lnTo>
                    <a:pt x="66" y="17"/>
                  </a:lnTo>
                  <a:lnTo>
                    <a:pt x="66" y="17"/>
                  </a:lnTo>
                  <a:lnTo>
                    <a:pt x="66" y="17"/>
                  </a:lnTo>
                  <a:lnTo>
                    <a:pt x="66" y="17"/>
                  </a:lnTo>
                  <a:lnTo>
                    <a:pt x="66" y="17"/>
                  </a:lnTo>
                  <a:lnTo>
                    <a:pt x="66" y="19"/>
                  </a:lnTo>
                  <a:lnTo>
                    <a:pt x="66" y="19"/>
                  </a:lnTo>
                  <a:lnTo>
                    <a:pt x="68" y="19"/>
                  </a:lnTo>
                  <a:lnTo>
                    <a:pt x="68" y="19"/>
                  </a:lnTo>
                  <a:lnTo>
                    <a:pt x="68" y="21"/>
                  </a:lnTo>
                  <a:lnTo>
                    <a:pt x="71" y="21"/>
                  </a:lnTo>
                  <a:lnTo>
                    <a:pt x="73" y="21"/>
                  </a:lnTo>
                  <a:lnTo>
                    <a:pt x="75" y="24"/>
                  </a:lnTo>
                  <a:lnTo>
                    <a:pt x="75" y="24"/>
                  </a:lnTo>
                  <a:lnTo>
                    <a:pt x="75" y="24"/>
                  </a:lnTo>
                  <a:lnTo>
                    <a:pt x="75" y="26"/>
                  </a:lnTo>
                  <a:lnTo>
                    <a:pt x="75" y="26"/>
                  </a:lnTo>
                  <a:lnTo>
                    <a:pt x="75" y="26"/>
                  </a:lnTo>
                  <a:lnTo>
                    <a:pt x="75" y="28"/>
                  </a:lnTo>
                  <a:lnTo>
                    <a:pt x="75" y="28"/>
                  </a:lnTo>
                  <a:lnTo>
                    <a:pt x="78" y="28"/>
                  </a:lnTo>
                  <a:lnTo>
                    <a:pt x="78" y="31"/>
                  </a:lnTo>
                  <a:lnTo>
                    <a:pt x="78" y="31"/>
                  </a:lnTo>
                  <a:lnTo>
                    <a:pt x="78" y="33"/>
                  </a:lnTo>
                  <a:lnTo>
                    <a:pt x="80" y="33"/>
                  </a:lnTo>
                  <a:lnTo>
                    <a:pt x="80" y="33"/>
                  </a:lnTo>
                  <a:lnTo>
                    <a:pt x="80" y="33"/>
                  </a:lnTo>
                  <a:lnTo>
                    <a:pt x="80" y="36"/>
                  </a:lnTo>
                  <a:lnTo>
                    <a:pt x="80" y="40"/>
                  </a:lnTo>
                  <a:lnTo>
                    <a:pt x="80" y="40"/>
                  </a:lnTo>
                  <a:lnTo>
                    <a:pt x="80" y="40"/>
                  </a:lnTo>
                  <a:lnTo>
                    <a:pt x="80" y="40"/>
                  </a:lnTo>
                  <a:lnTo>
                    <a:pt x="80" y="43"/>
                  </a:lnTo>
                  <a:lnTo>
                    <a:pt x="80" y="43"/>
                  </a:lnTo>
                  <a:lnTo>
                    <a:pt x="80" y="45"/>
                  </a:lnTo>
                  <a:lnTo>
                    <a:pt x="80" y="45"/>
                  </a:lnTo>
                  <a:lnTo>
                    <a:pt x="80" y="47"/>
                  </a:lnTo>
                  <a:lnTo>
                    <a:pt x="80" y="47"/>
                  </a:lnTo>
                  <a:lnTo>
                    <a:pt x="80" y="47"/>
                  </a:lnTo>
                  <a:lnTo>
                    <a:pt x="80" y="50"/>
                  </a:lnTo>
                  <a:lnTo>
                    <a:pt x="80" y="50"/>
                  </a:lnTo>
                  <a:lnTo>
                    <a:pt x="80" y="50"/>
                  </a:lnTo>
                  <a:lnTo>
                    <a:pt x="78" y="52"/>
                  </a:lnTo>
                  <a:lnTo>
                    <a:pt x="80" y="52"/>
                  </a:lnTo>
                  <a:lnTo>
                    <a:pt x="80" y="52"/>
                  </a:lnTo>
                  <a:lnTo>
                    <a:pt x="80" y="57"/>
                  </a:lnTo>
                  <a:lnTo>
                    <a:pt x="80" y="55"/>
                  </a:lnTo>
                  <a:lnTo>
                    <a:pt x="82" y="57"/>
                  </a:lnTo>
                  <a:lnTo>
                    <a:pt x="82" y="57"/>
                  </a:lnTo>
                  <a:lnTo>
                    <a:pt x="82" y="57"/>
                  </a:lnTo>
                  <a:lnTo>
                    <a:pt x="82" y="59"/>
                  </a:lnTo>
                  <a:lnTo>
                    <a:pt x="82" y="64"/>
                  </a:lnTo>
                  <a:lnTo>
                    <a:pt x="82" y="66"/>
                  </a:lnTo>
                  <a:lnTo>
                    <a:pt x="82" y="71"/>
                  </a:lnTo>
                  <a:lnTo>
                    <a:pt x="82" y="71"/>
                  </a:lnTo>
                  <a:lnTo>
                    <a:pt x="80" y="73"/>
                  </a:lnTo>
                  <a:lnTo>
                    <a:pt x="80" y="73"/>
                  </a:lnTo>
                  <a:lnTo>
                    <a:pt x="80" y="73"/>
                  </a:lnTo>
                  <a:lnTo>
                    <a:pt x="78" y="73"/>
                  </a:lnTo>
                  <a:lnTo>
                    <a:pt x="78" y="76"/>
                  </a:lnTo>
                  <a:lnTo>
                    <a:pt x="78" y="76"/>
                  </a:lnTo>
                  <a:lnTo>
                    <a:pt x="78" y="76"/>
                  </a:lnTo>
                  <a:lnTo>
                    <a:pt x="75" y="76"/>
                  </a:lnTo>
                  <a:lnTo>
                    <a:pt x="73" y="73"/>
                  </a:lnTo>
                  <a:lnTo>
                    <a:pt x="73" y="73"/>
                  </a:lnTo>
                  <a:lnTo>
                    <a:pt x="73" y="73"/>
                  </a:lnTo>
                  <a:lnTo>
                    <a:pt x="71" y="73"/>
                  </a:lnTo>
                  <a:lnTo>
                    <a:pt x="71" y="76"/>
                  </a:lnTo>
                  <a:lnTo>
                    <a:pt x="71" y="76"/>
                  </a:lnTo>
                  <a:lnTo>
                    <a:pt x="68" y="76"/>
                  </a:lnTo>
                  <a:lnTo>
                    <a:pt x="68" y="76"/>
                  </a:lnTo>
                  <a:lnTo>
                    <a:pt x="66" y="76"/>
                  </a:lnTo>
                  <a:lnTo>
                    <a:pt x="66" y="76"/>
                  </a:lnTo>
                  <a:lnTo>
                    <a:pt x="63" y="78"/>
                  </a:lnTo>
                  <a:lnTo>
                    <a:pt x="63" y="81"/>
                  </a:lnTo>
                  <a:lnTo>
                    <a:pt x="61" y="85"/>
                  </a:lnTo>
                  <a:lnTo>
                    <a:pt x="61" y="85"/>
                  </a:lnTo>
                  <a:lnTo>
                    <a:pt x="61" y="88"/>
                  </a:lnTo>
                  <a:lnTo>
                    <a:pt x="61" y="88"/>
                  </a:lnTo>
                  <a:lnTo>
                    <a:pt x="59" y="88"/>
                  </a:lnTo>
                  <a:lnTo>
                    <a:pt x="59" y="90"/>
                  </a:lnTo>
                  <a:lnTo>
                    <a:pt x="59" y="90"/>
                  </a:lnTo>
                  <a:lnTo>
                    <a:pt x="59" y="90"/>
                  </a:lnTo>
                  <a:lnTo>
                    <a:pt x="59" y="90"/>
                  </a:lnTo>
                  <a:lnTo>
                    <a:pt x="61" y="90"/>
                  </a:lnTo>
                  <a:lnTo>
                    <a:pt x="63" y="90"/>
                  </a:lnTo>
                  <a:lnTo>
                    <a:pt x="63" y="90"/>
                  </a:lnTo>
                  <a:lnTo>
                    <a:pt x="63" y="90"/>
                  </a:lnTo>
                  <a:lnTo>
                    <a:pt x="61" y="92"/>
                  </a:lnTo>
                  <a:lnTo>
                    <a:pt x="61" y="95"/>
                  </a:lnTo>
                  <a:lnTo>
                    <a:pt x="61" y="95"/>
                  </a:lnTo>
                  <a:lnTo>
                    <a:pt x="61" y="97"/>
                  </a:lnTo>
                  <a:lnTo>
                    <a:pt x="59" y="97"/>
                  </a:lnTo>
                  <a:lnTo>
                    <a:pt x="59" y="99"/>
                  </a:lnTo>
                  <a:lnTo>
                    <a:pt x="59" y="99"/>
                  </a:lnTo>
                  <a:lnTo>
                    <a:pt x="59" y="102"/>
                  </a:lnTo>
                  <a:lnTo>
                    <a:pt x="61" y="102"/>
                  </a:lnTo>
                  <a:lnTo>
                    <a:pt x="61" y="102"/>
                  </a:lnTo>
                  <a:lnTo>
                    <a:pt x="61" y="104"/>
                  </a:lnTo>
                  <a:lnTo>
                    <a:pt x="61" y="104"/>
                  </a:lnTo>
                  <a:lnTo>
                    <a:pt x="61" y="104"/>
                  </a:lnTo>
                  <a:lnTo>
                    <a:pt x="61" y="104"/>
                  </a:lnTo>
                  <a:lnTo>
                    <a:pt x="61" y="104"/>
                  </a:lnTo>
                  <a:lnTo>
                    <a:pt x="63" y="104"/>
                  </a:lnTo>
                  <a:lnTo>
                    <a:pt x="63" y="104"/>
                  </a:lnTo>
                  <a:lnTo>
                    <a:pt x="63" y="102"/>
                  </a:lnTo>
                  <a:lnTo>
                    <a:pt x="66" y="102"/>
                  </a:lnTo>
                  <a:lnTo>
                    <a:pt x="66" y="102"/>
                  </a:lnTo>
                  <a:lnTo>
                    <a:pt x="68" y="104"/>
                  </a:lnTo>
                  <a:lnTo>
                    <a:pt x="71" y="104"/>
                  </a:lnTo>
                  <a:lnTo>
                    <a:pt x="71" y="104"/>
                  </a:lnTo>
                  <a:lnTo>
                    <a:pt x="71" y="107"/>
                  </a:lnTo>
                  <a:lnTo>
                    <a:pt x="71" y="107"/>
                  </a:lnTo>
                  <a:lnTo>
                    <a:pt x="71" y="107"/>
                  </a:lnTo>
                  <a:lnTo>
                    <a:pt x="71" y="107"/>
                  </a:lnTo>
                  <a:lnTo>
                    <a:pt x="71" y="107"/>
                  </a:lnTo>
                  <a:lnTo>
                    <a:pt x="73" y="107"/>
                  </a:lnTo>
                  <a:lnTo>
                    <a:pt x="73" y="107"/>
                  </a:lnTo>
                  <a:lnTo>
                    <a:pt x="73" y="107"/>
                  </a:lnTo>
                  <a:lnTo>
                    <a:pt x="75" y="107"/>
                  </a:lnTo>
                  <a:lnTo>
                    <a:pt x="75" y="107"/>
                  </a:lnTo>
                  <a:lnTo>
                    <a:pt x="75" y="107"/>
                  </a:lnTo>
                  <a:lnTo>
                    <a:pt x="80" y="107"/>
                  </a:lnTo>
                  <a:lnTo>
                    <a:pt x="80" y="107"/>
                  </a:lnTo>
                  <a:lnTo>
                    <a:pt x="80" y="107"/>
                  </a:lnTo>
                  <a:lnTo>
                    <a:pt x="80" y="107"/>
                  </a:lnTo>
                  <a:lnTo>
                    <a:pt x="78" y="109"/>
                  </a:lnTo>
                  <a:lnTo>
                    <a:pt x="78" y="111"/>
                  </a:lnTo>
                  <a:lnTo>
                    <a:pt x="78" y="111"/>
                  </a:lnTo>
                  <a:lnTo>
                    <a:pt x="80" y="111"/>
                  </a:lnTo>
                  <a:lnTo>
                    <a:pt x="80" y="114"/>
                  </a:lnTo>
                  <a:lnTo>
                    <a:pt x="80" y="114"/>
                  </a:lnTo>
                  <a:lnTo>
                    <a:pt x="80" y="114"/>
                  </a:lnTo>
                  <a:lnTo>
                    <a:pt x="80" y="114"/>
                  </a:lnTo>
                  <a:lnTo>
                    <a:pt x="80" y="116"/>
                  </a:lnTo>
                  <a:lnTo>
                    <a:pt x="80" y="116"/>
                  </a:lnTo>
                  <a:lnTo>
                    <a:pt x="80" y="116"/>
                  </a:lnTo>
                  <a:lnTo>
                    <a:pt x="80" y="116"/>
                  </a:lnTo>
                  <a:lnTo>
                    <a:pt x="80" y="116"/>
                  </a:lnTo>
                  <a:lnTo>
                    <a:pt x="80" y="118"/>
                  </a:lnTo>
                  <a:lnTo>
                    <a:pt x="80" y="118"/>
                  </a:lnTo>
                  <a:lnTo>
                    <a:pt x="80" y="121"/>
                  </a:lnTo>
                  <a:lnTo>
                    <a:pt x="80" y="121"/>
                  </a:lnTo>
                  <a:lnTo>
                    <a:pt x="80" y="121"/>
                  </a:lnTo>
                  <a:lnTo>
                    <a:pt x="78" y="123"/>
                  </a:lnTo>
                  <a:lnTo>
                    <a:pt x="78" y="123"/>
                  </a:lnTo>
                  <a:lnTo>
                    <a:pt x="75" y="123"/>
                  </a:lnTo>
                  <a:lnTo>
                    <a:pt x="75" y="123"/>
                  </a:lnTo>
                  <a:lnTo>
                    <a:pt x="75" y="123"/>
                  </a:lnTo>
                  <a:lnTo>
                    <a:pt x="75" y="123"/>
                  </a:lnTo>
                  <a:lnTo>
                    <a:pt x="73" y="123"/>
                  </a:lnTo>
                  <a:lnTo>
                    <a:pt x="73" y="126"/>
                  </a:lnTo>
                  <a:lnTo>
                    <a:pt x="71" y="126"/>
                  </a:lnTo>
                  <a:lnTo>
                    <a:pt x="71" y="126"/>
                  </a:lnTo>
                  <a:lnTo>
                    <a:pt x="68" y="126"/>
                  </a:lnTo>
                  <a:lnTo>
                    <a:pt x="68" y="128"/>
                  </a:lnTo>
                  <a:lnTo>
                    <a:pt x="68" y="128"/>
                  </a:lnTo>
                  <a:lnTo>
                    <a:pt x="71" y="128"/>
                  </a:lnTo>
                  <a:lnTo>
                    <a:pt x="71" y="130"/>
                  </a:lnTo>
                  <a:lnTo>
                    <a:pt x="68" y="133"/>
                  </a:lnTo>
                  <a:lnTo>
                    <a:pt x="66" y="133"/>
                  </a:lnTo>
                  <a:lnTo>
                    <a:pt x="66" y="133"/>
                  </a:lnTo>
                  <a:lnTo>
                    <a:pt x="66" y="135"/>
                  </a:lnTo>
                  <a:lnTo>
                    <a:pt x="66" y="135"/>
                  </a:lnTo>
                  <a:lnTo>
                    <a:pt x="63" y="135"/>
                  </a:lnTo>
                  <a:lnTo>
                    <a:pt x="63" y="135"/>
                  </a:lnTo>
                  <a:lnTo>
                    <a:pt x="63" y="135"/>
                  </a:lnTo>
                  <a:lnTo>
                    <a:pt x="63" y="135"/>
                  </a:lnTo>
                  <a:lnTo>
                    <a:pt x="61" y="135"/>
                  </a:lnTo>
                  <a:lnTo>
                    <a:pt x="61" y="135"/>
                  </a:lnTo>
                  <a:lnTo>
                    <a:pt x="61" y="135"/>
                  </a:lnTo>
                  <a:lnTo>
                    <a:pt x="61" y="135"/>
                  </a:lnTo>
                  <a:lnTo>
                    <a:pt x="61" y="135"/>
                  </a:lnTo>
                  <a:lnTo>
                    <a:pt x="61" y="135"/>
                  </a:lnTo>
                  <a:lnTo>
                    <a:pt x="61" y="137"/>
                  </a:lnTo>
                  <a:lnTo>
                    <a:pt x="59" y="137"/>
                  </a:lnTo>
                  <a:lnTo>
                    <a:pt x="59" y="137"/>
                  </a:lnTo>
                  <a:lnTo>
                    <a:pt x="59" y="140"/>
                  </a:lnTo>
                  <a:lnTo>
                    <a:pt x="59" y="140"/>
                  </a:lnTo>
                  <a:lnTo>
                    <a:pt x="59" y="142"/>
                  </a:lnTo>
                  <a:lnTo>
                    <a:pt x="56" y="144"/>
                  </a:lnTo>
                  <a:lnTo>
                    <a:pt x="56" y="144"/>
                  </a:lnTo>
                  <a:lnTo>
                    <a:pt x="56" y="144"/>
                  </a:lnTo>
                  <a:lnTo>
                    <a:pt x="56" y="147"/>
                  </a:lnTo>
                  <a:lnTo>
                    <a:pt x="56" y="147"/>
                  </a:lnTo>
                  <a:lnTo>
                    <a:pt x="56" y="149"/>
                  </a:lnTo>
                  <a:lnTo>
                    <a:pt x="56" y="149"/>
                  </a:lnTo>
                  <a:lnTo>
                    <a:pt x="56" y="149"/>
                  </a:lnTo>
                  <a:lnTo>
                    <a:pt x="54" y="149"/>
                  </a:lnTo>
                  <a:lnTo>
                    <a:pt x="52" y="149"/>
                  </a:lnTo>
                  <a:lnTo>
                    <a:pt x="52" y="154"/>
                  </a:lnTo>
                  <a:lnTo>
                    <a:pt x="47" y="156"/>
                  </a:lnTo>
                  <a:lnTo>
                    <a:pt x="47" y="156"/>
                  </a:lnTo>
                  <a:lnTo>
                    <a:pt x="47" y="161"/>
                  </a:lnTo>
                  <a:lnTo>
                    <a:pt x="45" y="163"/>
                  </a:lnTo>
                  <a:lnTo>
                    <a:pt x="45" y="163"/>
                  </a:lnTo>
                  <a:lnTo>
                    <a:pt x="45" y="166"/>
                  </a:lnTo>
                  <a:lnTo>
                    <a:pt x="42" y="168"/>
                  </a:lnTo>
                  <a:lnTo>
                    <a:pt x="40" y="170"/>
                  </a:lnTo>
                  <a:lnTo>
                    <a:pt x="37" y="170"/>
                  </a:lnTo>
                  <a:lnTo>
                    <a:pt x="37" y="175"/>
                  </a:lnTo>
                  <a:lnTo>
                    <a:pt x="35" y="175"/>
                  </a:lnTo>
                  <a:lnTo>
                    <a:pt x="35" y="175"/>
                  </a:lnTo>
                  <a:lnTo>
                    <a:pt x="35" y="178"/>
                  </a:lnTo>
                  <a:lnTo>
                    <a:pt x="33" y="178"/>
                  </a:lnTo>
                  <a:lnTo>
                    <a:pt x="30" y="180"/>
                  </a:lnTo>
                  <a:lnTo>
                    <a:pt x="28" y="180"/>
                  </a:lnTo>
                  <a:lnTo>
                    <a:pt x="28" y="180"/>
                  </a:lnTo>
                  <a:lnTo>
                    <a:pt x="26" y="180"/>
                  </a:lnTo>
                  <a:lnTo>
                    <a:pt x="26" y="180"/>
                  </a:lnTo>
                  <a:lnTo>
                    <a:pt x="26" y="180"/>
                  </a:lnTo>
                  <a:lnTo>
                    <a:pt x="26" y="180"/>
                  </a:lnTo>
                  <a:lnTo>
                    <a:pt x="23" y="182"/>
                  </a:lnTo>
                  <a:lnTo>
                    <a:pt x="23" y="182"/>
                  </a:lnTo>
                  <a:lnTo>
                    <a:pt x="23" y="182"/>
                  </a:lnTo>
                  <a:lnTo>
                    <a:pt x="23" y="182"/>
                  </a:lnTo>
                  <a:lnTo>
                    <a:pt x="23" y="182"/>
                  </a:lnTo>
                  <a:lnTo>
                    <a:pt x="23" y="185"/>
                  </a:lnTo>
                  <a:lnTo>
                    <a:pt x="23" y="185"/>
                  </a:lnTo>
                  <a:lnTo>
                    <a:pt x="23" y="185"/>
                  </a:lnTo>
                  <a:lnTo>
                    <a:pt x="21" y="185"/>
                  </a:lnTo>
                  <a:lnTo>
                    <a:pt x="21" y="185"/>
                  </a:lnTo>
                  <a:lnTo>
                    <a:pt x="19" y="185"/>
                  </a:lnTo>
                  <a:lnTo>
                    <a:pt x="16" y="185"/>
                  </a:lnTo>
                  <a:lnTo>
                    <a:pt x="4" y="185"/>
                  </a:lnTo>
                  <a:lnTo>
                    <a:pt x="4" y="185"/>
                  </a:lnTo>
                  <a:lnTo>
                    <a:pt x="4" y="187"/>
                  </a:lnTo>
                  <a:lnTo>
                    <a:pt x="4" y="192"/>
                  </a:lnTo>
                  <a:lnTo>
                    <a:pt x="2" y="201"/>
                  </a:lnTo>
                  <a:lnTo>
                    <a:pt x="0" y="206"/>
                  </a:lnTo>
                  <a:lnTo>
                    <a:pt x="0" y="211"/>
                  </a:lnTo>
                  <a:lnTo>
                    <a:pt x="2" y="215"/>
                  </a:lnTo>
                  <a:lnTo>
                    <a:pt x="2" y="215"/>
                  </a:lnTo>
                  <a:lnTo>
                    <a:pt x="2" y="220"/>
                  </a:lnTo>
                  <a:lnTo>
                    <a:pt x="7" y="227"/>
                  </a:lnTo>
                  <a:lnTo>
                    <a:pt x="9" y="234"/>
                  </a:lnTo>
                  <a:lnTo>
                    <a:pt x="14" y="249"/>
                  </a:lnTo>
                  <a:lnTo>
                    <a:pt x="16" y="251"/>
                  </a:lnTo>
                  <a:lnTo>
                    <a:pt x="14" y="256"/>
                  </a:lnTo>
                  <a:lnTo>
                    <a:pt x="14" y="258"/>
                  </a:lnTo>
                  <a:lnTo>
                    <a:pt x="9" y="265"/>
                  </a:lnTo>
                  <a:lnTo>
                    <a:pt x="9" y="268"/>
                  </a:lnTo>
                  <a:lnTo>
                    <a:pt x="9" y="270"/>
                  </a:lnTo>
                  <a:lnTo>
                    <a:pt x="9" y="277"/>
                  </a:lnTo>
                  <a:lnTo>
                    <a:pt x="11" y="282"/>
                  </a:lnTo>
                  <a:lnTo>
                    <a:pt x="11" y="284"/>
                  </a:lnTo>
                  <a:lnTo>
                    <a:pt x="14" y="286"/>
                  </a:lnTo>
                  <a:lnTo>
                    <a:pt x="16" y="291"/>
                  </a:lnTo>
                  <a:lnTo>
                    <a:pt x="19" y="298"/>
                  </a:lnTo>
                  <a:lnTo>
                    <a:pt x="21" y="301"/>
                  </a:lnTo>
                  <a:lnTo>
                    <a:pt x="23" y="303"/>
                  </a:lnTo>
                  <a:lnTo>
                    <a:pt x="30" y="308"/>
                  </a:lnTo>
                  <a:lnTo>
                    <a:pt x="35" y="310"/>
                  </a:lnTo>
                  <a:lnTo>
                    <a:pt x="37" y="312"/>
                  </a:lnTo>
                  <a:lnTo>
                    <a:pt x="40" y="315"/>
                  </a:lnTo>
                  <a:lnTo>
                    <a:pt x="49" y="324"/>
                  </a:lnTo>
                  <a:lnTo>
                    <a:pt x="52" y="329"/>
                  </a:lnTo>
                  <a:lnTo>
                    <a:pt x="56" y="339"/>
                  </a:lnTo>
                  <a:lnTo>
                    <a:pt x="59" y="346"/>
                  </a:lnTo>
                  <a:lnTo>
                    <a:pt x="59" y="348"/>
                  </a:lnTo>
                  <a:lnTo>
                    <a:pt x="59" y="353"/>
                  </a:lnTo>
                  <a:lnTo>
                    <a:pt x="71" y="372"/>
                  </a:lnTo>
                  <a:lnTo>
                    <a:pt x="75" y="381"/>
                  </a:lnTo>
                  <a:lnTo>
                    <a:pt x="75" y="386"/>
                  </a:lnTo>
                  <a:lnTo>
                    <a:pt x="78" y="391"/>
                  </a:lnTo>
                  <a:lnTo>
                    <a:pt x="80" y="395"/>
                  </a:lnTo>
                  <a:lnTo>
                    <a:pt x="85" y="400"/>
                  </a:lnTo>
                  <a:lnTo>
                    <a:pt x="87" y="405"/>
                  </a:lnTo>
                  <a:lnTo>
                    <a:pt x="89" y="405"/>
                  </a:lnTo>
                  <a:lnTo>
                    <a:pt x="92" y="407"/>
                  </a:lnTo>
                  <a:lnTo>
                    <a:pt x="94" y="407"/>
                  </a:lnTo>
                  <a:lnTo>
                    <a:pt x="97" y="407"/>
                  </a:lnTo>
                  <a:lnTo>
                    <a:pt x="97" y="407"/>
                  </a:lnTo>
                  <a:lnTo>
                    <a:pt x="99" y="407"/>
                  </a:lnTo>
                  <a:lnTo>
                    <a:pt x="99" y="407"/>
                  </a:lnTo>
                  <a:lnTo>
                    <a:pt x="101" y="407"/>
                  </a:lnTo>
                  <a:lnTo>
                    <a:pt x="101" y="407"/>
                  </a:lnTo>
                  <a:lnTo>
                    <a:pt x="101" y="407"/>
                  </a:lnTo>
                  <a:lnTo>
                    <a:pt x="104" y="407"/>
                  </a:lnTo>
                  <a:lnTo>
                    <a:pt x="104" y="410"/>
                  </a:lnTo>
                  <a:lnTo>
                    <a:pt x="104" y="407"/>
                  </a:lnTo>
                  <a:lnTo>
                    <a:pt x="104" y="407"/>
                  </a:lnTo>
                  <a:lnTo>
                    <a:pt x="106" y="407"/>
                  </a:lnTo>
                  <a:lnTo>
                    <a:pt x="108" y="407"/>
                  </a:lnTo>
                  <a:lnTo>
                    <a:pt x="108" y="407"/>
                  </a:lnTo>
                  <a:lnTo>
                    <a:pt x="108" y="407"/>
                  </a:lnTo>
                  <a:lnTo>
                    <a:pt x="108" y="407"/>
                  </a:lnTo>
                  <a:lnTo>
                    <a:pt x="108" y="407"/>
                  </a:lnTo>
                  <a:lnTo>
                    <a:pt x="108" y="407"/>
                  </a:lnTo>
                  <a:lnTo>
                    <a:pt x="108" y="407"/>
                  </a:lnTo>
                  <a:lnTo>
                    <a:pt x="108" y="410"/>
                  </a:lnTo>
                  <a:lnTo>
                    <a:pt x="111" y="410"/>
                  </a:lnTo>
                  <a:lnTo>
                    <a:pt x="111" y="410"/>
                  </a:lnTo>
                  <a:lnTo>
                    <a:pt x="111" y="410"/>
                  </a:lnTo>
                  <a:lnTo>
                    <a:pt x="113" y="410"/>
                  </a:lnTo>
                  <a:lnTo>
                    <a:pt x="113" y="410"/>
                  </a:lnTo>
                  <a:lnTo>
                    <a:pt x="116" y="410"/>
                  </a:lnTo>
                  <a:lnTo>
                    <a:pt x="116" y="412"/>
                  </a:lnTo>
                  <a:lnTo>
                    <a:pt x="118" y="412"/>
                  </a:lnTo>
                  <a:lnTo>
                    <a:pt x="118" y="412"/>
                  </a:lnTo>
                  <a:lnTo>
                    <a:pt x="118" y="414"/>
                  </a:lnTo>
                  <a:lnTo>
                    <a:pt x="118" y="417"/>
                  </a:lnTo>
                  <a:lnTo>
                    <a:pt x="120" y="419"/>
                  </a:lnTo>
                  <a:lnTo>
                    <a:pt x="120" y="419"/>
                  </a:lnTo>
                  <a:lnTo>
                    <a:pt x="125" y="424"/>
                  </a:lnTo>
                  <a:lnTo>
                    <a:pt x="127" y="424"/>
                  </a:lnTo>
                  <a:lnTo>
                    <a:pt x="127" y="424"/>
                  </a:lnTo>
                  <a:lnTo>
                    <a:pt x="130" y="424"/>
                  </a:lnTo>
                  <a:lnTo>
                    <a:pt x="130" y="424"/>
                  </a:lnTo>
                  <a:lnTo>
                    <a:pt x="132" y="424"/>
                  </a:lnTo>
                  <a:lnTo>
                    <a:pt x="139" y="426"/>
                  </a:lnTo>
                  <a:lnTo>
                    <a:pt x="139" y="426"/>
                  </a:lnTo>
                  <a:lnTo>
                    <a:pt x="139" y="431"/>
                  </a:lnTo>
                  <a:lnTo>
                    <a:pt x="139" y="431"/>
                  </a:lnTo>
                  <a:lnTo>
                    <a:pt x="142" y="433"/>
                  </a:lnTo>
                  <a:lnTo>
                    <a:pt x="144" y="433"/>
                  </a:lnTo>
                  <a:lnTo>
                    <a:pt x="144" y="431"/>
                  </a:lnTo>
                  <a:lnTo>
                    <a:pt x="144" y="431"/>
                  </a:lnTo>
                  <a:lnTo>
                    <a:pt x="146" y="431"/>
                  </a:lnTo>
                  <a:lnTo>
                    <a:pt x="149" y="433"/>
                  </a:lnTo>
                  <a:lnTo>
                    <a:pt x="149" y="433"/>
                  </a:lnTo>
                  <a:lnTo>
                    <a:pt x="149" y="433"/>
                  </a:lnTo>
                  <a:lnTo>
                    <a:pt x="149" y="433"/>
                  </a:lnTo>
                  <a:lnTo>
                    <a:pt x="151" y="433"/>
                  </a:lnTo>
                  <a:lnTo>
                    <a:pt x="151" y="433"/>
                  </a:lnTo>
                  <a:lnTo>
                    <a:pt x="151" y="433"/>
                  </a:lnTo>
                  <a:lnTo>
                    <a:pt x="153" y="436"/>
                  </a:lnTo>
                  <a:lnTo>
                    <a:pt x="153" y="436"/>
                  </a:lnTo>
                  <a:lnTo>
                    <a:pt x="156" y="436"/>
                  </a:lnTo>
                  <a:lnTo>
                    <a:pt x="156" y="436"/>
                  </a:lnTo>
                  <a:lnTo>
                    <a:pt x="163" y="436"/>
                  </a:lnTo>
                  <a:lnTo>
                    <a:pt x="165" y="436"/>
                  </a:lnTo>
                  <a:lnTo>
                    <a:pt x="168" y="438"/>
                  </a:lnTo>
                  <a:lnTo>
                    <a:pt x="168" y="438"/>
                  </a:lnTo>
                  <a:lnTo>
                    <a:pt x="170" y="440"/>
                  </a:lnTo>
                  <a:lnTo>
                    <a:pt x="170" y="443"/>
                  </a:lnTo>
                  <a:lnTo>
                    <a:pt x="170" y="443"/>
                  </a:lnTo>
                  <a:lnTo>
                    <a:pt x="172" y="443"/>
                  </a:lnTo>
                  <a:lnTo>
                    <a:pt x="177" y="443"/>
                  </a:lnTo>
                  <a:lnTo>
                    <a:pt x="182" y="445"/>
                  </a:lnTo>
                  <a:lnTo>
                    <a:pt x="182" y="445"/>
                  </a:lnTo>
                  <a:lnTo>
                    <a:pt x="182" y="445"/>
                  </a:lnTo>
                  <a:lnTo>
                    <a:pt x="182" y="445"/>
                  </a:lnTo>
                  <a:lnTo>
                    <a:pt x="182" y="447"/>
                  </a:lnTo>
                  <a:lnTo>
                    <a:pt x="184" y="447"/>
                  </a:lnTo>
                  <a:lnTo>
                    <a:pt x="184" y="447"/>
                  </a:lnTo>
                  <a:lnTo>
                    <a:pt x="184" y="447"/>
                  </a:lnTo>
                  <a:lnTo>
                    <a:pt x="184" y="447"/>
                  </a:lnTo>
                  <a:lnTo>
                    <a:pt x="186" y="447"/>
                  </a:lnTo>
                  <a:lnTo>
                    <a:pt x="191" y="450"/>
                  </a:lnTo>
                  <a:lnTo>
                    <a:pt x="191" y="450"/>
                  </a:lnTo>
                  <a:lnTo>
                    <a:pt x="194" y="450"/>
                  </a:lnTo>
                  <a:lnTo>
                    <a:pt x="194" y="450"/>
                  </a:lnTo>
                  <a:lnTo>
                    <a:pt x="196" y="450"/>
                  </a:lnTo>
                  <a:lnTo>
                    <a:pt x="196" y="450"/>
                  </a:lnTo>
                  <a:lnTo>
                    <a:pt x="198" y="452"/>
                  </a:lnTo>
                  <a:lnTo>
                    <a:pt x="203" y="454"/>
                  </a:lnTo>
                  <a:lnTo>
                    <a:pt x="203" y="454"/>
                  </a:lnTo>
                  <a:lnTo>
                    <a:pt x="203" y="454"/>
                  </a:lnTo>
                  <a:lnTo>
                    <a:pt x="205" y="457"/>
                  </a:lnTo>
                  <a:lnTo>
                    <a:pt x="205" y="457"/>
                  </a:lnTo>
                  <a:lnTo>
                    <a:pt x="205" y="457"/>
                  </a:lnTo>
                  <a:lnTo>
                    <a:pt x="208" y="454"/>
                  </a:lnTo>
                  <a:lnTo>
                    <a:pt x="208" y="454"/>
                  </a:lnTo>
                  <a:lnTo>
                    <a:pt x="208" y="454"/>
                  </a:lnTo>
                  <a:lnTo>
                    <a:pt x="210" y="454"/>
                  </a:lnTo>
                  <a:lnTo>
                    <a:pt x="210" y="454"/>
                  </a:lnTo>
                  <a:lnTo>
                    <a:pt x="210" y="454"/>
                  </a:lnTo>
                  <a:lnTo>
                    <a:pt x="210" y="454"/>
                  </a:lnTo>
                  <a:lnTo>
                    <a:pt x="213" y="454"/>
                  </a:lnTo>
                  <a:lnTo>
                    <a:pt x="213" y="454"/>
                  </a:lnTo>
                  <a:lnTo>
                    <a:pt x="215" y="457"/>
                  </a:lnTo>
                  <a:lnTo>
                    <a:pt x="217" y="459"/>
                  </a:lnTo>
                  <a:lnTo>
                    <a:pt x="217" y="459"/>
                  </a:lnTo>
                  <a:lnTo>
                    <a:pt x="217" y="462"/>
                  </a:lnTo>
                  <a:lnTo>
                    <a:pt x="220" y="462"/>
                  </a:lnTo>
                  <a:lnTo>
                    <a:pt x="220" y="462"/>
                  </a:lnTo>
                  <a:lnTo>
                    <a:pt x="222" y="462"/>
                  </a:lnTo>
                  <a:lnTo>
                    <a:pt x="224" y="462"/>
                  </a:lnTo>
                  <a:lnTo>
                    <a:pt x="224" y="462"/>
                  </a:lnTo>
                  <a:lnTo>
                    <a:pt x="227" y="462"/>
                  </a:lnTo>
                  <a:lnTo>
                    <a:pt x="229" y="462"/>
                  </a:lnTo>
                  <a:lnTo>
                    <a:pt x="229" y="462"/>
                  </a:lnTo>
                  <a:lnTo>
                    <a:pt x="231" y="462"/>
                  </a:lnTo>
                  <a:lnTo>
                    <a:pt x="231" y="462"/>
                  </a:lnTo>
                  <a:lnTo>
                    <a:pt x="231" y="462"/>
                  </a:lnTo>
                  <a:lnTo>
                    <a:pt x="234" y="462"/>
                  </a:lnTo>
                  <a:lnTo>
                    <a:pt x="236" y="459"/>
                  </a:lnTo>
                  <a:lnTo>
                    <a:pt x="236" y="462"/>
                  </a:lnTo>
                  <a:lnTo>
                    <a:pt x="239" y="462"/>
                  </a:lnTo>
                  <a:lnTo>
                    <a:pt x="241" y="464"/>
                  </a:lnTo>
                  <a:lnTo>
                    <a:pt x="241" y="464"/>
                  </a:lnTo>
                  <a:lnTo>
                    <a:pt x="243" y="464"/>
                  </a:lnTo>
                  <a:lnTo>
                    <a:pt x="243" y="466"/>
                  </a:lnTo>
                  <a:lnTo>
                    <a:pt x="246" y="466"/>
                  </a:lnTo>
                  <a:lnTo>
                    <a:pt x="246" y="466"/>
                  </a:lnTo>
                  <a:lnTo>
                    <a:pt x="246" y="466"/>
                  </a:lnTo>
                  <a:lnTo>
                    <a:pt x="246" y="466"/>
                  </a:lnTo>
                  <a:lnTo>
                    <a:pt x="248" y="466"/>
                  </a:lnTo>
                  <a:lnTo>
                    <a:pt x="248" y="464"/>
                  </a:lnTo>
                  <a:lnTo>
                    <a:pt x="248" y="464"/>
                  </a:lnTo>
                  <a:lnTo>
                    <a:pt x="248" y="464"/>
                  </a:lnTo>
                  <a:lnTo>
                    <a:pt x="248" y="462"/>
                  </a:lnTo>
                  <a:lnTo>
                    <a:pt x="248" y="462"/>
                  </a:lnTo>
                  <a:lnTo>
                    <a:pt x="248" y="459"/>
                  </a:lnTo>
                  <a:lnTo>
                    <a:pt x="248" y="457"/>
                  </a:lnTo>
                  <a:lnTo>
                    <a:pt x="248" y="457"/>
                  </a:lnTo>
                  <a:lnTo>
                    <a:pt x="250" y="454"/>
                  </a:lnTo>
                  <a:lnTo>
                    <a:pt x="250" y="454"/>
                  </a:lnTo>
                  <a:lnTo>
                    <a:pt x="253" y="454"/>
                  </a:lnTo>
                  <a:lnTo>
                    <a:pt x="255" y="457"/>
                  </a:lnTo>
                  <a:lnTo>
                    <a:pt x="255" y="457"/>
                  </a:lnTo>
                  <a:lnTo>
                    <a:pt x="255" y="457"/>
                  </a:lnTo>
                  <a:lnTo>
                    <a:pt x="255" y="457"/>
                  </a:lnTo>
                  <a:lnTo>
                    <a:pt x="257" y="459"/>
                  </a:lnTo>
                  <a:lnTo>
                    <a:pt x="257" y="459"/>
                  </a:lnTo>
                  <a:lnTo>
                    <a:pt x="257" y="462"/>
                  </a:lnTo>
                  <a:lnTo>
                    <a:pt x="260" y="462"/>
                  </a:lnTo>
                  <a:lnTo>
                    <a:pt x="265" y="466"/>
                  </a:lnTo>
                  <a:lnTo>
                    <a:pt x="267" y="466"/>
                  </a:lnTo>
                  <a:lnTo>
                    <a:pt x="267" y="469"/>
                  </a:lnTo>
                  <a:lnTo>
                    <a:pt x="267" y="469"/>
                  </a:lnTo>
                  <a:lnTo>
                    <a:pt x="267" y="471"/>
                  </a:lnTo>
                  <a:lnTo>
                    <a:pt x="267" y="471"/>
                  </a:lnTo>
                  <a:lnTo>
                    <a:pt x="269" y="471"/>
                  </a:lnTo>
                  <a:lnTo>
                    <a:pt x="269" y="471"/>
                  </a:lnTo>
                  <a:lnTo>
                    <a:pt x="269" y="473"/>
                  </a:lnTo>
                  <a:lnTo>
                    <a:pt x="269" y="473"/>
                  </a:lnTo>
                  <a:lnTo>
                    <a:pt x="276" y="481"/>
                  </a:lnTo>
                  <a:lnTo>
                    <a:pt x="276" y="481"/>
                  </a:lnTo>
                  <a:lnTo>
                    <a:pt x="279" y="483"/>
                  </a:lnTo>
                  <a:lnTo>
                    <a:pt x="279" y="485"/>
                  </a:lnTo>
                  <a:lnTo>
                    <a:pt x="279" y="485"/>
                  </a:lnTo>
                  <a:lnTo>
                    <a:pt x="279" y="485"/>
                  </a:lnTo>
                  <a:lnTo>
                    <a:pt x="279" y="488"/>
                  </a:lnTo>
                  <a:lnTo>
                    <a:pt x="279" y="488"/>
                  </a:lnTo>
                  <a:lnTo>
                    <a:pt x="279" y="490"/>
                  </a:lnTo>
                  <a:lnTo>
                    <a:pt x="281" y="492"/>
                  </a:lnTo>
                  <a:lnTo>
                    <a:pt x="281" y="497"/>
                  </a:lnTo>
                  <a:lnTo>
                    <a:pt x="281" y="497"/>
                  </a:lnTo>
                  <a:lnTo>
                    <a:pt x="281" y="497"/>
                  </a:lnTo>
                  <a:lnTo>
                    <a:pt x="281" y="499"/>
                  </a:lnTo>
                  <a:lnTo>
                    <a:pt x="281" y="504"/>
                  </a:lnTo>
                  <a:lnTo>
                    <a:pt x="281" y="507"/>
                  </a:lnTo>
                  <a:lnTo>
                    <a:pt x="281" y="507"/>
                  </a:lnTo>
                  <a:lnTo>
                    <a:pt x="281" y="509"/>
                  </a:lnTo>
                  <a:lnTo>
                    <a:pt x="281" y="509"/>
                  </a:lnTo>
                  <a:lnTo>
                    <a:pt x="281" y="511"/>
                  </a:lnTo>
                  <a:lnTo>
                    <a:pt x="281" y="511"/>
                  </a:lnTo>
                  <a:lnTo>
                    <a:pt x="281" y="511"/>
                  </a:lnTo>
                  <a:lnTo>
                    <a:pt x="281" y="511"/>
                  </a:lnTo>
                  <a:lnTo>
                    <a:pt x="281" y="511"/>
                  </a:lnTo>
                  <a:lnTo>
                    <a:pt x="281" y="514"/>
                  </a:lnTo>
                  <a:lnTo>
                    <a:pt x="281" y="514"/>
                  </a:lnTo>
                  <a:lnTo>
                    <a:pt x="284" y="514"/>
                  </a:lnTo>
                  <a:lnTo>
                    <a:pt x="284" y="514"/>
                  </a:lnTo>
                  <a:lnTo>
                    <a:pt x="284" y="514"/>
                  </a:lnTo>
                  <a:lnTo>
                    <a:pt x="284" y="514"/>
                  </a:lnTo>
                  <a:lnTo>
                    <a:pt x="284" y="514"/>
                  </a:lnTo>
                  <a:lnTo>
                    <a:pt x="284" y="516"/>
                  </a:lnTo>
                  <a:lnTo>
                    <a:pt x="284" y="516"/>
                  </a:lnTo>
                  <a:lnTo>
                    <a:pt x="286" y="518"/>
                  </a:lnTo>
                  <a:lnTo>
                    <a:pt x="286" y="518"/>
                  </a:lnTo>
                  <a:lnTo>
                    <a:pt x="286" y="521"/>
                  </a:lnTo>
                  <a:lnTo>
                    <a:pt x="284" y="521"/>
                  </a:lnTo>
                  <a:lnTo>
                    <a:pt x="286" y="521"/>
                  </a:lnTo>
                  <a:lnTo>
                    <a:pt x="286" y="521"/>
                  </a:lnTo>
                  <a:lnTo>
                    <a:pt x="286" y="521"/>
                  </a:lnTo>
                  <a:lnTo>
                    <a:pt x="286" y="523"/>
                  </a:lnTo>
                  <a:lnTo>
                    <a:pt x="286" y="523"/>
                  </a:lnTo>
                  <a:lnTo>
                    <a:pt x="286" y="523"/>
                  </a:lnTo>
                  <a:lnTo>
                    <a:pt x="286" y="523"/>
                  </a:lnTo>
                  <a:lnTo>
                    <a:pt x="286" y="523"/>
                  </a:lnTo>
                  <a:lnTo>
                    <a:pt x="286" y="525"/>
                  </a:lnTo>
                  <a:lnTo>
                    <a:pt x="284" y="528"/>
                  </a:lnTo>
                  <a:lnTo>
                    <a:pt x="284" y="530"/>
                  </a:lnTo>
                  <a:lnTo>
                    <a:pt x="284" y="533"/>
                  </a:lnTo>
                  <a:lnTo>
                    <a:pt x="284" y="535"/>
                  </a:lnTo>
                  <a:lnTo>
                    <a:pt x="284" y="535"/>
                  </a:lnTo>
                  <a:lnTo>
                    <a:pt x="281" y="535"/>
                  </a:lnTo>
                  <a:lnTo>
                    <a:pt x="281" y="537"/>
                  </a:lnTo>
                  <a:lnTo>
                    <a:pt x="281" y="537"/>
                  </a:lnTo>
                  <a:lnTo>
                    <a:pt x="284" y="540"/>
                  </a:lnTo>
                  <a:lnTo>
                    <a:pt x="284" y="542"/>
                  </a:lnTo>
                  <a:lnTo>
                    <a:pt x="284" y="542"/>
                  </a:lnTo>
                  <a:lnTo>
                    <a:pt x="286" y="544"/>
                  </a:lnTo>
                  <a:lnTo>
                    <a:pt x="286" y="547"/>
                  </a:lnTo>
                  <a:lnTo>
                    <a:pt x="286" y="547"/>
                  </a:lnTo>
                  <a:lnTo>
                    <a:pt x="286" y="547"/>
                  </a:lnTo>
                  <a:lnTo>
                    <a:pt x="288" y="547"/>
                  </a:lnTo>
                  <a:lnTo>
                    <a:pt x="288" y="547"/>
                  </a:lnTo>
                  <a:lnTo>
                    <a:pt x="288" y="547"/>
                  </a:lnTo>
                  <a:lnTo>
                    <a:pt x="288" y="549"/>
                  </a:lnTo>
                  <a:lnTo>
                    <a:pt x="288" y="549"/>
                  </a:lnTo>
                  <a:lnTo>
                    <a:pt x="288" y="549"/>
                  </a:lnTo>
                  <a:lnTo>
                    <a:pt x="291" y="552"/>
                  </a:lnTo>
                  <a:lnTo>
                    <a:pt x="291" y="552"/>
                  </a:lnTo>
                  <a:lnTo>
                    <a:pt x="291" y="552"/>
                  </a:lnTo>
                  <a:lnTo>
                    <a:pt x="291" y="552"/>
                  </a:lnTo>
                  <a:lnTo>
                    <a:pt x="291" y="552"/>
                  </a:lnTo>
                  <a:lnTo>
                    <a:pt x="288" y="552"/>
                  </a:lnTo>
                  <a:lnTo>
                    <a:pt x="291" y="554"/>
                  </a:lnTo>
                  <a:lnTo>
                    <a:pt x="291" y="556"/>
                  </a:lnTo>
                  <a:lnTo>
                    <a:pt x="291" y="556"/>
                  </a:lnTo>
                  <a:lnTo>
                    <a:pt x="293" y="554"/>
                  </a:lnTo>
                  <a:lnTo>
                    <a:pt x="293" y="554"/>
                  </a:lnTo>
                  <a:lnTo>
                    <a:pt x="293" y="554"/>
                  </a:lnTo>
                  <a:lnTo>
                    <a:pt x="295" y="556"/>
                  </a:lnTo>
                  <a:lnTo>
                    <a:pt x="295" y="556"/>
                  </a:lnTo>
                  <a:lnTo>
                    <a:pt x="298" y="556"/>
                  </a:lnTo>
                  <a:lnTo>
                    <a:pt x="298" y="559"/>
                  </a:lnTo>
                  <a:lnTo>
                    <a:pt x="298" y="559"/>
                  </a:lnTo>
                  <a:lnTo>
                    <a:pt x="300" y="559"/>
                  </a:lnTo>
                  <a:lnTo>
                    <a:pt x="300" y="561"/>
                  </a:lnTo>
                  <a:lnTo>
                    <a:pt x="300" y="561"/>
                  </a:lnTo>
                  <a:lnTo>
                    <a:pt x="300" y="561"/>
                  </a:lnTo>
                  <a:lnTo>
                    <a:pt x="300" y="561"/>
                  </a:lnTo>
                  <a:lnTo>
                    <a:pt x="300" y="563"/>
                  </a:lnTo>
                  <a:lnTo>
                    <a:pt x="300" y="563"/>
                  </a:lnTo>
                  <a:lnTo>
                    <a:pt x="302" y="563"/>
                  </a:lnTo>
                  <a:lnTo>
                    <a:pt x="302" y="563"/>
                  </a:lnTo>
                  <a:lnTo>
                    <a:pt x="302" y="568"/>
                  </a:lnTo>
                  <a:lnTo>
                    <a:pt x="302" y="568"/>
                  </a:lnTo>
                  <a:lnTo>
                    <a:pt x="324" y="568"/>
                  </a:lnTo>
                  <a:lnTo>
                    <a:pt x="326" y="568"/>
                  </a:lnTo>
                  <a:lnTo>
                    <a:pt x="326" y="568"/>
                  </a:lnTo>
                  <a:lnTo>
                    <a:pt x="326" y="568"/>
                  </a:lnTo>
                  <a:lnTo>
                    <a:pt x="326" y="568"/>
                  </a:lnTo>
                  <a:lnTo>
                    <a:pt x="328" y="568"/>
                  </a:lnTo>
                  <a:lnTo>
                    <a:pt x="328" y="568"/>
                  </a:lnTo>
                  <a:lnTo>
                    <a:pt x="328" y="568"/>
                  </a:lnTo>
                  <a:lnTo>
                    <a:pt x="328" y="568"/>
                  </a:lnTo>
                  <a:lnTo>
                    <a:pt x="328" y="568"/>
                  </a:lnTo>
                  <a:lnTo>
                    <a:pt x="331" y="568"/>
                  </a:lnTo>
                  <a:lnTo>
                    <a:pt x="331" y="568"/>
                  </a:lnTo>
                  <a:lnTo>
                    <a:pt x="331" y="568"/>
                  </a:lnTo>
                  <a:lnTo>
                    <a:pt x="331" y="568"/>
                  </a:lnTo>
                  <a:lnTo>
                    <a:pt x="331" y="568"/>
                  </a:lnTo>
                  <a:lnTo>
                    <a:pt x="331" y="570"/>
                  </a:lnTo>
                  <a:lnTo>
                    <a:pt x="331" y="570"/>
                  </a:lnTo>
                  <a:lnTo>
                    <a:pt x="331" y="568"/>
                  </a:lnTo>
                  <a:lnTo>
                    <a:pt x="333" y="568"/>
                  </a:lnTo>
                  <a:lnTo>
                    <a:pt x="333" y="568"/>
                  </a:lnTo>
                  <a:lnTo>
                    <a:pt x="333" y="570"/>
                  </a:lnTo>
                  <a:lnTo>
                    <a:pt x="336" y="568"/>
                  </a:lnTo>
                  <a:lnTo>
                    <a:pt x="336" y="568"/>
                  </a:lnTo>
                  <a:lnTo>
                    <a:pt x="338" y="568"/>
                  </a:lnTo>
                  <a:lnTo>
                    <a:pt x="338" y="568"/>
                  </a:lnTo>
                  <a:lnTo>
                    <a:pt x="340" y="566"/>
                  </a:lnTo>
                  <a:lnTo>
                    <a:pt x="340" y="566"/>
                  </a:lnTo>
                  <a:lnTo>
                    <a:pt x="340" y="566"/>
                  </a:lnTo>
                  <a:lnTo>
                    <a:pt x="340" y="563"/>
                  </a:lnTo>
                  <a:lnTo>
                    <a:pt x="340" y="563"/>
                  </a:lnTo>
                  <a:lnTo>
                    <a:pt x="343" y="563"/>
                  </a:lnTo>
                  <a:lnTo>
                    <a:pt x="345" y="563"/>
                  </a:lnTo>
                  <a:lnTo>
                    <a:pt x="345" y="561"/>
                  </a:lnTo>
                  <a:lnTo>
                    <a:pt x="347" y="559"/>
                  </a:lnTo>
                  <a:lnTo>
                    <a:pt x="347" y="559"/>
                  </a:lnTo>
                  <a:lnTo>
                    <a:pt x="350" y="559"/>
                  </a:lnTo>
                  <a:lnTo>
                    <a:pt x="352" y="561"/>
                  </a:lnTo>
                  <a:lnTo>
                    <a:pt x="352" y="561"/>
                  </a:lnTo>
                  <a:lnTo>
                    <a:pt x="354" y="561"/>
                  </a:lnTo>
                  <a:lnTo>
                    <a:pt x="354" y="561"/>
                  </a:lnTo>
                  <a:lnTo>
                    <a:pt x="354" y="561"/>
                  </a:lnTo>
                  <a:lnTo>
                    <a:pt x="354" y="563"/>
                  </a:lnTo>
                  <a:lnTo>
                    <a:pt x="354" y="563"/>
                  </a:lnTo>
                  <a:lnTo>
                    <a:pt x="357" y="563"/>
                  </a:lnTo>
                  <a:lnTo>
                    <a:pt x="357" y="563"/>
                  </a:lnTo>
                  <a:lnTo>
                    <a:pt x="359" y="563"/>
                  </a:lnTo>
                  <a:lnTo>
                    <a:pt x="359" y="563"/>
                  </a:lnTo>
                  <a:lnTo>
                    <a:pt x="362" y="566"/>
                  </a:lnTo>
                  <a:lnTo>
                    <a:pt x="362" y="566"/>
                  </a:lnTo>
                  <a:lnTo>
                    <a:pt x="364" y="566"/>
                  </a:lnTo>
                  <a:lnTo>
                    <a:pt x="364" y="566"/>
                  </a:lnTo>
                  <a:lnTo>
                    <a:pt x="364" y="566"/>
                  </a:lnTo>
                  <a:lnTo>
                    <a:pt x="364" y="568"/>
                  </a:lnTo>
                  <a:lnTo>
                    <a:pt x="364" y="568"/>
                  </a:lnTo>
                  <a:lnTo>
                    <a:pt x="364" y="568"/>
                  </a:lnTo>
                  <a:lnTo>
                    <a:pt x="366" y="568"/>
                  </a:lnTo>
                  <a:lnTo>
                    <a:pt x="366" y="568"/>
                  </a:lnTo>
                  <a:lnTo>
                    <a:pt x="366" y="570"/>
                  </a:lnTo>
                  <a:lnTo>
                    <a:pt x="366" y="570"/>
                  </a:lnTo>
                  <a:lnTo>
                    <a:pt x="366" y="573"/>
                  </a:lnTo>
                  <a:lnTo>
                    <a:pt x="366" y="573"/>
                  </a:lnTo>
                  <a:lnTo>
                    <a:pt x="366" y="575"/>
                  </a:lnTo>
                  <a:lnTo>
                    <a:pt x="369" y="575"/>
                  </a:lnTo>
                  <a:lnTo>
                    <a:pt x="369" y="575"/>
                  </a:lnTo>
                  <a:lnTo>
                    <a:pt x="371" y="575"/>
                  </a:lnTo>
                  <a:lnTo>
                    <a:pt x="371" y="575"/>
                  </a:lnTo>
                  <a:lnTo>
                    <a:pt x="371" y="575"/>
                  </a:lnTo>
                  <a:lnTo>
                    <a:pt x="373" y="575"/>
                  </a:lnTo>
                  <a:lnTo>
                    <a:pt x="373" y="575"/>
                  </a:lnTo>
                  <a:lnTo>
                    <a:pt x="376" y="575"/>
                  </a:lnTo>
                  <a:lnTo>
                    <a:pt x="376" y="573"/>
                  </a:lnTo>
                  <a:lnTo>
                    <a:pt x="376" y="573"/>
                  </a:lnTo>
                  <a:lnTo>
                    <a:pt x="378" y="573"/>
                  </a:lnTo>
                  <a:lnTo>
                    <a:pt x="383" y="573"/>
                  </a:lnTo>
                  <a:lnTo>
                    <a:pt x="383" y="573"/>
                  </a:lnTo>
                  <a:lnTo>
                    <a:pt x="385" y="575"/>
                  </a:lnTo>
                  <a:lnTo>
                    <a:pt x="385" y="575"/>
                  </a:lnTo>
                  <a:lnTo>
                    <a:pt x="385" y="575"/>
                  </a:lnTo>
                  <a:lnTo>
                    <a:pt x="385" y="575"/>
                  </a:lnTo>
                  <a:lnTo>
                    <a:pt x="388" y="575"/>
                  </a:lnTo>
                  <a:lnTo>
                    <a:pt x="390" y="575"/>
                  </a:lnTo>
                  <a:lnTo>
                    <a:pt x="390" y="575"/>
                  </a:lnTo>
                  <a:lnTo>
                    <a:pt x="392" y="575"/>
                  </a:lnTo>
                  <a:lnTo>
                    <a:pt x="392" y="575"/>
                  </a:lnTo>
                  <a:lnTo>
                    <a:pt x="392" y="575"/>
                  </a:lnTo>
                  <a:lnTo>
                    <a:pt x="395" y="575"/>
                  </a:lnTo>
                  <a:lnTo>
                    <a:pt x="395" y="573"/>
                  </a:lnTo>
                  <a:lnTo>
                    <a:pt x="397" y="573"/>
                  </a:lnTo>
                  <a:lnTo>
                    <a:pt x="397" y="573"/>
                  </a:lnTo>
                  <a:lnTo>
                    <a:pt x="399" y="570"/>
                  </a:lnTo>
                  <a:lnTo>
                    <a:pt x="402" y="568"/>
                  </a:lnTo>
                  <a:lnTo>
                    <a:pt x="402" y="568"/>
                  </a:lnTo>
                  <a:lnTo>
                    <a:pt x="402" y="568"/>
                  </a:lnTo>
                  <a:lnTo>
                    <a:pt x="404" y="568"/>
                  </a:lnTo>
                  <a:lnTo>
                    <a:pt x="404" y="568"/>
                  </a:lnTo>
                  <a:lnTo>
                    <a:pt x="404" y="568"/>
                  </a:lnTo>
                  <a:lnTo>
                    <a:pt x="411" y="568"/>
                  </a:lnTo>
                  <a:lnTo>
                    <a:pt x="411" y="568"/>
                  </a:lnTo>
                  <a:lnTo>
                    <a:pt x="411" y="568"/>
                  </a:lnTo>
                  <a:lnTo>
                    <a:pt x="411" y="568"/>
                  </a:lnTo>
                  <a:lnTo>
                    <a:pt x="414" y="568"/>
                  </a:lnTo>
                  <a:lnTo>
                    <a:pt x="414" y="570"/>
                  </a:lnTo>
                  <a:lnTo>
                    <a:pt x="416" y="573"/>
                  </a:lnTo>
                  <a:lnTo>
                    <a:pt x="418" y="573"/>
                  </a:lnTo>
                  <a:lnTo>
                    <a:pt x="423" y="575"/>
                  </a:lnTo>
                  <a:lnTo>
                    <a:pt x="425" y="575"/>
                  </a:lnTo>
                  <a:lnTo>
                    <a:pt x="428" y="575"/>
                  </a:lnTo>
                  <a:lnTo>
                    <a:pt x="428" y="573"/>
                  </a:lnTo>
                  <a:lnTo>
                    <a:pt x="428" y="573"/>
                  </a:lnTo>
                  <a:lnTo>
                    <a:pt x="428" y="573"/>
                  </a:lnTo>
                  <a:lnTo>
                    <a:pt x="428" y="573"/>
                  </a:lnTo>
                  <a:lnTo>
                    <a:pt x="430" y="573"/>
                  </a:lnTo>
                  <a:lnTo>
                    <a:pt x="430" y="575"/>
                  </a:lnTo>
                  <a:lnTo>
                    <a:pt x="430" y="575"/>
                  </a:lnTo>
                  <a:lnTo>
                    <a:pt x="433" y="575"/>
                  </a:lnTo>
                  <a:lnTo>
                    <a:pt x="435" y="575"/>
                  </a:lnTo>
                  <a:lnTo>
                    <a:pt x="435" y="575"/>
                  </a:lnTo>
                  <a:lnTo>
                    <a:pt x="435" y="575"/>
                  </a:lnTo>
                  <a:lnTo>
                    <a:pt x="437" y="575"/>
                  </a:lnTo>
                  <a:lnTo>
                    <a:pt x="437" y="575"/>
                  </a:lnTo>
                  <a:lnTo>
                    <a:pt x="437" y="573"/>
                  </a:lnTo>
                  <a:lnTo>
                    <a:pt x="437" y="573"/>
                  </a:lnTo>
                  <a:lnTo>
                    <a:pt x="437" y="573"/>
                  </a:lnTo>
                  <a:lnTo>
                    <a:pt x="440" y="573"/>
                  </a:lnTo>
                  <a:lnTo>
                    <a:pt x="442" y="570"/>
                  </a:lnTo>
                  <a:lnTo>
                    <a:pt x="442" y="570"/>
                  </a:lnTo>
                  <a:lnTo>
                    <a:pt x="444" y="570"/>
                  </a:lnTo>
                  <a:lnTo>
                    <a:pt x="444" y="570"/>
                  </a:lnTo>
                  <a:lnTo>
                    <a:pt x="447" y="570"/>
                  </a:lnTo>
                  <a:lnTo>
                    <a:pt x="449" y="568"/>
                  </a:lnTo>
                  <a:lnTo>
                    <a:pt x="452" y="566"/>
                  </a:lnTo>
                  <a:lnTo>
                    <a:pt x="454" y="566"/>
                  </a:lnTo>
                  <a:lnTo>
                    <a:pt x="454" y="566"/>
                  </a:lnTo>
                  <a:lnTo>
                    <a:pt x="454" y="566"/>
                  </a:lnTo>
                  <a:lnTo>
                    <a:pt x="454" y="563"/>
                  </a:lnTo>
                  <a:lnTo>
                    <a:pt x="454" y="563"/>
                  </a:lnTo>
                  <a:lnTo>
                    <a:pt x="454" y="563"/>
                  </a:lnTo>
                  <a:lnTo>
                    <a:pt x="454" y="561"/>
                  </a:lnTo>
                  <a:lnTo>
                    <a:pt x="456" y="559"/>
                  </a:lnTo>
                  <a:lnTo>
                    <a:pt x="456" y="559"/>
                  </a:lnTo>
                  <a:lnTo>
                    <a:pt x="456" y="559"/>
                  </a:lnTo>
                  <a:lnTo>
                    <a:pt x="456" y="554"/>
                  </a:lnTo>
                  <a:lnTo>
                    <a:pt x="456" y="554"/>
                  </a:lnTo>
                  <a:lnTo>
                    <a:pt x="456" y="554"/>
                  </a:lnTo>
                  <a:lnTo>
                    <a:pt x="461" y="552"/>
                  </a:lnTo>
                  <a:lnTo>
                    <a:pt x="461" y="552"/>
                  </a:lnTo>
                  <a:lnTo>
                    <a:pt x="463" y="552"/>
                  </a:lnTo>
                  <a:lnTo>
                    <a:pt x="463" y="552"/>
                  </a:lnTo>
                  <a:lnTo>
                    <a:pt x="466" y="552"/>
                  </a:lnTo>
                  <a:lnTo>
                    <a:pt x="468" y="552"/>
                  </a:lnTo>
                  <a:lnTo>
                    <a:pt x="468" y="552"/>
                  </a:lnTo>
                  <a:lnTo>
                    <a:pt x="468" y="552"/>
                  </a:lnTo>
                  <a:lnTo>
                    <a:pt x="468" y="549"/>
                  </a:lnTo>
                  <a:lnTo>
                    <a:pt x="470" y="549"/>
                  </a:lnTo>
                  <a:lnTo>
                    <a:pt x="470" y="549"/>
                  </a:lnTo>
                  <a:lnTo>
                    <a:pt x="470" y="549"/>
                  </a:lnTo>
                  <a:lnTo>
                    <a:pt x="470" y="549"/>
                  </a:lnTo>
                  <a:lnTo>
                    <a:pt x="470" y="552"/>
                  </a:lnTo>
                  <a:lnTo>
                    <a:pt x="470" y="552"/>
                  </a:lnTo>
                  <a:lnTo>
                    <a:pt x="470" y="552"/>
                  </a:lnTo>
                  <a:lnTo>
                    <a:pt x="473" y="552"/>
                  </a:lnTo>
                  <a:lnTo>
                    <a:pt x="473" y="552"/>
                  </a:lnTo>
                  <a:lnTo>
                    <a:pt x="473" y="552"/>
                  </a:lnTo>
                  <a:lnTo>
                    <a:pt x="475" y="552"/>
                  </a:lnTo>
                  <a:lnTo>
                    <a:pt x="475" y="552"/>
                  </a:lnTo>
                  <a:lnTo>
                    <a:pt x="478" y="552"/>
                  </a:lnTo>
                  <a:lnTo>
                    <a:pt x="480" y="554"/>
                  </a:lnTo>
                  <a:lnTo>
                    <a:pt x="482" y="556"/>
                  </a:lnTo>
                  <a:lnTo>
                    <a:pt x="485" y="556"/>
                  </a:lnTo>
                  <a:lnTo>
                    <a:pt x="489" y="559"/>
                  </a:lnTo>
                  <a:lnTo>
                    <a:pt x="489" y="559"/>
                  </a:lnTo>
                  <a:lnTo>
                    <a:pt x="489" y="559"/>
                  </a:lnTo>
                  <a:lnTo>
                    <a:pt x="492" y="556"/>
                  </a:lnTo>
                  <a:lnTo>
                    <a:pt x="496" y="554"/>
                  </a:lnTo>
                  <a:lnTo>
                    <a:pt x="499" y="552"/>
                  </a:lnTo>
                  <a:lnTo>
                    <a:pt x="499" y="552"/>
                  </a:lnTo>
                  <a:lnTo>
                    <a:pt x="501" y="552"/>
                  </a:lnTo>
                  <a:lnTo>
                    <a:pt x="501" y="552"/>
                  </a:lnTo>
                  <a:lnTo>
                    <a:pt x="501" y="552"/>
                  </a:lnTo>
                  <a:lnTo>
                    <a:pt x="504" y="552"/>
                  </a:lnTo>
                  <a:lnTo>
                    <a:pt x="504" y="552"/>
                  </a:lnTo>
                  <a:lnTo>
                    <a:pt x="504" y="552"/>
                  </a:lnTo>
                  <a:lnTo>
                    <a:pt x="506" y="549"/>
                  </a:lnTo>
                  <a:lnTo>
                    <a:pt x="508" y="549"/>
                  </a:lnTo>
                  <a:lnTo>
                    <a:pt x="508" y="547"/>
                  </a:lnTo>
                  <a:lnTo>
                    <a:pt x="508" y="547"/>
                  </a:lnTo>
                  <a:lnTo>
                    <a:pt x="511" y="547"/>
                  </a:lnTo>
                  <a:lnTo>
                    <a:pt x="511" y="544"/>
                  </a:lnTo>
                  <a:lnTo>
                    <a:pt x="513" y="544"/>
                  </a:lnTo>
                  <a:lnTo>
                    <a:pt x="520" y="544"/>
                  </a:lnTo>
                  <a:lnTo>
                    <a:pt x="522" y="544"/>
                  </a:lnTo>
                  <a:lnTo>
                    <a:pt x="525" y="544"/>
                  </a:lnTo>
                  <a:lnTo>
                    <a:pt x="525" y="544"/>
                  </a:lnTo>
                  <a:lnTo>
                    <a:pt x="527" y="544"/>
                  </a:lnTo>
                  <a:lnTo>
                    <a:pt x="530" y="547"/>
                  </a:lnTo>
                  <a:lnTo>
                    <a:pt x="530" y="547"/>
                  </a:lnTo>
                  <a:lnTo>
                    <a:pt x="532" y="544"/>
                  </a:lnTo>
                  <a:lnTo>
                    <a:pt x="532" y="544"/>
                  </a:lnTo>
                  <a:lnTo>
                    <a:pt x="544" y="537"/>
                  </a:lnTo>
                  <a:lnTo>
                    <a:pt x="544" y="535"/>
                  </a:lnTo>
                  <a:lnTo>
                    <a:pt x="544" y="535"/>
                  </a:lnTo>
                  <a:lnTo>
                    <a:pt x="549" y="535"/>
                  </a:lnTo>
                  <a:lnTo>
                    <a:pt x="558" y="533"/>
                  </a:lnTo>
                  <a:lnTo>
                    <a:pt x="560" y="533"/>
                  </a:lnTo>
                  <a:lnTo>
                    <a:pt x="565" y="530"/>
                  </a:lnTo>
                  <a:lnTo>
                    <a:pt x="570" y="528"/>
                  </a:lnTo>
                  <a:lnTo>
                    <a:pt x="572" y="525"/>
                  </a:lnTo>
                  <a:lnTo>
                    <a:pt x="577" y="521"/>
                  </a:lnTo>
                  <a:lnTo>
                    <a:pt x="579" y="521"/>
                  </a:lnTo>
                  <a:lnTo>
                    <a:pt x="579" y="521"/>
                  </a:lnTo>
                  <a:lnTo>
                    <a:pt x="582" y="518"/>
                  </a:lnTo>
                  <a:lnTo>
                    <a:pt x="584" y="516"/>
                  </a:lnTo>
                  <a:lnTo>
                    <a:pt x="586" y="514"/>
                  </a:lnTo>
                  <a:lnTo>
                    <a:pt x="589" y="514"/>
                  </a:lnTo>
                  <a:lnTo>
                    <a:pt x="591" y="511"/>
                  </a:lnTo>
                  <a:lnTo>
                    <a:pt x="593" y="509"/>
                  </a:lnTo>
                  <a:lnTo>
                    <a:pt x="593" y="509"/>
                  </a:lnTo>
                  <a:lnTo>
                    <a:pt x="593" y="507"/>
                  </a:lnTo>
                  <a:lnTo>
                    <a:pt x="593" y="507"/>
                  </a:lnTo>
                  <a:lnTo>
                    <a:pt x="593" y="507"/>
                  </a:lnTo>
                  <a:lnTo>
                    <a:pt x="593" y="507"/>
                  </a:lnTo>
                  <a:lnTo>
                    <a:pt x="593" y="507"/>
                  </a:lnTo>
                  <a:lnTo>
                    <a:pt x="593" y="504"/>
                  </a:lnTo>
                  <a:lnTo>
                    <a:pt x="593" y="504"/>
                  </a:lnTo>
                  <a:lnTo>
                    <a:pt x="593" y="504"/>
                  </a:lnTo>
                  <a:lnTo>
                    <a:pt x="593" y="504"/>
                  </a:lnTo>
                  <a:lnTo>
                    <a:pt x="593" y="502"/>
                  </a:lnTo>
                  <a:lnTo>
                    <a:pt x="593" y="502"/>
                  </a:lnTo>
                  <a:close/>
                  <a:moveTo>
                    <a:pt x="530" y="256"/>
                  </a:moveTo>
                  <a:lnTo>
                    <a:pt x="530" y="258"/>
                  </a:lnTo>
                  <a:lnTo>
                    <a:pt x="530" y="258"/>
                  </a:lnTo>
                  <a:lnTo>
                    <a:pt x="530" y="260"/>
                  </a:lnTo>
                  <a:lnTo>
                    <a:pt x="530" y="260"/>
                  </a:lnTo>
                  <a:lnTo>
                    <a:pt x="530" y="260"/>
                  </a:lnTo>
                  <a:lnTo>
                    <a:pt x="530" y="260"/>
                  </a:lnTo>
                  <a:lnTo>
                    <a:pt x="530" y="258"/>
                  </a:lnTo>
                  <a:lnTo>
                    <a:pt x="530" y="258"/>
                  </a:lnTo>
                  <a:lnTo>
                    <a:pt x="530" y="258"/>
                  </a:lnTo>
                  <a:lnTo>
                    <a:pt x="530" y="258"/>
                  </a:lnTo>
                  <a:lnTo>
                    <a:pt x="530" y="256"/>
                  </a:lnTo>
                  <a:lnTo>
                    <a:pt x="530" y="256"/>
                  </a:lnTo>
                  <a:lnTo>
                    <a:pt x="530" y="256"/>
                  </a:lnTo>
                  <a:close/>
                  <a:moveTo>
                    <a:pt x="530" y="263"/>
                  </a:moveTo>
                  <a:lnTo>
                    <a:pt x="530" y="263"/>
                  </a:lnTo>
                  <a:lnTo>
                    <a:pt x="527" y="263"/>
                  </a:lnTo>
                  <a:lnTo>
                    <a:pt x="527" y="263"/>
                  </a:lnTo>
                  <a:lnTo>
                    <a:pt x="527" y="263"/>
                  </a:lnTo>
                  <a:lnTo>
                    <a:pt x="527" y="263"/>
                  </a:lnTo>
                  <a:lnTo>
                    <a:pt x="527" y="263"/>
                  </a:lnTo>
                  <a:lnTo>
                    <a:pt x="527" y="265"/>
                  </a:lnTo>
                  <a:lnTo>
                    <a:pt x="527" y="268"/>
                  </a:lnTo>
                  <a:lnTo>
                    <a:pt x="527" y="270"/>
                  </a:lnTo>
                  <a:lnTo>
                    <a:pt x="530" y="275"/>
                  </a:lnTo>
                  <a:lnTo>
                    <a:pt x="527" y="277"/>
                  </a:lnTo>
                  <a:lnTo>
                    <a:pt x="527" y="277"/>
                  </a:lnTo>
                  <a:lnTo>
                    <a:pt x="527" y="279"/>
                  </a:lnTo>
                  <a:lnTo>
                    <a:pt x="530" y="279"/>
                  </a:lnTo>
                  <a:lnTo>
                    <a:pt x="532" y="284"/>
                  </a:lnTo>
                  <a:lnTo>
                    <a:pt x="532" y="284"/>
                  </a:lnTo>
                  <a:lnTo>
                    <a:pt x="532" y="284"/>
                  </a:lnTo>
                  <a:lnTo>
                    <a:pt x="532" y="284"/>
                  </a:lnTo>
                  <a:lnTo>
                    <a:pt x="532" y="284"/>
                  </a:lnTo>
                  <a:lnTo>
                    <a:pt x="532" y="284"/>
                  </a:lnTo>
                  <a:lnTo>
                    <a:pt x="532" y="284"/>
                  </a:lnTo>
                  <a:lnTo>
                    <a:pt x="532" y="284"/>
                  </a:lnTo>
                  <a:lnTo>
                    <a:pt x="532" y="284"/>
                  </a:lnTo>
                  <a:lnTo>
                    <a:pt x="532" y="282"/>
                  </a:lnTo>
                  <a:lnTo>
                    <a:pt x="532" y="282"/>
                  </a:lnTo>
                  <a:lnTo>
                    <a:pt x="532" y="282"/>
                  </a:lnTo>
                  <a:lnTo>
                    <a:pt x="532" y="282"/>
                  </a:lnTo>
                  <a:lnTo>
                    <a:pt x="532" y="282"/>
                  </a:lnTo>
                  <a:lnTo>
                    <a:pt x="532" y="282"/>
                  </a:lnTo>
                  <a:lnTo>
                    <a:pt x="532" y="282"/>
                  </a:lnTo>
                  <a:lnTo>
                    <a:pt x="532" y="282"/>
                  </a:lnTo>
                  <a:lnTo>
                    <a:pt x="534" y="282"/>
                  </a:lnTo>
                  <a:lnTo>
                    <a:pt x="534" y="282"/>
                  </a:lnTo>
                  <a:lnTo>
                    <a:pt x="534" y="282"/>
                  </a:lnTo>
                  <a:lnTo>
                    <a:pt x="537" y="284"/>
                  </a:lnTo>
                  <a:lnTo>
                    <a:pt x="537" y="286"/>
                  </a:lnTo>
                  <a:lnTo>
                    <a:pt x="537" y="286"/>
                  </a:lnTo>
                  <a:lnTo>
                    <a:pt x="537" y="286"/>
                  </a:lnTo>
                  <a:lnTo>
                    <a:pt x="539" y="289"/>
                  </a:lnTo>
                  <a:lnTo>
                    <a:pt x="539" y="286"/>
                  </a:lnTo>
                  <a:lnTo>
                    <a:pt x="539" y="286"/>
                  </a:lnTo>
                  <a:lnTo>
                    <a:pt x="539" y="286"/>
                  </a:lnTo>
                  <a:lnTo>
                    <a:pt x="539" y="284"/>
                  </a:lnTo>
                  <a:lnTo>
                    <a:pt x="539" y="284"/>
                  </a:lnTo>
                  <a:lnTo>
                    <a:pt x="539" y="284"/>
                  </a:lnTo>
                  <a:lnTo>
                    <a:pt x="539" y="284"/>
                  </a:lnTo>
                  <a:lnTo>
                    <a:pt x="541" y="289"/>
                  </a:lnTo>
                  <a:lnTo>
                    <a:pt x="541" y="291"/>
                  </a:lnTo>
                  <a:lnTo>
                    <a:pt x="541" y="291"/>
                  </a:lnTo>
                  <a:lnTo>
                    <a:pt x="541" y="291"/>
                  </a:lnTo>
                  <a:lnTo>
                    <a:pt x="544" y="294"/>
                  </a:lnTo>
                  <a:lnTo>
                    <a:pt x="546" y="291"/>
                  </a:lnTo>
                  <a:lnTo>
                    <a:pt x="549" y="291"/>
                  </a:lnTo>
                  <a:lnTo>
                    <a:pt x="549" y="289"/>
                  </a:lnTo>
                  <a:lnTo>
                    <a:pt x="546" y="286"/>
                  </a:lnTo>
                  <a:lnTo>
                    <a:pt x="546" y="284"/>
                  </a:lnTo>
                  <a:lnTo>
                    <a:pt x="546" y="277"/>
                  </a:lnTo>
                  <a:lnTo>
                    <a:pt x="544" y="275"/>
                  </a:lnTo>
                  <a:lnTo>
                    <a:pt x="544" y="275"/>
                  </a:lnTo>
                  <a:lnTo>
                    <a:pt x="544" y="275"/>
                  </a:lnTo>
                  <a:lnTo>
                    <a:pt x="544" y="277"/>
                  </a:lnTo>
                  <a:lnTo>
                    <a:pt x="544" y="279"/>
                  </a:lnTo>
                  <a:lnTo>
                    <a:pt x="544" y="277"/>
                  </a:lnTo>
                  <a:lnTo>
                    <a:pt x="544" y="279"/>
                  </a:lnTo>
                  <a:lnTo>
                    <a:pt x="544" y="279"/>
                  </a:lnTo>
                  <a:lnTo>
                    <a:pt x="544" y="279"/>
                  </a:lnTo>
                  <a:lnTo>
                    <a:pt x="544" y="279"/>
                  </a:lnTo>
                  <a:lnTo>
                    <a:pt x="541" y="277"/>
                  </a:lnTo>
                  <a:lnTo>
                    <a:pt x="541" y="277"/>
                  </a:lnTo>
                  <a:lnTo>
                    <a:pt x="541" y="279"/>
                  </a:lnTo>
                  <a:lnTo>
                    <a:pt x="541" y="279"/>
                  </a:lnTo>
                  <a:lnTo>
                    <a:pt x="541" y="279"/>
                  </a:lnTo>
                  <a:lnTo>
                    <a:pt x="541" y="277"/>
                  </a:lnTo>
                  <a:lnTo>
                    <a:pt x="541" y="277"/>
                  </a:lnTo>
                  <a:lnTo>
                    <a:pt x="539" y="277"/>
                  </a:lnTo>
                  <a:lnTo>
                    <a:pt x="539" y="277"/>
                  </a:lnTo>
                  <a:lnTo>
                    <a:pt x="539" y="277"/>
                  </a:lnTo>
                  <a:lnTo>
                    <a:pt x="541" y="277"/>
                  </a:lnTo>
                  <a:lnTo>
                    <a:pt x="541" y="275"/>
                  </a:lnTo>
                  <a:lnTo>
                    <a:pt x="539" y="275"/>
                  </a:lnTo>
                  <a:lnTo>
                    <a:pt x="539" y="275"/>
                  </a:lnTo>
                  <a:lnTo>
                    <a:pt x="539" y="275"/>
                  </a:lnTo>
                  <a:lnTo>
                    <a:pt x="539" y="272"/>
                  </a:lnTo>
                  <a:lnTo>
                    <a:pt x="541" y="272"/>
                  </a:lnTo>
                  <a:lnTo>
                    <a:pt x="541" y="272"/>
                  </a:lnTo>
                  <a:lnTo>
                    <a:pt x="541" y="270"/>
                  </a:lnTo>
                  <a:lnTo>
                    <a:pt x="539" y="270"/>
                  </a:lnTo>
                  <a:lnTo>
                    <a:pt x="539" y="270"/>
                  </a:lnTo>
                  <a:lnTo>
                    <a:pt x="539" y="268"/>
                  </a:lnTo>
                  <a:lnTo>
                    <a:pt x="537" y="265"/>
                  </a:lnTo>
                  <a:lnTo>
                    <a:pt x="537" y="265"/>
                  </a:lnTo>
                  <a:lnTo>
                    <a:pt x="537" y="265"/>
                  </a:lnTo>
                  <a:lnTo>
                    <a:pt x="537" y="263"/>
                  </a:lnTo>
                  <a:lnTo>
                    <a:pt x="537" y="263"/>
                  </a:lnTo>
                  <a:lnTo>
                    <a:pt x="537" y="260"/>
                  </a:lnTo>
                  <a:lnTo>
                    <a:pt x="537" y="258"/>
                  </a:lnTo>
                  <a:lnTo>
                    <a:pt x="537" y="258"/>
                  </a:lnTo>
                  <a:lnTo>
                    <a:pt x="534" y="253"/>
                  </a:lnTo>
                  <a:lnTo>
                    <a:pt x="534" y="253"/>
                  </a:lnTo>
                  <a:lnTo>
                    <a:pt x="532" y="253"/>
                  </a:lnTo>
                  <a:lnTo>
                    <a:pt x="532" y="258"/>
                  </a:lnTo>
                  <a:lnTo>
                    <a:pt x="532" y="260"/>
                  </a:lnTo>
                  <a:lnTo>
                    <a:pt x="532" y="260"/>
                  </a:lnTo>
                  <a:lnTo>
                    <a:pt x="530" y="263"/>
                  </a:lnTo>
                  <a:lnTo>
                    <a:pt x="530" y="263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A93282A5-762E-2BCE-D638-71F191D872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06665" y="1786892"/>
              <a:ext cx="1144854" cy="956380"/>
            </a:xfrm>
            <a:custGeom>
              <a:avLst/>
              <a:gdLst>
                <a:gd name="T0" fmla="*/ 888 w 899"/>
                <a:gd name="T1" fmla="*/ 227 h 751"/>
                <a:gd name="T2" fmla="*/ 881 w 899"/>
                <a:gd name="T3" fmla="*/ 227 h 751"/>
                <a:gd name="T4" fmla="*/ 873 w 899"/>
                <a:gd name="T5" fmla="*/ 218 h 751"/>
                <a:gd name="T6" fmla="*/ 850 w 899"/>
                <a:gd name="T7" fmla="*/ 199 h 751"/>
                <a:gd name="T8" fmla="*/ 833 w 899"/>
                <a:gd name="T9" fmla="*/ 180 h 751"/>
                <a:gd name="T10" fmla="*/ 826 w 899"/>
                <a:gd name="T11" fmla="*/ 145 h 751"/>
                <a:gd name="T12" fmla="*/ 824 w 899"/>
                <a:gd name="T13" fmla="*/ 107 h 751"/>
                <a:gd name="T14" fmla="*/ 819 w 899"/>
                <a:gd name="T15" fmla="*/ 67 h 751"/>
                <a:gd name="T16" fmla="*/ 821 w 899"/>
                <a:gd name="T17" fmla="*/ 62 h 751"/>
                <a:gd name="T18" fmla="*/ 824 w 899"/>
                <a:gd name="T19" fmla="*/ 67 h 751"/>
                <a:gd name="T20" fmla="*/ 807 w 899"/>
                <a:gd name="T21" fmla="*/ 36 h 751"/>
                <a:gd name="T22" fmla="*/ 696 w 899"/>
                <a:gd name="T23" fmla="*/ 14 h 751"/>
                <a:gd name="T24" fmla="*/ 509 w 899"/>
                <a:gd name="T25" fmla="*/ 7 h 751"/>
                <a:gd name="T26" fmla="*/ 343 w 899"/>
                <a:gd name="T27" fmla="*/ 14 h 751"/>
                <a:gd name="T28" fmla="*/ 171 w 899"/>
                <a:gd name="T29" fmla="*/ 22 h 751"/>
                <a:gd name="T30" fmla="*/ 171 w 899"/>
                <a:gd name="T31" fmla="*/ 128 h 751"/>
                <a:gd name="T32" fmla="*/ 116 w 899"/>
                <a:gd name="T33" fmla="*/ 261 h 751"/>
                <a:gd name="T34" fmla="*/ 74 w 899"/>
                <a:gd name="T35" fmla="*/ 367 h 751"/>
                <a:gd name="T36" fmla="*/ 57 w 899"/>
                <a:gd name="T37" fmla="*/ 400 h 751"/>
                <a:gd name="T38" fmla="*/ 36 w 899"/>
                <a:gd name="T39" fmla="*/ 426 h 751"/>
                <a:gd name="T40" fmla="*/ 33 w 899"/>
                <a:gd name="T41" fmla="*/ 448 h 751"/>
                <a:gd name="T42" fmla="*/ 17 w 899"/>
                <a:gd name="T43" fmla="*/ 471 h 751"/>
                <a:gd name="T44" fmla="*/ 19 w 899"/>
                <a:gd name="T45" fmla="*/ 504 h 751"/>
                <a:gd name="T46" fmla="*/ 17 w 899"/>
                <a:gd name="T47" fmla="*/ 535 h 751"/>
                <a:gd name="T48" fmla="*/ 38 w 899"/>
                <a:gd name="T49" fmla="*/ 568 h 751"/>
                <a:gd name="T50" fmla="*/ 52 w 899"/>
                <a:gd name="T51" fmla="*/ 601 h 751"/>
                <a:gd name="T52" fmla="*/ 57 w 899"/>
                <a:gd name="T53" fmla="*/ 630 h 751"/>
                <a:gd name="T54" fmla="*/ 100 w 899"/>
                <a:gd name="T55" fmla="*/ 708 h 751"/>
                <a:gd name="T56" fmla="*/ 88 w 899"/>
                <a:gd name="T57" fmla="*/ 732 h 751"/>
                <a:gd name="T58" fmla="*/ 95 w 899"/>
                <a:gd name="T59" fmla="*/ 748 h 751"/>
                <a:gd name="T60" fmla="*/ 128 w 899"/>
                <a:gd name="T61" fmla="*/ 748 h 751"/>
                <a:gd name="T62" fmla="*/ 154 w 899"/>
                <a:gd name="T63" fmla="*/ 713 h 751"/>
                <a:gd name="T64" fmla="*/ 168 w 899"/>
                <a:gd name="T65" fmla="*/ 684 h 751"/>
                <a:gd name="T66" fmla="*/ 175 w 899"/>
                <a:gd name="T67" fmla="*/ 663 h 751"/>
                <a:gd name="T68" fmla="*/ 187 w 899"/>
                <a:gd name="T69" fmla="*/ 661 h 751"/>
                <a:gd name="T70" fmla="*/ 194 w 899"/>
                <a:gd name="T71" fmla="*/ 661 h 751"/>
                <a:gd name="T72" fmla="*/ 216 w 899"/>
                <a:gd name="T73" fmla="*/ 656 h 751"/>
                <a:gd name="T74" fmla="*/ 230 w 899"/>
                <a:gd name="T75" fmla="*/ 677 h 751"/>
                <a:gd name="T76" fmla="*/ 320 w 899"/>
                <a:gd name="T77" fmla="*/ 701 h 751"/>
                <a:gd name="T78" fmla="*/ 412 w 899"/>
                <a:gd name="T79" fmla="*/ 691 h 751"/>
                <a:gd name="T80" fmla="*/ 490 w 899"/>
                <a:gd name="T81" fmla="*/ 691 h 751"/>
                <a:gd name="T82" fmla="*/ 566 w 899"/>
                <a:gd name="T83" fmla="*/ 587 h 751"/>
                <a:gd name="T84" fmla="*/ 585 w 899"/>
                <a:gd name="T85" fmla="*/ 559 h 751"/>
                <a:gd name="T86" fmla="*/ 608 w 899"/>
                <a:gd name="T87" fmla="*/ 637 h 751"/>
                <a:gd name="T88" fmla="*/ 651 w 899"/>
                <a:gd name="T89" fmla="*/ 687 h 751"/>
                <a:gd name="T90" fmla="*/ 670 w 899"/>
                <a:gd name="T91" fmla="*/ 672 h 751"/>
                <a:gd name="T92" fmla="*/ 684 w 899"/>
                <a:gd name="T93" fmla="*/ 630 h 751"/>
                <a:gd name="T94" fmla="*/ 701 w 899"/>
                <a:gd name="T95" fmla="*/ 635 h 751"/>
                <a:gd name="T96" fmla="*/ 708 w 899"/>
                <a:gd name="T97" fmla="*/ 590 h 751"/>
                <a:gd name="T98" fmla="*/ 724 w 899"/>
                <a:gd name="T99" fmla="*/ 568 h 751"/>
                <a:gd name="T100" fmla="*/ 743 w 899"/>
                <a:gd name="T101" fmla="*/ 538 h 751"/>
                <a:gd name="T102" fmla="*/ 767 w 899"/>
                <a:gd name="T103" fmla="*/ 523 h 751"/>
                <a:gd name="T104" fmla="*/ 784 w 899"/>
                <a:gd name="T105" fmla="*/ 469 h 751"/>
                <a:gd name="T106" fmla="*/ 791 w 899"/>
                <a:gd name="T107" fmla="*/ 384 h 751"/>
                <a:gd name="T108" fmla="*/ 810 w 899"/>
                <a:gd name="T109" fmla="*/ 329 h 751"/>
                <a:gd name="T110" fmla="*/ 812 w 899"/>
                <a:gd name="T111" fmla="*/ 306 h 751"/>
                <a:gd name="T112" fmla="*/ 812 w 899"/>
                <a:gd name="T113" fmla="*/ 291 h 751"/>
                <a:gd name="T114" fmla="*/ 838 w 899"/>
                <a:gd name="T115" fmla="*/ 289 h 751"/>
                <a:gd name="T116" fmla="*/ 864 w 899"/>
                <a:gd name="T117" fmla="*/ 268 h 751"/>
                <a:gd name="T118" fmla="*/ 876 w 899"/>
                <a:gd name="T119" fmla="*/ 265 h 751"/>
                <a:gd name="T120" fmla="*/ 826 w 899"/>
                <a:gd name="T121" fmla="*/ 81 h 7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899" h="751">
                  <a:moveTo>
                    <a:pt x="899" y="237"/>
                  </a:moveTo>
                  <a:lnTo>
                    <a:pt x="899" y="237"/>
                  </a:lnTo>
                  <a:lnTo>
                    <a:pt x="899" y="237"/>
                  </a:lnTo>
                  <a:lnTo>
                    <a:pt x="897" y="235"/>
                  </a:lnTo>
                  <a:lnTo>
                    <a:pt x="895" y="232"/>
                  </a:lnTo>
                  <a:lnTo>
                    <a:pt x="895" y="232"/>
                  </a:lnTo>
                  <a:lnTo>
                    <a:pt x="895" y="235"/>
                  </a:lnTo>
                  <a:lnTo>
                    <a:pt x="895" y="235"/>
                  </a:lnTo>
                  <a:lnTo>
                    <a:pt x="895" y="237"/>
                  </a:lnTo>
                  <a:lnTo>
                    <a:pt x="895" y="235"/>
                  </a:lnTo>
                  <a:lnTo>
                    <a:pt x="895" y="235"/>
                  </a:lnTo>
                  <a:lnTo>
                    <a:pt x="895" y="232"/>
                  </a:lnTo>
                  <a:lnTo>
                    <a:pt x="892" y="232"/>
                  </a:lnTo>
                  <a:lnTo>
                    <a:pt x="892" y="232"/>
                  </a:lnTo>
                  <a:lnTo>
                    <a:pt x="890" y="232"/>
                  </a:lnTo>
                  <a:lnTo>
                    <a:pt x="890" y="232"/>
                  </a:lnTo>
                  <a:lnTo>
                    <a:pt x="890" y="232"/>
                  </a:lnTo>
                  <a:lnTo>
                    <a:pt x="888" y="227"/>
                  </a:lnTo>
                  <a:lnTo>
                    <a:pt x="888" y="227"/>
                  </a:lnTo>
                  <a:lnTo>
                    <a:pt x="888" y="227"/>
                  </a:lnTo>
                  <a:lnTo>
                    <a:pt x="888" y="227"/>
                  </a:lnTo>
                  <a:lnTo>
                    <a:pt x="888" y="230"/>
                  </a:lnTo>
                  <a:lnTo>
                    <a:pt x="888" y="230"/>
                  </a:lnTo>
                  <a:lnTo>
                    <a:pt x="885" y="230"/>
                  </a:lnTo>
                  <a:lnTo>
                    <a:pt x="885" y="230"/>
                  </a:lnTo>
                  <a:lnTo>
                    <a:pt x="883" y="227"/>
                  </a:lnTo>
                  <a:lnTo>
                    <a:pt x="883" y="227"/>
                  </a:lnTo>
                  <a:lnTo>
                    <a:pt x="883" y="227"/>
                  </a:lnTo>
                  <a:lnTo>
                    <a:pt x="883" y="227"/>
                  </a:lnTo>
                  <a:lnTo>
                    <a:pt x="881" y="227"/>
                  </a:lnTo>
                  <a:lnTo>
                    <a:pt x="881" y="227"/>
                  </a:lnTo>
                  <a:lnTo>
                    <a:pt x="878" y="227"/>
                  </a:lnTo>
                  <a:lnTo>
                    <a:pt x="878" y="227"/>
                  </a:lnTo>
                  <a:lnTo>
                    <a:pt x="878" y="227"/>
                  </a:lnTo>
                  <a:lnTo>
                    <a:pt x="881" y="227"/>
                  </a:lnTo>
                  <a:lnTo>
                    <a:pt x="881" y="227"/>
                  </a:lnTo>
                  <a:lnTo>
                    <a:pt x="881" y="227"/>
                  </a:lnTo>
                  <a:lnTo>
                    <a:pt x="881" y="227"/>
                  </a:lnTo>
                  <a:lnTo>
                    <a:pt x="883" y="225"/>
                  </a:lnTo>
                  <a:lnTo>
                    <a:pt x="881" y="225"/>
                  </a:lnTo>
                  <a:lnTo>
                    <a:pt x="883" y="225"/>
                  </a:lnTo>
                  <a:lnTo>
                    <a:pt x="883" y="225"/>
                  </a:lnTo>
                  <a:lnTo>
                    <a:pt x="883" y="223"/>
                  </a:lnTo>
                  <a:lnTo>
                    <a:pt x="883" y="223"/>
                  </a:lnTo>
                  <a:lnTo>
                    <a:pt x="883" y="223"/>
                  </a:lnTo>
                  <a:lnTo>
                    <a:pt x="881" y="223"/>
                  </a:lnTo>
                  <a:lnTo>
                    <a:pt x="881" y="225"/>
                  </a:lnTo>
                  <a:lnTo>
                    <a:pt x="881" y="225"/>
                  </a:lnTo>
                  <a:lnTo>
                    <a:pt x="878" y="227"/>
                  </a:lnTo>
                  <a:lnTo>
                    <a:pt x="876" y="225"/>
                  </a:lnTo>
                  <a:lnTo>
                    <a:pt x="873" y="223"/>
                  </a:lnTo>
                  <a:lnTo>
                    <a:pt x="871" y="220"/>
                  </a:lnTo>
                  <a:lnTo>
                    <a:pt x="871" y="218"/>
                  </a:lnTo>
                  <a:lnTo>
                    <a:pt x="873" y="218"/>
                  </a:lnTo>
                  <a:lnTo>
                    <a:pt x="873" y="216"/>
                  </a:lnTo>
                  <a:lnTo>
                    <a:pt x="873" y="216"/>
                  </a:lnTo>
                  <a:lnTo>
                    <a:pt x="871" y="216"/>
                  </a:lnTo>
                  <a:lnTo>
                    <a:pt x="869" y="213"/>
                  </a:lnTo>
                  <a:lnTo>
                    <a:pt x="866" y="211"/>
                  </a:lnTo>
                  <a:lnTo>
                    <a:pt x="864" y="209"/>
                  </a:lnTo>
                  <a:lnTo>
                    <a:pt x="864" y="206"/>
                  </a:lnTo>
                  <a:lnTo>
                    <a:pt x="857" y="206"/>
                  </a:lnTo>
                  <a:lnTo>
                    <a:pt x="857" y="204"/>
                  </a:lnTo>
                  <a:lnTo>
                    <a:pt x="855" y="204"/>
                  </a:lnTo>
                  <a:lnTo>
                    <a:pt x="855" y="204"/>
                  </a:lnTo>
                  <a:lnTo>
                    <a:pt x="855" y="204"/>
                  </a:lnTo>
                  <a:lnTo>
                    <a:pt x="855" y="201"/>
                  </a:lnTo>
                  <a:lnTo>
                    <a:pt x="855" y="201"/>
                  </a:lnTo>
                  <a:lnTo>
                    <a:pt x="852" y="201"/>
                  </a:lnTo>
                  <a:lnTo>
                    <a:pt x="852" y="199"/>
                  </a:lnTo>
                  <a:lnTo>
                    <a:pt x="852" y="199"/>
                  </a:lnTo>
                  <a:lnTo>
                    <a:pt x="850" y="199"/>
                  </a:lnTo>
                  <a:lnTo>
                    <a:pt x="850" y="199"/>
                  </a:lnTo>
                  <a:lnTo>
                    <a:pt x="850" y="199"/>
                  </a:lnTo>
                  <a:lnTo>
                    <a:pt x="847" y="199"/>
                  </a:lnTo>
                  <a:lnTo>
                    <a:pt x="845" y="199"/>
                  </a:lnTo>
                  <a:lnTo>
                    <a:pt x="845" y="199"/>
                  </a:lnTo>
                  <a:lnTo>
                    <a:pt x="843" y="199"/>
                  </a:lnTo>
                  <a:lnTo>
                    <a:pt x="843" y="199"/>
                  </a:lnTo>
                  <a:lnTo>
                    <a:pt x="843" y="199"/>
                  </a:lnTo>
                  <a:lnTo>
                    <a:pt x="843" y="199"/>
                  </a:lnTo>
                  <a:lnTo>
                    <a:pt x="840" y="199"/>
                  </a:lnTo>
                  <a:lnTo>
                    <a:pt x="840" y="197"/>
                  </a:lnTo>
                  <a:lnTo>
                    <a:pt x="838" y="194"/>
                  </a:lnTo>
                  <a:lnTo>
                    <a:pt x="838" y="192"/>
                  </a:lnTo>
                  <a:lnTo>
                    <a:pt x="836" y="192"/>
                  </a:lnTo>
                  <a:lnTo>
                    <a:pt x="836" y="190"/>
                  </a:lnTo>
                  <a:lnTo>
                    <a:pt x="836" y="187"/>
                  </a:lnTo>
                  <a:lnTo>
                    <a:pt x="833" y="183"/>
                  </a:lnTo>
                  <a:lnTo>
                    <a:pt x="833" y="180"/>
                  </a:lnTo>
                  <a:lnTo>
                    <a:pt x="833" y="178"/>
                  </a:lnTo>
                  <a:lnTo>
                    <a:pt x="833" y="178"/>
                  </a:lnTo>
                  <a:lnTo>
                    <a:pt x="833" y="178"/>
                  </a:lnTo>
                  <a:lnTo>
                    <a:pt x="833" y="178"/>
                  </a:lnTo>
                  <a:lnTo>
                    <a:pt x="833" y="175"/>
                  </a:lnTo>
                  <a:lnTo>
                    <a:pt x="831" y="175"/>
                  </a:lnTo>
                  <a:lnTo>
                    <a:pt x="831" y="175"/>
                  </a:lnTo>
                  <a:lnTo>
                    <a:pt x="831" y="175"/>
                  </a:lnTo>
                  <a:lnTo>
                    <a:pt x="831" y="168"/>
                  </a:lnTo>
                  <a:lnTo>
                    <a:pt x="828" y="156"/>
                  </a:lnTo>
                  <a:lnTo>
                    <a:pt x="828" y="154"/>
                  </a:lnTo>
                  <a:lnTo>
                    <a:pt x="826" y="152"/>
                  </a:lnTo>
                  <a:lnTo>
                    <a:pt x="826" y="152"/>
                  </a:lnTo>
                  <a:lnTo>
                    <a:pt x="826" y="152"/>
                  </a:lnTo>
                  <a:lnTo>
                    <a:pt x="826" y="149"/>
                  </a:lnTo>
                  <a:lnTo>
                    <a:pt x="826" y="147"/>
                  </a:lnTo>
                  <a:lnTo>
                    <a:pt x="826" y="147"/>
                  </a:lnTo>
                  <a:lnTo>
                    <a:pt x="826" y="145"/>
                  </a:lnTo>
                  <a:lnTo>
                    <a:pt x="828" y="145"/>
                  </a:lnTo>
                  <a:lnTo>
                    <a:pt x="828" y="142"/>
                  </a:lnTo>
                  <a:lnTo>
                    <a:pt x="828" y="140"/>
                  </a:lnTo>
                  <a:lnTo>
                    <a:pt x="826" y="138"/>
                  </a:lnTo>
                  <a:lnTo>
                    <a:pt x="824" y="128"/>
                  </a:lnTo>
                  <a:lnTo>
                    <a:pt x="824" y="126"/>
                  </a:lnTo>
                  <a:lnTo>
                    <a:pt x="824" y="126"/>
                  </a:lnTo>
                  <a:lnTo>
                    <a:pt x="824" y="126"/>
                  </a:lnTo>
                  <a:lnTo>
                    <a:pt x="824" y="123"/>
                  </a:lnTo>
                  <a:lnTo>
                    <a:pt x="824" y="123"/>
                  </a:lnTo>
                  <a:lnTo>
                    <a:pt x="824" y="123"/>
                  </a:lnTo>
                  <a:lnTo>
                    <a:pt x="826" y="121"/>
                  </a:lnTo>
                  <a:lnTo>
                    <a:pt x="826" y="119"/>
                  </a:lnTo>
                  <a:lnTo>
                    <a:pt x="824" y="116"/>
                  </a:lnTo>
                  <a:lnTo>
                    <a:pt x="824" y="114"/>
                  </a:lnTo>
                  <a:lnTo>
                    <a:pt x="824" y="112"/>
                  </a:lnTo>
                  <a:lnTo>
                    <a:pt x="824" y="109"/>
                  </a:lnTo>
                  <a:lnTo>
                    <a:pt x="824" y="107"/>
                  </a:lnTo>
                  <a:lnTo>
                    <a:pt x="824" y="104"/>
                  </a:lnTo>
                  <a:lnTo>
                    <a:pt x="824" y="102"/>
                  </a:lnTo>
                  <a:lnTo>
                    <a:pt x="824" y="102"/>
                  </a:lnTo>
                  <a:lnTo>
                    <a:pt x="824" y="102"/>
                  </a:lnTo>
                  <a:lnTo>
                    <a:pt x="826" y="102"/>
                  </a:lnTo>
                  <a:lnTo>
                    <a:pt x="826" y="100"/>
                  </a:lnTo>
                  <a:lnTo>
                    <a:pt x="826" y="100"/>
                  </a:lnTo>
                  <a:lnTo>
                    <a:pt x="826" y="95"/>
                  </a:lnTo>
                  <a:lnTo>
                    <a:pt x="824" y="88"/>
                  </a:lnTo>
                  <a:lnTo>
                    <a:pt x="821" y="85"/>
                  </a:lnTo>
                  <a:lnTo>
                    <a:pt x="821" y="78"/>
                  </a:lnTo>
                  <a:lnTo>
                    <a:pt x="821" y="74"/>
                  </a:lnTo>
                  <a:lnTo>
                    <a:pt x="819" y="71"/>
                  </a:lnTo>
                  <a:lnTo>
                    <a:pt x="819" y="69"/>
                  </a:lnTo>
                  <a:lnTo>
                    <a:pt x="819" y="69"/>
                  </a:lnTo>
                  <a:lnTo>
                    <a:pt x="819" y="67"/>
                  </a:lnTo>
                  <a:lnTo>
                    <a:pt x="819" y="67"/>
                  </a:lnTo>
                  <a:lnTo>
                    <a:pt x="819" y="67"/>
                  </a:lnTo>
                  <a:lnTo>
                    <a:pt x="819" y="67"/>
                  </a:lnTo>
                  <a:lnTo>
                    <a:pt x="819" y="67"/>
                  </a:lnTo>
                  <a:lnTo>
                    <a:pt x="819" y="64"/>
                  </a:lnTo>
                  <a:lnTo>
                    <a:pt x="819" y="64"/>
                  </a:lnTo>
                  <a:lnTo>
                    <a:pt x="819" y="64"/>
                  </a:lnTo>
                  <a:lnTo>
                    <a:pt x="819" y="62"/>
                  </a:lnTo>
                  <a:lnTo>
                    <a:pt x="819" y="62"/>
                  </a:lnTo>
                  <a:lnTo>
                    <a:pt x="819" y="62"/>
                  </a:lnTo>
                  <a:lnTo>
                    <a:pt x="819" y="62"/>
                  </a:lnTo>
                  <a:lnTo>
                    <a:pt x="819" y="59"/>
                  </a:lnTo>
                  <a:lnTo>
                    <a:pt x="819" y="59"/>
                  </a:lnTo>
                  <a:lnTo>
                    <a:pt x="819" y="57"/>
                  </a:lnTo>
                  <a:lnTo>
                    <a:pt x="821" y="57"/>
                  </a:lnTo>
                  <a:lnTo>
                    <a:pt x="821" y="59"/>
                  </a:lnTo>
                  <a:lnTo>
                    <a:pt x="821" y="59"/>
                  </a:lnTo>
                  <a:lnTo>
                    <a:pt x="821" y="59"/>
                  </a:lnTo>
                  <a:lnTo>
                    <a:pt x="821" y="62"/>
                  </a:lnTo>
                  <a:lnTo>
                    <a:pt x="821" y="62"/>
                  </a:lnTo>
                  <a:lnTo>
                    <a:pt x="821" y="62"/>
                  </a:lnTo>
                  <a:lnTo>
                    <a:pt x="821" y="62"/>
                  </a:lnTo>
                  <a:lnTo>
                    <a:pt x="824" y="62"/>
                  </a:lnTo>
                  <a:lnTo>
                    <a:pt x="824" y="62"/>
                  </a:lnTo>
                  <a:lnTo>
                    <a:pt x="826" y="62"/>
                  </a:lnTo>
                  <a:lnTo>
                    <a:pt x="826" y="64"/>
                  </a:lnTo>
                  <a:lnTo>
                    <a:pt x="826" y="67"/>
                  </a:lnTo>
                  <a:lnTo>
                    <a:pt x="828" y="67"/>
                  </a:lnTo>
                  <a:lnTo>
                    <a:pt x="828" y="67"/>
                  </a:lnTo>
                  <a:lnTo>
                    <a:pt x="828" y="69"/>
                  </a:lnTo>
                  <a:lnTo>
                    <a:pt x="826" y="67"/>
                  </a:lnTo>
                  <a:lnTo>
                    <a:pt x="826" y="67"/>
                  </a:lnTo>
                  <a:lnTo>
                    <a:pt x="826" y="67"/>
                  </a:lnTo>
                  <a:lnTo>
                    <a:pt x="824" y="67"/>
                  </a:lnTo>
                  <a:lnTo>
                    <a:pt x="824" y="64"/>
                  </a:lnTo>
                  <a:lnTo>
                    <a:pt x="824" y="64"/>
                  </a:lnTo>
                  <a:lnTo>
                    <a:pt x="824" y="64"/>
                  </a:lnTo>
                  <a:lnTo>
                    <a:pt x="824" y="67"/>
                  </a:lnTo>
                  <a:lnTo>
                    <a:pt x="824" y="67"/>
                  </a:lnTo>
                  <a:lnTo>
                    <a:pt x="824" y="67"/>
                  </a:lnTo>
                  <a:lnTo>
                    <a:pt x="826" y="69"/>
                  </a:lnTo>
                  <a:lnTo>
                    <a:pt x="826" y="71"/>
                  </a:lnTo>
                  <a:lnTo>
                    <a:pt x="828" y="69"/>
                  </a:lnTo>
                  <a:lnTo>
                    <a:pt x="828" y="69"/>
                  </a:lnTo>
                  <a:lnTo>
                    <a:pt x="828" y="69"/>
                  </a:lnTo>
                  <a:lnTo>
                    <a:pt x="831" y="69"/>
                  </a:lnTo>
                  <a:lnTo>
                    <a:pt x="831" y="67"/>
                  </a:lnTo>
                  <a:lnTo>
                    <a:pt x="831" y="67"/>
                  </a:lnTo>
                  <a:lnTo>
                    <a:pt x="824" y="59"/>
                  </a:lnTo>
                  <a:lnTo>
                    <a:pt x="819" y="55"/>
                  </a:lnTo>
                  <a:lnTo>
                    <a:pt x="812" y="45"/>
                  </a:lnTo>
                  <a:lnTo>
                    <a:pt x="810" y="38"/>
                  </a:lnTo>
                  <a:lnTo>
                    <a:pt x="810" y="36"/>
                  </a:lnTo>
                  <a:lnTo>
                    <a:pt x="810" y="36"/>
                  </a:lnTo>
                  <a:lnTo>
                    <a:pt x="807" y="36"/>
                  </a:lnTo>
                  <a:lnTo>
                    <a:pt x="807" y="36"/>
                  </a:lnTo>
                  <a:lnTo>
                    <a:pt x="807" y="33"/>
                  </a:lnTo>
                  <a:lnTo>
                    <a:pt x="807" y="33"/>
                  </a:lnTo>
                  <a:lnTo>
                    <a:pt x="807" y="31"/>
                  </a:lnTo>
                  <a:lnTo>
                    <a:pt x="807" y="24"/>
                  </a:lnTo>
                  <a:lnTo>
                    <a:pt x="807" y="17"/>
                  </a:lnTo>
                  <a:lnTo>
                    <a:pt x="807" y="17"/>
                  </a:lnTo>
                  <a:lnTo>
                    <a:pt x="805" y="14"/>
                  </a:lnTo>
                  <a:lnTo>
                    <a:pt x="805" y="14"/>
                  </a:lnTo>
                  <a:lnTo>
                    <a:pt x="807" y="14"/>
                  </a:lnTo>
                  <a:lnTo>
                    <a:pt x="807" y="14"/>
                  </a:lnTo>
                  <a:lnTo>
                    <a:pt x="807" y="14"/>
                  </a:lnTo>
                  <a:lnTo>
                    <a:pt x="807" y="14"/>
                  </a:lnTo>
                  <a:lnTo>
                    <a:pt x="795" y="14"/>
                  </a:lnTo>
                  <a:lnTo>
                    <a:pt x="781" y="14"/>
                  </a:lnTo>
                  <a:lnTo>
                    <a:pt x="769" y="14"/>
                  </a:lnTo>
                  <a:lnTo>
                    <a:pt x="746" y="14"/>
                  </a:lnTo>
                  <a:lnTo>
                    <a:pt x="731" y="14"/>
                  </a:lnTo>
                  <a:lnTo>
                    <a:pt x="696" y="14"/>
                  </a:lnTo>
                  <a:lnTo>
                    <a:pt x="682" y="14"/>
                  </a:lnTo>
                  <a:lnTo>
                    <a:pt x="670" y="14"/>
                  </a:lnTo>
                  <a:lnTo>
                    <a:pt x="620" y="14"/>
                  </a:lnTo>
                  <a:lnTo>
                    <a:pt x="608" y="14"/>
                  </a:lnTo>
                  <a:lnTo>
                    <a:pt x="521" y="14"/>
                  </a:lnTo>
                  <a:lnTo>
                    <a:pt x="519" y="14"/>
                  </a:lnTo>
                  <a:lnTo>
                    <a:pt x="516" y="14"/>
                  </a:lnTo>
                  <a:lnTo>
                    <a:pt x="519" y="10"/>
                  </a:lnTo>
                  <a:lnTo>
                    <a:pt x="519" y="5"/>
                  </a:lnTo>
                  <a:lnTo>
                    <a:pt x="519" y="3"/>
                  </a:lnTo>
                  <a:lnTo>
                    <a:pt x="519" y="3"/>
                  </a:lnTo>
                  <a:lnTo>
                    <a:pt x="516" y="0"/>
                  </a:lnTo>
                  <a:lnTo>
                    <a:pt x="516" y="0"/>
                  </a:lnTo>
                  <a:lnTo>
                    <a:pt x="516" y="0"/>
                  </a:lnTo>
                  <a:lnTo>
                    <a:pt x="514" y="0"/>
                  </a:lnTo>
                  <a:lnTo>
                    <a:pt x="514" y="0"/>
                  </a:lnTo>
                  <a:lnTo>
                    <a:pt x="511" y="3"/>
                  </a:lnTo>
                  <a:lnTo>
                    <a:pt x="509" y="7"/>
                  </a:lnTo>
                  <a:lnTo>
                    <a:pt x="509" y="7"/>
                  </a:lnTo>
                  <a:lnTo>
                    <a:pt x="507" y="14"/>
                  </a:lnTo>
                  <a:lnTo>
                    <a:pt x="507" y="14"/>
                  </a:lnTo>
                  <a:lnTo>
                    <a:pt x="500" y="14"/>
                  </a:lnTo>
                  <a:lnTo>
                    <a:pt x="492" y="14"/>
                  </a:lnTo>
                  <a:lnTo>
                    <a:pt x="488" y="14"/>
                  </a:lnTo>
                  <a:lnTo>
                    <a:pt x="462" y="14"/>
                  </a:lnTo>
                  <a:lnTo>
                    <a:pt x="457" y="14"/>
                  </a:lnTo>
                  <a:lnTo>
                    <a:pt x="436" y="14"/>
                  </a:lnTo>
                  <a:lnTo>
                    <a:pt x="431" y="14"/>
                  </a:lnTo>
                  <a:lnTo>
                    <a:pt x="426" y="14"/>
                  </a:lnTo>
                  <a:lnTo>
                    <a:pt x="410" y="14"/>
                  </a:lnTo>
                  <a:lnTo>
                    <a:pt x="405" y="14"/>
                  </a:lnTo>
                  <a:lnTo>
                    <a:pt x="384" y="14"/>
                  </a:lnTo>
                  <a:lnTo>
                    <a:pt x="379" y="14"/>
                  </a:lnTo>
                  <a:lnTo>
                    <a:pt x="374" y="14"/>
                  </a:lnTo>
                  <a:lnTo>
                    <a:pt x="348" y="14"/>
                  </a:lnTo>
                  <a:lnTo>
                    <a:pt x="343" y="14"/>
                  </a:lnTo>
                  <a:lnTo>
                    <a:pt x="332" y="14"/>
                  </a:lnTo>
                  <a:lnTo>
                    <a:pt x="327" y="14"/>
                  </a:lnTo>
                  <a:lnTo>
                    <a:pt x="322" y="14"/>
                  </a:lnTo>
                  <a:lnTo>
                    <a:pt x="296" y="14"/>
                  </a:lnTo>
                  <a:lnTo>
                    <a:pt x="291" y="14"/>
                  </a:lnTo>
                  <a:lnTo>
                    <a:pt x="270" y="14"/>
                  </a:lnTo>
                  <a:lnTo>
                    <a:pt x="265" y="14"/>
                  </a:lnTo>
                  <a:lnTo>
                    <a:pt x="258" y="14"/>
                  </a:lnTo>
                  <a:lnTo>
                    <a:pt x="244" y="14"/>
                  </a:lnTo>
                  <a:lnTo>
                    <a:pt x="239" y="14"/>
                  </a:lnTo>
                  <a:lnTo>
                    <a:pt x="227" y="14"/>
                  </a:lnTo>
                  <a:lnTo>
                    <a:pt x="223" y="14"/>
                  </a:lnTo>
                  <a:lnTo>
                    <a:pt x="218" y="14"/>
                  </a:lnTo>
                  <a:lnTo>
                    <a:pt x="201" y="14"/>
                  </a:lnTo>
                  <a:lnTo>
                    <a:pt x="197" y="14"/>
                  </a:lnTo>
                  <a:lnTo>
                    <a:pt x="175" y="14"/>
                  </a:lnTo>
                  <a:lnTo>
                    <a:pt x="171" y="14"/>
                  </a:lnTo>
                  <a:lnTo>
                    <a:pt x="171" y="22"/>
                  </a:lnTo>
                  <a:lnTo>
                    <a:pt x="171" y="29"/>
                  </a:lnTo>
                  <a:lnTo>
                    <a:pt x="171" y="50"/>
                  </a:lnTo>
                  <a:lnTo>
                    <a:pt x="171" y="57"/>
                  </a:lnTo>
                  <a:lnTo>
                    <a:pt x="171" y="64"/>
                  </a:lnTo>
                  <a:lnTo>
                    <a:pt x="171" y="78"/>
                  </a:lnTo>
                  <a:lnTo>
                    <a:pt x="171" y="85"/>
                  </a:lnTo>
                  <a:lnTo>
                    <a:pt x="171" y="100"/>
                  </a:lnTo>
                  <a:lnTo>
                    <a:pt x="171" y="109"/>
                  </a:lnTo>
                  <a:lnTo>
                    <a:pt x="171" y="116"/>
                  </a:lnTo>
                  <a:lnTo>
                    <a:pt x="171" y="121"/>
                  </a:lnTo>
                  <a:lnTo>
                    <a:pt x="171" y="128"/>
                  </a:lnTo>
                  <a:lnTo>
                    <a:pt x="171" y="128"/>
                  </a:lnTo>
                  <a:lnTo>
                    <a:pt x="171" y="128"/>
                  </a:lnTo>
                  <a:lnTo>
                    <a:pt x="171" y="128"/>
                  </a:lnTo>
                  <a:lnTo>
                    <a:pt x="171" y="128"/>
                  </a:lnTo>
                  <a:lnTo>
                    <a:pt x="171" y="128"/>
                  </a:lnTo>
                  <a:lnTo>
                    <a:pt x="171" y="128"/>
                  </a:lnTo>
                  <a:lnTo>
                    <a:pt x="171" y="128"/>
                  </a:lnTo>
                  <a:lnTo>
                    <a:pt x="171" y="128"/>
                  </a:lnTo>
                  <a:lnTo>
                    <a:pt x="164" y="128"/>
                  </a:lnTo>
                  <a:lnTo>
                    <a:pt x="156" y="128"/>
                  </a:lnTo>
                  <a:lnTo>
                    <a:pt x="149" y="128"/>
                  </a:lnTo>
                  <a:lnTo>
                    <a:pt x="145" y="128"/>
                  </a:lnTo>
                  <a:lnTo>
                    <a:pt x="138" y="128"/>
                  </a:lnTo>
                  <a:lnTo>
                    <a:pt x="130" y="128"/>
                  </a:lnTo>
                  <a:lnTo>
                    <a:pt x="126" y="128"/>
                  </a:lnTo>
                  <a:lnTo>
                    <a:pt x="116" y="128"/>
                  </a:lnTo>
                  <a:lnTo>
                    <a:pt x="116" y="156"/>
                  </a:lnTo>
                  <a:lnTo>
                    <a:pt x="116" y="168"/>
                  </a:lnTo>
                  <a:lnTo>
                    <a:pt x="116" y="183"/>
                  </a:lnTo>
                  <a:lnTo>
                    <a:pt x="116" y="194"/>
                  </a:lnTo>
                  <a:lnTo>
                    <a:pt x="116" y="209"/>
                  </a:lnTo>
                  <a:lnTo>
                    <a:pt x="116" y="220"/>
                  </a:lnTo>
                  <a:lnTo>
                    <a:pt x="116" y="235"/>
                  </a:lnTo>
                  <a:lnTo>
                    <a:pt x="116" y="246"/>
                  </a:lnTo>
                  <a:lnTo>
                    <a:pt x="116" y="261"/>
                  </a:lnTo>
                  <a:lnTo>
                    <a:pt x="116" y="272"/>
                  </a:lnTo>
                  <a:lnTo>
                    <a:pt x="116" y="287"/>
                  </a:lnTo>
                  <a:lnTo>
                    <a:pt x="116" y="298"/>
                  </a:lnTo>
                  <a:lnTo>
                    <a:pt x="116" y="313"/>
                  </a:lnTo>
                  <a:lnTo>
                    <a:pt x="116" y="325"/>
                  </a:lnTo>
                  <a:lnTo>
                    <a:pt x="116" y="339"/>
                  </a:lnTo>
                  <a:lnTo>
                    <a:pt x="116" y="351"/>
                  </a:lnTo>
                  <a:lnTo>
                    <a:pt x="116" y="362"/>
                  </a:lnTo>
                  <a:lnTo>
                    <a:pt x="116" y="367"/>
                  </a:lnTo>
                  <a:lnTo>
                    <a:pt x="116" y="367"/>
                  </a:lnTo>
                  <a:lnTo>
                    <a:pt x="116" y="367"/>
                  </a:lnTo>
                  <a:lnTo>
                    <a:pt x="109" y="365"/>
                  </a:lnTo>
                  <a:lnTo>
                    <a:pt x="102" y="365"/>
                  </a:lnTo>
                  <a:lnTo>
                    <a:pt x="97" y="365"/>
                  </a:lnTo>
                  <a:lnTo>
                    <a:pt x="93" y="365"/>
                  </a:lnTo>
                  <a:lnTo>
                    <a:pt x="86" y="367"/>
                  </a:lnTo>
                  <a:lnTo>
                    <a:pt x="81" y="369"/>
                  </a:lnTo>
                  <a:lnTo>
                    <a:pt x="74" y="367"/>
                  </a:lnTo>
                  <a:lnTo>
                    <a:pt x="71" y="367"/>
                  </a:lnTo>
                  <a:lnTo>
                    <a:pt x="69" y="367"/>
                  </a:lnTo>
                  <a:lnTo>
                    <a:pt x="69" y="369"/>
                  </a:lnTo>
                  <a:lnTo>
                    <a:pt x="64" y="372"/>
                  </a:lnTo>
                  <a:lnTo>
                    <a:pt x="62" y="374"/>
                  </a:lnTo>
                  <a:lnTo>
                    <a:pt x="59" y="377"/>
                  </a:lnTo>
                  <a:lnTo>
                    <a:pt x="59" y="379"/>
                  </a:lnTo>
                  <a:lnTo>
                    <a:pt x="59" y="379"/>
                  </a:lnTo>
                  <a:lnTo>
                    <a:pt x="59" y="381"/>
                  </a:lnTo>
                  <a:lnTo>
                    <a:pt x="62" y="381"/>
                  </a:lnTo>
                  <a:lnTo>
                    <a:pt x="62" y="384"/>
                  </a:lnTo>
                  <a:lnTo>
                    <a:pt x="64" y="386"/>
                  </a:lnTo>
                  <a:lnTo>
                    <a:pt x="64" y="388"/>
                  </a:lnTo>
                  <a:lnTo>
                    <a:pt x="62" y="393"/>
                  </a:lnTo>
                  <a:lnTo>
                    <a:pt x="62" y="396"/>
                  </a:lnTo>
                  <a:lnTo>
                    <a:pt x="59" y="400"/>
                  </a:lnTo>
                  <a:lnTo>
                    <a:pt x="59" y="400"/>
                  </a:lnTo>
                  <a:lnTo>
                    <a:pt x="57" y="400"/>
                  </a:lnTo>
                  <a:lnTo>
                    <a:pt x="57" y="400"/>
                  </a:lnTo>
                  <a:lnTo>
                    <a:pt x="55" y="403"/>
                  </a:lnTo>
                  <a:lnTo>
                    <a:pt x="50" y="407"/>
                  </a:lnTo>
                  <a:lnTo>
                    <a:pt x="50" y="407"/>
                  </a:lnTo>
                  <a:lnTo>
                    <a:pt x="50" y="410"/>
                  </a:lnTo>
                  <a:lnTo>
                    <a:pt x="50" y="410"/>
                  </a:lnTo>
                  <a:lnTo>
                    <a:pt x="50" y="412"/>
                  </a:lnTo>
                  <a:lnTo>
                    <a:pt x="48" y="412"/>
                  </a:lnTo>
                  <a:lnTo>
                    <a:pt x="48" y="414"/>
                  </a:lnTo>
                  <a:lnTo>
                    <a:pt x="45" y="414"/>
                  </a:lnTo>
                  <a:lnTo>
                    <a:pt x="45" y="417"/>
                  </a:lnTo>
                  <a:lnTo>
                    <a:pt x="48" y="419"/>
                  </a:lnTo>
                  <a:lnTo>
                    <a:pt x="48" y="419"/>
                  </a:lnTo>
                  <a:lnTo>
                    <a:pt x="48" y="422"/>
                  </a:lnTo>
                  <a:lnTo>
                    <a:pt x="48" y="422"/>
                  </a:lnTo>
                  <a:lnTo>
                    <a:pt x="48" y="424"/>
                  </a:lnTo>
                  <a:lnTo>
                    <a:pt x="48" y="424"/>
                  </a:lnTo>
                  <a:lnTo>
                    <a:pt x="36" y="426"/>
                  </a:lnTo>
                  <a:lnTo>
                    <a:pt x="33" y="429"/>
                  </a:lnTo>
                  <a:lnTo>
                    <a:pt x="31" y="429"/>
                  </a:lnTo>
                  <a:lnTo>
                    <a:pt x="31" y="431"/>
                  </a:lnTo>
                  <a:lnTo>
                    <a:pt x="31" y="433"/>
                  </a:lnTo>
                  <a:lnTo>
                    <a:pt x="33" y="433"/>
                  </a:lnTo>
                  <a:lnTo>
                    <a:pt x="33" y="436"/>
                  </a:lnTo>
                  <a:lnTo>
                    <a:pt x="36" y="440"/>
                  </a:lnTo>
                  <a:lnTo>
                    <a:pt x="36" y="440"/>
                  </a:lnTo>
                  <a:lnTo>
                    <a:pt x="36" y="443"/>
                  </a:lnTo>
                  <a:lnTo>
                    <a:pt x="36" y="443"/>
                  </a:lnTo>
                  <a:lnTo>
                    <a:pt x="36" y="443"/>
                  </a:lnTo>
                  <a:lnTo>
                    <a:pt x="36" y="443"/>
                  </a:lnTo>
                  <a:lnTo>
                    <a:pt x="33" y="443"/>
                  </a:lnTo>
                  <a:lnTo>
                    <a:pt x="33" y="443"/>
                  </a:lnTo>
                  <a:lnTo>
                    <a:pt x="33" y="445"/>
                  </a:lnTo>
                  <a:lnTo>
                    <a:pt x="33" y="445"/>
                  </a:lnTo>
                  <a:lnTo>
                    <a:pt x="33" y="445"/>
                  </a:lnTo>
                  <a:lnTo>
                    <a:pt x="33" y="448"/>
                  </a:lnTo>
                  <a:lnTo>
                    <a:pt x="36" y="448"/>
                  </a:lnTo>
                  <a:lnTo>
                    <a:pt x="36" y="448"/>
                  </a:lnTo>
                  <a:lnTo>
                    <a:pt x="38" y="448"/>
                  </a:lnTo>
                  <a:lnTo>
                    <a:pt x="41" y="450"/>
                  </a:lnTo>
                  <a:lnTo>
                    <a:pt x="41" y="450"/>
                  </a:lnTo>
                  <a:lnTo>
                    <a:pt x="41" y="452"/>
                  </a:lnTo>
                  <a:lnTo>
                    <a:pt x="41" y="452"/>
                  </a:lnTo>
                  <a:lnTo>
                    <a:pt x="41" y="455"/>
                  </a:lnTo>
                  <a:lnTo>
                    <a:pt x="38" y="455"/>
                  </a:lnTo>
                  <a:lnTo>
                    <a:pt x="38" y="455"/>
                  </a:lnTo>
                  <a:lnTo>
                    <a:pt x="36" y="455"/>
                  </a:lnTo>
                  <a:lnTo>
                    <a:pt x="33" y="457"/>
                  </a:lnTo>
                  <a:lnTo>
                    <a:pt x="33" y="459"/>
                  </a:lnTo>
                  <a:lnTo>
                    <a:pt x="24" y="462"/>
                  </a:lnTo>
                  <a:lnTo>
                    <a:pt x="22" y="464"/>
                  </a:lnTo>
                  <a:lnTo>
                    <a:pt x="22" y="464"/>
                  </a:lnTo>
                  <a:lnTo>
                    <a:pt x="22" y="467"/>
                  </a:lnTo>
                  <a:lnTo>
                    <a:pt x="17" y="471"/>
                  </a:lnTo>
                  <a:lnTo>
                    <a:pt x="15" y="474"/>
                  </a:lnTo>
                  <a:lnTo>
                    <a:pt x="15" y="474"/>
                  </a:lnTo>
                  <a:lnTo>
                    <a:pt x="17" y="476"/>
                  </a:lnTo>
                  <a:lnTo>
                    <a:pt x="17" y="476"/>
                  </a:lnTo>
                  <a:lnTo>
                    <a:pt x="17" y="476"/>
                  </a:lnTo>
                  <a:lnTo>
                    <a:pt x="17" y="478"/>
                  </a:lnTo>
                  <a:lnTo>
                    <a:pt x="17" y="478"/>
                  </a:lnTo>
                  <a:lnTo>
                    <a:pt x="19" y="481"/>
                  </a:lnTo>
                  <a:lnTo>
                    <a:pt x="22" y="483"/>
                  </a:lnTo>
                  <a:lnTo>
                    <a:pt x="22" y="485"/>
                  </a:lnTo>
                  <a:lnTo>
                    <a:pt x="22" y="490"/>
                  </a:lnTo>
                  <a:lnTo>
                    <a:pt x="24" y="490"/>
                  </a:lnTo>
                  <a:lnTo>
                    <a:pt x="24" y="493"/>
                  </a:lnTo>
                  <a:lnTo>
                    <a:pt x="26" y="495"/>
                  </a:lnTo>
                  <a:lnTo>
                    <a:pt x="26" y="495"/>
                  </a:lnTo>
                  <a:lnTo>
                    <a:pt x="26" y="497"/>
                  </a:lnTo>
                  <a:lnTo>
                    <a:pt x="24" y="500"/>
                  </a:lnTo>
                  <a:lnTo>
                    <a:pt x="19" y="504"/>
                  </a:lnTo>
                  <a:lnTo>
                    <a:pt x="17" y="507"/>
                  </a:lnTo>
                  <a:lnTo>
                    <a:pt x="12" y="509"/>
                  </a:lnTo>
                  <a:lnTo>
                    <a:pt x="12" y="509"/>
                  </a:lnTo>
                  <a:lnTo>
                    <a:pt x="10" y="511"/>
                  </a:lnTo>
                  <a:lnTo>
                    <a:pt x="7" y="511"/>
                  </a:lnTo>
                  <a:lnTo>
                    <a:pt x="3" y="521"/>
                  </a:lnTo>
                  <a:lnTo>
                    <a:pt x="3" y="526"/>
                  </a:lnTo>
                  <a:lnTo>
                    <a:pt x="0" y="526"/>
                  </a:lnTo>
                  <a:lnTo>
                    <a:pt x="0" y="528"/>
                  </a:lnTo>
                  <a:lnTo>
                    <a:pt x="0" y="528"/>
                  </a:lnTo>
                  <a:lnTo>
                    <a:pt x="3" y="530"/>
                  </a:lnTo>
                  <a:lnTo>
                    <a:pt x="5" y="533"/>
                  </a:lnTo>
                  <a:lnTo>
                    <a:pt x="5" y="535"/>
                  </a:lnTo>
                  <a:lnTo>
                    <a:pt x="7" y="535"/>
                  </a:lnTo>
                  <a:lnTo>
                    <a:pt x="10" y="535"/>
                  </a:lnTo>
                  <a:lnTo>
                    <a:pt x="12" y="535"/>
                  </a:lnTo>
                  <a:lnTo>
                    <a:pt x="15" y="535"/>
                  </a:lnTo>
                  <a:lnTo>
                    <a:pt x="17" y="535"/>
                  </a:lnTo>
                  <a:lnTo>
                    <a:pt x="19" y="533"/>
                  </a:lnTo>
                  <a:lnTo>
                    <a:pt x="22" y="533"/>
                  </a:lnTo>
                  <a:lnTo>
                    <a:pt x="22" y="530"/>
                  </a:lnTo>
                  <a:lnTo>
                    <a:pt x="29" y="535"/>
                  </a:lnTo>
                  <a:lnTo>
                    <a:pt x="33" y="535"/>
                  </a:lnTo>
                  <a:lnTo>
                    <a:pt x="36" y="538"/>
                  </a:lnTo>
                  <a:lnTo>
                    <a:pt x="33" y="542"/>
                  </a:lnTo>
                  <a:lnTo>
                    <a:pt x="31" y="545"/>
                  </a:lnTo>
                  <a:lnTo>
                    <a:pt x="31" y="545"/>
                  </a:lnTo>
                  <a:lnTo>
                    <a:pt x="33" y="549"/>
                  </a:lnTo>
                  <a:lnTo>
                    <a:pt x="38" y="561"/>
                  </a:lnTo>
                  <a:lnTo>
                    <a:pt x="38" y="561"/>
                  </a:lnTo>
                  <a:lnTo>
                    <a:pt x="38" y="561"/>
                  </a:lnTo>
                  <a:lnTo>
                    <a:pt x="38" y="564"/>
                  </a:lnTo>
                  <a:lnTo>
                    <a:pt x="36" y="568"/>
                  </a:lnTo>
                  <a:lnTo>
                    <a:pt x="36" y="568"/>
                  </a:lnTo>
                  <a:lnTo>
                    <a:pt x="36" y="568"/>
                  </a:lnTo>
                  <a:lnTo>
                    <a:pt x="38" y="568"/>
                  </a:lnTo>
                  <a:lnTo>
                    <a:pt x="41" y="566"/>
                  </a:lnTo>
                  <a:lnTo>
                    <a:pt x="43" y="566"/>
                  </a:lnTo>
                  <a:lnTo>
                    <a:pt x="43" y="566"/>
                  </a:lnTo>
                  <a:lnTo>
                    <a:pt x="43" y="566"/>
                  </a:lnTo>
                  <a:lnTo>
                    <a:pt x="43" y="566"/>
                  </a:lnTo>
                  <a:lnTo>
                    <a:pt x="43" y="566"/>
                  </a:lnTo>
                  <a:lnTo>
                    <a:pt x="43" y="568"/>
                  </a:lnTo>
                  <a:lnTo>
                    <a:pt x="43" y="571"/>
                  </a:lnTo>
                  <a:lnTo>
                    <a:pt x="41" y="587"/>
                  </a:lnTo>
                  <a:lnTo>
                    <a:pt x="41" y="590"/>
                  </a:lnTo>
                  <a:lnTo>
                    <a:pt x="41" y="592"/>
                  </a:lnTo>
                  <a:lnTo>
                    <a:pt x="43" y="594"/>
                  </a:lnTo>
                  <a:lnTo>
                    <a:pt x="45" y="597"/>
                  </a:lnTo>
                  <a:lnTo>
                    <a:pt x="48" y="597"/>
                  </a:lnTo>
                  <a:lnTo>
                    <a:pt x="50" y="599"/>
                  </a:lnTo>
                  <a:lnTo>
                    <a:pt x="52" y="601"/>
                  </a:lnTo>
                  <a:lnTo>
                    <a:pt x="52" y="601"/>
                  </a:lnTo>
                  <a:lnTo>
                    <a:pt x="52" y="601"/>
                  </a:lnTo>
                  <a:lnTo>
                    <a:pt x="52" y="604"/>
                  </a:lnTo>
                  <a:lnTo>
                    <a:pt x="57" y="601"/>
                  </a:lnTo>
                  <a:lnTo>
                    <a:pt x="59" y="601"/>
                  </a:lnTo>
                  <a:lnTo>
                    <a:pt x="59" y="604"/>
                  </a:lnTo>
                  <a:lnTo>
                    <a:pt x="62" y="606"/>
                  </a:lnTo>
                  <a:lnTo>
                    <a:pt x="62" y="611"/>
                  </a:lnTo>
                  <a:lnTo>
                    <a:pt x="62" y="611"/>
                  </a:lnTo>
                  <a:lnTo>
                    <a:pt x="62" y="613"/>
                  </a:lnTo>
                  <a:lnTo>
                    <a:pt x="62" y="613"/>
                  </a:lnTo>
                  <a:lnTo>
                    <a:pt x="62" y="616"/>
                  </a:lnTo>
                  <a:lnTo>
                    <a:pt x="62" y="618"/>
                  </a:lnTo>
                  <a:lnTo>
                    <a:pt x="62" y="618"/>
                  </a:lnTo>
                  <a:lnTo>
                    <a:pt x="62" y="618"/>
                  </a:lnTo>
                  <a:lnTo>
                    <a:pt x="59" y="620"/>
                  </a:lnTo>
                  <a:lnTo>
                    <a:pt x="59" y="620"/>
                  </a:lnTo>
                  <a:lnTo>
                    <a:pt x="59" y="620"/>
                  </a:lnTo>
                  <a:lnTo>
                    <a:pt x="57" y="630"/>
                  </a:lnTo>
                  <a:lnTo>
                    <a:pt x="57" y="630"/>
                  </a:lnTo>
                  <a:lnTo>
                    <a:pt x="64" y="642"/>
                  </a:lnTo>
                  <a:lnTo>
                    <a:pt x="71" y="646"/>
                  </a:lnTo>
                  <a:lnTo>
                    <a:pt x="81" y="656"/>
                  </a:lnTo>
                  <a:lnTo>
                    <a:pt x="90" y="670"/>
                  </a:lnTo>
                  <a:lnTo>
                    <a:pt x="97" y="684"/>
                  </a:lnTo>
                  <a:lnTo>
                    <a:pt x="100" y="687"/>
                  </a:lnTo>
                  <a:lnTo>
                    <a:pt x="100" y="696"/>
                  </a:lnTo>
                  <a:lnTo>
                    <a:pt x="100" y="696"/>
                  </a:lnTo>
                  <a:lnTo>
                    <a:pt x="100" y="698"/>
                  </a:lnTo>
                  <a:lnTo>
                    <a:pt x="97" y="701"/>
                  </a:lnTo>
                  <a:lnTo>
                    <a:pt x="97" y="703"/>
                  </a:lnTo>
                  <a:lnTo>
                    <a:pt x="97" y="703"/>
                  </a:lnTo>
                  <a:lnTo>
                    <a:pt x="97" y="706"/>
                  </a:lnTo>
                  <a:lnTo>
                    <a:pt x="97" y="706"/>
                  </a:lnTo>
                  <a:lnTo>
                    <a:pt x="97" y="708"/>
                  </a:lnTo>
                  <a:lnTo>
                    <a:pt x="97" y="708"/>
                  </a:lnTo>
                  <a:lnTo>
                    <a:pt x="97" y="708"/>
                  </a:lnTo>
                  <a:lnTo>
                    <a:pt x="100" y="708"/>
                  </a:lnTo>
                  <a:lnTo>
                    <a:pt x="100" y="708"/>
                  </a:lnTo>
                  <a:lnTo>
                    <a:pt x="100" y="710"/>
                  </a:lnTo>
                  <a:lnTo>
                    <a:pt x="100" y="710"/>
                  </a:lnTo>
                  <a:lnTo>
                    <a:pt x="97" y="715"/>
                  </a:lnTo>
                  <a:lnTo>
                    <a:pt x="97" y="715"/>
                  </a:lnTo>
                  <a:lnTo>
                    <a:pt x="97" y="717"/>
                  </a:lnTo>
                  <a:lnTo>
                    <a:pt x="100" y="717"/>
                  </a:lnTo>
                  <a:lnTo>
                    <a:pt x="97" y="717"/>
                  </a:lnTo>
                  <a:lnTo>
                    <a:pt x="97" y="720"/>
                  </a:lnTo>
                  <a:lnTo>
                    <a:pt x="95" y="722"/>
                  </a:lnTo>
                  <a:lnTo>
                    <a:pt x="95" y="722"/>
                  </a:lnTo>
                  <a:lnTo>
                    <a:pt x="93" y="722"/>
                  </a:lnTo>
                  <a:lnTo>
                    <a:pt x="93" y="722"/>
                  </a:lnTo>
                  <a:lnTo>
                    <a:pt x="90" y="722"/>
                  </a:lnTo>
                  <a:lnTo>
                    <a:pt x="90" y="722"/>
                  </a:lnTo>
                  <a:lnTo>
                    <a:pt x="90" y="724"/>
                  </a:lnTo>
                  <a:lnTo>
                    <a:pt x="90" y="724"/>
                  </a:lnTo>
                  <a:lnTo>
                    <a:pt x="88" y="732"/>
                  </a:lnTo>
                  <a:lnTo>
                    <a:pt x="88" y="732"/>
                  </a:lnTo>
                  <a:lnTo>
                    <a:pt x="88" y="734"/>
                  </a:lnTo>
                  <a:lnTo>
                    <a:pt x="90" y="734"/>
                  </a:lnTo>
                  <a:lnTo>
                    <a:pt x="93" y="734"/>
                  </a:lnTo>
                  <a:lnTo>
                    <a:pt x="93" y="732"/>
                  </a:lnTo>
                  <a:lnTo>
                    <a:pt x="95" y="732"/>
                  </a:lnTo>
                  <a:lnTo>
                    <a:pt x="95" y="734"/>
                  </a:lnTo>
                  <a:lnTo>
                    <a:pt x="95" y="736"/>
                  </a:lnTo>
                  <a:lnTo>
                    <a:pt x="95" y="739"/>
                  </a:lnTo>
                  <a:lnTo>
                    <a:pt x="93" y="741"/>
                  </a:lnTo>
                  <a:lnTo>
                    <a:pt x="90" y="743"/>
                  </a:lnTo>
                  <a:lnTo>
                    <a:pt x="90" y="743"/>
                  </a:lnTo>
                  <a:lnTo>
                    <a:pt x="90" y="746"/>
                  </a:lnTo>
                  <a:lnTo>
                    <a:pt x="90" y="746"/>
                  </a:lnTo>
                  <a:lnTo>
                    <a:pt x="93" y="748"/>
                  </a:lnTo>
                  <a:lnTo>
                    <a:pt x="93" y="748"/>
                  </a:lnTo>
                  <a:lnTo>
                    <a:pt x="93" y="748"/>
                  </a:lnTo>
                  <a:lnTo>
                    <a:pt x="95" y="748"/>
                  </a:lnTo>
                  <a:lnTo>
                    <a:pt x="95" y="746"/>
                  </a:lnTo>
                  <a:lnTo>
                    <a:pt x="97" y="746"/>
                  </a:lnTo>
                  <a:lnTo>
                    <a:pt x="97" y="746"/>
                  </a:lnTo>
                  <a:lnTo>
                    <a:pt x="97" y="748"/>
                  </a:lnTo>
                  <a:lnTo>
                    <a:pt x="100" y="748"/>
                  </a:lnTo>
                  <a:lnTo>
                    <a:pt x="100" y="748"/>
                  </a:lnTo>
                  <a:lnTo>
                    <a:pt x="102" y="748"/>
                  </a:lnTo>
                  <a:lnTo>
                    <a:pt x="104" y="748"/>
                  </a:lnTo>
                  <a:lnTo>
                    <a:pt x="104" y="748"/>
                  </a:lnTo>
                  <a:lnTo>
                    <a:pt x="107" y="748"/>
                  </a:lnTo>
                  <a:lnTo>
                    <a:pt x="107" y="748"/>
                  </a:lnTo>
                  <a:lnTo>
                    <a:pt x="112" y="748"/>
                  </a:lnTo>
                  <a:lnTo>
                    <a:pt x="114" y="748"/>
                  </a:lnTo>
                  <a:lnTo>
                    <a:pt x="116" y="748"/>
                  </a:lnTo>
                  <a:lnTo>
                    <a:pt x="116" y="748"/>
                  </a:lnTo>
                  <a:lnTo>
                    <a:pt x="119" y="748"/>
                  </a:lnTo>
                  <a:lnTo>
                    <a:pt x="123" y="751"/>
                  </a:lnTo>
                  <a:lnTo>
                    <a:pt x="128" y="748"/>
                  </a:lnTo>
                  <a:lnTo>
                    <a:pt x="128" y="748"/>
                  </a:lnTo>
                  <a:lnTo>
                    <a:pt x="128" y="748"/>
                  </a:lnTo>
                  <a:lnTo>
                    <a:pt x="128" y="748"/>
                  </a:lnTo>
                  <a:lnTo>
                    <a:pt x="130" y="746"/>
                  </a:lnTo>
                  <a:lnTo>
                    <a:pt x="133" y="743"/>
                  </a:lnTo>
                  <a:lnTo>
                    <a:pt x="138" y="741"/>
                  </a:lnTo>
                  <a:lnTo>
                    <a:pt x="140" y="741"/>
                  </a:lnTo>
                  <a:lnTo>
                    <a:pt x="145" y="741"/>
                  </a:lnTo>
                  <a:lnTo>
                    <a:pt x="147" y="739"/>
                  </a:lnTo>
                  <a:lnTo>
                    <a:pt x="147" y="739"/>
                  </a:lnTo>
                  <a:lnTo>
                    <a:pt x="147" y="739"/>
                  </a:lnTo>
                  <a:lnTo>
                    <a:pt x="147" y="732"/>
                  </a:lnTo>
                  <a:lnTo>
                    <a:pt x="147" y="732"/>
                  </a:lnTo>
                  <a:lnTo>
                    <a:pt x="149" y="732"/>
                  </a:lnTo>
                  <a:lnTo>
                    <a:pt x="154" y="724"/>
                  </a:lnTo>
                  <a:lnTo>
                    <a:pt x="154" y="722"/>
                  </a:lnTo>
                  <a:lnTo>
                    <a:pt x="154" y="722"/>
                  </a:lnTo>
                  <a:lnTo>
                    <a:pt x="154" y="713"/>
                  </a:lnTo>
                  <a:lnTo>
                    <a:pt x="154" y="710"/>
                  </a:lnTo>
                  <a:lnTo>
                    <a:pt x="156" y="710"/>
                  </a:lnTo>
                  <a:lnTo>
                    <a:pt x="156" y="710"/>
                  </a:lnTo>
                  <a:lnTo>
                    <a:pt x="161" y="706"/>
                  </a:lnTo>
                  <a:lnTo>
                    <a:pt x="161" y="703"/>
                  </a:lnTo>
                  <a:lnTo>
                    <a:pt x="161" y="703"/>
                  </a:lnTo>
                  <a:lnTo>
                    <a:pt x="161" y="689"/>
                  </a:lnTo>
                  <a:lnTo>
                    <a:pt x="161" y="689"/>
                  </a:lnTo>
                  <a:lnTo>
                    <a:pt x="161" y="689"/>
                  </a:lnTo>
                  <a:lnTo>
                    <a:pt x="161" y="687"/>
                  </a:lnTo>
                  <a:lnTo>
                    <a:pt x="161" y="687"/>
                  </a:lnTo>
                  <a:lnTo>
                    <a:pt x="161" y="687"/>
                  </a:lnTo>
                  <a:lnTo>
                    <a:pt x="164" y="687"/>
                  </a:lnTo>
                  <a:lnTo>
                    <a:pt x="164" y="687"/>
                  </a:lnTo>
                  <a:lnTo>
                    <a:pt x="164" y="687"/>
                  </a:lnTo>
                  <a:lnTo>
                    <a:pt x="166" y="687"/>
                  </a:lnTo>
                  <a:lnTo>
                    <a:pt x="166" y="684"/>
                  </a:lnTo>
                  <a:lnTo>
                    <a:pt x="168" y="684"/>
                  </a:lnTo>
                  <a:lnTo>
                    <a:pt x="168" y="682"/>
                  </a:lnTo>
                  <a:lnTo>
                    <a:pt x="171" y="682"/>
                  </a:lnTo>
                  <a:lnTo>
                    <a:pt x="171" y="680"/>
                  </a:lnTo>
                  <a:lnTo>
                    <a:pt x="171" y="680"/>
                  </a:lnTo>
                  <a:lnTo>
                    <a:pt x="171" y="677"/>
                  </a:lnTo>
                  <a:lnTo>
                    <a:pt x="173" y="675"/>
                  </a:lnTo>
                  <a:lnTo>
                    <a:pt x="173" y="675"/>
                  </a:lnTo>
                  <a:lnTo>
                    <a:pt x="173" y="672"/>
                  </a:lnTo>
                  <a:lnTo>
                    <a:pt x="173" y="672"/>
                  </a:lnTo>
                  <a:lnTo>
                    <a:pt x="173" y="672"/>
                  </a:lnTo>
                  <a:lnTo>
                    <a:pt x="173" y="672"/>
                  </a:lnTo>
                  <a:lnTo>
                    <a:pt x="173" y="672"/>
                  </a:lnTo>
                  <a:lnTo>
                    <a:pt x="173" y="670"/>
                  </a:lnTo>
                  <a:lnTo>
                    <a:pt x="173" y="670"/>
                  </a:lnTo>
                  <a:lnTo>
                    <a:pt x="173" y="670"/>
                  </a:lnTo>
                  <a:lnTo>
                    <a:pt x="173" y="670"/>
                  </a:lnTo>
                  <a:lnTo>
                    <a:pt x="175" y="663"/>
                  </a:lnTo>
                  <a:lnTo>
                    <a:pt x="175" y="663"/>
                  </a:lnTo>
                  <a:lnTo>
                    <a:pt x="175" y="663"/>
                  </a:lnTo>
                  <a:lnTo>
                    <a:pt x="175" y="663"/>
                  </a:lnTo>
                  <a:lnTo>
                    <a:pt x="178" y="663"/>
                  </a:lnTo>
                  <a:lnTo>
                    <a:pt x="178" y="663"/>
                  </a:lnTo>
                  <a:lnTo>
                    <a:pt x="178" y="663"/>
                  </a:lnTo>
                  <a:lnTo>
                    <a:pt x="180" y="663"/>
                  </a:lnTo>
                  <a:lnTo>
                    <a:pt x="180" y="663"/>
                  </a:lnTo>
                  <a:lnTo>
                    <a:pt x="183" y="661"/>
                  </a:lnTo>
                  <a:lnTo>
                    <a:pt x="183" y="661"/>
                  </a:lnTo>
                  <a:lnTo>
                    <a:pt x="183" y="661"/>
                  </a:lnTo>
                  <a:lnTo>
                    <a:pt x="183" y="661"/>
                  </a:lnTo>
                  <a:lnTo>
                    <a:pt x="185" y="661"/>
                  </a:lnTo>
                  <a:lnTo>
                    <a:pt x="185" y="661"/>
                  </a:lnTo>
                  <a:lnTo>
                    <a:pt x="185" y="661"/>
                  </a:lnTo>
                  <a:lnTo>
                    <a:pt x="185" y="661"/>
                  </a:lnTo>
                  <a:lnTo>
                    <a:pt x="185" y="661"/>
                  </a:lnTo>
                  <a:lnTo>
                    <a:pt x="185" y="661"/>
                  </a:lnTo>
                  <a:lnTo>
                    <a:pt x="187" y="661"/>
                  </a:lnTo>
                  <a:lnTo>
                    <a:pt x="187" y="661"/>
                  </a:lnTo>
                  <a:lnTo>
                    <a:pt x="187" y="661"/>
                  </a:lnTo>
                  <a:lnTo>
                    <a:pt x="187" y="661"/>
                  </a:lnTo>
                  <a:lnTo>
                    <a:pt x="187" y="661"/>
                  </a:lnTo>
                  <a:lnTo>
                    <a:pt x="187" y="661"/>
                  </a:lnTo>
                  <a:lnTo>
                    <a:pt x="190" y="661"/>
                  </a:lnTo>
                  <a:lnTo>
                    <a:pt x="190" y="661"/>
                  </a:lnTo>
                  <a:lnTo>
                    <a:pt x="190" y="661"/>
                  </a:lnTo>
                  <a:lnTo>
                    <a:pt x="190" y="661"/>
                  </a:lnTo>
                  <a:lnTo>
                    <a:pt x="190" y="661"/>
                  </a:lnTo>
                  <a:lnTo>
                    <a:pt x="192" y="661"/>
                  </a:lnTo>
                  <a:lnTo>
                    <a:pt x="192" y="661"/>
                  </a:lnTo>
                  <a:lnTo>
                    <a:pt x="192" y="661"/>
                  </a:lnTo>
                  <a:lnTo>
                    <a:pt x="192" y="661"/>
                  </a:lnTo>
                  <a:lnTo>
                    <a:pt x="192" y="661"/>
                  </a:lnTo>
                  <a:lnTo>
                    <a:pt x="194" y="661"/>
                  </a:lnTo>
                  <a:lnTo>
                    <a:pt x="194" y="661"/>
                  </a:lnTo>
                  <a:lnTo>
                    <a:pt x="194" y="661"/>
                  </a:lnTo>
                  <a:lnTo>
                    <a:pt x="197" y="661"/>
                  </a:lnTo>
                  <a:lnTo>
                    <a:pt x="199" y="661"/>
                  </a:lnTo>
                  <a:lnTo>
                    <a:pt x="199" y="661"/>
                  </a:lnTo>
                  <a:lnTo>
                    <a:pt x="199" y="661"/>
                  </a:lnTo>
                  <a:lnTo>
                    <a:pt x="204" y="658"/>
                  </a:lnTo>
                  <a:lnTo>
                    <a:pt x="206" y="658"/>
                  </a:lnTo>
                  <a:lnTo>
                    <a:pt x="206" y="658"/>
                  </a:lnTo>
                  <a:lnTo>
                    <a:pt x="206" y="658"/>
                  </a:lnTo>
                  <a:lnTo>
                    <a:pt x="209" y="658"/>
                  </a:lnTo>
                  <a:lnTo>
                    <a:pt x="209" y="658"/>
                  </a:lnTo>
                  <a:lnTo>
                    <a:pt x="209" y="658"/>
                  </a:lnTo>
                  <a:lnTo>
                    <a:pt x="211" y="658"/>
                  </a:lnTo>
                  <a:lnTo>
                    <a:pt x="211" y="658"/>
                  </a:lnTo>
                  <a:lnTo>
                    <a:pt x="213" y="656"/>
                  </a:lnTo>
                  <a:lnTo>
                    <a:pt x="213" y="656"/>
                  </a:lnTo>
                  <a:lnTo>
                    <a:pt x="216" y="656"/>
                  </a:lnTo>
                  <a:lnTo>
                    <a:pt x="216" y="656"/>
                  </a:lnTo>
                  <a:lnTo>
                    <a:pt x="216" y="656"/>
                  </a:lnTo>
                  <a:lnTo>
                    <a:pt x="218" y="658"/>
                  </a:lnTo>
                  <a:lnTo>
                    <a:pt x="220" y="658"/>
                  </a:lnTo>
                  <a:lnTo>
                    <a:pt x="220" y="661"/>
                  </a:lnTo>
                  <a:lnTo>
                    <a:pt x="220" y="661"/>
                  </a:lnTo>
                  <a:lnTo>
                    <a:pt x="220" y="668"/>
                  </a:lnTo>
                  <a:lnTo>
                    <a:pt x="220" y="668"/>
                  </a:lnTo>
                  <a:lnTo>
                    <a:pt x="220" y="668"/>
                  </a:lnTo>
                  <a:lnTo>
                    <a:pt x="220" y="670"/>
                  </a:lnTo>
                  <a:lnTo>
                    <a:pt x="220" y="670"/>
                  </a:lnTo>
                  <a:lnTo>
                    <a:pt x="223" y="670"/>
                  </a:lnTo>
                  <a:lnTo>
                    <a:pt x="223" y="670"/>
                  </a:lnTo>
                  <a:lnTo>
                    <a:pt x="225" y="672"/>
                  </a:lnTo>
                  <a:lnTo>
                    <a:pt x="225" y="672"/>
                  </a:lnTo>
                  <a:lnTo>
                    <a:pt x="225" y="672"/>
                  </a:lnTo>
                  <a:lnTo>
                    <a:pt x="225" y="672"/>
                  </a:lnTo>
                  <a:lnTo>
                    <a:pt x="225" y="672"/>
                  </a:lnTo>
                  <a:lnTo>
                    <a:pt x="230" y="677"/>
                  </a:lnTo>
                  <a:lnTo>
                    <a:pt x="230" y="677"/>
                  </a:lnTo>
                  <a:lnTo>
                    <a:pt x="230" y="680"/>
                  </a:lnTo>
                  <a:lnTo>
                    <a:pt x="230" y="680"/>
                  </a:lnTo>
                  <a:lnTo>
                    <a:pt x="235" y="680"/>
                  </a:lnTo>
                  <a:lnTo>
                    <a:pt x="244" y="691"/>
                  </a:lnTo>
                  <a:lnTo>
                    <a:pt x="256" y="703"/>
                  </a:lnTo>
                  <a:lnTo>
                    <a:pt x="258" y="706"/>
                  </a:lnTo>
                  <a:lnTo>
                    <a:pt x="258" y="706"/>
                  </a:lnTo>
                  <a:lnTo>
                    <a:pt x="261" y="706"/>
                  </a:lnTo>
                  <a:lnTo>
                    <a:pt x="263" y="706"/>
                  </a:lnTo>
                  <a:lnTo>
                    <a:pt x="282" y="701"/>
                  </a:lnTo>
                  <a:lnTo>
                    <a:pt x="296" y="698"/>
                  </a:lnTo>
                  <a:lnTo>
                    <a:pt x="298" y="701"/>
                  </a:lnTo>
                  <a:lnTo>
                    <a:pt x="308" y="701"/>
                  </a:lnTo>
                  <a:lnTo>
                    <a:pt x="310" y="701"/>
                  </a:lnTo>
                  <a:lnTo>
                    <a:pt x="313" y="701"/>
                  </a:lnTo>
                  <a:lnTo>
                    <a:pt x="313" y="701"/>
                  </a:lnTo>
                  <a:lnTo>
                    <a:pt x="313" y="701"/>
                  </a:lnTo>
                  <a:lnTo>
                    <a:pt x="320" y="701"/>
                  </a:lnTo>
                  <a:lnTo>
                    <a:pt x="324" y="701"/>
                  </a:lnTo>
                  <a:lnTo>
                    <a:pt x="327" y="701"/>
                  </a:lnTo>
                  <a:lnTo>
                    <a:pt x="327" y="701"/>
                  </a:lnTo>
                  <a:lnTo>
                    <a:pt x="332" y="713"/>
                  </a:lnTo>
                  <a:lnTo>
                    <a:pt x="334" y="715"/>
                  </a:lnTo>
                  <a:lnTo>
                    <a:pt x="355" y="715"/>
                  </a:lnTo>
                  <a:lnTo>
                    <a:pt x="377" y="715"/>
                  </a:lnTo>
                  <a:lnTo>
                    <a:pt x="377" y="715"/>
                  </a:lnTo>
                  <a:lnTo>
                    <a:pt x="377" y="713"/>
                  </a:lnTo>
                  <a:lnTo>
                    <a:pt x="377" y="713"/>
                  </a:lnTo>
                  <a:lnTo>
                    <a:pt x="377" y="710"/>
                  </a:lnTo>
                  <a:lnTo>
                    <a:pt x="377" y="708"/>
                  </a:lnTo>
                  <a:lnTo>
                    <a:pt x="381" y="703"/>
                  </a:lnTo>
                  <a:lnTo>
                    <a:pt x="386" y="701"/>
                  </a:lnTo>
                  <a:lnTo>
                    <a:pt x="386" y="701"/>
                  </a:lnTo>
                  <a:lnTo>
                    <a:pt x="393" y="696"/>
                  </a:lnTo>
                  <a:lnTo>
                    <a:pt x="400" y="694"/>
                  </a:lnTo>
                  <a:lnTo>
                    <a:pt x="412" y="691"/>
                  </a:lnTo>
                  <a:lnTo>
                    <a:pt x="417" y="687"/>
                  </a:lnTo>
                  <a:lnTo>
                    <a:pt x="419" y="684"/>
                  </a:lnTo>
                  <a:lnTo>
                    <a:pt x="419" y="675"/>
                  </a:lnTo>
                  <a:lnTo>
                    <a:pt x="419" y="675"/>
                  </a:lnTo>
                  <a:lnTo>
                    <a:pt x="424" y="672"/>
                  </a:lnTo>
                  <a:lnTo>
                    <a:pt x="438" y="665"/>
                  </a:lnTo>
                  <a:lnTo>
                    <a:pt x="440" y="663"/>
                  </a:lnTo>
                  <a:lnTo>
                    <a:pt x="452" y="672"/>
                  </a:lnTo>
                  <a:lnTo>
                    <a:pt x="464" y="680"/>
                  </a:lnTo>
                  <a:lnTo>
                    <a:pt x="478" y="694"/>
                  </a:lnTo>
                  <a:lnTo>
                    <a:pt x="481" y="694"/>
                  </a:lnTo>
                  <a:lnTo>
                    <a:pt x="481" y="694"/>
                  </a:lnTo>
                  <a:lnTo>
                    <a:pt x="481" y="694"/>
                  </a:lnTo>
                  <a:lnTo>
                    <a:pt x="483" y="694"/>
                  </a:lnTo>
                  <a:lnTo>
                    <a:pt x="483" y="691"/>
                  </a:lnTo>
                  <a:lnTo>
                    <a:pt x="483" y="691"/>
                  </a:lnTo>
                  <a:lnTo>
                    <a:pt x="490" y="691"/>
                  </a:lnTo>
                  <a:lnTo>
                    <a:pt x="490" y="691"/>
                  </a:lnTo>
                  <a:lnTo>
                    <a:pt x="502" y="691"/>
                  </a:lnTo>
                  <a:lnTo>
                    <a:pt x="504" y="689"/>
                  </a:lnTo>
                  <a:lnTo>
                    <a:pt x="516" y="677"/>
                  </a:lnTo>
                  <a:lnTo>
                    <a:pt x="528" y="668"/>
                  </a:lnTo>
                  <a:lnTo>
                    <a:pt x="535" y="661"/>
                  </a:lnTo>
                  <a:lnTo>
                    <a:pt x="535" y="658"/>
                  </a:lnTo>
                  <a:lnTo>
                    <a:pt x="540" y="653"/>
                  </a:lnTo>
                  <a:lnTo>
                    <a:pt x="542" y="644"/>
                  </a:lnTo>
                  <a:lnTo>
                    <a:pt x="542" y="644"/>
                  </a:lnTo>
                  <a:lnTo>
                    <a:pt x="556" y="632"/>
                  </a:lnTo>
                  <a:lnTo>
                    <a:pt x="568" y="623"/>
                  </a:lnTo>
                  <a:lnTo>
                    <a:pt x="568" y="620"/>
                  </a:lnTo>
                  <a:lnTo>
                    <a:pt x="568" y="618"/>
                  </a:lnTo>
                  <a:lnTo>
                    <a:pt x="566" y="611"/>
                  </a:lnTo>
                  <a:lnTo>
                    <a:pt x="563" y="609"/>
                  </a:lnTo>
                  <a:lnTo>
                    <a:pt x="563" y="601"/>
                  </a:lnTo>
                  <a:lnTo>
                    <a:pt x="566" y="594"/>
                  </a:lnTo>
                  <a:lnTo>
                    <a:pt x="566" y="587"/>
                  </a:lnTo>
                  <a:lnTo>
                    <a:pt x="566" y="587"/>
                  </a:lnTo>
                  <a:lnTo>
                    <a:pt x="563" y="587"/>
                  </a:lnTo>
                  <a:lnTo>
                    <a:pt x="563" y="585"/>
                  </a:lnTo>
                  <a:lnTo>
                    <a:pt x="549" y="571"/>
                  </a:lnTo>
                  <a:lnTo>
                    <a:pt x="568" y="571"/>
                  </a:lnTo>
                  <a:lnTo>
                    <a:pt x="585" y="571"/>
                  </a:lnTo>
                  <a:lnTo>
                    <a:pt x="587" y="568"/>
                  </a:lnTo>
                  <a:lnTo>
                    <a:pt x="587" y="568"/>
                  </a:lnTo>
                  <a:lnTo>
                    <a:pt x="585" y="568"/>
                  </a:lnTo>
                  <a:lnTo>
                    <a:pt x="585" y="566"/>
                  </a:lnTo>
                  <a:lnTo>
                    <a:pt x="585" y="564"/>
                  </a:lnTo>
                  <a:lnTo>
                    <a:pt x="585" y="561"/>
                  </a:lnTo>
                  <a:lnTo>
                    <a:pt x="585" y="561"/>
                  </a:lnTo>
                  <a:lnTo>
                    <a:pt x="585" y="561"/>
                  </a:lnTo>
                  <a:lnTo>
                    <a:pt x="585" y="559"/>
                  </a:lnTo>
                  <a:lnTo>
                    <a:pt x="585" y="559"/>
                  </a:lnTo>
                  <a:lnTo>
                    <a:pt x="585" y="559"/>
                  </a:lnTo>
                  <a:lnTo>
                    <a:pt x="585" y="559"/>
                  </a:lnTo>
                  <a:lnTo>
                    <a:pt x="585" y="559"/>
                  </a:lnTo>
                  <a:lnTo>
                    <a:pt x="611" y="559"/>
                  </a:lnTo>
                  <a:lnTo>
                    <a:pt x="611" y="564"/>
                  </a:lnTo>
                  <a:lnTo>
                    <a:pt x="606" y="573"/>
                  </a:lnTo>
                  <a:lnTo>
                    <a:pt x="608" y="580"/>
                  </a:lnTo>
                  <a:lnTo>
                    <a:pt x="606" y="587"/>
                  </a:lnTo>
                  <a:lnTo>
                    <a:pt x="606" y="587"/>
                  </a:lnTo>
                  <a:lnTo>
                    <a:pt x="606" y="590"/>
                  </a:lnTo>
                  <a:lnTo>
                    <a:pt x="606" y="590"/>
                  </a:lnTo>
                  <a:lnTo>
                    <a:pt x="604" y="592"/>
                  </a:lnTo>
                  <a:lnTo>
                    <a:pt x="604" y="592"/>
                  </a:lnTo>
                  <a:lnTo>
                    <a:pt x="604" y="592"/>
                  </a:lnTo>
                  <a:lnTo>
                    <a:pt x="604" y="592"/>
                  </a:lnTo>
                  <a:lnTo>
                    <a:pt x="606" y="613"/>
                  </a:lnTo>
                  <a:lnTo>
                    <a:pt x="608" y="632"/>
                  </a:lnTo>
                  <a:lnTo>
                    <a:pt x="608" y="635"/>
                  </a:lnTo>
                  <a:lnTo>
                    <a:pt x="608" y="635"/>
                  </a:lnTo>
                  <a:lnTo>
                    <a:pt x="608" y="637"/>
                  </a:lnTo>
                  <a:lnTo>
                    <a:pt x="606" y="637"/>
                  </a:lnTo>
                  <a:lnTo>
                    <a:pt x="606" y="639"/>
                  </a:lnTo>
                  <a:lnTo>
                    <a:pt x="608" y="639"/>
                  </a:lnTo>
                  <a:lnTo>
                    <a:pt x="620" y="644"/>
                  </a:lnTo>
                  <a:lnTo>
                    <a:pt x="620" y="644"/>
                  </a:lnTo>
                  <a:lnTo>
                    <a:pt x="620" y="644"/>
                  </a:lnTo>
                  <a:lnTo>
                    <a:pt x="625" y="649"/>
                  </a:lnTo>
                  <a:lnTo>
                    <a:pt x="637" y="658"/>
                  </a:lnTo>
                  <a:lnTo>
                    <a:pt x="649" y="668"/>
                  </a:lnTo>
                  <a:lnTo>
                    <a:pt x="649" y="670"/>
                  </a:lnTo>
                  <a:lnTo>
                    <a:pt x="651" y="675"/>
                  </a:lnTo>
                  <a:lnTo>
                    <a:pt x="651" y="675"/>
                  </a:lnTo>
                  <a:lnTo>
                    <a:pt x="651" y="677"/>
                  </a:lnTo>
                  <a:lnTo>
                    <a:pt x="651" y="680"/>
                  </a:lnTo>
                  <a:lnTo>
                    <a:pt x="651" y="682"/>
                  </a:lnTo>
                  <a:lnTo>
                    <a:pt x="651" y="684"/>
                  </a:lnTo>
                  <a:lnTo>
                    <a:pt x="651" y="684"/>
                  </a:lnTo>
                  <a:lnTo>
                    <a:pt x="651" y="687"/>
                  </a:lnTo>
                  <a:lnTo>
                    <a:pt x="651" y="687"/>
                  </a:lnTo>
                  <a:lnTo>
                    <a:pt x="651" y="687"/>
                  </a:lnTo>
                  <a:lnTo>
                    <a:pt x="651" y="687"/>
                  </a:lnTo>
                  <a:lnTo>
                    <a:pt x="649" y="694"/>
                  </a:lnTo>
                  <a:lnTo>
                    <a:pt x="646" y="698"/>
                  </a:lnTo>
                  <a:lnTo>
                    <a:pt x="646" y="703"/>
                  </a:lnTo>
                  <a:lnTo>
                    <a:pt x="646" y="706"/>
                  </a:lnTo>
                  <a:lnTo>
                    <a:pt x="646" y="708"/>
                  </a:lnTo>
                  <a:lnTo>
                    <a:pt x="646" y="708"/>
                  </a:lnTo>
                  <a:lnTo>
                    <a:pt x="646" y="708"/>
                  </a:lnTo>
                  <a:lnTo>
                    <a:pt x="646" y="708"/>
                  </a:lnTo>
                  <a:lnTo>
                    <a:pt x="649" y="708"/>
                  </a:lnTo>
                  <a:lnTo>
                    <a:pt x="656" y="708"/>
                  </a:lnTo>
                  <a:lnTo>
                    <a:pt x="656" y="703"/>
                  </a:lnTo>
                  <a:lnTo>
                    <a:pt x="658" y="696"/>
                  </a:lnTo>
                  <a:lnTo>
                    <a:pt x="665" y="677"/>
                  </a:lnTo>
                  <a:lnTo>
                    <a:pt x="668" y="675"/>
                  </a:lnTo>
                  <a:lnTo>
                    <a:pt x="670" y="672"/>
                  </a:lnTo>
                  <a:lnTo>
                    <a:pt x="670" y="672"/>
                  </a:lnTo>
                  <a:lnTo>
                    <a:pt x="670" y="670"/>
                  </a:lnTo>
                  <a:lnTo>
                    <a:pt x="670" y="670"/>
                  </a:lnTo>
                  <a:lnTo>
                    <a:pt x="670" y="670"/>
                  </a:lnTo>
                  <a:lnTo>
                    <a:pt x="670" y="670"/>
                  </a:lnTo>
                  <a:lnTo>
                    <a:pt x="670" y="668"/>
                  </a:lnTo>
                  <a:lnTo>
                    <a:pt x="670" y="665"/>
                  </a:lnTo>
                  <a:lnTo>
                    <a:pt x="670" y="663"/>
                  </a:lnTo>
                  <a:lnTo>
                    <a:pt x="668" y="651"/>
                  </a:lnTo>
                  <a:lnTo>
                    <a:pt x="668" y="649"/>
                  </a:lnTo>
                  <a:lnTo>
                    <a:pt x="668" y="649"/>
                  </a:lnTo>
                  <a:lnTo>
                    <a:pt x="672" y="642"/>
                  </a:lnTo>
                  <a:lnTo>
                    <a:pt x="675" y="637"/>
                  </a:lnTo>
                  <a:lnTo>
                    <a:pt x="675" y="637"/>
                  </a:lnTo>
                  <a:lnTo>
                    <a:pt x="677" y="635"/>
                  </a:lnTo>
                  <a:lnTo>
                    <a:pt x="682" y="632"/>
                  </a:lnTo>
                  <a:lnTo>
                    <a:pt x="684" y="630"/>
                  </a:lnTo>
                  <a:lnTo>
                    <a:pt x="684" y="630"/>
                  </a:lnTo>
                  <a:lnTo>
                    <a:pt x="691" y="637"/>
                  </a:lnTo>
                  <a:lnTo>
                    <a:pt x="691" y="637"/>
                  </a:lnTo>
                  <a:lnTo>
                    <a:pt x="694" y="639"/>
                  </a:lnTo>
                  <a:lnTo>
                    <a:pt x="694" y="639"/>
                  </a:lnTo>
                  <a:lnTo>
                    <a:pt x="694" y="642"/>
                  </a:lnTo>
                  <a:lnTo>
                    <a:pt x="694" y="642"/>
                  </a:lnTo>
                  <a:lnTo>
                    <a:pt x="694" y="642"/>
                  </a:lnTo>
                  <a:lnTo>
                    <a:pt x="694" y="642"/>
                  </a:lnTo>
                  <a:lnTo>
                    <a:pt x="696" y="639"/>
                  </a:lnTo>
                  <a:lnTo>
                    <a:pt x="696" y="639"/>
                  </a:lnTo>
                  <a:lnTo>
                    <a:pt x="696" y="639"/>
                  </a:lnTo>
                  <a:lnTo>
                    <a:pt x="698" y="639"/>
                  </a:lnTo>
                  <a:lnTo>
                    <a:pt x="698" y="639"/>
                  </a:lnTo>
                  <a:lnTo>
                    <a:pt x="698" y="639"/>
                  </a:lnTo>
                  <a:lnTo>
                    <a:pt x="698" y="637"/>
                  </a:lnTo>
                  <a:lnTo>
                    <a:pt x="698" y="637"/>
                  </a:lnTo>
                  <a:lnTo>
                    <a:pt x="698" y="637"/>
                  </a:lnTo>
                  <a:lnTo>
                    <a:pt x="701" y="635"/>
                  </a:lnTo>
                  <a:lnTo>
                    <a:pt x="703" y="632"/>
                  </a:lnTo>
                  <a:lnTo>
                    <a:pt x="703" y="632"/>
                  </a:lnTo>
                  <a:lnTo>
                    <a:pt x="703" y="630"/>
                  </a:lnTo>
                  <a:lnTo>
                    <a:pt x="703" y="630"/>
                  </a:lnTo>
                  <a:lnTo>
                    <a:pt x="703" y="627"/>
                  </a:lnTo>
                  <a:lnTo>
                    <a:pt x="701" y="627"/>
                  </a:lnTo>
                  <a:lnTo>
                    <a:pt x="701" y="627"/>
                  </a:lnTo>
                  <a:lnTo>
                    <a:pt x="705" y="616"/>
                  </a:lnTo>
                  <a:lnTo>
                    <a:pt x="705" y="613"/>
                  </a:lnTo>
                  <a:lnTo>
                    <a:pt x="705" y="613"/>
                  </a:lnTo>
                  <a:lnTo>
                    <a:pt x="703" y="613"/>
                  </a:lnTo>
                  <a:lnTo>
                    <a:pt x="703" y="611"/>
                  </a:lnTo>
                  <a:lnTo>
                    <a:pt x="703" y="609"/>
                  </a:lnTo>
                  <a:lnTo>
                    <a:pt x="710" y="594"/>
                  </a:lnTo>
                  <a:lnTo>
                    <a:pt x="710" y="594"/>
                  </a:lnTo>
                  <a:lnTo>
                    <a:pt x="710" y="592"/>
                  </a:lnTo>
                  <a:lnTo>
                    <a:pt x="710" y="590"/>
                  </a:lnTo>
                  <a:lnTo>
                    <a:pt x="708" y="590"/>
                  </a:lnTo>
                  <a:lnTo>
                    <a:pt x="708" y="587"/>
                  </a:lnTo>
                  <a:lnTo>
                    <a:pt x="708" y="585"/>
                  </a:lnTo>
                  <a:lnTo>
                    <a:pt x="708" y="585"/>
                  </a:lnTo>
                  <a:lnTo>
                    <a:pt x="708" y="582"/>
                  </a:lnTo>
                  <a:lnTo>
                    <a:pt x="710" y="580"/>
                  </a:lnTo>
                  <a:lnTo>
                    <a:pt x="710" y="580"/>
                  </a:lnTo>
                  <a:lnTo>
                    <a:pt x="710" y="580"/>
                  </a:lnTo>
                  <a:lnTo>
                    <a:pt x="713" y="578"/>
                  </a:lnTo>
                  <a:lnTo>
                    <a:pt x="715" y="578"/>
                  </a:lnTo>
                  <a:lnTo>
                    <a:pt x="717" y="575"/>
                  </a:lnTo>
                  <a:lnTo>
                    <a:pt x="720" y="573"/>
                  </a:lnTo>
                  <a:lnTo>
                    <a:pt x="720" y="573"/>
                  </a:lnTo>
                  <a:lnTo>
                    <a:pt x="720" y="573"/>
                  </a:lnTo>
                  <a:lnTo>
                    <a:pt x="720" y="573"/>
                  </a:lnTo>
                  <a:lnTo>
                    <a:pt x="720" y="571"/>
                  </a:lnTo>
                  <a:lnTo>
                    <a:pt x="720" y="571"/>
                  </a:lnTo>
                  <a:lnTo>
                    <a:pt x="722" y="571"/>
                  </a:lnTo>
                  <a:lnTo>
                    <a:pt x="724" y="568"/>
                  </a:lnTo>
                  <a:lnTo>
                    <a:pt x="724" y="568"/>
                  </a:lnTo>
                  <a:lnTo>
                    <a:pt x="724" y="564"/>
                  </a:lnTo>
                  <a:lnTo>
                    <a:pt x="724" y="561"/>
                  </a:lnTo>
                  <a:lnTo>
                    <a:pt x="727" y="561"/>
                  </a:lnTo>
                  <a:lnTo>
                    <a:pt x="727" y="561"/>
                  </a:lnTo>
                  <a:lnTo>
                    <a:pt x="727" y="561"/>
                  </a:lnTo>
                  <a:lnTo>
                    <a:pt x="729" y="561"/>
                  </a:lnTo>
                  <a:lnTo>
                    <a:pt x="729" y="559"/>
                  </a:lnTo>
                  <a:lnTo>
                    <a:pt x="729" y="559"/>
                  </a:lnTo>
                  <a:lnTo>
                    <a:pt x="729" y="556"/>
                  </a:lnTo>
                  <a:lnTo>
                    <a:pt x="729" y="556"/>
                  </a:lnTo>
                  <a:lnTo>
                    <a:pt x="739" y="540"/>
                  </a:lnTo>
                  <a:lnTo>
                    <a:pt x="741" y="538"/>
                  </a:lnTo>
                  <a:lnTo>
                    <a:pt x="741" y="538"/>
                  </a:lnTo>
                  <a:lnTo>
                    <a:pt x="741" y="538"/>
                  </a:lnTo>
                  <a:lnTo>
                    <a:pt x="741" y="538"/>
                  </a:lnTo>
                  <a:lnTo>
                    <a:pt x="743" y="538"/>
                  </a:lnTo>
                  <a:lnTo>
                    <a:pt x="743" y="538"/>
                  </a:lnTo>
                  <a:lnTo>
                    <a:pt x="743" y="535"/>
                  </a:lnTo>
                  <a:lnTo>
                    <a:pt x="743" y="535"/>
                  </a:lnTo>
                  <a:lnTo>
                    <a:pt x="743" y="535"/>
                  </a:lnTo>
                  <a:lnTo>
                    <a:pt x="743" y="535"/>
                  </a:lnTo>
                  <a:lnTo>
                    <a:pt x="743" y="535"/>
                  </a:lnTo>
                  <a:lnTo>
                    <a:pt x="743" y="533"/>
                  </a:lnTo>
                  <a:lnTo>
                    <a:pt x="746" y="533"/>
                  </a:lnTo>
                  <a:lnTo>
                    <a:pt x="762" y="530"/>
                  </a:lnTo>
                  <a:lnTo>
                    <a:pt x="762" y="530"/>
                  </a:lnTo>
                  <a:lnTo>
                    <a:pt x="762" y="530"/>
                  </a:lnTo>
                  <a:lnTo>
                    <a:pt x="762" y="530"/>
                  </a:lnTo>
                  <a:lnTo>
                    <a:pt x="762" y="533"/>
                  </a:lnTo>
                  <a:lnTo>
                    <a:pt x="765" y="533"/>
                  </a:lnTo>
                  <a:lnTo>
                    <a:pt x="765" y="533"/>
                  </a:lnTo>
                  <a:lnTo>
                    <a:pt x="767" y="533"/>
                  </a:lnTo>
                  <a:lnTo>
                    <a:pt x="767" y="530"/>
                  </a:lnTo>
                  <a:lnTo>
                    <a:pt x="767" y="526"/>
                  </a:lnTo>
                  <a:lnTo>
                    <a:pt x="767" y="523"/>
                  </a:lnTo>
                  <a:lnTo>
                    <a:pt x="767" y="523"/>
                  </a:lnTo>
                  <a:lnTo>
                    <a:pt x="767" y="521"/>
                  </a:lnTo>
                  <a:lnTo>
                    <a:pt x="767" y="519"/>
                  </a:lnTo>
                  <a:lnTo>
                    <a:pt x="767" y="519"/>
                  </a:lnTo>
                  <a:lnTo>
                    <a:pt x="767" y="519"/>
                  </a:lnTo>
                  <a:lnTo>
                    <a:pt x="767" y="516"/>
                  </a:lnTo>
                  <a:lnTo>
                    <a:pt x="767" y="516"/>
                  </a:lnTo>
                  <a:lnTo>
                    <a:pt x="767" y="516"/>
                  </a:lnTo>
                  <a:lnTo>
                    <a:pt x="767" y="516"/>
                  </a:lnTo>
                  <a:lnTo>
                    <a:pt x="767" y="514"/>
                  </a:lnTo>
                  <a:lnTo>
                    <a:pt x="772" y="495"/>
                  </a:lnTo>
                  <a:lnTo>
                    <a:pt x="781" y="485"/>
                  </a:lnTo>
                  <a:lnTo>
                    <a:pt x="781" y="483"/>
                  </a:lnTo>
                  <a:lnTo>
                    <a:pt x="781" y="481"/>
                  </a:lnTo>
                  <a:lnTo>
                    <a:pt x="781" y="478"/>
                  </a:lnTo>
                  <a:lnTo>
                    <a:pt x="784" y="474"/>
                  </a:lnTo>
                  <a:lnTo>
                    <a:pt x="784" y="471"/>
                  </a:lnTo>
                  <a:lnTo>
                    <a:pt x="784" y="469"/>
                  </a:lnTo>
                  <a:lnTo>
                    <a:pt x="784" y="467"/>
                  </a:lnTo>
                  <a:lnTo>
                    <a:pt x="784" y="464"/>
                  </a:lnTo>
                  <a:lnTo>
                    <a:pt x="784" y="462"/>
                  </a:lnTo>
                  <a:lnTo>
                    <a:pt x="784" y="462"/>
                  </a:lnTo>
                  <a:lnTo>
                    <a:pt x="788" y="448"/>
                  </a:lnTo>
                  <a:lnTo>
                    <a:pt x="786" y="436"/>
                  </a:lnTo>
                  <a:lnTo>
                    <a:pt x="786" y="429"/>
                  </a:lnTo>
                  <a:lnTo>
                    <a:pt x="786" y="424"/>
                  </a:lnTo>
                  <a:lnTo>
                    <a:pt x="784" y="417"/>
                  </a:lnTo>
                  <a:lnTo>
                    <a:pt x="784" y="414"/>
                  </a:lnTo>
                  <a:lnTo>
                    <a:pt x="784" y="405"/>
                  </a:lnTo>
                  <a:lnTo>
                    <a:pt x="784" y="400"/>
                  </a:lnTo>
                  <a:lnTo>
                    <a:pt x="784" y="398"/>
                  </a:lnTo>
                  <a:lnTo>
                    <a:pt x="784" y="398"/>
                  </a:lnTo>
                  <a:lnTo>
                    <a:pt x="786" y="393"/>
                  </a:lnTo>
                  <a:lnTo>
                    <a:pt x="788" y="393"/>
                  </a:lnTo>
                  <a:lnTo>
                    <a:pt x="791" y="384"/>
                  </a:lnTo>
                  <a:lnTo>
                    <a:pt x="791" y="384"/>
                  </a:lnTo>
                  <a:lnTo>
                    <a:pt x="793" y="381"/>
                  </a:lnTo>
                  <a:lnTo>
                    <a:pt x="793" y="379"/>
                  </a:lnTo>
                  <a:lnTo>
                    <a:pt x="793" y="377"/>
                  </a:lnTo>
                  <a:lnTo>
                    <a:pt x="795" y="367"/>
                  </a:lnTo>
                  <a:lnTo>
                    <a:pt x="795" y="365"/>
                  </a:lnTo>
                  <a:lnTo>
                    <a:pt x="800" y="362"/>
                  </a:lnTo>
                  <a:lnTo>
                    <a:pt x="800" y="360"/>
                  </a:lnTo>
                  <a:lnTo>
                    <a:pt x="802" y="353"/>
                  </a:lnTo>
                  <a:lnTo>
                    <a:pt x="805" y="346"/>
                  </a:lnTo>
                  <a:lnTo>
                    <a:pt x="807" y="341"/>
                  </a:lnTo>
                  <a:lnTo>
                    <a:pt x="807" y="339"/>
                  </a:lnTo>
                  <a:lnTo>
                    <a:pt x="810" y="336"/>
                  </a:lnTo>
                  <a:lnTo>
                    <a:pt x="812" y="336"/>
                  </a:lnTo>
                  <a:lnTo>
                    <a:pt x="812" y="334"/>
                  </a:lnTo>
                  <a:lnTo>
                    <a:pt x="810" y="332"/>
                  </a:lnTo>
                  <a:lnTo>
                    <a:pt x="810" y="332"/>
                  </a:lnTo>
                  <a:lnTo>
                    <a:pt x="810" y="329"/>
                  </a:lnTo>
                  <a:lnTo>
                    <a:pt x="810" y="329"/>
                  </a:lnTo>
                  <a:lnTo>
                    <a:pt x="810" y="327"/>
                  </a:lnTo>
                  <a:lnTo>
                    <a:pt x="810" y="327"/>
                  </a:lnTo>
                  <a:lnTo>
                    <a:pt x="810" y="327"/>
                  </a:lnTo>
                  <a:lnTo>
                    <a:pt x="810" y="327"/>
                  </a:lnTo>
                  <a:lnTo>
                    <a:pt x="807" y="325"/>
                  </a:lnTo>
                  <a:lnTo>
                    <a:pt x="807" y="325"/>
                  </a:lnTo>
                  <a:lnTo>
                    <a:pt x="807" y="322"/>
                  </a:lnTo>
                  <a:lnTo>
                    <a:pt x="807" y="322"/>
                  </a:lnTo>
                  <a:lnTo>
                    <a:pt x="807" y="320"/>
                  </a:lnTo>
                  <a:lnTo>
                    <a:pt x="807" y="317"/>
                  </a:lnTo>
                  <a:lnTo>
                    <a:pt x="807" y="317"/>
                  </a:lnTo>
                  <a:lnTo>
                    <a:pt x="807" y="315"/>
                  </a:lnTo>
                  <a:lnTo>
                    <a:pt x="807" y="315"/>
                  </a:lnTo>
                  <a:lnTo>
                    <a:pt x="810" y="315"/>
                  </a:lnTo>
                  <a:lnTo>
                    <a:pt x="810" y="313"/>
                  </a:lnTo>
                  <a:lnTo>
                    <a:pt x="812" y="313"/>
                  </a:lnTo>
                  <a:lnTo>
                    <a:pt x="812" y="308"/>
                  </a:lnTo>
                  <a:lnTo>
                    <a:pt x="812" y="306"/>
                  </a:lnTo>
                  <a:lnTo>
                    <a:pt x="812" y="306"/>
                  </a:lnTo>
                  <a:lnTo>
                    <a:pt x="814" y="306"/>
                  </a:lnTo>
                  <a:lnTo>
                    <a:pt x="814" y="303"/>
                  </a:lnTo>
                  <a:lnTo>
                    <a:pt x="814" y="303"/>
                  </a:lnTo>
                  <a:lnTo>
                    <a:pt x="812" y="303"/>
                  </a:lnTo>
                  <a:lnTo>
                    <a:pt x="812" y="303"/>
                  </a:lnTo>
                  <a:lnTo>
                    <a:pt x="812" y="301"/>
                  </a:lnTo>
                  <a:lnTo>
                    <a:pt x="812" y="301"/>
                  </a:lnTo>
                  <a:lnTo>
                    <a:pt x="812" y="301"/>
                  </a:lnTo>
                  <a:lnTo>
                    <a:pt x="812" y="298"/>
                  </a:lnTo>
                  <a:lnTo>
                    <a:pt x="812" y="298"/>
                  </a:lnTo>
                  <a:lnTo>
                    <a:pt x="812" y="296"/>
                  </a:lnTo>
                  <a:lnTo>
                    <a:pt x="814" y="296"/>
                  </a:lnTo>
                  <a:lnTo>
                    <a:pt x="812" y="294"/>
                  </a:lnTo>
                  <a:lnTo>
                    <a:pt x="812" y="294"/>
                  </a:lnTo>
                  <a:lnTo>
                    <a:pt x="812" y="294"/>
                  </a:lnTo>
                  <a:lnTo>
                    <a:pt x="812" y="291"/>
                  </a:lnTo>
                  <a:lnTo>
                    <a:pt x="812" y="291"/>
                  </a:lnTo>
                  <a:lnTo>
                    <a:pt x="812" y="291"/>
                  </a:lnTo>
                  <a:lnTo>
                    <a:pt x="814" y="291"/>
                  </a:lnTo>
                  <a:lnTo>
                    <a:pt x="814" y="291"/>
                  </a:lnTo>
                  <a:lnTo>
                    <a:pt x="814" y="291"/>
                  </a:lnTo>
                  <a:lnTo>
                    <a:pt x="817" y="294"/>
                  </a:lnTo>
                  <a:lnTo>
                    <a:pt x="817" y="294"/>
                  </a:lnTo>
                  <a:lnTo>
                    <a:pt x="819" y="294"/>
                  </a:lnTo>
                  <a:lnTo>
                    <a:pt x="819" y="294"/>
                  </a:lnTo>
                  <a:lnTo>
                    <a:pt x="821" y="294"/>
                  </a:lnTo>
                  <a:lnTo>
                    <a:pt x="824" y="294"/>
                  </a:lnTo>
                  <a:lnTo>
                    <a:pt x="824" y="294"/>
                  </a:lnTo>
                  <a:lnTo>
                    <a:pt x="826" y="294"/>
                  </a:lnTo>
                  <a:lnTo>
                    <a:pt x="828" y="294"/>
                  </a:lnTo>
                  <a:lnTo>
                    <a:pt x="831" y="291"/>
                  </a:lnTo>
                  <a:lnTo>
                    <a:pt x="836" y="294"/>
                  </a:lnTo>
                  <a:lnTo>
                    <a:pt x="838" y="291"/>
                  </a:lnTo>
                  <a:lnTo>
                    <a:pt x="838" y="289"/>
                  </a:lnTo>
                  <a:lnTo>
                    <a:pt x="838" y="289"/>
                  </a:lnTo>
                  <a:lnTo>
                    <a:pt x="840" y="287"/>
                  </a:lnTo>
                  <a:lnTo>
                    <a:pt x="840" y="284"/>
                  </a:lnTo>
                  <a:lnTo>
                    <a:pt x="840" y="282"/>
                  </a:lnTo>
                  <a:lnTo>
                    <a:pt x="840" y="282"/>
                  </a:lnTo>
                  <a:lnTo>
                    <a:pt x="840" y="280"/>
                  </a:lnTo>
                  <a:lnTo>
                    <a:pt x="840" y="277"/>
                  </a:lnTo>
                  <a:lnTo>
                    <a:pt x="840" y="277"/>
                  </a:lnTo>
                  <a:lnTo>
                    <a:pt x="847" y="275"/>
                  </a:lnTo>
                  <a:lnTo>
                    <a:pt x="850" y="275"/>
                  </a:lnTo>
                  <a:lnTo>
                    <a:pt x="852" y="275"/>
                  </a:lnTo>
                  <a:lnTo>
                    <a:pt x="855" y="270"/>
                  </a:lnTo>
                  <a:lnTo>
                    <a:pt x="857" y="270"/>
                  </a:lnTo>
                  <a:lnTo>
                    <a:pt x="857" y="270"/>
                  </a:lnTo>
                  <a:lnTo>
                    <a:pt x="859" y="270"/>
                  </a:lnTo>
                  <a:lnTo>
                    <a:pt x="859" y="272"/>
                  </a:lnTo>
                  <a:lnTo>
                    <a:pt x="862" y="270"/>
                  </a:lnTo>
                  <a:lnTo>
                    <a:pt x="862" y="270"/>
                  </a:lnTo>
                  <a:lnTo>
                    <a:pt x="864" y="268"/>
                  </a:lnTo>
                  <a:lnTo>
                    <a:pt x="869" y="265"/>
                  </a:lnTo>
                  <a:lnTo>
                    <a:pt x="869" y="265"/>
                  </a:lnTo>
                  <a:lnTo>
                    <a:pt x="869" y="265"/>
                  </a:lnTo>
                  <a:lnTo>
                    <a:pt x="871" y="265"/>
                  </a:lnTo>
                  <a:lnTo>
                    <a:pt x="871" y="265"/>
                  </a:lnTo>
                  <a:lnTo>
                    <a:pt x="871" y="268"/>
                  </a:lnTo>
                  <a:lnTo>
                    <a:pt x="871" y="268"/>
                  </a:lnTo>
                  <a:lnTo>
                    <a:pt x="871" y="270"/>
                  </a:lnTo>
                  <a:lnTo>
                    <a:pt x="871" y="270"/>
                  </a:lnTo>
                  <a:lnTo>
                    <a:pt x="873" y="268"/>
                  </a:lnTo>
                  <a:lnTo>
                    <a:pt x="873" y="268"/>
                  </a:lnTo>
                  <a:lnTo>
                    <a:pt x="873" y="265"/>
                  </a:lnTo>
                  <a:lnTo>
                    <a:pt x="873" y="265"/>
                  </a:lnTo>
                  <a:lnTo>
                    <a:pt x="873" y="265"/>
                  </a:lnTo>
                  <a:lnTo>
                    <a:pt x="873" y="265"/>
                  </a:lnTo>
                  <a:lnTo>
                    <a:pt x="873" y="265"/>
                  </a:lnTo>
                  <a:lnTo>
                    <a:pt x="876" y="265"/>
                  </a:lnTo>
                  <a:lnTo>
                    <a:pt x="876" y="265"/>
                  </a:lnTo>
                  <a:lnTo>
                    <a:pt x="878" y="265"/>
                  </a:lnTo>
                  <a:lnTo>
                    <a:pt x="878" y="268"/>
                  </a:lnTo>
                  <a:lnTo>
                    <a:pt x="878" y="265"/>
                  </a:lnTo>
                  <a:lnTo>
                    <a:pt x="881" y="265"/>
                  </a:lnTo>
                  <a:lnTo>
                    <a:pt x="881" y="265"/>
                  </a:lnTo>
                  <a:lnTo>
                    <a:pt x="881" y="263"/>
                  </a:lnTo>
                  <a:lnTo>
                    <a:pt x="881" y="263"/>
                  </a:lnTo>
                  <a:lnTo>
                    <a:pt x="881" y="261"/>
                  </a:lnTo>
                  <a:lnTo>
                    <a:pt x="885" y="261"/>
                  </a:lnTo>
                  <a:lnTo>
                    <a:pt x="885" y="258"/>
                  </a:lnTo>
                  <a:lnTo>
                    <a:pt x="888" y="256"/>
                  </a:lnTo>
                  <a:lnTo>
                    <a:pt x="890" y="249"/>
                  </a:lnTo>
                  <a:lnTo>
                    <a:pt x="892" y="246"/>
                  </a:lnTo>
                  <a:lnTo>
                    <a:pt x="899" y="239"/>
                  </a:lnTo>
                  <a:lnTo>
                    <a:pt x="899" y="239"/>
                  </a:lnTo>
                  <a:lnTo>
                    <a:pt x="899" y="237"/>
                  </a:lnTo>
                  <a:close/>
                  <a:moveTo>
                    <a:pt x="828" y="78"/>
                  </a:moveTo>
                  <a:lnTo>
                    <a:pt x="826" y="81"/>
                  </a:lnTo>
                  <a:lnTo>
                    <a:pt x="826" y="81"/>
                  </a:lnTo>
                  <a:lnTo>
                    <a:pt x="826" y="81"/>
                  </a:lnTo>
                  <a:lnTo>
                    <a:pt x="826" y="83"/>
                  </a:lnTo>
                  <a:lnTo>
                    <a:pt x="826" y="85"/>
                  </a:lnTo>
                  <a:lnTo>
                    <a:pt x="828" y="85"/>
                  </a:lnTo>
                  <a:lnTo>
                    <a:pt x="828" y="83"/>
                  </a:lnTo>
                  <a:lnTo>
                    <a:pt x="828" y="81"/>
                  </a:lnTo>
                  <a:lnTo>
                    <a:pt x="828" y="78"/>
                  </a:lnTo>
                  <a:lnTo>
                    <a:pt x="828" y="78"/>
                  </a:lnTo>
                  <a:lnTo>
                    <a:pt x="828" y="78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FF0000"/>
                </a:solidFill>
                <a:highlight>
                  <a:srgbClr val="FFFF00"/>
                </a:highlight>
              </a:endParaRPr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86853ED4-0E9E-F082-A473-AFA4A47FEAC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9207" y="5136131"/>
              <a:ext cx="90417" cy="117160"/>
            </a:xfrm>
            <a:custGeom>
              <a:avLst/>
              <a:gdLst>
                <a:gd name="T0" fmla="*/ 68 w 71"/>
                <a:gd name="T1" fmla="*/ 40 h 92"/>
                <a:gd name="T2" fmla="*/ 68 w 71"/>
                <a:gd name="T3" fmla="*/ 30 h 92"/>
                <a:gd name="T4" fmla="*/ 68 w 71"/>
                <a:gd name="T5" fmla="*/ 26 h 92"/>
                <a:gd name="T6" fmla="*/ 68 w 71"/>
                <a:gd name="T7" fmla="*/ 21 h 92"/>
                <a:gd name="T8" fmla="*/ 68 w 71"/>
                <a:gd name="T9" fmla="*/ 16 h 92"/>
                <a:gd name="T10" fmla="*/ 66 w 71"/>
                <a:gd name="T11" fmla="*/ 14 h 92"/>
                <a:gd name="T12" fmla="*/ 61 w 71"/>
                <a:gd name="T13" fmla="*/ 11 h 92"/>
                <a:gd name="T14" fmla="*/ 59 w 71"/>
                <a:gd name="T15" fmla="*/ 14 h 92"/>
                <a:gd name="T16" fmla="*/ 52 w 71"/>
                <a:gd name="T17" fmla="*/ 9 h 92"/>
                <a:gd name="T18" fmla="*/ 45 w 71"/>
                <a:gd name="T19" fmla="*/ 7 h 92"/>
                <a:gd name="T20" fmla="*/ 35 w 71"/>
                <a:gd name="T21" fmla="*/ 0 h 92"/>
                <a:gd name="T22" fmla="*/ 30 w 71"/>
                <a:gd name="T23" fmla="*/ 0 h 92"/>
                <a:gd name="T24" fmla="*/ 28 w 71"/>
                <a:gd name="T25" fmla="*/ 0 h 92"/>
                <a:gd name="T26" fmla="*/ 19 w 71"/>
                <a:gd name="T27" fmla="*/ 9 h 92"/>
                <a:gd name="T28" fmla="*/ 16 w 71"/>
                <a:gd name="T29" fmla="*/ 14 h 92"/>
                <a:gd name="T30" fmla="*/ 9 w 71"/>
                <a:gd name="T31" fmla="*/ 26 h 92"/>
                <a:gd name="T32" fmla="*/ 7 w 71"/>
                <a:gd name="T33" fmla="*/ 33 h 92"/>
                <a:gd name="T34" fmla="*/ 0 w 71"/>
                <a:gd name="T35" fmla="*/ 42 h 92"/>
                <a:gd name="T36" fmla="*/ 0 w 71"/>
                <a:gd name="T37" fmla="*/ 56 h 92"/>
                <a:gd name="T38" fmla="*/ 2 w 71"/>
                <a:gd name="T39" fmla="*/ 64 h 92"/>
                <a:gd name="T40" fmla="*/ 2 w 71"/>
                <a:gd name="T41" fmla="*/ 61 h 92"/>
                <a:gd name="T42" fmla="*/ 4 w 71"/>
                <a:gd name="T43" fmla="*/ 61 h 92"/>
                <a:gd name="T44" fmla="*/ 4 w 71"/>
                <a:gd name="T45" fmla="*/ 61 h 92"/>
                <a:gd name="T46" fmla="*/ 7 w 71"/>
                <a:gd name="T47" fmla="*/ 66 h 92"/>
                <a:gd name="T48" fmla="*/ 9 w 71"/>
                <a:gd name="T49" fmla="*/ 68 h 92"/>
                <a:gd name="T50" fmla="*/ 9 w 71"/>
                <a:gd name="T51" fmla="*/ 71 h 92"/>
                <a:gd name="T52" fmla="*/ 9 w 71"/>
                <a:gd name="T53" fmla="*/ 73 h 92"/>
                <a:gd name="T54" fmla="*/ 16 w 71"/>
                <a:gd name="T55" fmla="*/ 80 h 92"/>
                <a:gd name="T56" fmla="*/ 19 w 71"/>
                <a:gd name="T57" fmla="*/ 85 h 92"/>
                <a:gd name="T58" fmla="*/ 26 w 71"/>
                <a:gd name="T59" fmla="*/ 87 h 92"/>
                <a:gd name="T60" fmla="*/ 30 w 71"/>
                <a:gd name="T61" fmla="*/ 90 h 92"/>
                <a:gd name="T62" fmla="*/ 40 w 71"/>
                <a:gd name="T63" fmla="*/ 92 h 92"/>
                <a:gd name="T64" fmla="*/ 54 w 71"/>
                <a:gd name="T65" fmla="*/ 92 h 92"/>
                <a:gd name="T66" fmla="*/ 64 w 71"/>
                <a:gd name="T67" fmla="*/ 92 h 92"/>
                <a:gd name="T68" fmla="*/ 64 w 71"/>
                <a:gd name="T69" fmla="*/ 92 h 92"/>
                <a:gd name="T70" fmla="*/ 64 w 71"/>
                <a:gd name="T71" fmla="*/ 90 h 92"/>
                <a:gd name="T72" fmla="*/ 61 w 71"/>
                <a:gd name="T73" fmla="*/ 85 h 92"/>
                <a:gd name="T74" fmla="*/ 61 w 71"/>
                <a:gd name="T75" fmla="*/ 80 h 92"/>
                <a:gd name="T76" fmla="*/ 64 w 71"/>
                <a:gd name="T77" fmla="*/ 68 h 92"/>
                <a:gd name="T78" fmla="*/ 64 w 71"/>
                <a:gd name="T79" fmla="*/ 64 h 92"/>
                <a:gd name="T80" fmla="*/ 68 w 71"/>
                <a:gd name="T81" fmla="*/ 64 h 92"/>
                <a:gd name="T82" fmla="*/ 71 w 71"/>
                <a:gd name="T83" fmla="*/ 64 h 92"/>
                <a:gd name="T84" fmla="*/ 71 w 71"/>
                <a:gd name="T85" fmla="*/ 45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1" h="92">
                  <a:moveTo>
                    <a:pt x="71" y="45"/>
                  </a:moveTo>
                  <a:lnTo>
                    <a:pt x="68" y="40"/>
                  </a:lnTo>
                  <a:lnTo>
                    <a:pt x="68" y="38"/>
                  </a:lnTo>
                  <a:lnTo>
                    <a:pt x="68" y="30"/>
                  </a:lnTo>
                  <a:lnTo>
                    <a:pt x="68" y="30"/>
                  </a:lnTo>
                  <a:lnTo>
                    <a:pt x="68" y="26"/>
                  </a:lnTo>
                  <a:lnTo>
                    <a:pt x="68" y="23"/>
                  </a:lnTo>
                  <a:lnTo>
                    <a:pt x="68" y="21"/>
                  </a:lnTo>
                  <a:lnTo>
                    <a:pt x="68" y="19"/>
                  </a:lnTo>
                  <a:lnTo>
                    <a:pt x="68" y="16"/>
                  </a:lnTo>
                  <a:lnTo>
                    <a:pt x="68" y="14"/>
                  </a:lnTo>
                  <a:lnTo>
                    <a:pt x="66" y="14"/>
                  </a:lnTo>
                  <a:lnTo>
                    <a:pt x="64" y="14"/>
                  </a:lnTo>
                  <a:lnTo>
                    <a:pt x="61" y="11"/>
                  </a:lnTo>
                  <a:lnTo>
                    <a:pt x="59" y="14"/>
                  </a:lnTo>
                  <a:lnTo>
                    <a:pt x="59" y="14"/>
                  </a:lnTo>
                  <a:lnTo>
                    <a:pt x="56" y="14"/>
                  </a:lnTo>
                  <a:lnTo>
                    <a:pt x="52" y="9"/>
                  </a:lnTo>
                  <a:lnTo>
                    <a:pt x="52" y="9"/>
                  </a:lnTo>
                  <a:lnTo>
                    <a:pt x="45" y="7"/>
                  </a:lnTo>
                  <a:lnTo>
                    <a:pt x="40" y="2"/>
                  </a:lnTo>
                  <a:lnTo>
                    <a:pt x="35" y="0"/>
                  </a:lnTo>
                  <a:lnTo>
                    <a:pt x="33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3" y="4"/>
                  </a:lnTo>
                  <a:lnTo>
                    <a:pt x="19" y="9"/>
                  </a:lnTo>
                  <a:lnTo>
                    <a:pt x="16" y="9"/>
                  </a:lnTo>
                  <a:lnTo>
                    <a:pt x="16" y="14"/>
                  </a:lnTo>
                  <a:lnTo>
                    <a:pt x="14" y="21"/>
                  </a:lnTo>
                  <a:lnTo>
                    <a:pt x="9" y="26"/>
                  </a:lnTo>
                  <a:lnTo>
                    <a:pt x="7" y="33"/>
                  </a:lnTo>
                  <a:lnTo>
                    <a:pt x="7" y="33"/>
                  </a:lnTo>
                  <a:lnTo>
                    <a:pt x="2" y="38"/>
                  </a:lnTo>
                  <a:lnTo>
                    <a:pt x="0" y="42"/>
                  </a:lnTo>
                  <a:lnTo>
                    <a:pt x="0" y="49"/>
                  </a:lnTo>
                  <a:lnTo>
                    <a:pt x="0" y="56"/>
                  </a:lnTo>
                  <a:lnTo>
                    <a:pt x="0" y="61"/>
                  </a:lnTo>
                  <a:lnTo>
                    <a:pt x="2" y="64"/>
                  </a:lnTo>
                  <a:lnTo>
                    <a:pt x="2" y="61"/>
                  </a:lnTo>
                  <a:lnTo>
                    <a:pt x="2" y="61"/>
                  </a:lnTo>
                  <a:lnTo>
                    <a:pt x="4" y="61"/>
                  </a:lnTo>
                  <a:lnTo>
                    <a:pt x="4" y="61"/>
                  </a:lnTo>
                  <a:lnTo>
                    <a:pt x="4" y="61"/>
                  </a:lnTo>
                  <a:lnTo>
                    <a:pt x="4" y="61"/>
                  </a:lnTo>
                  <a:lnTo>
                    <a:pt x="7" y="64"/>
                  </a:lnTo>
                  <a:lnTo>
                    <a:pt x="7" y="66"/>
                  </a:lnTo>
                  <a:lnTo>
                    <a:pt x="9" y="66"/>
                  </a:lnTo>
                  <a:lnTo>
                    <a:pt x="9" y="68"/>
                  </a:lnTo>
                  <a:lnTo>
                    <a:pt x="9" y="68"/>
                  </a:lnTo>
                  <a:lnTo>
                    <a:pt x="9" y="71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9" y="75"/>
                  </a:lnTo>
                  <a:lnTo>
                    <a:pt x="16" y="80"/>
                  </a:lnTo>
                  <a:lnTo>
                    <a:pt x="19" y="85"/>
                  </a:lnTo>
                  <a:lnTo>
                    <a:pt x="19" y="85"/>
                  </a:lnTo>
                  <a:lnTo>
                    <a:pt x="21" y="87"/>
                  </a:lnTo>
                  <a:lnTo>
                    <a:pt x="26" y="87"/>
                  </a:lnTo>
                  <a:lnTo>
                    <a:pt x="26" y="87"/>
                  </a:lnTo>
                  <a:lnTo>
                    <a:pt x="30" y="90"/>
                  </a:lnTo>
                  <a:lnTo>
                    <a:pt x="35" y="92"/>
                  </a:lnTo>
                  <a:lnTo>
                    <a:pt x="40" y="92"/>
                  </a:lnTo>
                  <a:lnTo>
                    <a:pt x="45" y="92"/>
                  </a:lnTo>
                  <a:lnTo>
                    <a:pt x="54" y="92"/>
                  </a:lnTo>
                  <a:lnTo>
                    <a:pt x="59" y="92"/>
                  </a:lnTo>
                  <a:lnTo>
                    <a:pt x="64" y="92"/>
                  </a:lnTo>
                  <a:lnTo>
                    <a:pt x="64" y="92"/>
                  </a:lnTo>
                  <a:lnTo>
                    <a:pt x="64" y="92"/>
                  </a:lnTo>
                  <a:lnTo>
                    <a:pt x="64" y="90"/>
                  </a:lnTo>
                  <a:lnTo>
                    <a:pt x="64" y="90"/>
                  </a:lnTo>
                  <a:lnTo>
                    <a:pt x="61" y="90"/>
                  </a:lnTo>
                  <a:lnTo>
                    <a:pt x="61" y="85"/>
                  </a:lnTo>
                  <a:lnTo>
                    <a:pt x="61" y="82"/>
                  </a:lnTo>
                  <a:lnTo>
                    <a:pt x="61" y="80"/>
                  </a:lnTo>
                  <a:lnTo>
                    <a:pt x="64" y="75"/>
                  </a:lnTo>
                  <a:lnTo>
                    <a:pt x="64" y="68"/>
                  </a:lnTo>
                  <a:lnTo>
                    <a:pt x="64" y="64"/>
                  </a:lnTo>
                  <a:lnTo>
                    <a:pt x="64" y="64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71" y="64"/>
                  </a:lnTo>
                  <a:lnTo>
                    <a:pt x="71" y="64"/>
                  </a:lnTo>
                  <a:lnTo>
                    <a:pt x="71" y="49"/>
                  </a:lnTo>
                  <a:lnTo>
                    <a:pt x="71" y="45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DCBC2982-2FBF-A711-00B3-54AE9907406E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7123" y="2498765"/>
              <a:ext cx="801016" cy="595986"/>
            </a:xfrm>
            <a:custGeom>
              <a:avLst/>
              <a:gdLst>
                <a:gd name="T0" fmla="*/ 613 w 629"/>
                <a:gd name="T1" fmla="*/ 367 h 468"/>
                <a:gd name="T2" fmla="*/ 594 w 629"/>
                <a:gd name="T3" fmla="*/ 362 h 468"/>
                <a:gd name="T4" fmla="*/ 577 w 629"/>
                <a:gd name="T5" fmla="*/ 336 h 468"/>
                <a:gd name="T6" fmla="*/ 565 w 629"/>
                <a:gd name="T7" fmla="*/ 300 h 468"/>
                <a:gd name="T8" fmla="*/ 556 w 629"/>
                <a:gd name="T9" fmla="*/ 289 h 468"/>
                <a:gd name="T10" fmla="*/ 537 w 629"/>
                <a:gd name="T11" fmla="*/ 272 h 468"/>
                <a:gd name="T12" fmla="*/ 511 w 629"/>
                <a:gd name="T13" fmla="*/ 246 h 468"/>
                <a:gd name="T14" fmla="*/ 487 w 629"/>
                <a:gd name="T15" fmla="*/ 241 h 468"/>
                <a:gd name="T16" fmla="*/ 473 w 629"/>
                <a:gd name="T17" fmla="*/ 232 h 468"/>
                <a:gd name="T18" fmla="*/ 482 w 629"/>
                <a:gd name="T19" fmla="*/ 218 h 468"/>
                <a:gd name="T20" fmla="*/ 482 w 629"/>
                <a:gd name="T21" fmla="*/ 210 h 468"/>
                <a:gd name="T22" fmla="*/ 494 w 629"/>
                <a:gd name="T23" fmla="*/ 203 h 468"/>
                <a:gd name="T24" fmla="*/ 511 w 629"/>
                <a:gd name="T25" fmla="*/ 208 h 468"/>
                <a:gd name="T26" fmla="*/ 530 w 629"/>
                <a:gd name="T27" fmla="*/ 149 h 468"/>
                <a:gd name="T28" fmla="*/ 525 w 629"/>
                <a:gd name="T29" fmla="*/ 116 h 468"/>
                <a:gd name="T30" fmla="*/ 478 w 629"/>
                <a:gd name="T31" fmla="*/ 33 h 468"/>
                <a:gd name="T32" fmla="*/ 459 w 629"/>
                <a:gd name="T33" fmla="*/ 7 h 468"/>
                <a:gd name="T34" fmla="*/ 416 w 629"/>
                <a:gd name="T35" fmla="*/ 85 h 468"/>
                <a:gd name="T36" fmla="*/ 326 w 629"/>
                <a:gd name="T37" fmla="*/ 113 h 468"/>
                <a:gd name="T38" fmla="*/ 251 w 629"/>
                <a:gd name="T39" fmla="*/ 156 h 468"/>
                <a:gd name="T40" fmla="*/ 132 w 629"/>
                <a:gd name="T41" fmla="*/ 147 h 468"/>
                <a:gd name="T42" fmla="*/ 94 w 629"/>
                <a:gd name="T43" fmla="*/ 109 h 468"/>
                <a:gd name="T44" fmla="*/ 73 w 629"/>
                <a:gd name="T45" fmla="*/ 102 h 468"/>
                <a:gd name="T46" fmla="*/ 61 w 629"/>
                <a:gd name="T47" fmla="*/ 102 h 468"/>
                <a:gd name="T48" fmla="*/ 49 w 629"/>
                <a:gd name="T49" fmla="*/ 104 h 468"/>
                <a:gd name="T50" fmla="*/ 42 w 629"/>
                <a:gd name="T51" fmla="*/ 123 h 468"/>
                <a:gd name="T52" fmla="*/ 28 w 629"/>
                <a:gd name="T53" fmla="*/ 154 h 468"/>
                <a:gd name="T54" fmla="*/ 2 w 629"/>
                <a:gd name="T55" fmla="*/ 189 h 468"/>
                <a:gd name="T56" fmla="*/ 4 w 629"/>
                <a:gd name="T57" fmla="*/ 213 h 468"/>
                <a:gd name="T58" fmla="*/ 28 w 629"/>
                <a:gd name="T59" fmla="*/ 215 h 468"/>
                <a:gd name="T60" fmla="*/ 52 w 629"/>
                <a:gd name="T61" fmla="*/ 232 h 468"/>
                <a:gd name="T62" fmla="*/ 57 w 629"/>
                <a:gd name="T63" fmla="*/ 248 h 468"/>
                <a:gd name="T64" fmla="*/ 71 w 629"/>
                <a:gd name="T65" fmla="*/ 265 h 468"/>
                <a:gd name="T66" fmla="*/ 90 w 629"/>
                <a:gd name="T67" fmla="*/ 274 h 468"/>
                <a:gd name="T68" fmla="*/ 101 w 629"/>
                <a:gd name="T69" fmla="*/ 286 h 468"/>
                <a:gd name="T70" fmla="*/ 120 w 629"/>
                <a:gd name="T71" fmla="*/ 300 h 468"/>
                <a:gd name="T72" fmla="*/ 118 w 629"/>
                <a:gd name="T73" fmla="*/ 315 h 468"/>
                <a:gd name="T74" fmla="*/ 123 w 629"/>
                <a:gd name="T75" fmla="*/ 331 h 468"/>
                <a:gd name="T76" fmla="*/ 146 w 629"/>
                <a:gd name="T77" fmla="*/ 341 h 468"/>
                <a:gd name="T78" fmla="*/ 163 w 629"/>
                <a:gd name="T79" fmla="*/ 350 h 468"/>
                <a:gd name="T80" fmla="*/ 165 w 629"/>
                <a:gd name="T81" fmla="*/ 357 h 468"/>
                <a:gd name="T82" fmla="*/ 175 w 629"/>
                <a:gd name="T83" fmla="*/ 388 h 468"/>
                <a:gd name="T84" fmla="*/ 191 w 629"/>
                <a:gd name="T85" fmla="*/ 397 h 468"/>
                <a:gd name="T86" fmla="*/ 201 w 629"/>
                <a:gd name="T87" fmla="*/ 412 h 468"/>
                <a:gd name="T88" fmla="*/ 208 w 629"/>
                <a:gd name="T89" fmla="*/ 416 h 468"/>
                <a:gd name="T90" fmla="*/ 227 w 629"/>
                <a:gd name="T91" fmla="*/ 426 h 468"/>
                <a:gd name="T92" fmla="*/ 243 w 629"/>
                <a:gd name="T93" fmla="*/ 412 h 468"/>
                <a:gd name="T94" fmla="*/ 262 w 629"/>
                <a:gd name="T95" fmla="*/ 416 h 468"/>
                <a:gd name="T96" fmla="*/ 281 w 629"/>
                <a:gd name="T97" fmla="*/ 412 h 468"/>
                <a:gd name="T98" fmla="*/ 296 w 629"/>
                <a:gd name="T99" fmla="*/ 409 h 468"/>
                <a:gd name="T100" fmla="*/ 303 w 629"/>
                <a:gd name="T101" fmla="*/ 421 h 468"/>
                <a:gd name="T102" fmla="*/ 317 w 629"/>
                <a:gd name="T103" fmla="*/ 435 h 468"/>
                <a:gd name="T104" fmla="*/ 340 w 629"/>
                <a:gd name="T105" fmla="*/ 447 h 468"/>
                <a:gd name="T106" fmla="*/ 350 w 629"/>
                <a:gd name="T107" fmla="*/ 461 h 468"/>
                <a:gd name="T108" fmla="*/ 364 w 629"/>
                <a:gd name="T109" fmla="*/ 457 h 468"/>
                <a:gd name="T110" fmla="*/ 395 w 629"/>
                <a:gd name="T111" fmla="*/ 459 h 468"/>
                <a:gd name="T112" fmla="*/ 421 w 629"/>
                <a:gd name="T113" fmla="*/ 464 h 468"/>
                <a:gd name="T114" fmla="*/ 466 w 629"/>
                <a:gd name="T115" fmla="*/ 452 h 468"/>
                <a:gd name="T116" fmla="*/ 537 w 629"/>
                <a:gd name="T117" fmla="*/ 419 h 468"/>
                <a:gd name="T118" fmla="*/ 608 w 629"/>
                <a:gd name="T119" fmla="*/ 39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29" h="468">
                  <a:moveTo>
                    <a:pt x="622" y="400"/>
                  </a:moveTo>
                  <a:lnTo>
                    <a:pt x="622" y="397"/>
                  </a:lnTo>
                  <a:lnTo>
                    <a:pt x="620" y="395"/>
                  </a:lnTo>
                  <a:lnTo>
                    <a:pt x="620" y="383"/>
                  </a:lnTo>
                  <a:lnTo>
                    <a:pt x="622" y="383"/>
                  </a:lnTo>
                  <a:lnTo>
                    <a:pt x="622" y="381"/>
                  </a:lnTo>
                  <a:lnTo>
                    <a:pt x="624" y="381"/>
                  </a:lnTo>
                  <a:lnTo>
                    <a:pt x="624" y="378"/>
                  </a:lnTo>
                  <a:lnTo>
                    <a:pt x="622" y="378"/>
                  </a:lnTo>
                  <a:lnTo>
                    <a:pt x="622" y="376"/>
                  </a:lnTo>
                  <a:lnTo>
                    <a:pt x="622" y="374"/>
                  </a:lnTo>
                  <a:lnTo>
                    <a:pt x="622" y="374"/>
                  </a:lnTo>
                  <a:lnTo>
                    <a:pt x="624" y="371"/>
                  </a:lnTo>
                  <a:lnTo>
                    <a:pt x="624" y="371"/>
                  </a:lnTo>
                  <a:lnTo>
                    <a:pt x="620" y="369"/>
                  </a:lnTo>
                  <a:lnTo>
                    <a:pt x="617" y="367"/>
                  </a:lnTo>
                  <a:lnTo>
                    <a:pt x="615" y="367"/>
                  </a:lnTo>
                  <a:lnTo>
                    <a:pt x="615" y="367"/>
                  </a:lnTo>
                  <a:lnTo>
                    <a:pt x="613" y="367"/>
                  </a:lnTo>
                  <a:lnTo>
                    <a:pt x="613" y="367"/>
                  </a:lnTo>
                  <a:lnTo>
                    <a:pt x="610" y="367"/>
                  </a:lnTo>
                  <a:lnTo>
                    <a:pt x="608" y="367"/>
                  </a:lnTo>
                  <a:lnTo>
                    <a:pt x="608" y="364"/>
                  </a:lnTo>
                  <a:lnTo>
                    <a:pt x="605" y="364"/>
                  </a:lnTo>
                  <a:lnTo>
                    <a:pt x="605" y="364"/>
                  </a:lnTo>
                  <a:lnTo>
                    <a:pt x="605" y="364"/>
                  </a:lnTo>
                  <a:lnTo>
                    <a:pt x="603" y="364"/>
                  </a:lnTo>
                  <a:lnTo>
                    <a:pt x="603" y="367"/>
                  </a:lnTo>
                  <a:lnTo>
                    <a:pt x="601" y="369"/>
                  </a:lnTo>
                  <a:lnTo>
                    <a:pt x="598" y="369"/>
                  </a:lnTo>
                  <a:lnTo>
                    <a:pt x="598" y="369"/>
                  </a:lnTo>
                  <a:lnTo>
                    <a:pt x="596" y="369"/>
                  </a:lnTo>
                  <a:lnTo>
                    <a:pt x="596" y="367"/>
                  </a:lnTo>
                  <a:lnTo>
                    <a:pt x="594" y="364"/>
                  </a:lnTo>
                  <a:lnTo>
                    <a:pt x="594" y="364"/>
                  </a:lnTo>
                  <a:lnTo>
                    <a:pt x="594" y="364"/>
                  </a:lnTo>
                  <a:lnTo>
                    <a:pt x="594" y="362"/>
                  </a:lnTo>
                  <a:lnTo>
                    <a:pt x="594" y="362"/>
                  </a:lnTo>
                  <a:lnTo>
                    <a:pt x="596" y="362"/>
                  </a:lnTo>
                  <a:lnTo>
                    <a:pt x="594" y="362"/>
                  </a:lnTo>
                  <a:lnTo>
                    <a:pt x="594" y="360"/>
                  </a:lnTo>
                  <a:lnTo>
                    <a:pt x="591" y="360"/>
                  </a:lnTo>
                  <a:lnTo>
                    <a:pt x="589" y="357"/>
                  </a:lnTo>
                  <a:lnTo>
                    <a:pt x="587" y="355"/>
                  </a:lnTo>
                  <a:lnTo>
                    <a:pt x="584" y="352"/>
                  </a:lnTo>
                  <a:lnTo>
                    <a:pt x="584" y="350"/>
                  </a:lnTo>
                  <a:lnTo>
                    <a:pt x="584" y="348"/>
                  </a:lnTo>
                  <a:lnTo>
                    <a:pt x="579" y="343"/>
                  </a:lnTo>
                  <a:lnTo>
                    <a:pt x="579" y="341"/>
                  </a:lnTo>
                  <a:lnTo>
                    <a:pt x="579" y="341"/>
                  </a:lnTo>
                  <a:lnTo>
                    <a:pt x="579" y="341"/>
                  </a:lnTo>
                  <a:lnTo>
                    <a:pt x="579" y="341"/>
                  </a:lnTo>
                  <a:lnTo>
                    <a:pt x="579" y="338"/>
                  </a:lnTo>
                  <a:lnTo>
                    <a:pt x="579" y="338"/>
                  </a:lnTo>
                  <a:lnTo>
                    <a:pt x="579" y="338"/>
                  </a:lnTo>
                  <a:lnTo>
                    <a:pt x="577" y="336"/>
                  </a:lnTo>
                  <a:lnTo>
                    <a:pt x="577" y="336"/>
                  </a:lnTo>
                  <a:lnTo>
                    <a:pt x="577" y="336"/>
                  </a:lnTo>
                  <a:lnTo>
                    <a:pt x="579" y="334"/>
                  </a:lnTo>
                  <a:lnTo>
                    <a:pt x="579" y="334"/>
                  </a:lnTo>
                  <a:lnTo>
                    <a:pt x="577" y="331"/>
                  </a:lnTo>
                  <a:lnTo>
                    <a:pt x="577" y="329"/>
                  </a:lnTo>
                  <a:lnTo>
                    <a:pt x="577" y="329"/>
                  </a:lnTo>
                  <a:lnTo>
                    <a:pt x="575" y="329"/>
                  </a:lnTo>
                  <a:lnTo>
                    <a:pt x="575" y="326"/>
                  </a:lnTo>
                  <a:lnTo>
                    <a:pt x="575" y="324"/>
                  </a:lnTo>
                  <a:lnTo>
                    <a:pt x="572" y="322"/>
                  </a:lnTo>
                  <a:lnTo>
                    <a:pt x="572" y="319"/>
                  </a:lnTo>
                  <a:lnTo>
                    <a:pt x="572" y="317"/>
                  </a:lnTo>
                  <a:lnTo>
                    <a:pt x="572" y="315"/>
                  </a:lnTo>
                  <a:lnTo>
                    <a:pt x="570" y="312"/>
                  </a:lnTo>
                  <a:lnTo>
                    <a:pt x="570" y="310"/>
                  </a:lnTo>
                  <a:lnTo>
                    <a:pt x="568" y="307"/>
                  </a:lnTo>
                  <a:lnTo>
                    <a:pt x="568" y="305"/>
                  </a:lnTo>
                  <a:lnTo>
                    <a:pt x="568" y="303"/>
                  </a:lnTo>
                  <a:lnTo>
                    <a:pt x="565" y="300"/>
                  </a:lnTo>
                  <a:lnTo>
                    <a:pt x="565" y="300"/>
                  </a:lnTo>
                  <a:lnTo>
                    <a:pt x="565" y="298"/>
                  </a:lnTo>
                  <a:lnTo>
                    <a:pt x="565" y="298"/>
                  </a:lnTo>
                  <a:lnTo>
                    <a:pt x="565" y="298"/>
                  </a:lnTo>
                  <a:lnTo>
                    <a:pt x="561" y="296"/>
                  </a:lnTo>
                  <a:lnTo>
                    <a:pt x="561" y="296"/>
                  </a:lnTo>
                  <a:lnTo>
                    <a:pt x="558" y="296"/>
                  </a:lnTo>
                  <a:lnTo>
                    <a:pt x="556" y="296"/>
                  </a:lnTo>
                  <a:lnTo>
                    <a:pt x="556" y="293"/>
                  </a:lnTo>
                  <a:lnTo>
                    <a:pt x="556" y="293"/>
                  </a:lnTo>
                  <a:lnTo>
                    <a:pt x="556" y="291"/>
                  </a:lnTo>
                  <a:lnTo>
                    <a:pt x="553" y="291"/>
                  </a:lnTo>
                  <a:lnTo>
                    <a:pt x="553" y="291"/>
                  </a:lnTo>
                  <a:lnTo>
                    <a:pt x="553" y="291"/>
                  </a:lnTo>
                  <a:lnTo>
                    <a:pt x="553" y="291"/>
                  </a:lnTo>
                  <a:lnTo>
                    <a:pt x="556" y="291"/>
                  </a:lnTo>
                  <a:lnTo>
                    <a:pt x="556" y="291"/>
                  </a:lnTo>
                  <a:lnTo>
                    <a:pt x="556" y="289"/>
                  </a:lnTo>
                  <a:lnTo>
                    <a:pt x="556" y="289"/>
                  </a:lnTo>
                  <a:lnTo>
                    <a:pt x="553" y="286"/>
                  </a:lnTo>
                  <a:lnTo>
                    <a:pt x="553" y="286"/>
                  </a:lnTo>
                  <a:lnTo>
                    <a:pt x="551" y="284"/>
                  </a:lnTo>
                  <a:lnTo>
                    <a:pt x="544" y="281"/>
                  </a:lnTo>
                  <a:lnTo>
                    <a:pt x="542" y="281"/>
                  </a:lnTo>
                  <a:lnTo>
                    <a:pt x="542" y="281"/>
                  </a:lnTo>
                  <a:lnTo>
                    <a:pt x="542" y="281"/>
                  </a:lnTo>
                  <a:lnTo>
                    <a:pt x="542" y="281"/>
                  </a:lnTo>
                  <a:lnTo>
                    <a:pt x="542" y="281"/>
                  </a:lnTo>
                  <a:lnTo>
                    <a:pt x="539" y="279"/>
                  </a:lnTo>
                  <a:lnTo>
                    <a:pt x="539" y="279"/>
                  </a:lnTo>
                  <a:lnTo>
                    <a:pt x="539" y="277"/>
                  </a:lnTo>
                  <a:lnTo>
                    <a:pt x="537" y="277"/>
                  </a:lnTo>
                  <a:lnTo>
                    <a:pt x="537" y="277"/>
                  </a:lnTo>
                  <a:lnTo>
                    <a:pt x="537" y="277"/>
                  </a:lnTo>
                  <a:lnTo>
                    <a:pt x="537" y="274"/>
                  </a:lnTo>
                  <a:lnTo>
                    <a:pt x="537" y="272"/>
                  </a:lnTo>
                  <a:lnTo>
                    <a:pt x="537" y="272"/>
                  </a:lnTo>
                  <a:lnTo>
                    <a:pt x="537" y="272"/>
                  </a:lnTo>
                  <a:lnTo>
                    <a:pt x="534" y="272"/>
                  </a:lnTo>
                  <a:lnTo>
                    <a:pt x="534" y="272"/>
                  </a:lnTo>
                  <a:lnTo>
                    <a:pt x="532" y="272"/>
                  </a:lnTo>
                  <a:lnTo>
                    <a:pt x="532" y="270"/>
                  </a:lnTo>
                  <a:lnTo>
                    <a:pt x="530" y="267"/>
                  </a:lnTo>
                  <a:lnTo>
                    <a:pt x="530" y="267"/>
                  </a:lnTo>
                  <a:lnTo>
                    <a:pt x="530" y="267"/>
                  </a:lnTo>
                  <a:lnTo>
                    <a:pt x="530" y="263"/>
                  </a:lnTo>
                  <a:lnTo>
                    <a:pt x="527" y="260"/>
                  </a:lnTo>
                  <a:lnTo>
                    <a:pt x="527" y="258"/>
                  </a:lnTo>
                  <a:lnTo>
                    <a:pt x="520" y="253"/>
                  </a:lnTo>
                  <a:lnTo>
                    <a:pt x="518" y="251"/>
                  </a:lnTo>
                  <a:lnTo>
                    <a:pt x="518" y="251"/>
                  </a:lnTo>
                  <a:lnTo>
                    <a:pt x="518" y="251"/>
                  </a:lnTo>
                  <a:lnTo>
                    <a:pt x="518" y="251"/>
                  </a:lnTo>
                  <a:lnTo>
                    <a:pt x="513" y="248"/>
                  </a:lnTo>
                  <a:lnTo>
                    <a:pt x="513" y="246"/>
                  </a:lnTo>
                  <a:lnTo>
                    <a:pt x="511" y="246"/>
                  </a:lnTo>
                  <a:lnTo>
                    <a:pt x="511" y="246"/>
                  </a:lnTo>
                  <a:lnTo>
                    <a:pt x="508" y="244"/>
                  </a:lnTo>
                  <a:lnTo>
                    <a:pt x="508" y="244"/>
                  </a:lnTo>
                  <a:lnTo>
                    <a:pt x="508" y="244"/>
                  </a:lnTo>
                  <a:lnTo>
                    <a:pt x="504" y="244"/>
                  </a:lnTo>
                  <a:lnTo>
                    <a:pt x="504" y="244"/>
                  </a:lnTo>
                  <a:lnTo>
                    <a:pt x="501" y="244"/>
                  </a:lnTo>
                  <a:lnTo>
                    <a:pt x="501" y="241"/>
                  </a:lnTo>
                  <a:lnTo>
                    <a:pt x="501" y="241"/>
                  </a:lnTo>
                  <a:lnTo>
                    <a:pt x="501" y="241"/>
                  </a:lnTo>
                  <a:lnTo>
                    <a:pt x="499" y="241"/>
                  </a:lnTo>
                  <a:lnTo>
                    <a:pt x="499" y="241"/>
                  </a:lnTo>
                  <a:lnTo>
                    <a:pt x="499" y="241"/>
                  </a:lnTo>
                  <a:lnTo>
                    <a:pt x="497" y="241"/>
                  </a:lnTo>
                  <a:lnTo>
                    <a:pt x="494" y="241"/>
                  </a:lnTo>
                  <a:lnTo>
                    <a:pt x="494" y="241"/>
                  </a:lnTo>
                  <a:lnTo>
                    <a:pt x="492" y="241"/>
                  </a:lnTo>
                  <a:lnTo>
                    <a:pt x="492" y="241"/>
                  </a:lnTo>
                  <a:lnTo>
                    <a:pt x="490" y="241"/>
                  </a:lnTo>
                  <a:lnTo>
                    <a:pt x="487" y="241"/>
                  </a:lnTo>
                  <a:lnTo>
                    <a:pt x="487" y="239"/>
                  </a:lnTo>
                  <a:lnTo>
                    <a:pt x="487" y="239"/>
                  </a:lnTo>
                  <a:lnTo>
                    <a:pt x="485" y="239"/>
                  </a:lnTo>
                  <a:lnTo>
                    <a:pt x="485" y="239"/>
                  </a:lnTo>
                  <a:lnTo>
                    <a:pt x="482" y="239"/>
                  </a:lnTo>
                  <a:lnTo>
                    <a:pt x="482" y="239"/>
                  </a:lnTo>
                  <a:lnTo>
                    <a:pt x="480" y="239"/>
                  </a:lnTo>
                  <a:lnTo>
                    <a:pt x="480" y="239"/>
                  </a:lnTo>
                  <a:lnTo>
                    <a:pt x="480" y="239"/>
                  </a:lnTo>
                  <a:lnTo>
                    <a:pt x="480" y="239"/>
                  </a:lnTo>
                  <a:lnTo>
                    <a:pt x="478" y="239"/>
                  </a:lnTo>
                  <a:lnTo>
                    <a:pt x="478" y="239"/>
                  </a:lnTo>
                  <a:lnTo>
                    <a:pt x="475" y="239"/>
                  </a:lnTo>
                  <a:lnTo>
                    <a:pt x="475" y="236"/>
                  </a:lnTo>
                  <a:lnTo>
                    <a:pt x="475" y="236"/>
                  </a:lnTo>
                  <a:lnTo>
                    <a:pt x="475" y="236"/>
                  </a:lnTo>
                  <a:lnTo>
                    <a:pt x="475" y="236"/>
                  </a:lnTo>
                  <a:lnTo>
                    <a:pt x="475" y="234"/>
                  </a:lnTo>
                  <a:lnTo>
                    <a:pt x="473" y="232"/>
                  </a:lnTo>
                  <a:lnTo>
                    <a:pt x="473" y="232"/>
                  </a:lnTo>
                  <a:lnTo>
                    <a:pt x="473" y="229"/>
                  </a:lnTo>
                  <a:lnTo>
                    <a:pt x="473" y="229"/>
                  </a:lnTo>
                  <a:lnTo>
                    <a:pt x="473" y="229"/>
                  </a:lnTo>
                  <a:lnTo>
                    <a:pt x="475" y="229"/>
                  </a:lnTo>
                  <a:lnTo>
                    <a:pt x="475" y="229"/>
                  </a:lnTo>
                  <a:lnTo>
                    <a:pt x="475" y="227"/>
                  </a:lnTo>
                  <a:lnTo>
                    <a:pt x="475" y="227"/>
                  </a:lnTo>
                  <a:lnTo>
                    <a:pt x="475" y="227"/>
                  </a:lnTo>
                  <a:lnTo>
                    <a:pt x="478" y="222"/>
                  </a:lnTo>
                  <a:lnTo>
                    <a:pt x="480" y="222"/>
                  </a:lnTo>
                  <a:lnTo>
                    <a:pt x="480" y="222"/>
                  </a:lnTo>
                  <a:lnTo>
                    <a:pt x="480" y="222"/>
                  </a:lnTo>
                  <a:lnTo>
                    <a:pt x="480" y="222"/>
                  </a:lnTo>
                  <a:lnTo>
                    <a:pt x="482" y="222"/>
                  </a:lnTo>
                  <a:lnTo>
                    <a:pt x="482" y="220"/>
                  </a:lnTo>
                  <a:lnTo>
                    <a:pt x="482" y="220"/>
                  </a:lnTo>
                  <a:lnTo>
                    <a:pt x="482" y="220"/>
                  </a:lnTo>
                  <a:lnTo>
                    <a:pt x="482" y="218"/>
                  </a:lnTo>
                  <a:lnTo>
                    <a:pt x="482" y="218"/>
                  </a:lnTo>
                  <a:lnTo>
                    <a:pt x="482" y="218"/>
                  </a:lnTo>
                  <a:lnTo>
                    <a:pt x="482" y="218"/>
                  </a:lnTo>
                  <a:lnTo>
                    <a:pt x="482" y="218"/>
                  </a:lnTo>
                  <a:lnTo>
                    <a:pt x="482" y="215"/>
                  </a:lnTo>
                  <a:lnTo>
                    <a:pt x="482" y="215"/>
                  </a:lnTo>
                  <a:lnTo>
                    <a:pt x="482" y="215"/>
                  </a:lnTo>
                  <a:lnTo>
                    <a:pt x="485" y="215"/>
                  </a:lnTo>
                  <a:lnTo>
                    <a:pt x="485" y="215"/>
                  </a:lnTo>
                  <a:lnTo>
                    <a:pt x="485" y="215"/>
                  </a:lnTo>
                  <a:lnTo>
                    <a:pt x="485" y="213"/>
                  </a:lnTo>
                  <a:lnTo>
                    <a:pt x="485" y="213"/>
                  </a:lnTo>
                  <a:lnTo>
                    <a:pt x="482" y="213"/>
                  </a:lnTo>
                  <a:lnTo>
                    <a:pt x="482" y="213"/>
                  </a:lnTo>
                  <a:lnTo>
                    <a:pt x="482" y="213"/>
                  </a:lnTo>
                  <a:lnTo>
                    <a:pt x="482" y="210"/>
                  </a:lnTo>
                  <a:lnTo>
                    <a:pt x="482" y="210"/>
                  </a:lnTo>
                  <a:lnTo>
                    <a:pt x="482" y="210"/>
                  </a:lnTo>
                  <a:lnTo>
                    <a:pt x="482" y="210"/>
                  </a:lnTo>
                  <a:lnTo>
                    <a:pt x="482" y="208"/>
                  </a:lnTo>
                  <a:lnTo>
                    <a:pt x="482" y="208"/>
                  </a:lnTo>
                  <a:lnTo>
                    <a:pt x="482" y="208"/>
                  </a:lnTo>
                  <a:lnTo>
                    <a:pt x="482" y="208"/>
                  </a:lnTo>
                  <a:lnTo>
                    <a:pt x="482" y="208"/>
                  </a:lnTo>
                  <a:lnTo>
                    <a:pt x="482" y="208"/>
                  </a:lnTo>
                  <a:lnTo>
                    <a:pt x="482" y="208"/>
                  </a:lnTo>
                  <a:lnTo>
                    <a:pt x="482" y="206"/>
                  </a:lnTo>
                  <a:lnTo>
                    <a:pt x="482" y="206"/>
                  </a:lnTo>
                  <a:lnTo>
                    <a:pt x="482" y="206"/>
                  </a:lnTo>
                  <a:lnTo>
                    <a:pt x="482" y="206"/>
                  </a:lnTo>
                  <a:lnTo>
                    <a:pt x="485" y="206"/>
                  </a:lnTo>
                  <a:lnTo>
                    <a:pt x="485" y="203"/>
                  </a:lnTo>
                  <a:lnTo>
                    <a:pt x="485" y="203"/>
                  </a:lnTo>
                  <a:lnTo>
                    <a:pt x="485" y="203"/>
                  </a:lnTo>
                  <a:lnTo>
                    <a:pt x="487" y="203"/>
                  </a:lnTo>
                  <a:lnTo>
                    <a:pt x="487" y="203"/>
                  </a:lnTo>
                  <a:lnTo>
                    <a:pt x="492" y="203"/>
                  </a:lnTo>
                  <a:lnTo>
                    <a:pt x="494" y="203"/>
                  </a:lnTo>
                  <a:lnTo>
                    <a:pt x="494" y="203"/>
                  </a:lnTo>
                  <a:lnTo>
                    <a:pt x="494" y="203"/>
                  </a:lnTo>
                  <a:lnTo>
                    <a:pt x="494" y="203"/>
                  </a:lnTo>
                  <a:lnTo>
                    <a:pt x="497" y="203"/>
                  </a:lnTo>
                  <a:lnTo>
                    <a:pt x="499" y="203"/>
                  </a:lnTo>
                  <a:lnTo>
                    <a:pt x="499" y="203"/>
                  </a:lnTo>
                  <a:lnTo>
                    <a:pt x="499" y="201"/>
                  </a:lnTo>
                  <a:lnTo>
                    <a:pt x="499" y="201"/>
                  </a:lnTo>
                  <a:lnTo>
                    <a:pt x="501" y="201"/>
                  </a:lnTo>
                  <a:lnTo>
                    <a:pt x="501" y="201"/>
                  </a:lnTo>
                  <a:lnTo>
                    <a:pt x="501" y="203"/>
                  </a:lnTo>
                  <a:lnTo>
                    <a:pt x="504" y="203"/>
                  </a:lnTo>
                  <a:lnTo>
                    <a:pt x="504" y="203"/>
                  </a:lnTo>
                  <a:lnTo>
                    <a:pt x="504" y="203"/>
                  </a:lnTo>
                  <a:lnTo>
                    <a:pt x="506" y="201"/>
                  </a:lnTo>
                  <a:lnTo>
                    <a:pt x="506" y="203"/>
                  </a:lnTo>
                  <a:lnTo>
                    <a:pt x="508" y="203"/>
                  </a:lnTo>
                  <a:lnTo>
                    <a:pt x="508" y="206"/>
                  </a:lnTo>
                  <a:lnTo>
                    <a:pt x="511" y="208"/>
                  </a:lnTo>
                  <a:lnTo>
                    <a:pt x="513" y="208"/>
                  </a:lnTo>
                  <a:lnTo>
                    <a:pt x="513" y="208"/>
                  </a:lnTo>
                  <a:lnTo>
                    <a:pt x="513" y="208"/>
                  </a:lnTo>
                  <a:lnTo>
                    <a:pt x="516" y="206"/>
                  </a:lnTo>
                  <a:lnTo>
                    <a:pt x="516" y="206"/>
                  </a:lnTo>
                  <a:lnTo>
                    <a:pt x="518" y="206"/>
                  </a:lnTo>
                  <a:lnTo>
                    <a:pt x="518" y="203"/>
                  </a:lnTo>
                  <a:lnTo>
                    <a:pt x="520" y="203"/>
                  </a:lnTo>
                  <a:lnTo>
                    <a:pt x="523" y="203"/>
                  </a:lnTo>
                  <a:lnTo>
                    <a:pt x="525" y="203"/>
                  </a:lnTo>
                  <a:lnTo>
                    <a:pt x="525" y="203"/>
                  </a:lnTo>
                  <a:lnTo>
                    <a:pt x="530" y="199"/>
                  </a:lnTo>
                  <a:lnTo>
                    <a:pt x="532" y="196"/>
                  </a:lnTo>
                  <a:lnTo>
                    <a:pt x="532" y="196"/>
                  </a:lnTo>
                  <a:lnTo>
                    <a:pt x="532" y="194"/>
                  </a:lnTo>
                  <a:lnTo>
                    <a:pt x="532" y="194"/>
                  </a:lnTo>
                  <a:lnTo>
                    <a:pt x="532" y="177"/>
                  </a:lnTo>
                  <a:lnTo>
                    <a:pt x="532" y="163"/>
                  </a:lnTo>
                  <a:lnTo>
                    <a:pt x="530" y="149"/>
                  </a:lnTo>
                  <a:lnTo>
                    <a:pt x="523" y="149"/>
                  </a:lnTo>
                  <a:lnTo>
                    <a:pt x="520" y="149"/>
                  </a:lnTo>
                  <a:lnTo>
                    <a:pt x="520" y="149"/>
                  </a:lnTo>
                  <a:lnTo>
                    <a:pt x="520" y="149"/>
                  </a:lnTo>
                  <a:lnTo>
                    <a:pt x="520" y="149"/>
                  </a:lnTo>
                  <a:lnTo>
                    <a:pt x="520" y="147"/>
                  </a:lnTo>
                  <a:lnTo>
                    <a:pt x="520" y="144"/>
                  </a:lnTo>
                  <a:lnTo>
                    <a:pt x="520" y="139"/>
                  </a:lnTo>
                  <a:lnTo>
                    <a:pt x="523" y="135"/>
                  </a:lnTo>
                  <a:lnTo>
                    <a:pt x="525" y="128"/>
                  </a:lnTo>
                  <a:lnTo>
                    <a:pt x="525" y="128"/>
                  </a:lnTo>
                  <a:lnTo>
                    <a:pt x="525" y="128"/>
                  </a:lnTo>
                  <a:lnTo>
                    <a:pt x="525" y="128"/>
                  </a:lnTo>
                  <a:lnTo>
                    <a:pt x="525" y="125"/>
                  </a:lnTo>
                  <a:lnTo>
                    <a:pt x="525" y="125"/>
                  </a:lnTo>
                  <a:lnTo>
                    <a:pt x="525" y="123"/>
                  </a:lnTo>
                  <a:lnTo>
                    <a:pt x="525" y="121"/>
                  </a:lnTo>
                  <a:lnTo>
                    <a:pt x="525" y="118"/>
                  </a:lnTo>
                  <a:lnTo>
                    <a:pt x="525" y="116"/>
                  </a:lnTo>
                  <a:lnTo>
                    <a:pt x="525" y="116"/>
                  </a:lnTo>
                  <a:lnTo>
                    <a:pt x="523" y="111"/>
                  </a:lnTo>
                  <a:lnTo>
                    <a:pt x="523" y="109"/>
                  </a:lnTo>
                  <a:lnTo>
                    <a:pt x="511" y="99"/>
                  </a:lnTo>
                  <a:lnTo>
                    <a:pt x="499" y="90"/>
                  </a:lnTo>
                  <a:lnTo>
                    <a:pt x="494" y="85"/>
                  </a:lnTo>
                  <a:lnTo>
                    <a:pt x="494" y="85"/>
                  </a:lnTo>
                  <a:lnTo>
                    <a:pt x="494" y="85"/>
                  </a:lnTo>
                  <a:lnTo>
                    <a:pt x="482" y="80"/>
                  </a:lnTo>
                  <a:lnTo>
                    <a:pt x="480" y="80"/>
                  </a:lnTo>
                  <a:lnTo>
                    <a:pt x="480" y="78"/>
                  </a:lnTo>
                  <a:lnTo>
                    <a:pt x="482" y="78"/>
                  </a:lnTo>
                  <a:lnTo>
                    <a:pt x="482" y="76"/>
                  </a:lnTo>
                  <a:lnTo>
                    <a:pt x="482" y="76"/>
                  </a:lnTo>
                  <a:lnTo>
                    <a:pt x="482" y="73"/>
                  </a:lnTo>
                  <a:lnTo>
                    <a:pt x="480" y="54"/>
                  </a:lnTo>
                  <a:lnTo>
                    <a:pt x="478" y="33"/>
                  </a:lnTo>
                  <a:lnTo>
                    <a:pt x="478" y="33"/>
                  </a:lnTo>
                  <a:lnTo>
                    <a:pt x="478" y="33"/>
                  </a:lnTo>
                  <a:lnTo>
                    <a:pt x="478" y="33"/>
                  </a:lnTo>
                  <a:lnTo>
                    <a:pt x="480" y="31"/>
                  </a:lnTo>
                  <a:lnTo>
                    <a:pt x="480" y="31"/>
                  </a:lnTo>
                  <a:lnTo>
                    <a:pt x="480" y="28"/>
                  </a:lnTo>
                  <a:lnTo>
                    <a:pt x="480" y="28"/>
                  </a:lnTo>
                  <a:lnTo>
                    <a:pt x="482" y="21"/>
                  </a:lnTo>
                  <a:lnTo>
                    <a:pt x="480" y="14"/>
                  </a:lnTo>
                  <a:lnTo>
                    <a:pt x="485" y="5"/>
                  </a:lnTo>
                  <a:lnTo>
                    <a:pt x="485" y="0"/>
                  </a:lnTo>
                  <a:lnTo>
                    <a:pt x="459" y="0"/>
                  </a:lnTo>
                  <a:lnTo>
                    <a:pt x="459" y="0"/>
                  </a:lnTo>
                  <a:lnTo>
                    <a:pt x="459" y="0"/>
                  </a:lnTo>
                  <a:lnTo>
                    <a:pt x="459" y="0"/>
                  </a:lnTo>
                  <a:lnTo>
                    <a:pt x="459" y="0"/>
                  </a:lnTo>
                  <a:lnTo>
                    <a:pt x="459" y="2"/>
                  </a:lnTo>
                  <a:lnTo>
                    <a:pt x="459" y="2"/>
                  </a:lnTo>
                  <a:lnTo>
                    <a:pt x="459" y="2"/>
                  </a:lnTo>
                  <a:lnTo>
                    <a:pt x="459" y="5"/>
                  </a:lnTo>
                  <a:lnTo>
                    <a:pt x="459" y="7"/>
                  </a:lnTo>
                  <a:lnTo>
                    <a:pt x="459" y="9"/>
                  </a:lnTo>
                  <a:lnTo>
                    <a:pt x="461" y="9"/>
                  </a:lnTo>
                  <a:lnTo>
                    <a:pt x="461" y="9"/>
                  </a:lnTo>
                  <a:lnTo>
                    <a:pt x="459" y="12"/>
                  </a:lnTo>
                  <a:lnTo>
                    <a:pt x="442" y="12"/>
                  </a:lnTo>
                  <a:lnTo>
                    <a:pt x="423" y="12"/>
                  </a:lnTo>
                  <a:lnTo>
                    <a:pt x="437" y="26"/>
                  </a:lnTo>
                  <a:lnTo>
                    <a:pt x="437" y="28"/>
                  </a:lnTo>
                  <a:lnTo>
                    <a:pt x="440" y="28"/>
                  </a:lnTo>
                  <a:lnTo>
                    <a:pt x="440" y="28"/>
                  </a:lnTo>
                  <a:lnTo>
                    <a:pt x="440" y="35"/>
                  </a:lnTo>
                  <a:lnTo>
                    <a:pt x="437" y="42"/>
                  </a:lnTo>
                  <a:lnTo>
                    <a:pt x="437" y="50"/>
                  </a:lnTo>
                  <a:lnTo>
                    <a:pt x="440" y="52"/>
                  </a:lnTo>
                  <a:lnTo>
                    <a:pt x="442" y="59"/>
                  </a:lnTo>
                  <a:lnTo>
                    <a:pt x="442" y="61"/>
                  </a:lnTo>
                  <a:lnTo>
                    <a:pt x="442" y="64"/>
                  </a:lnTo>
                  <a:lnTo>
                    <a:pt x="430" y="73"/>
                  </a:lnTo>
                  <a:lnTo>
                    <a:pt x="416" y="85"/>
                  </a:lnTo>
                  <a:lnTo>
                    <a:pt x="416" y="85"/>
                  </a:lnTo>
                  <a:lnTo>
                    <a:pt x="414" y="94"/>
                  </a:lnTo>
                  <a:lnTo>
                    <a:pt x="409" y="99"/>
                  </a:lnTo>
                  <a:lnTo>
                    <a:pt x="409" y="102"/>
                  </a:lnTo>
                  <a:lnTo>
                    <a:pt x="402" y="109"/>
                  </a:lnTo>
                  <a:lnTo>
                    <a:pt x="390" y="118"/>
                  </a:lnTo>
                  <a:lnTo>
                    <a:pt x="378" y="130"/>
                  </a:lnTo>
                  <a:lnTo>
                    <a:pt x="376" y="132"/>
                  </a:lnTo>
                  <a:lnTo>
                    <a:pt x="364" y="132"/>
                  </a:lnTo>
                  <a:lnTo>
                    <a:pt x="364" y="132"/>
                  </a:lnTo>
                  <a:lnTo>
                    <a:pt x="357" y="132"/>
                  </a:lnTo>
                  <a:lnTo>
                    <a:pt x="357" y="132"/>
                  </a:lnTo>
                  <a:lnTo>
                    <a:pt x="357" y="135"/>
                  </a:lnTo>
                  <a:lnTo>
                    <a:pt x="355" y="135"/>
                  </a:lnTo>
                  <a:lnTo>
                    <a:pt x="355" y="135"/>
                  </a:lnTo>
                  <a:lnTo>
                    <a:pt x="355" y="135"/>
                  </a:lnTo>
                  <a:lnTo>
                    <a:pt x="352" y="135"/>
                  </a:lnTo>
                  <a:lnTo>
                    <a:pt x="338" y="121"/>
                  </a:lnTo>
                  <a:lnTo>
                    <a:pt x="326" y="113"/>
                  </a:lnTo>
                  <a:lnTo>
                    <a:pt x="314" y="104"/>
                  </a:lnTo>
                  <a:lnTo>
                    <a:pt x="312" y="106"/>
                  </a:lnTo>
                  <a:lnTo>
                    <a:pt x="298" y="113"/>
                  </a:lnTo>
                  <a:lnTo>
                    <a:pt x="293" y="116"/>
                  </a:lnTo>
                  <a:lnTo>
                    <a:pt x="293" y="116"/>
                  </a:lnTo>
                  <a:lnTo>
                    <a:pt x="293" y="125"/>
                  </a:lnTo>
                  <a:lnTo>
                    <a:pt x="291" y="128"/>
                  </a:lnTo>
                  <a:lnTo>
                    <a:pt x="286" y="132"/>
                  </a:lnTo>
                  <a:lnTo>
                    <a:pt x="274" y="135"/>
                  </a:lnTo>
                  <a:lnTo>
                    <a:pt x="267" y="137"/>
                  </a:lnTo>
                  <a:lnTo>
                    <a:pt x="260" y="142"/>
                  </a:lnTo>
                  <a:lnTo>
                    <a:pt x="260" y="142"/>
                  </a:lnTo>
                  <a:lnTo>
                    <a:pt x="255" y="144"/>
                  </a:lnTo>
                  <a:lnTo>
                    <a:pt x="251" y="149"/>
                  </a:lnTo>
                  <a:lnTo>
                    <a:pt x="251" y="151"/>
                  </a:lnTo>
                  <a:lnTo>
                    <a:pt x="251" y="154"/>
                  </a:lnTo>
                  <a:lnTo>
                    <a:pt x="251" y="154"/>
                  </a:lnTo>
                  <a:lnTo>
                    <a:pt x="251" y="156"/>
                  </a:lnTo>
                  <a:lnTo>
                    <a:pt x="251" y="156"/>
                  </a:lnTo>
                  <a:lnTo>
                    <a:pt x="229" y="156"/>
                  </a:lnTo>
                  <a:lnTo>
                    <a:pt x="208" y="156"/>
                  </a:lnTo>
                  <a:lnTo>
                    <a:pt x="206" y="154"/>
                  </a:lnTo>
                  <a:lnTo>
                    <a:pt x="201" y="142"/>
                  </a:lnTo>
                  <a:lnTo>
                    <a:pt x="201" y="142"/>
                  </a:lnTo>
                  <a:lnTo>
                    <a:pt x="198" y="142"/>
                  </a:lnTo>
                  <a:lnTo>
                    <a:pt x="194" y="142"/>
                  </a:lnTo>
                  <a:lnTo>
                    <a:pt x="187" y="142"/>
                  </a:lnTo>
                  <a:lnTo>
                    <a:pt x="187" y="142"/>
                  </a:lnTo>
                  <a:lnTo>
                    <a:pt x="187" y="142"/>
                  </a:lnTo>
                  <a:lnTo>
                    <a:pt x="184" y="142"/>
                  </a:lnTo>
                  <a:lnTo>
                    <a:pt x="182" y="142"/>
                  </a:lnTo>
                  <a:lnTo>
                    <a:pt x="172" y="142"/>
                  </a:lnTo>
                  <a:lnTo>
                    <a:pt x="170" y="139"/>
                  </a:lnTo>
                  <a:lnTo>
                    <a:pt x="156" y="142"/>
                  </a:lnTo>
                  <a:lnTo>
                    <a:pt x="137" y="147"/>
                  </a:lnTo>
                  <a:lnTo>
                    <a:pt x="135" y="147"/>
                  </a:lnTo>
                  <a:lnTo>
                    <a:pt x="132" y="147"/>
                  </a:lnTo>
                  <a:lnTo>
                    <a:pt x="132" y="147"/>
                  </a:lnTo>
                  <a:lnTo>
                    <a:pt x="130" y="144"/>
                  </a:lnTo>
                  <a:lnTo>
                    <a:pt x="118" y="132"/>
                  </a:lnTo>
                  <a:lnTo>
                    <a:pt x="109" y="121"/>
                  </a:lnTo>
                  <a:lnTo>
                    <a:pt x="104" y="121"/>
                  </a:lnTo>
                  <a:lnTo>
                    <a:pt x="104" y="121"/>
                  </a:lnTo>
                  <a:lnTo>
                    <a:pt x="104" y="118"/>
                  </a:lnTo>
                  <a:lnTo>
                    <a:pt x="104" y="118"/>
                  </a:lnTo>
                  <a:lnTo>
                    <a:pt x="99" y="113"/>
                  </a:lnTo>
                  <a:lnTo>
                    <a:pt x="99" y="113"/>
                  </a:lnTo>
                  <a:lnTo>
                    <a:pt x="99" y="113"/>
                  </a:lnTo>
                  <a:lnTo>
                    <a:pt x="99" y="113"/>
                  </a:lnTo>
                  <a:lnTo>
                    <a:pt x="99" y="113"/>
                  </a:lnTo>
                  <a:lnTo>
                    <a:pt x="97" y="111"/>
                  </a:lnTo>
                  <a:lnTo>
                    <a:pt x="97" y="111"/>
                  </a:lnTo>
                  <a:lnTo>
                    <a:pt x="94" y="111"/>
                  </a:lnTo>
                  <a:lnTo>
                    <a:pt x="94" y="111"/>
                  </a:lnTo>
                  <a:lnTo>
                    <a:pt x="94" y="109"/>
                  </a:lnTo>
                  <a:lnTo>
                    <a:pt x="94" y="109"/>
                  </a:lnTo>
                  <a:lnTo>
                    <a:pt x="94" y="109"/>
                  </a:lnTo>
                  <a:lnTo>
                    <a:pt x="94" y="102"/>
                  </a:lnTo>
                  <a:lnTo>
                    <a:pt x="94" y="102"/>
                  </a:lnTo>
                  <a:lnTo>
                    <a:pt x="94" y="99"/>
                  </a:lnTo>
                  <a:lnTo>
                    <a:pt x="92" y="99"/>
                  </a:lnTo>
                  <a:lnTo>
                    <a:pt x="90" y="97"/>
                  </a:lnTo>
                  <a:lnTo>
                    <a:pt x="90" y="97"/>
                  </a:lnTo>
                  <a:lnTo>
                    <a:pt x="90" y="97"/>
                  </a:lnTo>
                  <a:lnTo>
                    <a:pt x="87" y="97"/>
                  </a:lnTo>
                  <a:lnTo>
                    <a:pt x="87" y="97"/>
                  </a:lnTo>
                  <a:lnTo>
                    <a:pt x="85" y="99"/>
                  </a:lnTo>
                  <a:lnTo>
                    <a:pt x="85" y="99"/>
                  </a:lnTo>
                  <a:lnTo>
                    <a:pt x="83" y="99"/>
                  </a:lnTo>
                  <a:lnTo>
                    <a:pt x="83" y="99"/>
                  </a:lnTo>
                  <a:lnTo>
                    <a:pt x="83" y="99"/>
                  </a:lnTo>
                  <a:lnTo>
                    <a:pt x="80" y="99"/>
                  </a:lnTo>
                  <a:lnTo>
                    <a:pt x="80" y="99"/>
                  </a:lnTo>
                  <a:lnTo>
                    <a:pt x="80" y="99"/>
                  </a:lnTo>
                  <a:lnTo>
                    <a:pt x="78" y="99"/>
                  </a:lnTo>
                  <a:lnTo>
                    <a:pt x="73" y="102"/>
                  </a:lnTo>
                  <a:lnTo>
                    <a:pt x="73" y="102"/>
                  </a:lnTo>
                  <a:lnTo>
                    <a:pt x="73" y="102"/>
                  </a:lnTo>
                  <a:lnTo>
                    <a:pt x="71" y="102"/>
                  </a:lnTo>
                  <a:lnTo>
                    <a:pt x="68" y="102"/>
                  </a:lnTo>
                  <a:lnTo>
                    <a:pt x="68" y="102"/>
                  </a:lnTo>
                  <a:lnTo>
                    <a:pt x="68" y="102"/>
                  </a:lnTo>
                  <a:lnTo>
                    <a:pt x="66" y="102"/>
                  </a:lnTo>
                  <a:lnTo>
                    <a:pt x="66" y="102"/>
                  </a:lnTo>
                  <a:lnTo>
                    <a:pt x="66" y="102"/>
                  </a:lnTo>
                  <a:lnTo>
                    <a:pt x="66" y="102"/>
                  </a:lnTo>
                  <a:lnTo>
                    <a:pt x="66" y="102"/>
                  </a:lnTo>
                  <a:lnTo>
                    <a:pt x="64" y="102"/>
                  </a:lnTo>
                  <a:lnTo>
                    <a:pt x="64" y="102"/>
                  </a:lnTo>
                  <a:lnTo>
                    <a:pt x="64" y="102"/>
                  </a:lnTo>
                  <a:lnTo>
                    <a:pt x="64" y="102"/>
                  </a:lnTo>
                  <a:lnTo>
                    <a:pt x="64" y="102"/>
                  </a:lnTo>
                  <a:lnTo>
                    <a:pt x="61" y="102"/>
                  </a:lnTo>
                  <a:lnTo>
                    <a:pt x="61" y="102"/>
                  </a:lnTo>
                  <a:lnTo>
                    <a:pt x="61" y="102"/>
                  </a:lnTo>
                  <a:lnTo>
                    <a:pt x="61" y="102"/>
                  </a:lnTo>
                  <a:lnTo>
                    <a:pt x="61" y="102"/>
                  </a:lnTo>
                  <a:lnTo>
                    <a:pt x="61" y="102"/>
                  </a:lnTo>
                  <a:lnTo>
                    <a:pt x="59" y="102"/>
                  </a:lnTo>
                  <a:lnTo>
                    <a:pt x="59" y="102"/>
                  </a:lnTo>
                  <a:lnTo>
                    <a:pt x="59" y="102"/>
                  </a:lnTo>
                  <a:lnTo>
                    <a:pt x="59" y="102"/>
                  </a:lnTo>
                  <a:lnTo>
                    <a:pt x="59" y="102"/>
                  </a:lnTo>
                  <a:lnTo>
                    <a:pt x="59" y="102"/>
                  </a:lnTo>
                  <a:lnTo>
                    <a:pt x="57" y="102"/>
                  </a:lnTo>
                  <a:lnTo>
                    <a:pt x="57" y="102"/>
                  </a:lnTo>
                  <a:lnTo>
                    <a:pt x="57" y="102"/>
                  </a:lnTo>
                  <a:lnTo>
                    <a:pt x="57" y="102"/>
                  </a:lnTo>
                  <a:lnTo>
                    <a:pt x="54" y="104"/>
                  </a:lnTo>
                  <a:lnTo>
                    <a:pt x="54" y="104"/>
                  </a:lnTo>
                  <a:lnTo>
                    <a:pt x="52" y="104"/>
                  </a:lnTo>
                  <a:lnTo>
                    <a:pt x="52" y="104"/>
                  </a:lnTo>
                  <a:lnTo>
                    <a:pt x="52" y="104"/>
                  </a:lnTo>
                  <a:lnTo>
                    <a:pt x="49" y="104"/>
                  </a:lnTo>
                  <a:lnTo>
                    <a:pt x="49" y="104"/>
                  </a:lnTo>
                  <a:lnTo>
                    <a:pt x="49" y="104"/>
                  </a:lnTo>
                  <a:lnTo>
                    <a:pt x="49" y="104"/>
                  </a:lnTo>
                  <a:lnTo>
                    <a:pt x="47" y="111"/>
                  </a:lnTo>
                  <a:lnTo>
                    <a:pt x="47" y="111"/>
                  </a:lnTo>
                  <a:lnTo>
                    <a:pt x="47" y="111"/>
                  </a:lnTo>
                  <a:lnTo>
                    <a:pt x="47" y="111"/>
                  </a:lnTo>
                  <a:lnTo>
                    <a:pt x="47" y="113"/>
                  </a:lnTo>
                  <a:lnTo>
                    <a:pt x="47" y="113"/>
                  </a:lnTo>
                  <a:lnTo>
                    <a:pt x="47" y="113"/>
                  </a:lnTo>
                  <a:lnTo>
                    <a:pt x="47" y="113"/>
                  </a:lnTo>
                  <a:lnTo>
                    <a:pt x="47" y="113"/>
                  </a:lnTo>
                  <a:lnTo>
                    <a:pt x="47" y="116"/>
                  </a:lnTo>
                  <a:lnTo>
                    <a:pt x="47" y="116"/>
                  </a:lnTo>
                  <a:lnTo>
                    <a:pt x="45" y="118"/>
                  </a:lnTo>
                  <a:lnTo>
                    <a:pt x="45" y="121"/>
                  </a:lnTo>
                  <a:lnTo>
                    <a:pt x="45" y="121"/>
                  </a:lnTo>
                  <a:lnTo>
                    <a:pt x="45" y="123"/>
                  </a:lnTo>
                  <a:lnTo>
                    <a:pt x="42" y="123"/>
                  </a:lnTo>
                  <a:lnTo>
                    <a:pt x="42" y="125"/>
                  </a:lnTo>
                  <a:lnTo>
                    <a:pt x="40" y="125"/>
                  </a:lnTo>
                  <a:lnTo>
                    <a:pt x="40" y="128"/>
                  </a:lnTo>
                  <a:lnTo>
                    <a:pt x="38" y="128"/>
                  </a:lnTo>
                  <a:lnTo>
                    <a:pt x="38" y="128"/>
                  </a:lnTo>
                  <a:lnTo>
                    <a:pt x="38" y="128"/>
                  </a:lnTo>
                  <a:lnTo>
                    <a:pt x="35" y="128"/>
                  </a:lnTo>
                  <a:lnTo>
                    <a:pt x="35" y="128"/>
                  </a:lnTo>
                  <a:lnTo>
                    <a:pt x="35" y="128"/>
                  </a:lnTo>
                  <a:lnTo>
                    <a:pt x="35" y="130"/>
                  </a:lnTo>
                  <a:lnTo>
                    <a:pt x="35" y="130"/>
                  </a:lnTo>
                  <a:lnTo>
                    <a:pt x="35" y="130"/>
                  </a:lnTo>
                  <a:lnTo>
                    <a:pt x="35" y="144"/>
                  </a:lnTo>
                  <a:lnTo>
                    <a:pt x="35" y="144"/>
                  </a:lnTo>
                  <a:lnTo>
                    <a:pt x="35" y="147"/>
                  </a:lnTo>
                  <a:lnTo>
                    <a:pt x="30" y="151"/>
                  </a:lnTo>
                  <a:lnTo>
                    <a:pt x="30" y="151"/>
                  </a:lnTo>
                  <a:lnTo>
                    <a:pt x="28" y="151"/>
                  </a:lnTo>
                  <a:lnTo>
                    <a:pt x="28" y="154"/>
                  </a:lnTo>
                  <a:lnTo>
                    <a:pt x="28" y="163"/>
                  </a:lnTo>
                  <a:lnTo>
                    <a:pt x="28" y="163"/>
                  </a:lnTo>
                  <a:lnTo>
                    <a:pt x="28" y="165"/>
                  </a:lnTo>
                  <a:lnTo>
                    <a:pt x="23" y="173"/>
                  </a:lnTo>
                  <a:lnTo>
                    <a:pt x="21" y="173"/>
                  </a:lnTo>
                  <a:lnTo>
                    <a:pt x="21" y="173"/>
                  </a:lnTo>
                  <a:lnTo>
                    <a:pt x="21" y="180"/>
                  </a:lnTo>
                  <a:lnTo>
                    <a:pt x="21" y="180"/>
                  </a:lnTo>
                  <a:lnTo>
                    <a:pt x="21" y="180"/>
                  </a:lnTo>
                  <a:lnTo>
                    <a:pt x="19" y="182"/>
                  </a:lnTo>
                  <a:lnTo>
                    <a:pt x="14" y="182"/>
                  </a:lnTo>
                  <a:lnTo>
                    <a:pt x="12" y="182"/>
                  </a:lnTo>
                  <a:lnTo>
                    <a:pt x="7" y="184"/>
                  </a:lnTo>
                  <a:lnTo>
                    <a:pt x="4" y="187"/>
                  </a:lnTo>
                  <a:lnTo>
                    <a:pt x="2" y="189"/>
                  </a:lnTo>
                  <a:lnTo>
                    <a:pt x="2" y="189"/>
                  </a:lnTo>
                  <a:lnTo>
                    <a:pt x="2" y="189"/>
                  </a:lnTo>
                  <a:lnTo>
                    <a:pt x="2" y="189"/>
                  </a:lnTo>
                  <a:lnTo>
                    <a:pt x="2" y="189"/>
                  </a:lnTo>
                  <a:lnTo>
                    <a:pt x="4" y="189"/>
                  </a:lnTo>
                  <a:lnTo>
                    <a:pt x="4" y="192"/>
                  </a:lnTo>
                  <a:lnTo>
                    <a:pt x="4" y="192"/>
                  </a:lnTo>
                  <a:lnTo>
                    <a:pt x="4" y="192"/>
                  </a:lnTo>
                  <a:lnTo>
                    <a:pt x="4" y="194"/>
                  </a:lnTo>
                  <a:lnTo>
                    <a:pt x="4" y="194"/>
                  </a:lnTo>
                  <a:lnTo>
                    <a:pt x="4" y="196"/>
                  </a:lnTo>
                  <a:lnTo>
                    <a:pt x="4" y="196"/>
                  </a:lnTo>
                  <a:lnTo>
                    <a:pt x="4" y="196"/>
                  </a:lnTo>
                  <a:lnTo>
                    <a:pt x="2" y="199"/>
                  </a:lnTo>
                  <a:lnTo>
                    <a:pt x="2" y="199"/>
                  </a:lnTo>
                  <a:lnTo>
                    <a:pt x="0" y="203"/>
                  </a:lnTo>
                  <a:lnTo>
                    <a:pt x="0" y="206"/>
                  </a:lnTo>
                  <a:lnTo>
                    <a:pt x="0" y="208"/>
                  </a:lnTo>
                  <a:lnTo>
                    <a:pt x="0" y="208"/>
                  </a:lnTo>
                  <a:lnTo>
                    <a:pt x="0" y="210"/>
                  </a:lnTo>
                  <a:lnTo>
                    <a:pt x="2" y="210"/>
                  </a:lnTo>
                  <a:lnTo>
                    <a:pt x="2" y="213"/>
                  </a:lnTo>
                  <a:lnTo>
                    <a:pt x="4" y="213"/>
                  </a:lnTo>
                  <a:lnTo>
                    <a:pt x="7" y="213"/>
                  </a:lnTo>
                  <a:lnTo>
                    <a:pt x="7" y="213"/>
                  </a:lnTo>
                  <a:lnTo>
                    <a:pt x="7" y="213"/>
                  </a:lnTo>
                  <a:lnTo>
                    <a:pt x="9" y="213"/>
                  </a:lnTo>
                  <a:lnTo>
                    <a:pt x="9" y="213"/>
                  </a:lnTo>
                  <a:lnTo>
                    <a:pt x="9" y="213"/>
                  </a:lnTo>
                  <a:lnTo>
                    <a:pt x="9" y="213"/>
                  </a:lnTo>
                  <a:lnTo>
                    <a:pt x="9" y="213"/>
                  </a:lnTo>
                  <a:lnTo>
                    <a:pt x="14" y="213"/>
                  </a:lnTo>
                  <a:lnTo>
                    <a:pt x="16" y="213"/>
                  </a:lnTo>
                  <a:lnTo>
                    <a:pt x="16" y="213"/>
                  </a:lnTo>
                  <a:lnTo>
                    <a:pt x="16" y="215"/>
                  </a:lnTo>
                  <a:lnTo>
                    <a:pt x="16" y="215"/>
                  </a:lnTo>
                  <a:lnTo>
                    <a:pt x="16" y="215"/>
                  </a:lnTo>
                  <a:lnTo>
                    <a:pt x="19" y="215"/>
                  </a:lnTo>
                  <a:lnTo>
                    <a:pt x="19" y="215"/>
                  </a:lnTo>
                  <a:lnTo>
                    <a:pt x="21" y="215"/>
                  </a:lnTo>
                  <a:lnTo>
                    <a:pt x="26" y="215"/>
                  </a:lnTo>
                  <a:lnTo>
                    <a:pt x="28" y="215"/>
                  </a:lnTo>
                  <a:lnTo>
                    <a:pt x="28" y="215"/>
                  </a:lnTo>
                  <a:lnTo>
                    <a:pt x="30" y="215"/>
                  </a:lnTo>
                  <a:lnTo>
                    <a:pt x="33" y="218"/>
                  </a:lnTo>
                  <a:lnTo>
                    <a:pt x="35" y="218"/>
                  </a:lnTo>
                  <a:lnTo>
                    <a:pt x="38" y="218"/>
                  </a:lnTo>
                  <a:lnTo>
                    <a:pt x="42" y="222"/>
                  </a:lnTo>
                  <a:lnTo>
                    <a:pt x="42" y="222"/>
                  </a:lnTo>
                  <a:lnTo>
                    <a:pt x="42" y="225"/>
                  </a:lnTo>
                  <a:lnTo>
                    <a:pt x="42" y="227"/>
                  </a:lnTo>
                  <a:lnTo>
                    <a:pt x="42" y="227"/>
                  </a:lnTo>
                  <a:lnTo>
                    <a:pt x="42" y="227"/>
                  </a:lnTo>
                  <a:lnTo>
                    <a:pt x="45" y="227"/>
                  </a:lnTo>
                  <a:lnTo>
                    <a:pt x="45" y="229"/>
                  </a:lnTo>
                  <a:lnTo>
                    <a:pt x="45" y="229"/>
                  </a:lnTo>
                  <a:lnTo>
                    <a:pt x="47" y="232"/>
                  </a:lnTo>
                  <a:lnTo>
                    <a:pt x="49" y="232"/>
                  </a:lnTo>
                  <a:lnTo>
                    <a:pt x="49" y="234"/>
                  </a:lnTo>
                  <a:lnTo>
                    <a:pt x="52" y="234"/>
                  </a:lnTo>
                  <a:lnTo>
                    <a:pt x="52" y="232"/>
                  </a:lnTo>
                  <a:lnTo>
                    <a:pt x="54" y="232"/>
                  </a:lnTo>
                  <a:lnTo>
                    <a:pt x="54" y="234"/>
                  </a:lnTo>
                  <a:lnTo>
                    <a:pt x="57" y="234"/>
                  </a:lnTo>
                  <a:lnTo>
                    <a:pt x="57" y="234"/>
                  </a:lnTo>
                  <a:lnTo>
                    <a:pt x="57" y="234"/>
                  </a:lnTo>
                  <a:lnTo>
                    <a:pt x="57" y="234"/>
                  </a:lnTo>
                  <a:lnTo>
                    <a:pt x="59" y="234"/>
                  </a:lnTo>
                  <a:lnTo>
                    <a:pt x="59" y="236"/>
                  </a:lnTo>
                  <a:lnTo>
                    <a:pt x="59" y="236"/>
                  </a:lnTo>
                  <a:lnTo>
                    <a:pt x="59" y="239"/>
                  </a:lnTo>
                  <a:lnTo>
                    <a:pt x="61" y="239"/>
                  </a:lnTo>
                  <a:lnTo>
                    <a:pt x="61" y="241"/>
                  </a:lnTo>
                  <a:lnTo>
                    <a:pt x="59" y="244"/>
                  </a:lnTo>
                  <a:lnTo>
                    <a:pt x="61" y="244"/>
                  </a:lnTo>
                  <a:lnTo>
                    <a:pt x="61" y="244"/>
                  </a:lnTo>
                  <a:lnTo>
                    <a:pt x="61" y="246"/>
                  </a:lnTo>
                  <a:lnTo>
                    <a:pt x="61" y="246"/>
                  </a:lnTo>
                  <a:lnTo>
                    <a:pt x="59" y="248"/>
                  </a:lnTo>
                  <a:lnTo>
                    <a:pt x="57" y="248"/>
                  </a:lnTo>
                  <a:lnTo>
                    <a:pt x="54" y="251"/>
                  </a:lnTo>
                  <a:lnTo>
                    <a:pt x="54" y="251"/>
                  </a:lnTo>
                  <a:lnTo>
                    <a:pt x="54" y="251"/>
                  </a:lnTo>
                  <a:lnTo>
                    <a:pt x="57" y="253"/>
                  </a:lnTo>
                  <a:lnTo>
                    <a:pt x="59" y="255"/>
                  </a:lnTo>
                  <a:lnTo>
                    <a:pt x="59" y="255"/>
                  </a:lnTo>
                  <a:lnTo>
                    <a:pt x="61" y="255"/>
                  </a:lnTo>
                  <a:lnTo>
                    <a:pt x="61" y="258"/>
                  </a:lnTo>
                  <a:lnTo>
                    <a:pt x="61" y="258"/>
                  </a:lnTo>
                  <a:lnTo>
                    <a:pt x="61" y="258"/>
                  </a:lnTo>
                  <a:lnTo>
                    <a:pt x="61" y="258"/>
                  </a:lnTo>
                  <a:lnTo>
                    <a:pt x="64" y="258"/>
                  </a:lnTo>
                  <a:lnTo>
                    <a:pt x="64" y="260"/>
                  </a:lnTo>
                  <a:lnTo>
                    <a:pt x="64" y="260"/>
                  </a:lnTo>
                  <a:lnTo>
                    <a:pt x="64" y="263"/>
                  </a:lnTo>
                  <a:lnTo>
                    <a:pt x="64" y="263"/>
                  </a:lnTo>
                  <a:lnTo>
                    <a:pt x="66" y="263"/>
                  </a:lnTo>
                  <a:lnTo>
                    <a:pt x="68" y="265"/>
                  </a:lnTo>
                  <a:lnTo>
                    <a:pt x="71" y="265"/>
                  </a:lnTo>
                  <a:lnTo>
                    <a:pt x="71" y="267"/>
                  </a:lnTo>
                  <a:lnTo>
                    <a:pt x="73" y="265"/>
                  </a:lnTo>
                  <a:lnTo>
                    <a:pt x="73" y="267"/>
                  </a:lnTo>
                  <a:lnTo>
                    <a:pt x="73" y="267"/>
                  </a:lnTo>
                  <a:lnTo>
                    <a:pt x="75" y="270"/>
                  </a:lnTo>
                  <a:lnTo>
                    <a:pt x="78" y="270"/>
                  </a:lnTo>
                  <a:lnTo>
                    <a:pt x="80" y="270"/>
                  </a:lnTo>
                  <a:lnTo>
                    <a:pt x="83" y="270"/>
                  </a:lnTo>
                  <a:lnTo>
                    <a:pt x="83" y="272"/>
                  </a:lnTo>
                  <a:lnTo>
                    <a:pt x="83" y="272"/>
                  </a:lnTo>
                  <a:lnTo>
                    <a:pt x="85" y="272"/>
                  </a:lnTo>
                  <a:lnTo>
                    <a:pt x="85" y="272"/>
                  </a:lnTo>
                  <a:lnTo>
                    <a:pt x="85" y="272"/>
                  </a:lnTo>
                  <a:lnTo>
                    <a:pt x="87" y="272"/>
                  </a:lnTo>
                  <a:lnTo>
                    <a:pt x="87" y="272"/>
                  </a:lnTo>
                  <a:lnTo>
                    <a:pt x="87" y="274"/>
                  </a:lnTo>
                  <a:lnTo>
                    <a:pt x="87" y="274"/>
                  </a:lnTo>
                  <a:lnTo>
                    <a:pt x="90" y="274"/>
                  </a:lnTo>
                  <a:lnTo>
                    <a:pt x="90" y="274"/>
                  </a:lnTo>
                  <a:lnTo>
                    <a:pt x="92" y="277"/>
                  </a:lnTo>
                  <a:lnTo>
                    <a:pt x="92" y="277"/>
                  </a:lnTo>
                  <a:lnTo>
                    <a:pt x="92" y="277"/>
                  </a:lnTo>
                  <a:lnTo>
                    <a:pt x="92" y="277"/>
                  </a:lnTo>
                  <a:lnTo>
                    <a:pt x="94" y="277"/>
                  </a:lnTo>
                  <a:lnTo>
                    <a:pt x="94" y="279"/>
                  </a:lnTo>
                  <a:lnTo>
                    <a:pt x="94" y="279"/>
                  </a:lnTo>
                  <a:lnTo>
                    <a:pt x="97" y="279"/>
                  </a:lnTo>
                  <a:lnTo>
                    <a:pt x="97" y="279"/>
                  </a:lnTo>
                  <a:lnTo>
                    <a:pt x="97" y="279"/>
                  </a:lnTo>
                  <a:lnTo>
                    <a:pt x="97" y="279"/>
                  </a:lnTo>
                  <a:lnTo>
                    <a:pt x="97" y="281"/>
                  </a:lnTo>
                  <a:lnTo>
                    <a:pt x="99" y="281"/>
                  </a:lnTo>
                  <a:lnTo>
                    <a:pt x="101" y="281"/>
                  </a:lnTo>
                  <a:lnTo>
                    <a:pt x="101" y="281"/>
                  </a:lnTo>
                  <a:lnTo>
                    <a:pt x="101" y="284"/>
                  </a:lnTo>
                  <a:lnTo>
                    <a:pt x="101" y="286"/>
                  </a:lnTo>
                  <a:lnTo>
                    <a:pt x="101" y="286"/>
                  </a:lnTo>
                  <a:lnTo>
                    <a:pt x="101" y="286"/>
                  </a:lnTo>
                  <a:lnTo>
                    <a:pt x="101" y="286"/>
                  </a:lnTo>
                  <a:lnTo>
                    <a:pt x="104" y="286"/>
                  </a:lnTo>
                  <a:lnTo>
                    <a:pt x="104" y="286"/>
                  </a:lnTo>
                  <a:lnTo>
                    <a:pt x="104" y="286"/>
                  </a:lnTo>
                  <a:lnTo>
                    <a:pt x="104" y="286"/>
                  </a:lnTo>
                  <a:lnTo>
                    <a:pt x="104" y="286"/>
                  </a:lnTo>
                  <a:lnTo>
                    <a:pt x="104" y="289"/>
                  </a:lnTo>
                  <a:lnTo>
                    <a:pt x="104" y="289"/>
                  </a:lnTo>
                  <a:lnTo>
                    <a:pt x="104" y="289"/>
                  </a:lnTo>
                  <a:lnTo>
                    <a:pt x="104" y="291"/>
                  </a:lnTo>
                  <a:lnTo>
                    <a:pt x="106" y="291"/>
                  </a:lnTo>
                  <a:lnTo>
                    <a:pt x="106" y="291"/>
                  </a:lnTo>
                  <a:lnTo>
                    <a:pt x="106" y="291"/>
                  </a:lnTo>
                  <a:lnTo>
                    <a:pt x="109" y="293"/>
                  </a:lnTo>
                  <a:lnTo>
                    <a:pt x="111" y="296"/>
                  </a:lnTo>
                  <a:lnTo>
                    <a:pt x="111" y="296"/>
                  </a:lnTo>
                  <a:lnTo>
                    <a:pt x="113" y="296"/>
                  </a:lnTo>
                  <a:lnTo>
                    <a:pt x="116" y="298"/>
                  </a:lnTo>
                  <a:lnTo>
                    <a:pt x="120" y="300"/>
                  </a:lnTo>
                  <a:lnTo>
                    <a:pt x="120" y="300"/>
                  </a:lnTo>
                  <a:lnTo>
                    <a:pt x="120" y="300"/>
                  </a:lnTo>
                  <a:lnTo>
                    <a:pt x="118" y="300"/>
                  </a:lnTo>
                  <a:lnTo>
                    <a:pt x="118" y="303"/>
                  </a:lnTo>
                  <a:lnTo>
                    <a:pt x="116" y="305"/>
                  </a:lnTo>
                  <a:lnTo>
                    <a:pt x="116" y="307"/>
                  </a:lnTo>
                  <a:lnTo>
                    <a:pt x="116" y="307"/>
                  </a:lnTo>
                  <a:lnTo>
                    <a:pt x="113" y="307"/>
                  </a:lnTo>
                  <a:lnTo>
                    <a:pt x="113" y="307"/>
                  </a:lnTo>
                  <a:lnTo>
                    <a:pt x="113" y="310"/>
                  </a:lnTo>
                  <a:lnTo>
                    <a:pt x="116" y="310"/>
                  </a:lnTo>
                  <a:lnTo>
                    <a:pt x="116" y="310"/>
                  </a:lnTo>
                  <a:lnTo>
                    <a:pt x="113" y="312"/>
                  </a:lnTo>
                  <a:lnTo>
                    <a:pt x="113" y="312"/>
                  </a:lnTo>
                  <a:lnTo>
                    <a:pt x="116" y="315"/>
                  </a:lnTo>
                  <a:lnTo>
                    <a:pt x="116" y="315"/>
                  </a:lnTo>
                  <a:lnTo>
                    <a:pt x="116" y="315"/>
                  </a:lnTo>
                  <a:lnTo>
                    <a:pt x="118" y="315"/>
                  </a:lnTo>
                  <a:lnTo>
                    <a:pt x="118" y="315"/>
                  </a:lnTo>
                  <a:lnTo>
                    <a:pt x="120" y="317"/>
                  </a:lnTo>
                  <a:lnTo>
                    <a:pt x="120" y="317"/>
                  </a:lnTo>
                  <a:lnTo>
                    <a:pt x="123" y="319"/>
                  </a:lnTo>
                  <a:lnTo>
                    <a:pt x="123" y="319"/>
                  </a:lnTo>
                  <a:lnTo>
                    <a:pt x="123" y="322"/>
                  </a:lnTo>
                  <a:lnTo>
                    <a:pt x="123" y="322"/>
                  </a:lnTo>
                  <a:lnTo>
                    <a:pt x="125" y="322"/>
                  </a:lnTo>
                  <a:lnTo>
                    <a:pt x="125" y="322"/>
                  </a:lnTo>
                  <a:lnTo>
                    <a:pt x="125" y="322"/>
                  </a:lnTo>
                  <a:lnTo>
                    <a:pt x="128" y="324"/>
                  </a:lnTo>
                  <a:lnTo>
                    <a:pt x="128" y="324"/>
                  </a:lnTo>
                  <a:lnTo>
                    <a:pt x="125" y="324"/>
                  </a:lnTo>
                  <a:lnTo>
                    <a:pt x="125" y="326"/>
                  </a:lnTo>
                  <a:lnTo>
                    <a:pt x="125" y="326"/>
                  </a:lnTo>
                  <a:lnTo>
                    <a:pt x="123" y="326"/>
                  </a:lnTo>
                  <a:lnTo>
                    <a:pt x="123" y="329"/>
                  </a:lnTo>
                  <a:lnTo>
                    <a:pt x="123" y="329"/>
                  </a:lnTo>
                  <a:lnTo>
                    <a:pt x="123" y="331"/>
                  </a:lnTo>
                  <a:lnTo>
                    <a:pt x="123" y="331"/>
                  </a:lnTo>
                  <a:lnTo>
                    <a:pt x="125" y="329"/>
                  </a:lnTo>
                  <a:lnTo>
                    <a:pt x="125" y="329"/>
                  </a:lnTo>
                  <a:lnTo>
                    <a:pt x="128" y="329"/>
                  </a:lnTo>
                  <a:lnTo>
                    <a:pt x="128" y="331"/>
                  </a:lnTo>
                  <a:lnTo>
                    <a:pt x="128" y="331"/>
                  </a:lnTo>
                  <a:lnTo>
                    <a:pt x="128" y="334"/>
                  </a:lnTo>
                  <a:lnTo>
                    <a:pt x="132" y="334"/>
                  </a:lnTo>
                  <a:lnTo>
                    <a:pt x="132" y="334"/>
                  </a:lnTo>
                  <a:lnTo>
                    <a:pt x="137" y="334"/>
                  </a:lnTo>
                  <a:lnTo>
                    <a:pt x="142" y="336"/>
                  </a:lnTo>
                  <a:lnTo>
                    <a:pt x="142" y="336"/>
                  </a:lnTo>
                  <a:lnTo>
                    <a:pt x="142" y="336"/>
                  </a:lnTo>
                  <a:lnTo>
                    <a:pt x="142" y="338"/>
                  </a:lnTo>
                  <a:lnTo>
                    <a:pt x="144" y="341"/>
                  </a:lnTo>
                  <a:lnTo>
                    <a:pt x="144" y="341"/>
                  </a:lnTo>
                  <a:lnTo>
                    <a:pt x="146" y="341"/>
                  </a:lnTo>
                  <a:lnTo>
                    <a:pt x="146" y="341"/>
                  </a:lnTo>
                  <a:lnTo>
                    <a:pt x="146" y="341"/>
                  </a:lnTo>
                  <a:lnTo>
                    <a:pt x="146" y="341"/>
                  </a:lnTo>
                  <a:lnTo>
                    <a:pt x="149" y="343"/>
                  </a:lnTo>
                  <a:lnTo>
                    <a:pt x="149" y="343"/>
                  </a:lnTo>
                  <a:lnTo>
                    <a:pt x="151" y="341"/>
                  </a:lnTo>
                  <a:lnTo>
                    <a:pt x="151" y="343"/>
                  </a:lnTo>
                  <a:lnTo>
                    <a:pt x="154" y="343"/>
                  </a:lnTo>
                  <a:lnTo>
                    <a:pt x="154" y="345"/>
                  </a:lnTo>
                  <a:lnTo>
                    <a:pt x="154" y="345"/>
                  </a:lnTo>
                  <a:lnTo>
                    <a:pt x="154" y="345"/>
                  </a:lnTo>
                  <a:lnTo>
                    <a:pt x="156" y="345"/>
                  </a:lnTo>
                  <a:lnTo>
                    <a:pt x="156" y="345"/>
                  </a:lnTo>
                  <a:lnTo>
                    <a:pt x="156" y="345"/>
                  </a:lnTo>
                  <a:lnTo>
                    <a:pt x="158" y="345"/>
                  </a:lnTo>
                  <a:lnTo>
                    <a:pt x="158" y="345"/>
                  </a:lnTo>
                  <a:lnTo>
                    <a:pt x="161" y="348"/>
                  </a:lnTo>
                  <a:lnTo>
                    <a:pt x="161" y="348"/>
                  </a:lnTo>
                  <a:lnTo>
                    <a:pt x="161" y="348"/>
                  </a:lnTo>
                  <a:lnTo>
                    <a:pt x="161" y="348"/>
                  </a:lnTo>
                  <a:lnTo>
                    <a:pt x="161" y="350"/>
                  </a:lnTo>
                  <a:lnTo>
                    <a:pt x="163" y="350"/>
                  </a:lnTo>
                  <a:lnTo>
                    <a:pt x="163" y="350"/>
                  </a:lnTo>
                  <a:lnTo>
                    <a:pt x="163" y="352"/>
                  </a:lnTo>
                  <a:lnTo>
                    <a:pt x="163" y="352"/>
                  </a:lnTo>
                  <a:lnTo>
                    <a:pt x="163" y="352"/>
                  </a:lnTo>
                  <a:lnTo>
                    <a:pt x="163" y="352"/>
                  </a:lnTo>
                  <a:lnTo>
                    <a:pt x="165" y="352"/>
                  </a:lnTo>
                  <a:lnTo>
                    <a:pt x="165" y="352"/>
                  </a:lnTo>
                  <a:lnTo>
                    <a:pt x="165" y="355"/>
                  </a:lnTo>
                  <a:lnTo>
                    <a:pt x="163" y="355"/>
                  </a:lnTo>
                  <a:lnTo>
                    <a:pt x="163" y="355"/>
                  </a:lnTo>
                  <a:lnTo>
                    <a:pt x="163" y="355"/>
                  </a:lnTo>
                  <a:lnTo>
                    <a:pt x="165" y="357"/>
                  </a:lnTo>
                  <a:lnTo>
                    <a:pt x="165" y="357"/>
                  </a:lnTo>
                  <a:lnTo>
                    <a:pt x="165" y="357"/>
                  </a:lnTo>
                  <a:lnTo>
                    <a:pt x="165" y="357"/>
                  </a:lnTo>
                  <a:lnTo>
                    <a:pt x="165" y="357"/>
                  </a:lnTo>
                  <a:lnTo>
                    <a:pt x="165" y="355"/>
                  </a:lnTo>
                  <a:lnTo>
                    <a:pt x="165" y="355"/>
                  </a:lnTo>
                  <a:lnTo>
                    <a:pt x="165" y="357"/>
                  </a:lnTo>
                  <a:lnTo>
                    <a:pt x="168" y="357"/>
                  </a:lnTo>
                  <a:lnTo>
                    <a:pt x="165" y="357"/>
                  </a:lnTo>
                  <a:lnTo>
                    <a:pt x="168" y="357"/>
                  </a:lnTo>
                  <a:lnTo>
                    <a:pt x="165" y="364"/>
                  </a:lnTo>
                  <a:lnTo>
                    <a:pt x="165" y="364"/>
                  </a:lnTo>
                  <a:lnTo>
                    <a:pt x="165" y="364"/>
                  </a:lnTo>
                  <a:lnTo>
                    <a:pt x="165" y="367"/>
                  </a:lnTo>
                  <a:lnTo>
                    <a:pt x="165" y="369"/>
                  </a:lnTo>
                  <a:lnTo>
                    <a:pt x="165" y="371"/>
                  </a:lnTo>
                  <a:lnTo>
                    <a:pt x="168" y="374"/>
                  </a:lnTo>
                  <a:lnTo>
                    <a:pt x="168" y="376"/>
                  </a:lnTo>
                  <a:lnTo>
                    <a:pt x="168" y="376"/>
                  </a:lnTo>
                  <a:lnTo>
                    <a:pt x="172" y="378"/>
                  </a:lnTo>
                  <a:lnTo>
                    <a:pt x="172" y="381"/>
                  </a:lnTo>
                  <a:lnTo>
                    <a:pt x="175" y="381"/>
                  </a:lnTo>
                  <a:lnTo>
                    <a:pt x="175" y="383"/>
                  </a:lnTo>
                  <a:lnTo>
                    <a:pt x="177" y="383"/>
                  </a:lnTo>
                  <a:lnTo>
                    <a:pt x="177" y="386"/>
                  </a:lnTo>
                  <a:lnTo>
                    <a:pt x="175" y="388"/>
                  </a:lnTo>
                  <a:lnTo>
                    <a:pt x="177" y="388"/>
                  </a:lnTo>
                  <a:lnTo>
                    <a:pt x="177" y="388"/>
                  </a:lnTo>
                  <a:lnTo>
                    <a:pt x="177" y="388"/>
                  </a:lnTo>
                  <a:lnTo>
                    <a:pt x="177" y="388"/>
                  </a:lnTo>
                  <a:lnTo>
                    <a:pt x="180" y="388"/>
                  </a:lnTo>
                  <a:lnTo>
                    <a:pt x="180" y="390"/>
                  </a:lnTo>
                  <a:lnTo>
                    <a:pt x="180" y="390"/>
                  </a:lnTo>
                  <a:lnTo>
                    <a:pt x="180" y="390"/>
                  </a:lnTo>
                  <a:lnTo>
                    <a:pt x="180" y="393"/>
                  </a:lnTo>
                  <a:lnTo>
                    <a:pt x="182" y="393"/>
                  </a:lnTo>
                  <a:lnTo>
                    <a:pt x="182" y="393"/>
                  </a:lnTo>
                  <a:lnTo>
                    <a:pt x="187" y="393"/>
                  </a:lnTo>
                  <a:lnTo>
                    <a:pt x="189" y="395"/>
                  </a:lnTo>
                  <a:lnTo>
                    <a:pt x="189" y="395"/>
                  </a:lnTo>
                  <a:lnTo>
                    <a:pt x="189" y="397"/>
                  </a:lnTo>
                  <a:lnTo>
                    <a:pt x="189" y="397"/>
                  </a:lnTo>
                  <a:lnTo>
                    <a:pt x="189" y="400"/>
                  </a:lnTo>
                  <a:lnTo>
                    <a:pt x="191" y="400"/>
                  </a:lnTo>
                  <a:lnTo>
                    <a:pt x="191" y="397"/>
                  </a:lnTo>
                  <a:lnTo>
                    <a:pt x="191" y="397"/>
                  </a:lnTo>
                  <a:lnTo>
                    <a:pt x="191" y="400"/>
                  </a:lnTo>
                  <a:lnTo>
                    <a:pt x="194" y="400"/>
                  </a:lnTo>
                  <a:lnTo>
                    <a:pt x="194" y="400"/>
                  </a:lnTo>
                  <a:lnTo>
                    <a:pt x="194" y="400"/>
                  </a:lnTo>
                  <a:lnTo>
                    <a:pt x="194" y="402"/>
                  </a:lnTo>
                  <a:lnTo>
                    <a:pt x="194" y="405"/>
                  </a:lnTo>
                  <a:lnTo>
                    <a:pt x="194" y="407"/>
                  </a:lnTo>
                  <a:lnTo>
                    <a:pt x="194" y="409"/>
                  </a:lnTo>
                  <a:lnTo>
                    <a:pt x="194" y="409"/>
                  </a:lnTo>
                  <a:lnTo>
                    <a:pt x="194" y="409"/>
                  </a:lnTo>
                  <a:lnTo>
                    <a:pt x="196" y="409"/>
                  </a:lnTo>
                  <a:lnTo>
                    <a:pt x="196" y="409"/>
                  </a:lnTo>
                  <a:lnTo>
                    <a:pt x="196" y="409"/>
                  </a:lnTo>
                  <a:lnTo>
                    <a:pt x="198" y="412"/>
                  </a:lnTo>
                  <a:lnTo>
                    <a:pt x="198" y="412"/>
                  </a:lnTo>
                  <a:lnTo>
                    <a:pt x="198" y="412"/>
                  </a:lnTo>
                  <a:lnTo>
                    <a:pt x="201" y="412"/>
                  </a:lnTo>
                  <a:lnTo>
                    <a:pt x="201" y="412"/>
                  </a:lnTo>
                  <a:lnTo>
                    <a:pt x="201" y="412"/>
                  </a:lnTo>
                  <a:lnTo>
                    <a:pt x="201" y="412"/>
                  </a:lnTo>
                  <a:lnTo>
                    <a:pt x="201" y="412"/>
                  </a:lnTo>
                  <a:lnTo>
                    <a:pt x="201" y="412"/>
                  </a:lnTo>
                  <a:lnTo>
                    <a:pt x="201" y="412"/>
                  </a:lnTo>
                  <a:lnTo>
                    <a:pt x="201" y="412"/>
                  </a:lnTo>
                  <a:lnTo>
                    <a:pt x="201" y="412"/>
                  </a:lnTo>
                  <a:lnTo>
                    <a:pt x="203" y="409"/>
                  </a:lnTo>
                  <a:lnTo>
                    <a:pt x="203" y="412"/>
                  </a:lnTo>
                  <a:lnTo>
                    <a:pt x="203" y="412"/>
                  </a:lnTo>
                  <a:lnTo>
                    <a:pt x="203" y="412"/>
                  </a:lnTo>
                  <a:lnTo>
                    <a:pt x="203" y="412"/>
                  </a:lnTo>
                  <a:lnTo>
                    <a:pt x="208" y="412"/>
                  </a:lnTo>
                  <a:lnTo>
                    <a:pt x="208" y="412"/>
                  </a:lnTo>
                  <a:lnTo>
                    <a:pt x="206" y="414"/>
                  </a:lnTo>
                  <a:lnTo>
                    <a:pt x="206" y="414"/>
                  </a:lnTo>
                  <a:lnTo>
                    <a:pt x="206" y="414"/>
                  </a:lnTo>
                  <a:lnTo>
                    <a:pt x="206" y="416"/>
                  </a:lnTo>
                  <a:lnTo>
                    <a:pt x="208" y="416"/>
                  </a:lnTo>
                  <a:lnTo>
                    <a:pt x="208" y="416"/>
                  </a:lnTo>
                  <a:lnTo>
                    <a:pt x="208" y="419"/>
                  </a:lnTo>
                  <a:lnTo>
                    <a:pt x="210" y="419"/>
                  </a:lnTo>
                  <a:lnTo>
                    <a:pt x="210" y="416"/>
                  </a:lnTo>
                  <a:lnTo>
                    <a:pt x="210" y="416"/>
                  </a:lnTo>
                  <a:lnTo>
                    <a:pt x="213" y="416"/>
                  </a:lnTo>
                  <a:lnTo>
                    <a:pt x="213" y="419"/>
                  </a:lnTo>
                  <a:lnTo>
                    <a:pt x="213" y="419"/>
                  </a:lnTo>
                  <a:lnTo>
                    <a:pt x="213" y="421"/>
                  </a:lnTo>
                  <a:lnTo>
                    <a:pt x="215" y="421"/>
                  </a:lnTo>
                  <a:lnTo>
                    <a:pt x="215" y="423"/>
                  </a:lnTo>
                  <a:lnTo>
                    <a:pt x="217" y="423"/>
                  </a:lnTo>
                  <a:lnTo>
                    <a:pt x="220" y="421"/>
                  </a:lnTo>
                  <a:lnTo>
                    <a:pt x="222" y="421"/>
                  </a:lnTo>
                  <a:lnTo>
                    <a:pt x="225" y="423"/>
                  </a:lnTo>
                  <a:lnTo>
                    <a:pt x="225" y="423"/>
                  </a:lnTo>
                  <a:lnTo>
                    <a:pt x="225" y="426"/>
                  </a:lnTo>
                  <a:lnTo>
                    <a:pt x="225" y="426"/>
                  </a:lnTo>
                  <a:lnTo>
                    <a:pt x="227" y="426"/>
                  </a:lnTo>
                  <a:lnTo>
                    <a:pt x="227" y="426"/>
                  </a:lnTo>
                  <a:lnTo>
                    <a:pt x="229" y="426"/>
                  </a:lnTo>
                  <a:lnTo>
                    <a:pt x="229" y="423"/>
                  </a:lnTo>
                  <a:lnTo>
                    <a:pt x="232" y="421"/>
                  </a:lnTo>
                  <a:lnTo>
                    <a:pt x="232" y="421"/>
                  </a:lnTo>
                  <a:lnTo>
                    <a:pt x="234" y="421"/>
                  </a:lnTo>
                  <a:lnTo>
                    <a:pt x="234" y="421"/>
                  </a:lnTo>
                  <a:lnTo>
                    <a:pt x="234" y="421"/>
                  </a:lnTo>
                  <a:lnTo>
                    <a:pt x="236" y="421"/>
                  </a:lnTo>
                  <a:lnTo>
                    <a:pt x="236" y="421"/>
                  </a:lnTo>
                  <a:lnTo>
                    <a:pt x="236" y="421"/>
                  </a:lnTo>
                  <a:lnTo>
                    <a:pt x="236" y="419"/>
                  </a:lnTo>
                  <a:lnTo>
                    <a:pt x="236" y="419"/>
                  </a:lnTo>
                  <a:lnTo>
                    <a:pt x="236" y="419"/>
                  </a:lnTo>
                  <a:lnTo>
                    <a:pt x="239" y="419"/>
                  </a:lnTo>
                  <a:lnTo>
                    <a:pt x="241" y="419"/>
                  </a:lnTo>
                  <a:lnTo>
                    <a:pt x="241" y="416"/>
                  </a:lnTo>
                  <a:lnTo>
                    <a:pt x="243" y="412"/>
                  </a:lnTo>
                  <a:lnTo>
                    <a:pt x="243" y="412"/>
                  </a:lnTo>
                  <a:lnTo>
                    <a:pt x="246" y="412"/>
                  </a:lnTo>
                  <a:lnTo>
                    <a:pt x="246" y="412"/>
                  </a:lnTo>
                  <a:lnTo>
                    <a:pt x="246" y="412"/>
                  </a:lnTo>
                  <a:lnTo>
                    <a:pt x="246" y="412"/>
                  </a:lnTo>
                  <a:lnTo>
                    <a:pt x="248" y="412"/>
                  </a:lnTo>
                  <a:lnTo>
                    <a:pt x="248" y="412"/>
                  </a:lnTo>
                  <a:lnTo>
                    <a:pt x="248" y="414"/>
                  </a:lnTo>
                  <a:lnTo>
                    <a:pt x="248" y="414"/>
                  </a:lnTo>
                  <a:lnTo>
                    <a:pt x="251" y="416"/>
                  </a:lnTo>
                  <a:lnTo>
                    <a:pt x="251" y="416"/>
                  </a:lnTo>
                  <a:lnTo>
                    <a:pt x="253" y="414"/>
                  </a:lnTo>
                  <a:lnTo>
                    <a:pt x="255" y="416"/>
                  </a:lnTo>
                  <a:lnTo>
                    <a:pt x="255" y="416"/>
                  </a:lnTo>
                  <a:lnTo>
                    <a:pt x="260" y="414"/>
                  </a:lnTo>
                  <a:lnTo>
                    <a:pt x="260" y="414"/>
                  </a:lnTo>
                  <a:lnTo>
                    <a:pt x="262" y="416"/>
                  </a:lnTo>
                  <a:lnTo>
                    <a:pt x="262" y="416"/>
                  </a:lnTo>
                  <a:lnTo>
                    <a:pt x="262" y="419"/>
                  </a:lnTo>
                  <a:lnTo>
                    <a:pt x="262" y="416"/>
                  </a:lnTo>
                  <a:lnTo>
                    <a:pt x="265" y="419"/>
                  </a:lnTo>
                  <a:lnTo>
                    <a:pt x="265" y="419"/>
                  </a:lnTo>
                  <a:lnTo>
                    <a:pt x="269" y="421"/>
                  </a:lnTo>
                  <a:lnTo>
                    <a:pt x="269" y="423"/>
                  </a:lnTo>
                  <a:lnTo>
                    <a:pt x="272" y="423"/>
                  </a:lnTo>
                  <a:lnTo>
                    <a:pt x="272" y="421"/>
                  </a:lnTo>
                  <a:lnTo>
                    <a:pt x="272" y="421"/>
                  </a:lnTo>
                  <a:lnTo>
                    <a:pt x="272" y="421"/>
                  </a:lnTo>
                  <a:lnTo>
                    <a:pt x="274" y="421"/>
                  </a:lnTo>
                  <a:lnTo>
                    <a:pt x="274" y="421"/>
                  </a:lnTo>
                  <a:lnTo>
                    <a:pt x="277" y="421"/>
                  </a:lnTo>
                  <a:lnTo>
                    <a:pt x="277" y="419"/>
                  </a:lnTo>
                  <a:lnTo>
                    <a:pt x="277" y="419"/>
                  </a:lnTo>
                  <a:lnTo>
                    <a:pt x="277" y="416"/>
                  </a:lnTo>
                  <a:lnTo>
                    <a:pt x="281" y="414"/>
                  </a:lnTo>
                  <a:lnTo>
                    <a:pt x="281" y="414"/>
                  </a:lnTo>
                  <a:lnTo>
                    <a:pt x="281" y="412"/>
                  </a:lnTo>
                  <a:lnTo>
                    <a:pt x="281" y="412"/>
                  </a:lnTo>
                  <a:lnTo>
                    <a:pt x="281" y="412"/>
                  </a:lnTo>
                  <a:lnTo>
                    <a:pt x="284" y="409"/>
                  </a:lnTo>
                  <a:lnTo>
                    <a:pt x="284" y="409"/>
                  </a:lnTo>
                  <a:lnTo>
                    <a:pt x="284" y="409"/>
                  </a:lnTo>
                  <a:lnTo>
                    <a:pt x="284" y="407"/>
                  </a:lnTo>
                  <a:lnTo>
                    <a:pt x="284" y="407"/>
                  </a:lnTo>
                  <a:lnTo>
                    <a:pt x="284" y="405"/>
                  </a:lnTo>
                  <a:lnTo>
                    <a:pt x="284" y="405"/>
                  </a:lnTo>
                  <a:lnTo>
                    <a:pt x="286" y="405"/>
                  </a:lnTo>
                  <a:lnTo>
                    <a:pt x="286" y="405"/>
                  </a:lnTo>
                  <a:lnTo>
                    <a:pt x="286" y="407"/>
                  </a:lnTo>
                  <a:lnTo>
                    <a:pt x="286" y="407"/>
                  </a:lnTo>
                  <a:lnTo>
                    <a:pt x="288" y="405"/>
                  </a:lnTo>
                  <a:lnTo>
                    <a:pt x="288" y="405"/>
                  </a:lnTo>
                  <a:lnTo>
                    <a:pt x="288" y="407"/>
                  </a:lnTo>
                  <a:lnTo>
                    <a:pt x="291" y="407"/>
                  </a:lnTo>
                  <a:lnTo>
                    <a:pt x="293" y="407"/>
                  </a:lnTo>
                  <a:lnTo>
                    <a:pt x="293" y="407"/>
                  </a:lnTo>
                  <a:lnTo>
                    <a:pt x="296" y="407"/>
                  </a:lnTo>
                  <a:lnTo>
                    <a:pt x="296" y="409"/>
                  </a:lnTo>
                  <a:lnTo>
                    <a:pt x="298" y="409"/>
                  </a:lnTo>
                  <a:lnTo>
                    <a:pt x="298" y="409"/>
                  </a:lnTo>
                  <a:lnTo>
                    <a:pt x="298" y="409"/>
                  </a:lnTo>
                  <a:lnTo>
                    <a:pt x="300" y="409"/>
                  </a:lnTo>
                  <a:lnTo>
                    <a:pt x="300" y="409"/>
                  </a:lnTo>
                  <a:lnTo>
                    <a:pt x="300" y="412"/>
                  </a:lnTo>
                  <a:lnTo>
                    <a:pt x="303" y="412"/>
                  </a:lnTo>
                  <a:lnTo>
                    <a:pt x="303" y="412"/>
                  </a:lnTo>
                  <a:lnTo>
                    <a:pt x="303" y="412"/>
                  </a:lnTo>
                  <a:lnTo>
                    <a:pt x="303" y="412"/>
                  </a:lnTo>
                  <a:lnTo>
                    <a:pt x="303" y="412"/>
                  </a:lnTo>
                  <a:lnTo>
                    <a:pt x="300" y="414"/>
                  </a:lnTo>
                  <a:lnTo>
                    <a:pt x="300" y="414"/>
                  </a:lnTo>
                  <a:lnTo>
                    <a:pt x="303" y="414"/>
                  </a:lnTo>
                  <a:lnTo>
                    <a:pt x="303" y="414"/>
                  </a:lnTo>
                  <a:lnTo>
                    <a:pt x="303" y="416"/>
                  </a:lnTo>
                  <a:lnTo>
                    <a:pt x="300" y="416"/>
                  </a:lnTo>
                  <a:lnTo>
                    <a:pt x="300" y="419"/>
                  </a:lnTo>
                  <a:lnTo>
                    <a:pt x="303" y="421"/>
                  </a:lnTo>
                  <a:lnTo>
                    <a:pt x="303" y="423"/>
                  </a:lnTo>
                  <a:lnTo>
                    <a:pt x="305" y="423"/>
                  </a:lnTo>
                  <a:lnTo>
                    <a:pt x="307" y="423"/>
                  </a:lnTo>
                  <a:lnTo>
                    <a:pt x="307" y="423"/>
                  </a:lnTo>
                  <a:lnTo>
                    <a:pt x="310" y="423"/>
                  </a:lnTo>
                  <a:lnTo>
                    <a:pt x="310" y="426"/>
                  </a:lnTo>
                  <a:lnTo>
                    <a:pt x="310" y="426"/>
                  </a:lnTo>
                  <a:lnTo>
                    <a:pt x="310" y="426"/>
                  </a:lnTo>
                  <a:lnTo>
                    <a:pt x="310" y="428"/>
                  </a:lnTo>
                  <a:lnTo>
                    <a:pt x="310" y="428"/>
                  </a:lnTo>
                  <a:lnTo>
                    <a:pt x="310" y="428"/>
                  </a:lnTo>
                  <a:lnTo>
                    <a:pt x="310" y="428"/>
                  </a:lnTo>
                  <a:lnTo>
                    <a:pt x="310" y="428"/>
                  </a:lnTo>
                  <a:lnTo>
                    <a:pt x="312" y="428"/>
                  </a:lnTo>
                  <a:lnTo>
                    <a:pt x="312" y="428"/>
                  </a:lnTo>
                  <a:lnTo>
                    <a:pt x="314" y="431"/>
                  </a:lnTo>
                  <a:lnTo>
                    <a:pt x="314" y="433"/>
                  </a:lnTo>
                  <a:lnTo>
                    <a:pt x="314" y="433"/>
                  </a:lnTo>
                  <a:lnTo>
                    <a:pt x="317" y="435"/>
                  </a:lnTo>
                  <a:lnTo>
                    <a:pt x="319" y="435"/>
                  </a:lnTo>
                  <a:lnTo>
                    <a:pt x="319" y="435"/>
                  </a:lnTo>
                  <a:lnTo>
                    <a:pt x="319" y="435"/>
                  </a:lnTo>
                  <a:lnTo>
                    <a:pt x="322" y="438"/>
                  </a:lnTo>
                  <a:lnTo>
                    <a:pt x="322" y="440"/>
                  </a:lnTo>
                  <a:lnTo>
                    <a:pt x="322" y="440"/>
                  </a:lnTo>
                  <a:lnTo>
                    <a:pt x="322" y="440"/>
                  </a:lnTo>
                  <a:lnTo>
                    <a:pt x="322" y="442"/>
                  </a:lnTo>
                  <a:lnTo>
                    <a:pt x="322" y="442"/>
                  </a:lnTo>
                  <a:lnTo>
                    <a:pt x="324" y="442"/>
                  </a:lnTo>
                  <a:lnTo>
                    <a:pt x="324" y="442"/>
                  </a:lnTo>
                  <a:lnTo>
                    <a:pt x="324" y="442"/>
                  </a:lnTo>
                  <a:lnTo>
                    <a:pt x="329" y="442"/>
                  </a:lnTo>
                  <a:lnTo>
                    <a:pt x="331" y="445"/>
                  </a:lnTo>
                  <a:lnTo>
                    <a:pt x="336" y="447"/>
                  </a:lnTo>
                  <a:lnTo>
                    <a:pt x="338" y="447"/>
                  </a:lnTo>
                  <a:lnTo>
                    <a:pt x="338" y="447"/>
                  </a:lnTo>
                  <a:lnTo>
                    <a:pt x="338" y="447"/>
                  </a:lnTo>
                  <a:lnTo>
                    <a:pt x="340" y="447"/>
                  </a:lnTo>
                  <a:lnTo>
                    <a:pt x="340" y="447"/>
                  </a:lnTo>
                  <a:lnTo>
                    <a:pt x="340" y="447"/>
                  </a:lnTo>
                  <a:lnTo>
                    <a:pt x="340" y="447"/>
                  </a:lnTo>
                  <a:lnTo>
                    <a:pt x="343" y="449"/>
                  </a:lnTo>
                  <a:lnTo>
                    <a:pt x="343" y="457"/>
                  </a:lnTo>
                  <a:lnTo>
                    <a:pt x="343" y="459"/>
                  </a:lnTo>
                  <a:lnTo>
                    <a:pt x="343" y="461"/>
                  </a:lnTo>
                  <a:lnTo>
                    <a:pt x="343" y="461"/>
                  </a:lnTo>
                  <a:lnTo>
                    <a:pt x="343" y="461"/>
                  </a:lnTo>
                  <a:lnTo>
                    <a:pt x="343" y="461"/>
                  </a:lnTo>
                  <a:lnTo>
                    <a:pt x="343" y="461"/>
                  </a:lnTo>
                  <a:lnTo>
                    <a:pt x="343" y="461"/>
                  </a:lnTo>
                  <a:lnTo>
                    <a:pt x="343" y="461"/>
                  </a:lnTo>
                  <a:lnTo>
                    <a:pt x="345" y="461"/>
                  </a:lnTo>
                  <a:lnTo>
                    <a:pt x="345" y="461"/>
                  </a:lnTo>
                  <a:lnTo>
                    <a:pt x="348" y="461"/>
                  </a:lnTo>
                  <a:lnTo>
                    <a:pt x="348" y="461"/>
                  </a:lnTo>
                  <a:lnTo>
                    <a:pt x="348" y="461"/>
                  </a:lnTo>
                  <a:lnTo>
                    <a:pt x="350" y="461"/>
                  </a:lnTo>
                  <a:lnTo>
                    <a:pt x="352" y="459"/>
                  </a:lnTo>
                  <a:lnTo>
                    <a:pt x="352" y="459"/>
                  </a:lnTo>
                  <a:lnTo>
                    <a:pt x="352" y="459"/>
                  </a:lnTo>
                  <a:lnTo>
                    <a:pt x="355" y="459"/>
                  </a:lnTo>
                  <a:lnTo>
                    <a:pt x="355" y="459"/>
                  </a:lnTo>
                  <a:lnTo>
                    <a:pt x="355" y="461"/>
                  </a:lnTo>
                  <a:lnTo>
                    <a:pt x="355" y="461"/>
                  </a:lnTo>
                  <a:lnTo>
                    <a:pt x="355" y="461"/>
                  </a:lnTo>
                  <a:lnTo>
                    <a:pt x="357" y="464"/>
                  </a:lnTo>
                  <a:lnTo>
                    <a:pt x="357" y="464"/>
                  </a:lnTo>
                  <a:lnTo>
                    <a:pt x="357" y="466"/>
                  </a:lnTo>
                  <a:lnTo>
                    <a:pt x="357" y="468"/>
                  </a:lnTo>
                  <a:lnTo>
                    <a:pt x="357" y="466"/>
                  </a:lnTo>
                  <a:lnTo>
                    <a:pt x="359" y="464"/>
                  </a:lnTo>
                  <a:lnTo>
                    <a:pt x="362" y="459"/>
                  </a:lnTo>
                  <a:lnTo>
                    <a:pt x="364" y="459"/>
                  </a:lnTo>
                  <a:lnTo>
                    <a:pt x="364" y="459"/>
                  </a:lnTo>
                  <a:lnTo>
                    <a:pt x="364" y="459"/>
                  </a:lnTo>
                  <a:lnTo>
                    <a:pt x="364" y="457"/>
                  </a:lnTo>
                  <a:lnTo>
                    <a:pt x="364" y="457"/>
                  </a:lnTo>
                  <a:lnTo>
                    <a:pt x="366" y="457"/>
                  </a:lnTo>
                  <a:lnTo>
                    <a:pt x="366" y="457"/>
                  </a:lnTo>
                  <a:lnTo>
                    <a:pt x="366" y="457"/>
                  </a:lnTo>
                  <a:lnTo>
                    <a:pt x="369" y="457"/>
                  </a:lnTo>
                  <a:lnTo>
                    <a:pt x="369" y="454"/>
                  </a:lnTo>
                  <a:lnTo>
                    <a:pt x="371" y="454"/>
                  </a:lnTo>
                  <a:lnTo>
                    <a:pt x="371" y="454"/>
                  </a:lnTo>
                  <a:lnTo>
                    <a:pt x="371" y="454"/>
                  </a:lnTo>
                  <a:lnTo>
                    <a:pt x="374" y="452"/>
                  </a:lnTo>
                  <a:lnTo>
                    <a:pt x="376" y="452"/>
                  </a:lnTo>
                  <a:lnTo>
                    <a:pt x="378" y="452"/>
                  </a:lnTo>
                  <a:lnTo>
                    <a:pt x="381" y="452"/>
                  </a:lnTo>
                  <a:lnTo>
                    <a:pt x="383" y="452"/>
                  </a:lnTo>
                  <a:lnTo>
                    <a:pt x="388" y="454"/>
                  </a:lnTo>
                  <a:lnTo>
                    <a:pt x="393" y="459"/>
                  </a:lnTo>
                  <a:lnTo>
                    <a:pt x="395" y="459"/>
                  </a:lnTo>
                  <a:lnTo>
                    <a:pt x="395" y="459"/>
                  </a:lnTo>
                  <a:lnTo>
                    <a:pt x="395" y="459"/>
                  </a:lnTo>
                  <a:lnTo>
                    <a:pt x="395" y="459"/>
                  </a:lnTo>
                  <a:lnTo>
                    <a:pt x="397" y="457"/>
                  </a:lnTo>
                  <a:lnTo>
                    <a:pt x="402" y="457"/>
                  </a:lnTo>
                  <a:lnTo>
                    <a:pt x="404" y="457"/>
                  </a:lnTo>
                  <a:lnTo>
                    <a:pt x="404" y="457"/>
                  </a:lnTo>
                  <a:lnTo>
                    <a:pt x="409" y="452"/>
                  </a:lnTo>
                  <a:lnTo>
                    <a:pt x="409" y="449"/>
                  </a:lnTo>
                  <a:lnTo>
                    <a:pt x="409" y="449"/>
                  </a:lnTo>
                  <a:lnTo>
                    <a:pt x="409" y="452"/>
                  </a:lnTo>
                  <a:lnTo>
                    <a:pt x="409" y="452"/>
                  </a:lnTo>
                  <a:lnTo>
                    <a:pt x="411" y="452"/>
                  </a:lnTo>
                  <a:lnTo>
                    <a:pt x="414" y="457"/>
                  </a:lnTo>
                  <a:lnTo>
                    <a:pt x="416" y="459"/>
                  </a:lnTo>
                  <a:lnTo>
                    <a:pt x="416" y="459"/>
                  </a:lnTo>
                  <a:lnTo>
                    <a:pt x="416" y="461"/>
                  </a:lnTo>
                  <a:lnTo>
                    <a:pt x="416" y="461"/>
                  </a:lnTo>
                  <a:lnTo>
                    <a:pt x="416" y="464"/>
                  </a:lnTo>
                  <a:lnTo>
                    <a:pt x="421" y="464"/>
                  </a:lnTo>
                  <a:lnTo>
                    <a:pt x="421" y="464"/>
                  </a:lnTo>
                  <a:lnTo>
                    <a:pt x="423" y="464"/>
                  </a:lnTo>
                  <a:lnTo>
                    <a:pt x="423" y="464"/>
                  </a:lnTo>
                  <a:lnTo>
                    <a:pt x="423" y="464"/>
                  </a:lnTo>
                  <a:lnTo>
                    <a:pt x="423" y="466"/>
                  </a:lnTo>
                  <a:lnTo>
                    <a:pt x="426" y="466"/>
                  </a:lnTo>
                  <a:lnTo>
                    <a:pt x="428" y="466"/>
                  </a:lnTo>
                  <a:lnTo>
                    <a:pt x="428" y="466"/>
                  </a:lnTo>
                  <a:lnTo>
                    <a:pt x="430" y="466"/>
                  </a:lnTo>
                  <a:lnTo>
                    <a:pt x="430" y="466"/>
                  </a:lnTo>
                  <a:lnTo>
                    <a:pt x="430" y="466"/>
                  </a:lnTo>
                  <a:lnTo>
                    <a:pt x="430" y="464"/>
                  </a:lnTo>
                  <a:lnTo>
                    <a:pt x="430" y="461"/>
                  </a:lnTo>
                  <a:lnTo>
                    <a:pt x="430" y="461"/>
                  </a:lnTo>
                  <a:lnTo>
                    <a:pt x="430" y="461"/>
                  </a:lnTo>
                  <a:lnTo>
                    <a:pt x="440" y="454"/>
                  </a:lnTo>
                  <a:lnTo>
                    <a:pt x="442" y="454"/>
                  </a:lnTo>
                  <a:lnTo>
                    <a:pt x="452" y="454"/>
                  </a:lnTo>
                  <a:lnTo>
                    <a:pt x="461" y="454"/>
                  </a:lnTo>
                  <a:lnTo>
                    <a:pt x="466" y="452"/>
                  </a:lnTo>
                  <a:lnTo>
                    <a:pt x="468" y="449"/>
                  </a:lnTo>
                  <a:lnTo>
                    <a:pt x="473" y="447"/>
                  </a:lnTo>
                  <a:lnTo>
                    <a:pt x="473" y="447"/>
                  </a:lnTo>
                  <a:lnTo>
                    <a:pt x="475" y="447"/>
                  </a:lnTo>
                  <a:lnTo>
                    <a:pt x="480" y="452"/>
                  </a:lnTo>
                  <a:lnTo>
                    <a:pt x="482" y="454"/>
                  </a:lnTo>
                  <a:lnTo>
                    <a:pt x="485" y="454"/>
                  </a:lnTo>
                  <a:lnTo>
                    <a:pt x="490" y="454"/>
                  </a:lnTo>
                  <a:lnTo>
                    <a:pt x="497" y="454"/>
                  </a:lnTo>
                  <a:lnTo>
                    <a:pt x="499" y="454"/>
                  </a:lnTo>
                  <a:lnTo>
                    <a:pt x="501" y="452"/>
                  </a:lnTo>
                  <a:lnTo>
                    <a:pt x="501" y="452"/>
                  </a:lnTo>
                  <a:lnTo>
                    <a:pt x="506" y="449"/>
                  </a:lnTo>
                  <a:lnTo>
                    <a:pt x="511" y="445"/>
                  </a:lnTo>
                  <a:lnTo>
                    <a:pt x="518" y="438"/>
                  </a:lnTo>
                  <a:lnTo>
                    <a:pt x="520" y="433"/>
                  </a:lnTo>
                  <a:lnTo>
                    <a:pt x="525" y="428"/>
                  </a:lnTo>
                  <a:lnTo>
                    <a:pt x="532" y="423"/>
                  </a:lnTo>
                  <a:lnTo>
                    <a:pt x="537" y="419"/>
                  </a:lnTo>
                  <a:lnTo>
                    <a:pt x="542" y="414"/>
                  </a:lnTo>
                  <a:lnTo>
                    <a:pt x="546" y="407"/>
                  </a:lnTo>
                  <a:lnTo>
                    <a:pt x="551" y="405"/>
                  </a:lnTo>
                  <a:lnTo>
                    <a:pt x="556" y="405"/>
                  </a:lnTo>
                  <a:lnTo>
                    <a:pt x="558" y="402"/>
                  </a:lnTo>
                  <a:lnTo>
                    <a:pt x="563" y="400"/>
                  </a:lnTo>
                  <a:lnTo>
                    <a:pt x="568" y="397"/>
                  </a:lnTo>
                  <a:lnTo>
                    <a:pt x="572" y="397"/>
                  </a:lnTo>
                  <a:lnTo>
                    <a:pt x="577" y="395"/>
                  </a:lnTo>
                  <a:lnTo>
                    <a:pt x="579" y="393"/>
                  </a:lnTo>
                  <a:lnTo>
                    <a:pt x="587" y="393"/>
                  </a:lnTo>
                  <a:lnTo>
                    <a:pt x="589" y="390"/>
                  </a:lnTo>
                  <a:lnTo>
                    <a:pt x="594" y="388"/>
                  </a:lnTo>
                  <a:lnTo>
                    <a:pt x="594" y="390"/>
                  </a:lnTo>
                  <a:lnTo>
                    <a:pt x="598" y="388"/>
                  </a:lnTo>
                  <a:lnTo>
                    <a:pt x="603" y="386"/>
                  </a:lnTo>
                  <a:lnTo>
                    <a:pt x="603" y="388"/>
                  </a:lnTo>
                  <a:lnTo>
                    <a:pt x="601" y="390"/>
                  </a:lnTo>
                  <a:lnTo>
                    <a:pt x="608" y="390"/>
                  </a:lnTo>
                  <a:lnTo>
                    <a:pt x="610" y="393"/>
                  </a:lnTo>
                  <a:lnTo>
                    <a:pt x="608" y="400"/>
                  </a:lnTo>
                  <a:lnTo>
                    <a:pt x="610" y="402"/>
                  </a:lnTo>
                  <a:lnTo>
                    <a:pt x="613" y="407"/>
                  </a:lnTo>
                  <a:lnTo>
                    <a:pt x="613" y="407"/>
                  </a:lnTo>
                  <a:lnTo>
                    <a:pt x="617" y="409"/>
                  </a:lnTo>
                  <a:lnTo>
                    <a:pt x="617" y="407"/>
                  </a:lnTo>
                  <a:lnTo>
                    <a:pt x="617" y="407"/>
                  </a:lnTo>
                  <a:lnTo>
                    <a:pt x="617" y="405"/>
                  </a:lnTo>
                  <a:lnTo>
                    <a:pt x="620" y="405"/>
                  </a:lnTo>
                  <a:lnTo>
                    <a:pt x="622" y="405"/>
                  </a:lnTo>
                  <a:lnTo>
                    <a:pt x="622" y="407"/>
                  </a:lnTo>
                  <a:lnTo>
                    <a:pt x="627" y="407"/>
                  </a:lnTo>
                  <a:lnTo>
                    <a:pt x="629" y="407"/>
                  </a:lnTo>
                  <a:lnTo>
                    <a:pt x="622" y="400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F7A9A373-B550-C876-C42E-48D5B80387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44998" y="4867428"/>
              <a:ext cx="1118111" cy="983123"/>
            </a:xfrm>
            <a:custGeom>
              <a:avLst/>
              <a:gdLst>
                <a:gd name="T0" fmla="*/ 786 w 878"/>
                <a:gd name="T1" fmla="*/ 298 h 772"/>
                <a:gd name="T2" fmla="*/ 795 w 878"/>
                <a:gd name="T3" fmla="*/ 211 h 772"/>
                <a:gd name="T4" fmla="*/ 829 w 878"/>
                <a:gd name="T5" fmla="*/ 137 h 772"/>
                <a:gd name="T6" fmla="*/ 786 w 878"/>
                <a:gd name="T7" fmla="*/ 12 h 772"/>
                <a:gd name="T8" fmla="*/ 734 w 878"/>
                <a:gd name="T9" fmla="*/ 9 h 772"/>
                <a:gd name="T10" fmla="*/ 689 w 878"/>
                <a:gd name="T11" fmla="*/ 2 h 772"/>
                <a:gd name="T12" fmla="*/ 646 w 878"/>
                <a:gd name="T13" fmla="*/ 24 h 772"/>
                <a:gd name="T14" fmla="*/ 618 w 878"/>
                <a:gd name="T15" fmla="*/ 45 h 772"/>
                <a:gd name="T16" fmla="*/ 597 w 878"/>
                <a:gd name="T17" fmla="*/ 64 h 772"/>
                <a:gd name="T18" fmla="*/ 578 w 878"/>
                <a:gd name="T19" fmla="*/ 76 h 772"/>
                <a:gd name="T20" fmla="*/ 566 w 878"/>
                <a:gd name="T21" fmla="*/ 88 h 772"/>
                <a:gd name="T22" fmla="*/ 526 w 878"/>
                <a:gd name="T23" fmla="*/ 144 h 772"/>
                <a:gd name="T24" fmla="*/ 445 w 878"/>
                <a:gd name="T25" fmla="*/ 215 h 772"/>
                <a:gd name="T26" fmla="*/ 388 w 878"/>
                <a:gd name="T27" fmla="*/ 194 h 772"/>
                <a:gd name="T28" fmla="*/ 343 w 878"/>
                <a:gd name="T29" fmla="*/ 189 h 772"/>
                <a:gd name="T30" fmla="*/ 334 w 878"/>
                <a:gd name="T31" fmla="*/ 218 h 772"/>
                <a:gd name="T32" fmla="*/ 301 w 878"/>
                <a:gd name="T33" fmla="*/ 260 h 772"/>
                <a:gd name="T34" fmla="*/ 228 w 878"/>
                <a:gd name="T35" fmla="*/ 277 h 772"/>
                <a:gd name="T36" fmla="*/ 230 w 878"/>
                <a:gd name="T37" fmla="*/ 215 h 772"/>
                <a:gd name="T38" fmla="*/ 220 w 878"/>
                <a:gd name="T39" fmla="*/ 192 h 772"/>
                <a:gd name="T40" fmla="*/ 194 w 878"/>
                <a:gd name="T41" fmla="*/ 161 h 772"/>
                <a:gd name="T42" fmla="*/ 185 w 878"/>
                <a:gd name="T43" fmla="*/ 372 h 772"/>
                <a:gd name="T44" fmla="*/ 147 w 878"/>
                <a:gd name="T45" fmla="*/ 393 h 772"/>
                <a:gd name="T46" fmla="*/ 102 w 878"/>
                <a:gd name="T47" fmla="*/ 400 h 772"/>
                <a:gd name="T48" fmla="*/ 48 w 878"/>
                <a:gd name="T49" fmla="*/ 379 h 772"/>
                <a:gd name="T50" fmla="*/ 34 w 878"/>
                <a:gd name="T51" fmla="*/ 348 h 772"/>
                <a:gd name="T52" fmla="*/ 19 w 878"/>
                <a:gd name="T53" fmla="*/ 360 h 772"/>
                <a:gd name="T54" fmla="*/ 0 w 878"/>
                <a:gd name="T55" fmla="*/ 381 h 772"/>
                <a:gd name="T56" fmla="*/ 22 w 878"/>
                <a:gd name="T57" fmla="*/ 424 h 772"/>
                <a:gd name="T58" fmla="*/ 45 w 878"/>
                <a:gd name="T59" fmla="*/ 495 h 772"/>
                <a:gd name="T60" fmla="*/ 88 w 878"/>
                <a:gd name="T61" fmla="*/ 566 h 772"/>
                <a:gd name="T62" fmla="*/ 81 w 878"/>
                <a:gd name="T63" fmla="*/ 637 h 772"/>
                <a:gd name="T64" fmla="*/ 76 w 878"/>
                <a:gd name="T65" fmla="*/ 653 h 772"/>
                <a:gd name="T66" fmla="*/ 83 w 878"/>
                <a:gd name="T67" fmla="*/ 663 h 772"/>
                <a:gd name="T68" fmla="*/ 107 w 878"/>
                <a:gd name="T69" fmla="*/ 703 h 772"/>
                <a:gd name="T70" fmla="*/ 102 w 878"/>
                <a:gd name="T71" fmla="*/ 731 h 772"/>
                <a:gd name="T72" fmla="*/ 126 w 878"/>
                <a:gd name="T73" fmla="*/ 724 h 772"/>
                <a:gd name="T74" fmla="*/ 140 w 878"/>
                <a:gd name="T75" fmla="*/ 741 h 772"/>
                <a:gd name="T76" fmla="*/ 171 w 878"/>
                <a:gd name="T77" fmla="*/ 767 h 772"/>
                <a:gd name="T78" fmla="*/ 223 w 878"/>
                <a:gd name="T79" fmla="*/ 746 h 772"/>
                <a:gd name="T80" fmla="*/ 291 w 878"/>
                <a:gd name="T81" fmla="*/ 736 h 772"/>
                <a:gd name="T82" fmla="*/ 339 w 878"/>
                <a:gd name="T83" fmla="*/ 717 h 772"/>
                <a:gd name="T84" fmla="*/ 367 w 878"/>
                <a:gd name="T85" fmla="*/ 722 h 772"/>
                <a:gd name="T86" fmla="*/ 448 w 878"/>
                <a:gd name="T87" fmla="*/ 727 h 772"/>
                <a:gd name="T88" fmla="*/ 488 w 878"/>
                <a:gd name="T89" fmla="*/ 715 h 772"/>
                <a:gd name="T90" fmla="*/ 566 w 878"/>
                <a:gd name="T91" fmla="*/ 689 h 772"/>
                <a:gd name="T92" fmla="*/ 606 w 878"/>
                <a:gd name="T93" fmla="*/ 658 h 772"/>
                <a:gd name="T94" fmla="*/ 651 w 878"/>
                <a:gd name="T95" fmla="*/ 620 h 772"/>
                <a:gd name="T96" fmla="*/ 694 w 878"/>
                <a:gd name="T97" fmla="*/ 570 h 772"/>
                <a:gd name="T98" fmla="*/ 755 w 878"/>
                <a:gd name="T99" fmla="*/ 499 h 772"/>
                <a:gd name="T100" fmla="*/ 803 w 878"/>
                <a:gd name="T101" fmla="*/ 419 h 772"/>
                <a:gd name="T102" fmla="*/ 845 w 878"/>
                <a:gd name="T103" fmla="*/ 383 h 772"/>
                <a:gd name="T104" fmla="*/ 876 w 878"/>
                <a:gd name="T105" fmla="*/ 291 h 772"/>
                <a:gd name="T106" fmla="*/ 675 w 878"/>
                <a:gd name="T107" fmla="*/ 457 h 772"/>
                <a:gd name="T108" fmla="*/ 630 w 878"/>
                <a:gd name="T109" fmla="*/ 483 h 772"/>
                <a:gd name="T110" fmla="*/ 608 w 878"/>
                <a:gd name="T111" fmla="*/ 504 h 772"/>
                <a:gd name="T112" fmla="*/ 582 w 878"/>
                <a:gd name="T113" fmla="*/ 476 h 772"/>
                <a:gd name="T114" fmla="*/ 568 w 878"/>
                <a:gd name="T115" fmla="*/ 443 h 772"/>
                <a:gd name="T116" fmla="*/ 587 w 878"/>
                <a:gd name="T117" fmla="*/ 424 h 772"/>
                <a:gd name="T118" fmla="*/ 601 w 878"/>
                <a:gd name="T119" fmla="*/ 405 h 772"/>
                <a:gd name="T120" fmla="*/ 630 w 878"/>
                <a:gd name="T121" fmla="*/ 388 h 772"/>
                <a:gd name="T122" fmla="*/ 672 w 878"/>
                <a:gd name="T123" fmla="*/ 402 h 7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78" h="772">
                  <a:moveTo>
                    <a:pt x="869" y="277"/>
                  </a:moveTo>
                  <a:lnTo>
                    <a:pt x="862" y="277"/>
                  </a:lnTo>
                  <a:lnTo>
                    <a:pt x="855" y="277"/>
                  </a:lnTo>
                  <a:lnTo>
                    <a:pt x="850" y="277"/>
                  </a:lnTo>
                  <a:lnTo>
                    <a:pt x="845" y="277"/>
                  </a:lnTo>
                  <a:lnTo>
                    <a:pt x="843" y="275"/>
                  </a:lnTo>
                  <a:lnTo>
                    <a:pt x="840" y="275"/>
                  </a:lnTo>
                  <a:lnTo>
                    <a:pt x="838" y="275"/>
                  </a:lnTo>
                  <a:lnTo>
                    <a:pt x="836" y="275"/>
                  </a:lnTo>
                  <a:lnTo>
                    <a:pt x="836" y="275"/>
                  </a:lnTo>
                  <a:lnTo>
                    <a:pt x="833" y="275"/>
                  </a:lnTo>
                  <a:lnTo>
                    <a:pt x="833" y="275"/>
                  </a:lnTo>
                  <a:lnTo>
                    <a:pt x="829" y="275"/>
                  </a:lnTo>
                  <a:lnTo>
                    <a:pt x="829" y="275"/>
                  </a:lnTo>
                  <a:lnTo>
                    <a:pt x="829" y="279"/>
                  </a:lnTo>
                  <a:lnTo>
                    <a:pt x="829" y="286"/>
                  </a:lnTo>
                  <a:lnTo>
                    <a:pt x="826" y="291"/>
                  </a:lnTo>
                  <a:lnTo>
                    <a:pt x="826" y="293"/>
                  </a:lnTo>
                  <a:lnTo>
                    <a:pt x="826" y="296"/>
                  </a:lnTo>
                  <a:lnTo>
                    <a:pt x="826" y="301"/>
                  </a:lnTo>
                  <a:lnTo>
                    <a:pt x="829" y="301"/>
                  </a:lnTo>
                  <a:lnTo>
                    <a:pt x="829" y="301"/>
                  </a:lnTo>
                  <a:lnTo>
                    <a:pt x="829" y="303"/>
                  </a:lnTo>
                  <a:lnTo>
                    <a:pt x="829" y="303"/>
                  </a:lnTo>
                  <a:lnTo>
                    <a:pt x="829" y="303"/>
                  </a:lnTo>
                  <a:lnTo>
                    <a:pt x="824" y="303"/>
                  </a:lnTo>
                  <a:lnTo>
                    <a:pt x="819" y="303"/>
                  </a:lnTo>
                  <a:lnTo>
                    <a:pt x="810" y="303"/>
                  </a:lnTo>
                  <a:lnTo>
                    <a:pt x="805" y="303"/>
                  </a:lnTo>
                  <a:lnTo>
                    <a:pt x="800" y="303"/>
                  </a:lnTo>
                  <a:lnTo>
                    <a:pt x="795" y="301"/>
                  </a:lnTo>
                  <a:lnTo>
                    <a:pt x="791" y="298"/>
                  </a:lnTo>
                  <a:lnTo>
                    <a:pt x="791" y="298"/>
                  </a:lnTo>
                  <a:lnTo>
                    <a:pt x="786" y="298"/>
                  </a:lnTo>
                  <a:lnTo>
                    <a:pt x="784" y="296"/>
                  </a:lnTo>
                  <a:lnTo>
                    <a:pt x="784" y="296"/>
                  </a:lnTo>
                  <a:lnTo>
                    <a:pt x="781" y="291"/>
                  </a:lnTo>
                  <a:lnTo>
                    <a:pt x="774" y="286"/>
                  </a:lnTo>
                  <a:lnTo>
                    <a:pt x="774" y="284"/>
                  </a:lnTo>
                  <a:lnTo>
                    <a:pt x="774" y="284"/>
                  </a:lnTo>
                  <a:lnTo>
                    <a:pt x="774" y="282"/>
                  </a:lnTo>
                  <a:lnTo>
                    <a:pt x="774" y="279"/>
                  </a:lnTo>
                  <a:lnTo>
                    <a:pt x="774" y="279"/>
                  </a:lnTo>
                  <a:lnTo>
                    <a:pt x="774" y="277"/>
                  </a:lnTo>
                  <a:lnTo>
                    <a:pt x="772" y="277"/>
                  </a:lnTo>
                  <a:lnTo>
                    <a:pt x="772" y="275"/>
                  </a:lnTo>
                  <a:lnTo>
                    <a:pt x="769" y="272"/>
                  </a:lnTo>
                  <a:lnTo>
                    <a:pt x="769" y="272"/>
                  </a:lnTo>
                  <a:lnTo>
                    <a:pt x="769" y="272"/>
                  </a:lnTo>
                  <a:lnTo>
                    <a:pt x="769" y="272"/>
                  </a:lnTo>
                  <a:lnTo>
                    <a:pt x="767" y="272"/>
                  </a:lnTo>
                  <a:lnTo>
                    <a:pt x="767" y="272"/>
                  </a:lnTo>
                  <a:lnTo>
                    <a:pt x="767" y="275"/>
                  </a:lnTo>
                  <a:lnTo>
                    <a:pt x="765" y="272"/>
                  </a:lnTo>
                  <a:lnTo>
                    <a:pt x="765" y="267"/>
                  </a:lnTo>
                  <a:lnTo>
                    <a:pt x="765" y="260"/>
                  </a:lnTo>
                  <a:lnTo>
                    <a:pt x="765" y="253"/>
                  </a:lnTo>
                  <a:lnTo>
                    <a:pt x="767" y="249"/>
                  </a:lnTo>
                  <a:lnTo>
                    <a:pt x="772" y="244"/>
                  </a:lnTo>
                  <a:lnTo>
                    <a:pt x="772" y="244"/>
                  </a:lnTo>
                  <a:lnTo>
                    <a:pt x="774" y="237"/>
                  </a:lnTo>
                  <a:lnTo>
                    <a:pt x="779" y="232"/>
                  </a:lnTo>
                  <a:lnTo>
                    <a:pt x="781" y="225"/>
                  </a:lnTo>
                  <a:lnTo>
                    <a:pt x="781" y="220"/>
                  </a:lnTo>
                  <a:lnTo>
                    <a:pt x="784" y="220"/>
                  </a:lnTo>
                  <a:lnTo>
                    <a:pt x="788" y="215"/>
                  </a:lnTo>
                  <a:lnTo>
                    <a:pt x="793" y="211"/>
                  </a:lnTo>
                  <a:lnTo>
                    <a:pt x="795" y="211"/>
                  </a:lnTo>
                  <a:lnTo>
                    <a:pt x="795" y="211"/>
                  </a:lnTo>
                  <a:lnTo>
                    <a:pt x="798" y="211"/>
                  </a:lnTo>
                  <a:lnTo>
                    <a:pt x="800" y="211"/>
                  </a:lnTo>
                  <a:lnTo>
                    <a:pt x="805" y="213"/>
                  </a:lnTo>
                  <a:lnTo>
                    <a:pt x="810" y="218"/>
                  </a:lnTo>
                  <a:lnTo>
                    <a:pt x="817" y="220"/>
                  </a:lnTo>
                  <a:lnTo>
                    <a:pt x="817" y="220"/>
                  </a:lnTo>
                  <a:lnTo>
                    <a:pt x="821" y="225"/>
                  </a:lnTo>
                  <a:lnTo>
                    <a:pt x="824" y="225"/>
                  </a:lnTo>
                  <a:lnTo>
                    <a:pt x="824" y="225"/>
                  </a:lnTo>
                  <a:lnTo>
                    <a:pt x="826" y="222"/>
                  </a:lnTo>
                  <a:lnTo>
                    <a:pt x="826" y="215"/>
                  </a:lnTo>
                  <a:lnTo>
                    <a:pt x="824" y="215"/>
                  </a:lnTo>
                  <a:lnTo>
                    <a:pt x="826" y="213"/>
                  </a:lnTo>
                  <a:lnTo>
                    <a:pt x="829" y="206"/>
                  </a:lnTo>
                  <a:lnTo>
                    <a:pt x="829" y="206"/>
                  </a:lnTo>
                  <a:lnTo>
                    <a:pt x="829" y="206"/>
                  </a:lnTo>
                  <a:lnTo>
                    <a:pt x="829" y="206"/>
                  </a:lnTo>
                  <a:lnTo>
                    <a:pt x="829" y="204"/>
                  </a:lnTo>
                  <a:lnTo>
                    <a:pt x="831" y="204"/>
                  </a:lnTo>
                  <a:lnTo>
                    <a:pt x="831" y="204"/>
                  </a:lnTo>
                  <a:lnTo>
                    <a:pt x="829" y="199"/>
                  </a:lnTo>
                  <a:lnTo>
                    <a:pt x="829" y="199"/>
                  </a:lnTo>
                  <a:lnTo>
                    <a:pt x="829" y="196"/>
                  </a:lnTo>
                  <a:lnTo>
                    <a:pt x="829" y="194"/>
                  </a:lnTo>
                  <a:lnTo>
                    <a:pt x="829" y="192"/>
                  </a:lnTo>
                  <a:lnTo>
                    <a:pt x="829" y="192"/>
                  </a:lnTo>
                  <a:lnTo>
                    <a:pt x="829" y="189"/>
                  </a:lnTo>
                  <a:lnTo>
                    <a:pt x="829" y="175"/>
                  </a:lnTo>
                  <a:lnTo>
                    <a:pt x="829" y="166"/>
                  </a:lnTo>
                  <a:lnTo>
                    <a:pt x="829" y="159"/>
                  </a:lnTo>
                  <a:lnTo>
                    <a:pt x="829" y="149"/>
                  </a:lnTo>
                  <a:lnTo>
                    <a:pt x="829" y="142"/>
                  </a:lnTo>
                  <a:lnTo>
                    <a:pt x="829" y="137"/>
                  </a:lnTo>
                  <a:lnTo>
                    <a:pt x="829" y="133"/>
                  </a:lnTo>
                  <a:lnTo>
                    <a:pt x="829" y="128"/>
                  </a:lnTo>
                  <a:lnTo>
                    <a:pt x="826" y="123"/>
                  </a:lnTo>
                  <a:lnTo>
                    <a:pt x="824" y="118"/>
                  </a:lnTo>
                  <a:lnTo>
                    <a:pt x="824" y="116"/>
                  </a:lnTo>
                  <a:lnTo>
                    <a:pt x="821" y="107"/>
                  </a:lnTo>
                  <a:lnTo>
                    <a:pt x="821" y="104"/>
                  </a:lnTo>
                  <a:lnTo>
                    <a:pt x="821" y="104"/>
                  </a:lnTo>
                  <a:lnTo>
                    <a:pt x="821" y="104"/>
                  </a:lnTo>
                  <a:lnTo>
                    <a:pt x="819" y="102"/>
                  </a:lnTo>
                  <a:lnTo>
                    <a:pt x="817" y="99"/>
                  </a:lnTo>
                  <a:lnTo>
                    <a:pt x="817" y="99"/>
                  </a:lnTo>
                  <a:lnTo>
                    <a:pt x="814" y="92"/>
                  </a:lnTo>
                  <a:lnTo>
                    <a:pt x="812" y="85"/>
                  </a:lnTo>
                  <a:lnTo>
                    <a:pt x="812" y="83"/>
                  </a:lnTo>
                  <a:lnTo>
                    <a:pt x="805" y="78"/>
                  </a:lnTo>
                  <a:lnTo>
                    <a:pt x="805" y="76"/>
                  </a:lnTo>
                  <a:lnTo>
                    <a:pt x="805" y="73"/>
                  </a:lnTo>
                  <a:lnTo>
                    <a:pt x="805" y="62"/>
                  </a:lnTo>
                  <a:lnTo>
                    <a:pt x="805" y="59"/>
                  </a:lnTo>
                  <a:lnTo>
                    <a:pt x="803" y="47"/>
                  </a:lnTo>
                  <a:lnTo>
                    <a:pt x="800" y="40"/>
                  </a:lnTo>
                  <a:lnTo>
                    <a:pt x="795" y="33"/>
                  </a:lnTo>
                  <a:lnTo>
                    <a:pt x="793" y="24"/>
                  </a:lnTo>
                  <a:lnTo>
                    <a:pt x="791" y="17"/>
                  </a:lnTo>
                  <a:lnTo>
                    <a:pt x="793" y="14"/>
                  </a:lnTo>
                  <a:lnTo>
                    <a:pt x="791" y="14"/>
                  </a:lnTo>
                  <a:lnTo>
                    <a:pt x="791" y="12"/>
                  </a:lnTo>
                  <a:lnTo>
                    <a:pt x="791" y="12"/>
                  </a:lnTo>
                  <a:lnTo>
                    <a:pt x="788" y="14"/>
                  </a:lnTo>
                  <a:lnTo>
                    <a:pt x="788" y="14"/>
                  </a:lnTo>
                  <a:lnTo>
                    <a:pt x="788" y="14"/>
                  </a:lnTo>
                  <a:lnTo>
                    <a:pt x="786" y="12"/>
                  </a:lnTo>
                  <a:lnTo>
                    <a:pt x="786" y="12"/>
                  </a:lnTo>
                  <a:lnTo>
                    <a:pt x="786" y="12"/>
                  </a:lnTo>
                  <a:lnTo>
                    <a:pt x="786" y="12"/>
                  </a:lnTo>
                  <a:lnTo>
                    <a:pt x="784" y="9"/>
                  </a:lnTo>
                  <a:lnTo>
                    <a:pt x="784" y="12"/>
                  </a:lnTo>
                  <a:lnTo>
                    <a:pt x="781" y="12"/>
                  </a:lnTo>
                  <a:lnTo>
                    <a:pt x="781" y="12"/>
                  </a:lnTo>
                  <a:lnTo>
                    <a:pt x="781" y="12"/>
                  </a:lnTo>
                  <a:lnTo>
                    <a:pt x="781" y="12"/>
                  </a:lnTo>
                  <a:lnTo>
                    <a:pt x="779" y="12"/>
                  </a:lnTo>
                  <a:lnTo>
                    <a:pt x="772" y="9"/>
                  </a:lnTo>
                  <a:lnTo>
                    <a:pt x="769" y="9"/>
                  </a:lnTo>
                  <a:lnTo>
                    <a:pt x="767" y="9"/>
                  </a:lnTo>
                  <a:lnTo>
                    <a:pt x="767" y="9"/>
                  </a:lnTo>
                  <a:lnTo>
                    <a:pt x="760" y="9"/>
                  </a:lnTo>
                  <a:lnTo>
                    <a:pt x="760" y="9"/>
                  </a:lnTo>
                  <a:lnTo>
                    <a:pt x="758" y="12"/>
                  </a:lnTo>
                  <a:lnTo>
                    <a:pt x="758" y="12"/>
                  </a:lnTo>
                  <a:lnTo>
                    <a:pt x="758" y="12"/>
                  </a:lnTo>
                  <a:lnTo>
                    <a:pt x="755" y="12"/>
                  </a:lnTo>
                  <a:lnTo>
                    <a:pt x="755" y="9"/>
                  </a:lnTo>
                  <a:lnTo>
                    <a:pt x="753" y="9"/>
                  </a:lnTo>
                  <a:lnTo>
                    <a:pt x="750" y="9"/>
                  </a:lnTo>
                  <a:lnTo>
                    <a:pt x="748" y="9"/>
                  </a:lnTo>
                  <a:lnTo>
                    <a:pt x="748" y="9"/>
                  </a:lnTo>
                  <a:lnTo>
                    <a:pt x="746" y="12"/>
                  </a:lnTo>
                  <a:lnTo>
                    <a:pt x="746" y="12"/>
                  </a:lnTo>
                  <a:lnTo>
                    <a:pt x="743" y="12"/>
                  </a:lnTo>
                  <a:lnTo>
                    <a:pt x="741" y="12"/>
                  </a:lnTo>
                  <a:lnTo>
                    <a:pt x="739" y="12"/>
                  </a:lnTo>
                  <a:lnTo>
                    <a:pt x="739" y="9"/>
                  </a:lnTo>
                  <a:lnTo>
                    <a:pt x="736" y="9"/>
                  </a:lnTo>
                  <a:lnTo>
                    <a:pt x="736" y="9"/>
                  </a:lnTo>
                  <a:lnTo>
                    <a:pt x="734" y="9"/>
                  </a:lnTo>
                  <a:lnTo>
                    <a:pt x="734" y="9"/>
                  </a:lnTo>
                  <a:lnTo>
                    <a:pt x="732" y="9"/>
                  </a:lnTo>
                  <a:lnTo>
                    <a:pt x="729" y="9"/>
                  </a:lnTo>
                  <a:lnTo>
                    <a:pt x="729" y="9"/>
                  </a:lnTo>
                  <a:lnTo>
                    <a:pt x="727" y="7"/>
                  </a:lnTo>
                  <a:lnTo>
                    <a:pt x="727" y="7"/>
                  </a:lnTo>
                  <a:lnTo>
                    <a:pt x="724" y="7"/>
                  </a:lnTo>
                  <a:lnTo>
                    <a:pt x="724" y="7"/>
                  </a:lnTo>
                  <a:lnTo>
                    <a:pt x="724" y="7"/>
                  </a:lnTo>
                  <a:lnTo>
                    <a:pt x="724" y="5"/>
                  </a:lnTo>
                  <a:lnTo>
                    <a:pt x="724" y="5"/>
                  </a:lnTo>
                  <a:lnTo>
                    <a:pt x="722" y="5"/>
                  </a:lnTo>
                  <a:lnTo>
                    <a:pt x="722" y="5"/>
                  </a:lnTo>
                  <a:lnTo>
                    <a:pt x="720" y="5"/>
                  </a:lnTo>
                  <a:lnTo>
                    <a:pt x="720" y="5"/>
                  </a:lnTo>
                  <a:lnTo>
                    <a:pt x="717" y="2"/>
                  </a:lnTo>
                  <a:lnTo>
                    <a:pt x="717" y="2"/>
                  </a:lnTo>
                  <a:lnTo>
                    <a:pt x="715" y="2"/>
                  </a:lnTo>
                  <a:lnTo>
                    <a:pt x="710" y="0"/>
                  </a:lnTo>
                  <a:lnTo>
                    <a:pt x="710" y="0"/>
                  </a:lnTo>
                  <a:lnTo>
                    <a:pt x="706" y="0"/>
                  </a:lnTo>
                  <a:lnTo>
                    <a:pt x="706" y="0"/>
                  </a:lnTo>
                  <a:lnTo>
                    <a:pt x="706" y="0"/>
                  </a:lnTo>
                  <a:lnTo>
                    <a:pt x="703" y="0"/>
                  </a:lnTo>
                  <a:lnTo>
                    <a:pt x="701" y="0"/>
                  </a:lnTo>
                  <a:lnTo>
                    <a:pt x="701" y="0"/>
                  </a:lnTo>
                  <a:lnTo>
                    <a:pt x="698" y="0"/>
                  </a:lnTo>
                  <a:lnTo>
                    <a:pt x="698" y="2"/>
                  </a:lnTo>
                  <a:lnTo>
                    <a:pt x="698" y="2"/>
                  </a:lnTo>
                  <a:lnTo>
                    <a:pt x="696" y="2"/>
                  </a:lnTo>
                  <a:lnTo>
                    <a:pt x="694" y="2"/>
                  </a:lnTo>
                  <a:lnTo>
                    <a:pt x="694" y="2"/>
                  </a:lnTo>
                  <a:lnTo>
                    <a:pt x="691" y="2"/>
                  </a:lnTo>
                  <a:lnTo>
                    <a:pt x="689" y="2"/>
                  </a:lnTo>
                  <a:lnTo>
                    <a:pt x="689" y="2"/>
                  </a:lnTo>
                  <a:lnTo>
                    <a:pt x="689" y="2"/>
                  </a:lnTo>
                  <a:lnTo>
                    <a:pt x="689" y="2"/>
                  </a:lnTo>
                  <a:lnTo>
                    <a:pt x="687" y="2"/>
                  </a:lnTo>
                  <a:lnTo>
                    <a:pt x="687" y="2"/>
                  </a:lnTo>
                  <a:lnTo>
                    <a:pt x="682" y="2"/>
                  </a:lnTo>
                  <a:lnTo>
                    <a:pt x="682" y="2"/>
                  </a:lnTo>
                  <a:lnTo>
                    <a:pt x="679" y="5"/>
                  </a:lnTo>
                  <a:lnTo>
                    <a:pt x="679" y="5"/>
                  </a:lnTo>
                  <a:lnTo>
                    <a:pt x="679" y="5"/>
                  </a:lnTo>
                  <a:lnTo>
                    <a:pt x="672" y="5"/>
                  </a:lnTo>
                  <a:lnTo>
                    <a:pt x="672" y="5"/>
                  </a:lnTo>
                  <a:lnTo>
                    <a:pt x="670" y="7"/>
                  </a:lnTo>
                  <a:lnTo>
                    <a:pt x="670" y="7"/>
                  </a:lnTo>
                  <a:lnTo>
                    <a:pt x="670" y="7"/>
                  </a:lnTo>
                  <a:lnTo>
                    <a:pt x="668" y="9"/>
                  </a:lnTo>
                  <a:lnTo>
                    <a:pt x="668" y="9"/>
                  </a:lnTo>
                  <a:lnTo>
                    <a:pt x="668" y="14"/>
                  </a:lnTo>
                  <a:lnTo>
                    <a:pt x="668" y="14"/>
                  </a:lnTo>
                  <a:lnTo>
                    <a:pt x="668" y="17"/>
                  </a:lnTo>
                  <a:lnTo>
                    <a:pt x="665" y="17"/>
                  </a:lnTo>
                  <a:lnTo>
                    <a:pt x="665" y="19"/>
                  </a:lnTo>
                  <a:lnTo>
                    <a:pt x="663" y="19"/>
                  </a:lnTo>
                  <a:lnTo>
                    <a:pt x="661" y="19"/>
                  </a:lnTo>
                  <a:lnTo>
                    <a:pt x="661" y="19"/>
                  </a:lnTo>
                  <a:lnTo>
                    <a:pt x="661" y="21"/>
                  </a:lnTo>
                  <a:lnTo>
                    <a:pt x="661" y="21"/>
                  </a:lnTo>
                  <a:lnTo>
                    <a:pt x="658" y="21"/>
                  </a:lnTo>
                  <a:lnTo>
                    <a:pt x="658" y="21"/>
                  </a:lnTo>
                  <a:lnTo>
                    <a:pt x="656" y="21"/>
                  </a:lnTo>
                  <a:lnTo>
                    <a:pt x="651" y="24"/>
                  </a:lnTo>
                  <a:lnTo>
                    <a:pt x="649" y="24"/>
                  </a:lnTo>
                  <a:lnTo>
                    <a:pt x="649" y="24"/>
                  </a:lnTo>
                  <a:lnTo>
                    <a:pt x="646" y="24"/>
                  </a:lnTo>
                  <a:lnTo>
                    <a:pt x="646" y="24"/>
                  </a:lnTo>
                  <a:lnTo>
                    <a:pt x="644" y="26"/>
                  </a:lnTo>
                  <a:lnTo>
                    <a:pt x="644" y="26"/>
                  </a:lnTo>
                  <a:lnTo>
                    <a:pt x="642" y="26"/>
                  </a:lnTo>
                  <a:lnTo>
                    <a:pt x="637" y="26"/>
                  </a:lnTo>
                  <a:lnTo>
                    <a:pt x="635" y="26"/>
                  </a:lnTo>
                  <a:lnTo>
                    <a:pt x="632" y="26"/>
                  </a:lnTo>
                  <a:lnTo>
                    <a:pt x="632" y="28"/>
                  </a:lnTo>
                  <a:lnTo>
                    <a:pt x="630" y="31"/>
                  </a:lnTo>
                  <a:lnTo>
                    <a:pt x="630" y="31"/>
                  </a:lnTo>
                  <a:lnTo>
                    <a:pt x="627" y="31"/>
                  </a:lnTo>
                  <a:lnTo>
                    <a:pt x="627" y="31"/>
                  </a:lnTo>
                  <a:lnTo>
                    <a:pt x="627" y="31"/>
                  </a:lnTo>
                  <a:lnTo>
                    <a:pt x="625" y="33"/>
                  </a:lnTo>
                  <a:lnTo>
                    <a:pt x="625" y="33"/>
                  </a:lnTo>
                  <a:lnTo>
                    <a:pt x="625" y="36"/>
                  </a:lnTo>
                  <a:lnTo>
                    <a:pt x="625" y="36"/>
                  </a:lnTo>
                  <a:lnTo>
                    <a:pt x="625" y="36"/>
                  </a:lnTo>
                  <a:lnTo>
                    <a:pt x="625" y="36"/>
                  </a:lnTo>
                  <a:lnTo>
                    <a:pt x="625" y="38"/>
                  </a:lnTo>
                  <a:lnTo>
                    <a:pt x="625" y="38"/>
                  </a:lnTo>
                  <a:lnTo>
                    <a:pt x="623" y="38"/>
                  </a:lnTo>
                  <a:lnTo>
                    <a:pt x="623" y="38"/>
                  </a:lnTo>
                  <a:lnTo>
                    <a:pt x="623" y="38"/>
                  </a:lnTo>
                  <a:lnTo>
                    <a:pt x="623" y="38"/>
                  </a:lnTo>
                  <a:lnTo>
                    <a:pt x="623" y="38"/>
                  </a:lnTo>
                  <a:lnTo>
                    <a:pt x="623" y="40"/>
                  </a:lnTo>
                  <a:lnTo>
                    <a:pt x="620" y="40"/>
                  </a:lnTo>
                  <a:lnTo>
                    <a:pt x="620" y="40"/>
                  </a:lnTo>
                  <a:lnTo>
                    <a:pt x="618" y="40"/>
                  </a:lnTo>
                  <a:lnTo>
                    <a:pt x="618" y="40"/>
                  </a:lnTo>
                  <a:lnTo>
                    <a:pt x="618" y="43"/>
                  </a:lnTo>
                  <a:lnTo>
                    <a:pt x="618" y="43"/>
                  </a:lnTo>
                  <a:lnTo>
                    <a:pt x="618" y="45"/>
                  </a:lnTo>
                  <a:lnTo>
                    <a:pt x="618" y="45"/>
                  </a:lnTo>
                  <a:lnTo>
                    <a:pt x="616" y="47"/>
                  </a:lnTo>
                  <a:lnTo>
                    <a:pt x="616" y="47"/>
                  </a:lnTo>
                  <a:lnTo>
                    <a:pt x="616" y="47"/>
                  </a:lnTo>
                  <a:lnTo>
                    <a:pt x="613" y="47"/>
                  </a:lnTo>
                  <a:lnTo>
                    <a:pt x="613" y="47"/>
                  </a:lnTo>
                  <a:lnTo>
                    <a:pt x="613" y="50"/>
                  </a:lnTo>
                  <a:lnTo>
                    <a:pt x="613" y="52"/>
                  </a:lnTo>
                  <a:lnTo>
                    <a:pt x="613" y="54"/>
                  </a:lnTo>
                  <a:lnTo>
                    <a:pt x="611" y="54"/>
                  </a:lnTo>
                  <a:lnTo>
                    <a:pt x="608" y="54"/>
                  </a:lnTo>
                  <a:lnTo>
                    <a:pt x="606" y="57"/>
                  </a:lnTo>
                  <a:lnTo>
                    <a:pt x="606" y="57"/>
                  </a:lnTo>
                  <a:lnTo>
                    <a:pt x="606" y="57"/>
                  </a:lnTo>
                  <a:lnTo>
                    <a:pt x="604" y="57"/>
                  </a:lnTo>
                  <a:lnTo>
                    <a:pt x="604" y="57"/>
                  </a:lnTo>
                  <a:lnTo>
                    <a:pt x="604" y="57"/>
                  </a:lnTo>
                  <a:lnTo>
                    <a:pt x="604" y="59"/>
                  </a:lnTo>
                  <a:lnTo>
                    <a:pt x="604" y="59"/>
                  </a:lnTo>
                  <a:lnTo>
                    <a:pt x="604" y="59"/>
                  </a:lnTo>
                  <a:lnTo>
                    <a:pt x="604" y="59"/>
                  </a:lnTo>
                  <a:lnTo>
                    <a:pt x="604" y="59"/>
                  </a:lnTo>
                  <a:lnTo>
                    <a:pt x="604" y="59"/>
                  </a:lnTo>
                  <a:lnTo>
                    <a:pt x="604" y="59"/>
                  </a:lnTo>
                  <a:lnTo>
                    <a:pt x="604" y="59"/>
                  </a:lnTo>
                  <a:lnTo>
                    <a:pt x="604" y="59"/>
                  </a:lnTo>
                  <a:lnTo>
                    <a:pt x="604" y="59"/>
                  </a:lnTo>
                  <a:lnTo>
                    <a:pt x="604" y="62"/>
                  </a:lnTo>
                  <a:lnTo>
                    <a:pt x="604" y="64"/>
                  </a:lnTo>
                  <a:lnTo>
                    <a:pt x="601" y="64"/>
                  </a:lnTo>
                  <a:lnTo>
                    <a:pt x="601" y="64"/>
                  </a:lnTo>
                  <a:lnTo>
                    <a:pt x="599" y="62"/>
                  </a:lnTo>
                  <a:lnTo>
                    <a:pt x="599" y="64"/>
                  </a:lnTo>
                  <a:lnTo>
                    <a:pt x="597" y="64"/>
                  </a:lnTo>
                  <a:lnTo>
                    <a:pt x="597" y="64"/>
                  </a:lnTo>
                  <a:lnTo>
                    <a:pt x="597" y="62"/>
                  </a:lnTo>
                  <a:lnTo>
                    <a:pt x="594" y="62"/>
                  </a:lnTo>
                  <a:lnTo>
                    <a:pt x="594" y="64"/>
                  </a:lnTo>
                  <a:lnTo>
                    <a:pt x="594" y="66"/>
                  </a:lnTo>
                  <a:lnTo>
                    <a:pt x="594" y="66"/>
                  </a:lnTo>
                  <a:lnTo>
                    <a:pt x="594" y="66"/>
                  </a:lnTo>
                  <a:lnTo>
                    <a:pt x="594" y="66"/>
                  </a:lnTo>
                  <a:lnTo>
                    <a:pt x="592" y="66"/>
                  </a:lnTo>
                  <a:lnTo>
                    <a:pt x="592" y="66"/>
                  </a:lnTo>
                  <a:lnTo>
                    <a:pt x="592" y="66"/>
                  </a:lnTo>
                  <a:lnTo>
                    <a:pt x="592" y="69"/>
                  </a:lnTo>
                  <a:lnTo>
                    <a:pt x="592" y="69"/>
                  </a:lnTo>
                  <a:lnTo>
                    <a:pt x="592" y="69"/>
                  </a:lnTo>
                  <a:lnTo>
                    <a:pt x="592" y="69"/>
                  </a:lnTo>
                  <a:lnTo>
                    <a:pt x="592" y="71"/>
                  </a:lnTo>
                  <a:lnTo>
                    <a:pt x="592" y="71"/>
                  </a:lnTo>
                  <a:lnTo>
                    <a:pt x="590" y="71"/>
                  </a:lnTo>
                  <a:lnTo>
                    <a:pt x="587" y="71"/>
                  </a:lnTo>
                  <a:lnTo>
                    <a:pt x="587" y="73"/>
                  </a:lnTo>
                  <a:lnTo>
                    <a:pt x="587" y="73"/>
                  </a:lnTo>
                  <a:lnTo>
                    <a:pt x="585" y="73"/>
                  </a:lnTo>
                  <a:lnTo>
                    <a:pt x="585" y="73"/>
                  </a:lnTo>
                  <a:lnTo>
                    <a:pt x="585" y="73"/>
                  </a:lnTo>
                  <a:lnTo>
                    <a:pt x="585" y="73"/>
                  </a:lnTo>
                  <a:lnTo>
                    <a:pt x="585" y="73"/>
                  </a:lnTo>
                  <a:lnTo>
                    <a:pt x="585" y="73"/>
                  </a:lnTo>
                  <a:lnTo>
                    <a:pt x="582" y="73"/>
                  </a:lnTo>
                  <a:lnTo>
                    <a:pt x="582" y="73"/>
                  </a:lnTo>
                  <a:lnTo>
                    <a:pt x="582" y="73"/>
                  </a:lnTo>
                  <a:lnTo>
                    <a:pt x="582" y="73"/>
                  </a:lnTo>
                  <a:lnTo>
                    <a:pt x="582" y="73"/>
                  </a:lnTo>
                  <a:lnTo>
                    <a:pt x="580" y="73"/>
                  </a:lnTo>
                  <a:lnTo>
                    <a:pt x="580" y="76"/>
                  </a:lnTo>
                  <a:lnTo>
                    <a:pt x="578" y="76"/>
                  </a:lnTo>
                  <a:lnTo>
                    <a:pt x="578" y="76"/>
                  </a:lnTo>
                  <a:lnTo>
                    <a:pt x="575" y="78"/>
                  </a:lnTo>
                  <a:lnTo>
                    <a:pt x="573" y="78"/>
                  </a:lnTo>
                  <a:lnTo>
                    <a:pt x="573" y="78"/>
                  </a:lnTo>
                  <a:lnTo>
                    <a:pt x="573" y="80"/>
                  </a:lnTo>
                  <a:lnTo>
                    <a:pt x="573" y="80"/>
                  </a:lnTo>
                  <a:lnTo>
                    <a:pt x="573" y="80"/>
                  </a:lnTo>
                  <a:lnTo>
                    <a:pt x="573" y="80"/>
                  </a:lnTo>
                  <a:lnTo>
                    <a:pt x="571" y="80"/>
                  </a:lnTo>
                  <a:lnTo>
                    <a:pt x="571" y="80"/>
                  </a:lnTo>
                  <a:lnTo>
                    <a:pt x="571" y="80"/>
                  </a:lnTo>
                  <a:lnTo>
                    <a:pt x="571" y="80"/>
                  </a:lnTo>
                  <a:lnTo>
                    <a:pt x="571" y="80"/>
                  </a:lnTo>
                  <a:lnTo>
                    <a:pt x="571" y="80"/>
                  </a:lnTo>
                  <a:lnTo>
                    <a:pt x="568" y="80"/>
                  </a:lnTo>
                  <a:lnTo>
                    <a:pt x="568" y="80"/>
                  </a:lnTo>
                  <a:lnTo>
                    <a:pt x="568" y="80"/>
                  </a:lnTo>
                  <a:lnTo>
                    <a:pt x="571" y="83"/>
                  </a:lnTo>
                  <a:lnTo>
                    <a:pt x="571" y="83"/>
                  </a:lnTo>
                  <a:lnTo>
                    <a:pt x="571" y="83"/>
                  </a:lnTo>
                  <a:lnTo>
                    <a:pt x="568" y="83"/>
                  </a:lnTo>
                  <a:lnTo>
                    <a:pt x="568" y="83"/>
                  </a:lnTo>
                  <a:lnTo>
                    <a:pt x="568" y="83"/>
                  </a:lnTo>
                  <a:lnTo>
                    <a:pt x="568" y="83"/>
                  </a:lnTo>
                  <a:lnTo>
                    <a:pt x="568" y="83"/>
                  </a:lnTo>
                  <a:lnTo>
                    <a:pt x="568" y="85"/>
                  </a:lnTo>
                  <a:lnTo>
                    <a:pt x="566" y="85"/>
                  </a:lnTo>
                  <a:lnTo>
                    <a:pt x="566" y="85"/>
                  </a:lnTo>
                  <a:lnTo>
                    <a:pt x="566" y="85"/>
                  </a:lnTo>
                  <a:lnTo>
                    <a:pt x="566" y="85"/>
                  </a:lnTo>
                  <a:lnTo>
                    <a:pt x="566" y="85"/>
                  </a:lnTo>
                  <a:lnTo>
                    <a:pt x="566" y="88"/>
                  </a:lnTo>
                  <a:lnTo>
                    <a:pt x="566" y="88"/>
                  </a:lnTo>
                  <a:lnTo>
                    <a:pt x="566" y="88"/>
                  </a:lnTo>
                  <a:lnTo>
                    <a:pt x="564" y="88"/>
                  </a:lnTo>
                  <a:lnTo>
                    <a:pt x="564" y="88"/>
                  </a:lnTo>
                  <a:lnTo>
                    <a:pt x="564" y="88"/>
                  </a:lnTo>
                  <a:lnTo>
                    <a:pt x="564" y="88"/>
                  </a:lnTo>
                  <a:lnTo>
                    <a:pt x="564" y="88"/>
                  </a:lnTo>
                  <a:lnTo>
                    <a:pt x="561" y="90"/>
                  </a:lnTo>
                  <a:lnTo>
                    <a:pt x="561" y="92"/>
                  </a:lnTo>
                  <a:lnTo>
                    <a:pt x="561" y="92"/>
                  </a:lnTo>
                  <a:lnTo>
                    <a:pt x="561" y="92"/>
                  </a:lnTo>
                  <a:lnTo>
                    <a:pt x="561" y="95"/>
                  </a:lnTo>
                  <a:lnTo>
                    <a:pt x="559" y="97"/>
                  </a:lnTo>
                  <a:lnTo>
                    <a:pt x="559" y="97"/>
                  </a:lnTo>
                  <a:lnTo>
                    <a:pt x="559" y="99"/>
                  </a:lnTo>
                  <a:lnTo>
                    <a:pt x="556" y="114"/>
                  </a:lnTo>
                  <a:lnTo>
                    <a:pt x="556" y="118"/>
                  </a:lnTo>
                  <a:lnTo>
                    <a:pt x="554" y="123"/>
                  </a:lnTo>
                  <a:lnTo>
                    <a:pt x="554" y="123"/>
                  </a:lnTo>
                  <a:lnTo>
                    <a:pt x="554" y="123"/>
                  </a:lnTo>
                  <a:lnTo>
                    <a:pt x="552" y="125"/>
                  </a:lnTo>
                  <a:lnTo>
                    <a:pt x="547" y="125"/>
                  </a:lnTo>
                  <a:lnTo>
                    <a:pt x="547" y="128"/>
                  </a:lnTo>
                  <a:lnTo>
                    <a:pt x="545" y="128"/>
                  </a:lnTo>
                  <a:lnTo>
                    <a:pt x="542" y="130"/>
                  </a:lnTo>
                  <a:lnTo>
                    <a:pt x="540" y="133"/>
                  </a:lnTo>
                  <a:lnTo>
                    <a:pt x="538" y="135"/>
                  </a:lnTo>
                  <a:lnTo>
                    <a:pt x="535" y="137"/>
                  </a:lnTo>
                  <a:lnTo>
                    <a:pt x="535" y="140"/>
                  </a:lnTo>
                  <a:lnTo>
                    <a:pt x="535" y="142"/>
                  </a:lnTo>
                  <a:lnTo>
                    <a:pt x="530" y="144"/>
                  </a:lnTo>
                  <a:lnTo>
                    <a:pt x="530" y="144"/>
                  </a:lnTo>
                  <a:lnTo>
                    <a:pt x="530" y="144"/>
                  </a:lnTo>
                  <a:lnTo>
                    <a:pt x="528" y="144"/>
                  </a:lnTo>
                  <a:lnTo>
                    <a:pt x="528" y="144"/>
                  </a:lnTo>
                  <a:lnTo>
                    <a:pt x="526" y="144"/>
                  </a:lnTo>
                  <a:lnTo>
                    <a:pt x="523" y="144"/>
                  </a:lnTo>
                  <a:lnTo>
                    <a:pt x="519" y="147"/>
                  </a:lnTo>
                  <a:lnTo>
                    <a:pt x="509" y="149"/>
                  </a:lnTo>
                  <a:lnTo>
                    <a:pt x="509" y="151"/>
                  </a:lnTo>
                  <a:lnTo>
                    <a:pt x="507" y="151"/>
                  </a:lnTo>
                  <a:lnTo>
                    <a:pt x="504" y="151"/>
                  </a:lnTo>
                  <a:lnTo>
                    <a:pt x="502" y="151"/>
                  </a:lnTo>
                  <a:lnTo>
                    <a:pt x="502" y="151"/>
                  </a:lnTo>
                  <a:lnTo>
                    <a:pt x="502" y="151"/>
                  </a:lnTo>
                  <a:lnTo>
                    <a:pt x="502" y="154"/>
                  </a:lnTo>
                  <a:lnTo>
                    <a:pt x="502" y="156"/>
                  </a:lnTo>
                  <a:lnTo>
                    <a:pt x="502" y="159"/>
                  </a:lnTo>
                  <a:lnTo>
                    <a:pt x="502" y="161"/>
                  </a:lnTo>
                  <a:lnTo>
                    <a:pt x="500" y="166"/>
                  </a:lnTo>
                  <a:lnTo>
                    <a:pt x="500" y="168"/>
                  </a:lnTo>
                  <a:lnTo>
                    <a:pt x="500" y="170"/>
                  </a:lnTo>
                  <a:lnTo>
                    <a:pt x="497" y="175"/>
                  </a:lnTo>
                  <a:lnTo>
                    <a:pt x="493" y="185"/>
                  </a:lnTo>
                  <a:lnTo>
                    <a:pt x="490" y="192"/>
                  </a:lnTo>
                  <a:lnTo>
                    <a:pt x="490" y="194"/>
                  </a:lnTo>
                  <a:lnTo>
                    <a:pt x="488" y="199"/>
                  </a:lnTo>
                  <a:lnTo>
                    <a:pt x="488" y="204"/>
                  </a:lnTo>
                  <a:lnTo>
                    <a:pt x="481" y="208"/>
                  </a:lnTo>
                  <a:lnTo>
                    <a:pt x="476" y="211"/>
                  </a:lnTo>
                  <a:lnTo>
                    <a:pt x="464" y="211"/>
                  </a:lnTo>
                  <a:lnTo>
                    <a:pt x="462" y="211"/>
                  </a:lnTo>
                  <a:lnTo>
                    <a:pt x="459" y="211"/>
                  </a:lnTo>
                  <a:lnTo>
                    <a:pt x="459" y="211"/>
                  </a:lnTo>
                  <a:lnTo>
                    <a:pt x="457" y="211"/>
                  </a:lnTo>
                  <a:lnTo>
                    <a:pt x="455" y="211"/>
                  </a:lnTo>
                  <a:lnTo>
                    <a:pt x="450" y="213"/>
                  </a:lnTo>
                  <a:lnTo>
                    <a:pt x="450" y="215"/>
                  </a:lnTo>
                  <a:lnTo>
                    <a:pt x="448" y="215"/>
                  </a:lnTo>
                  <a:lnTo>
                    <a:pt x="445" y="215"/>
                  </a:lnTo>
                  <a:lnTo>
                    <a:pt x="443" y="215"/>
                  </a:lnTo>
                  <a:lnTo>
                    <a:pt x="443" y="215"/>
                  </a:lnTo>
                  <a:lnTo>
                    <a:pt x="438" y="215"/>
                  </a:lnTo>
                  <a:lnTo>
                    <a:pt x="436" y="215"/>
                  </a:lnTo>
                  <a:lnTo>
                    <a:pt x="433" y="213"/>
                  </a:lnTo>
                  <a:lnTo>
                    <a:pt x="429" y="211"/>
                  </a:lnTo>
                  <a:lnTo>
                    <a:pt x="426" y="211"/>
                  </a:lnTo>
                  <a:lnTo>
                    <a:pt x="426" y="211"/>
                  </a:lnTo>
                  <a:lnTo>
                    <a:pt x="424" y="211"/>
                  </a:lnTo>
                  <a:lnTo>
                    <a:pt x="424" y="211"/>
                  </a:lnTo>
                  <a:lnTo>
                    <a:pt x="419" y="211"/>
                  </a:lnTo>
                  <a:lnTo>
                    <a:pt x="419" y="208"/>
                  </a:lnTo>
                  <a:lnTo>
                    <a:pt x="414" y="204"/>
                  </a:lnTo>
                  <a:lnTo>
                    <a:pt x="412" y="204"/>
                  </a:lnTo>
                  <a:lnTo>
                    <a:pt x="410" y="204"/>
                  </a:lnTo>
                  <a:lnTo>
                    <a:pt x="403" y="206"/>
                  </a:lnTo>
                  <a:lnTo>
                    <a:pt x="403" y="206"/>
                  </a:lnTo>
                  <a:lnTo>
                    <a:pt x="403" y="204"/>
                  </a:lnTo>
                  <a:lnTo>
                    <a:pt x="403" y="204"/>
                  </a:lnTo>
                  <a:lnTo>
                    <a:pt x="403" y="204"/>
                  </a:lnTo>
                  <a:lnTo>
                    <a:pt x="403" y="204"/>
                  </a:lnTo>
                  <a:lnTo>
                    <a:pt x="403" y="204"/>
                  </a:lnTo>
                  <a:lnTo>
                    <a:pt x="400" y="204"/>
                  </a:lnTo>
                  <a:lnTo>
                    <a:pt x="398" y="204"/>
                  </a:lnTo>
                  <a:lnTo>
                    <a:pt x="398" y="204"/>
                  </a:lnTo>
                  <a:lnTo>
                    <a:pt x="396" y="201"/>
                  </a:lnTo>
                  <a:lnTo>
                    <a:pt x="393" y="199"/>
                  </a:lnTo>
                  <a:lnTo>
                    <a:pt x="391" y="196"/>
                  </a:lnTo>
                  <a:lnTo>
                    <a:pt x="391" y="196"/>
                  </a:lnTo>
                  <a:lnTo>
                    <a:pt x="391" y="196"/>
                  </a:lnTo>
                  <a:lnTo>
                    <a:pt x="391" y="196"/>
                  </a:lnTo>
                  <a:lnTo>
                    <a:pt x="388" y="196"/>
                  </a:lnTo>
                  <a:lnTo>
                    <a:pt x="388" y="194"/>
                  </a:lnTo>
                  <a:lnTo>
                    <a:pt x="388" y="194"/>
                  </a:lnTo>
                  <a:lnTo>
                    <a:pt x="386" y="194"/>
                  </a:lnTo>
                  <a:lnTo>
                    <a:pt x="384" y="192"/>
                  </a:lnTo>
                  <a:lnTo>
                    <a:pt x="384" y="192"/>
                  </a:lnTo>
                  <a:lnTo>
                    <a:pt x="379" y="187"/>
                  </a:lnTo>
                  <a:lnTo>
                    <a:pt x="377" y="187"/>
                  </a:lnTo>
                  <a:lnTo>
                    <a:pt x="377" y="187"/>
                  </a:lnTo>
                  <a:lnTo>
                    <a:pt x="374" y="185"/>
                  </a:lnTo>
                  <a:lnTo>
                    <a:pt x="374" y="185"/>
                  </a:lnTo>
                  <a:lnTo>
                    <a:pt x="374" y="185"/>
                  </a:lnTo>
                  <a:lnTo>
                    <a:pt x="374" y="182"/>
                  </a:lnTo>
                  <a:lnTo>
                    <a:pt x="372" y="182"/>
                  </a:lnTo>
                  <a:lnTo>
                    <a:pt x="372" y="182"/>
                  </a:lnTo>
                  <a:lnTo>
                    <a:pt x="370" y="185"/>
                  </a:lnTo>
                  <a:lnTo>
                    <a:pt x="370" y="185"/>
                  </a:lnTo>
                  <a:lnTo>
                    <a:pt x="367" y="185"/>
                  </a:lnTo>
                  <a:lnTo>
                    <a:pt x="365" y="182"/>
                  </a:lnTo>
                  <a:lnTo>
                    <a:pt x="362" y="182"/>
                  </a:lnTo>
                  <a:lnTo>
                    <a:pt x="360" y="182"/>
                  </a:lnTo>
                  <a:lnTo>
                    <a:pt x="358" y="182"/>
                  </a:lnTo>
                  <a:lnTo>
                    <a:pt x="353" y="185"/>
                  </a:lnTo>
                  <a:lnTo>
                    <a:pt x="353" y="185"/>
                  </a:lnTo>
                  <a:lnTo>
                    <a:pt x="353" y="185"/>
                  </a:lnTo>
                  <a:lnTo>
                    <a:pt x="353" y="185"/>
                  </a:lnTo>
                  <a:lnTo>
                    <a:pt x="353" y="185"/>
                  </a:lnTo>
                  <a:lnTo>
                    <a:pt x="351" y="185"/>
                  </a:lnTo>
                  <a:lnTo>
                    <a:pt x="351" y="185"/>
                  </a:lnTo>
                  <a:lnTo>
                    <a:pt x="348" y="185"/>
                  </a:lnTo>
                  <a:lnTo>
                    <a:pt x="348" y="187"/>
                  </a:lnTo>
                  <a:lnTo>
                    <a:pt x="346" y="187"/>
                  </a:lnTo>
                  <a:lnTo>
                    <a:pt x="346" y="187"/>
                  </a:lnTo>
                  <a:lnTo>
                    <a:pt x="346" y="189"/>
                  </a:lnTo>
                  <a:lnTo>
                    <a:pt x="346" y="189"/>
                  </a:lnTo>
                  <a:lnTo>
                    <a:pt x="346" y="189"/>
                  </a:lnTo>
                  <a:lnTo>
                    <a:pt x="343" y="189"/>
                  </a:lnTo>
                  <a:lnTo>
                    <a:pt x="343" y="189"/>
                  </a:lnTo>
                  <a:lnTo>
                    <a:pt x="343" y="192"/>
                  </a:lnTo>
                  <a:lnTo>
                    <a:pt x="343" y="194"/>
                  </a:lnTo>
                  <a:lnTo>
                    <a:pt x="341" y="194"/>
                  </a:lnTo>
                  <a:lnTo>
                    <a:pt x="341" y="194"/>
                  </a:lnTo>
                  <a:lnTo>
                    <a:pt x="341" y="194"/>
                  </a:lnTo>
                  <a:lnTo>
                    <a:pt x="339" y="199"/>
                  </a:lnTo>
                  <a:lnTo>
                    <a:pt x="339" y="199"/>
                  </a:lnTo>
                  <a:lnTo>
                    <a:pt x="339" y="199"/>
                  </a:lnTo>
                  <a:lnTo>
                    <a:pt x="339" y="201"/>
                  </a:lnTo>
                  <a:lnTo>
                    <a:pt x="339" y="201"/>
                  </a:lnTo>
                  <a:lnTo>
                    <a:pt x="339" y="201"/>
                  </a:lnTo>
                  <a:lnTo>
                    <a:pt x="339" y="201"/>
                  </a:lnTo>
                  <a:lnTo>
                    <a:pt x="339" y="204"/>
                  </a:lnTo>
                  <a:lnTo>
                    <a:pt x="339" y="204"/>
                  </a:lnTo>
                  <a:lnTo>
                    <a:pt x="339" y="204"/>
                  </a:lnTo>
                  <a:lnTo>
                    <a:pt x="339" y="204"/>
                  </a:lnTo>
                  <a:lnTo>
                    <a:pt x="339" y="206"/>
                  </a:lnTo>
                  <a:lnTo>
                    <a:pt x="339" y="206"/>
                  </a:lnTo>
                  <a:lnTo>
                    <a:pt x="339" y="206"/>
                  </a:lnTo>
                  <a:lnTo>
                    <a:pt x="339" y="206"/>
                  </a:lnTo>
                  <a:lnTo>
                    <a:pt x="336" y="211"/>
                  </a:lnTo>
                  <a:lnTo>
                    <a:pt x="334" y="211"/>
                  </a:lnTo>
                  <a:lnTo>
                    <a:pt x="334" y="213"/>
                  </a:lnTo>
                  <a:lnTo>
                    <a:pt x="334" y="213"/>
                  </a:lnTo>
                  <a:lnTo>
                    <a:pt x="334" y="213"/>
                  </a:lnTo>
                  <a:lnTo>
                    <a:pt x="336" y="213"/>
                  </a:lnTo>
                  <a:lnTo>
                    <a:pt x="336" y="213"/>
                  </a:lnTo>
                  <a:lnTo>
                    <a:pt x="336" y="215"/>
                  </a:lnTo>
                  <a:lnTo>
                    <a:pt x="336" y="215"/>
                  </a:lnTo>
                  <a:lnTo>
                    <a:pt x="336" y="215"/>
                  </a:lnTo>
                  <a:lnTo>
                    <a:pt x="334" y="218"/>
                  </a:lnTo>
                  <a:lnTo>
                    <a:pt x="334" y="218"/>
                  </a:lnTo>
                  <a:lnTo>
                    <a:pt x="334" y="218"/>
                  </a:lnTo>
                  <a:lnTo>
                    <a:pt x="334" y="220"/>
                  </a:lnTo>
                  <a:lnTo>
                    <a:pt x="334" y="220"/>
                  </a:lnTo>
                  <a:lnTo>
                    <a:pt x="334" y="222"/>
                  </a:lnTo>
                  <a:lnTo>
                    <a:pt x="334" y="222"/>
                  </a:lnTo>
                  <a:lnTo>
                    <a:pt x="334" y="225"/>
                  </a:lnTo>
                  <a:lnTo>
                    <a:pt x="334" y="225"/>
                  </a:lnTo>
                  <a:lnTo>
                    <a:pt x="332" y="225"/>
                  </a:lnTo>
                  <a:lnTo>
                    <a:pt x="332" y="227"/>
                  </a:lnTo>
                  <a:lnTo>
                    <a:pt x="332" y="227"/>
                  </a:lnTo>
                  <a:lnTo>
                    <a:pt x="332" y="227"/>
                  </a:lnTo>
                  <a:lnTo>
                    <a:pt x="332" y="227"/>
                  </a:lnTo>
                  <a:lnTo>
                    <a:pt x="332" y="230"/>
                  </a:lnTo>
                  <a:lnTo>
                    <a:pt x="329" y="232"/>
                  </a:lnTo>
                  <a:lnTo>
                    <a:pt x="329" y="232"/>
                  </a:lnTo>
                  <a:lnTo>
                    <a:pt x="327" y="232"/>
                  </a:lnTo>
                  <a:lnTo>
                    <a:pt x="327" y="234"/>
                  </a:lnTo>
                  <a:lnTo>
                    <a:pt x="327" y="234"/>
                  </a:lnTo>
                  <a:lnTo>
                    <a:pt x="325" y="237"/>
                  </a:lnTo>
                  <a:lnTo>
                    <a:pt x="325" y="237"/>
                  </a:lnTo>
                  <a:lnTo>
                    <a:pt x="325" y="239"/>
                  </a:lnTo>
                  <a:lnTo>
                    <a:pt x="322" y="237"/>
                  </a:lnTo>
                  <a:lnTo>
                    <a:pt x="320" y="237"/>
                  </a:lnTo>
                  <a:lnTo>
                    <a:pt x="317" y="239"/>
                  </a:lnTo>
                  <a:lnTo>
                    <a:pt x="317" y="241"/>
                  </a:lnTo>
                  <a:lnTo>
                    <a:pt x="313" y="244"/>
                  </a:lnTo>
                  <a:lnTo>
                    <a:pt x="313" y="244"/>
                  </a:lnTo>
                  <a:lnTo>
                    <a:pt x="310" y="246"/>
                  </a:lnTo>
                  <a:lnTo>
                    <a:pt x="308" y="246"/>
                  </a:lnTo>
                  <a:lnTo>
                    <a:pt x="308" y="246"/>
                  </a:lnTo>
                  <a:lnTo>
                    <a:pt x="308" y="246"/>
                  </a:lnTo>
                  <a:lnTo>
                    <a:pt x="306" y="249"/>
                  </a:lnTo>
                  <a:lnTo>
                    <a:pt x="306" y="251"/>
                  </a:lnTo>
                  <a:lnTo>
                    <a:pt x="303" y="256"/>
                  </a:lnTo>
                  <a:lnTo>
                    <a:pt x="301" y="260"/>
                  </a:lnTo>
                  <a:lnTo>
                    <a:pt x="299" y="263"/>
                  </a:lnTo>
                  <a:lnTo>
                    <a:pt x="296" y="265"/>
                  </a:lnTo>
                  <a:lnTo>
                    <a:pt x="291" y="265"/>
                  </a:lnTo>
                  <a:lnTo>
                    <a:pt x="287" y="265"/>
                  </a:lnTo>
                  <a:lnTo>
                    <a:pt x="284" y="265"/>
                  </a:lnTo>
                  <a:lnTo>
                    <a:pt x="284" y="265"/>
                  </a:lnTo>
                  <a:lnTo>
                    <a:pt x="282" y="265"/>
                  </a:lnTo>
                  <a:lnTo>
                    <a:pt x="282" y="267"/>
                  </a:lnTo>
                  <a:lnTo>
                    <a:pt x="284" y="270"/>
                  </a:lnTo>
                  <a:lnTo>
                    <a:pt x="284" y="272"/>
                  </a:lnTo>
                  <a:lnTo>
                    <a:pt x="284" y="272"/>
                  </a:lnTo>
                  <a:lnTo>
                    <a:pt x="282" y="272"/>
                  </a:lnTo>
                  <a:lnTo>
                    <a:pt x="282" y="275"/>
                  </a:lnTo>
                  <a:lnTo>
                    <a:pt x="280" y="277"/>
                  </a:lnTo>
                  <a:lnTo>
                    <a:pt x="277" y="277"/>
                  </a:lnTo>
                  <a:lnTo>
                    <a:pt x="277" y="277"/>
                  </a:lnTo>
                  <a:lnTo>
                    <a:pt x="273" y="277"/>
                  </a:lnTo>
                  <a:lnTo>
                    <a:pt x="268" y="275"/>
                  </a:lnTo>
                  <a:lnTo>
                    <a:pt x="265" y="275"/>
                  </a:lnTo>
                  <a:lnTo>
                    <a:pt x="265" y="275"/>
                  </a:lnTo>
                  <a:lnTo>
                    <a:pt x="263" y="275"/>
                  </a:lnTo>
                  <a:lnTo>
                    <a:pt x="258" y="275"/>
                  </a:lnTo>
                  <a:lnTo>
                    <a:pt x="256" y="275"/>
                  </a:lnTo>
                  <a:lnTo>
                    <a:pt x="256" y="275"/>
                  </a:lnTo>
                  <a:lnTo>
                    <a:pt x="254" y="275"/>
                  </a:lnTo>
                  <a:lnTo>
                    <a:pt x="249" y="277"/>
                  </a:lnTo>
                  <a:lnTo>
                    <a:pt x="249" y="277"/>
                  </a:lnTo>
                  <a:lnTo>
                    <a:pt x="242" y="275"/>
                  </a:lnTo>
                  <a:lnTo>
                    <a:pt x="239" y="275"/>
                  </a:lnTo>
                  <a:lnTo>
                    <a:pt x="237" y="272"/>
                  </a:lnTo>
                  <a:lnTo>
                    <a:pt x="235" y="272"/>
                  </a:lnTo>
                  <a:lnTo>
                    <a:pt x="232" y="275"/>
                  </a:lnTo>
                  <a:lnTo>
                    <a:pt x="230" y="277"/>
                  </a:lnTo>
                  <a:lnTo>
                    <a:pt x="228" y="277"/>
                  </a:lnTo>
                  <a:lnTo>
                    <a:pt x="225" y="279"/>
                  </a:lnTo>
                  <a:lnTo>
                    <a:pt x="225" y="279"/>
                  </a:lnTo>
                  <a:lnTo>
                    <a:pt x="225" y="277"/>
                  </a:lnTo>
                  <a:lnTo>
                    <a:pt x="225" y="277"/>
                  </a:lnTo>
                  <a:lnTo>
                    <a:pt x="223" y="275"/>
                  </a:lnTo>
                  <a:lnTo>
                    <a:pt x="223" y="275"/>
                  </a:lnTo>
                  <a:lnTo>
                    <a:pt x="223" y="275"/>
                  </a:lnTo>
                  <a:lnTo>
                    <a:pt x="223" y="275"/>
                  </a:lnTo>
                  <a:lnTo>
                    <a:pt x="223" y="272"/>
                  </a:lnTo>
                  <a:lnTo>
                    <a:pt x="220" y="270"/>
                  </a:lnTo>
                  <a:lnTo>
                    <a:pt x="220" y="267"/>
                  </a:lnTo>
                  <a:lnTo>
                    <a:pt x="220" y="265"/>
                  </a:lnTo>
                  <a:lnTo>
                    <a:pt x="223" y="263"/>
                  </a:lnTo>
                  <a:lnTo>
                    <a:pt x="223" y="260"/>
                  </a:lnTo>
                  <a:lnTo>
                    <a:pt x="223" y="260"/>
                  </a:lnTo>
                  <a:lnTo>
                    <a:pt x="220" y="258"/>
                  </a:lnTo>
                  <a:lnTo>
                    <a:pt x="220" y="258"/>
                  </a:lnTo>
                  <a:lnTo>
                    <a:pt x="220" y="256"/>
                  </a:lnTo>
                  <a:lnTo>
                    <a:pt x="220" y="256"/>
                  </a:lnTo>
                  <a:lnTo>
                    <a:pt x="220" y="251"/>
                  </a:lnTo>
                  <a:lnTo>
                    <a:pt x="220" y="251"/>
                  </a:lnTo>
                  <a:lnTo>
                    <a:pt x="223" y="249"/>
                  </a:lnTo>
                  <a:lnTo>
                    <a:pt x="223" y="249"/>
                  </a:lnTo>
                  <a:lnTo>
                    <a:pt x="225" y="246"/>
                  </a:lnTo>
                  <a:lnTo>
                    <a:pt x="228" y="241"/>
                  </a:lnTo>
                  <a:lnTo>
                    <a:pt x="230" y="239"/>
                  </a:lnTo>
                  <a:lnTo>
                    <a:pt x="230" y="237"/>
                  </a:lnTo>
                  <a:lnTo>
                    <a:pt x="232" y="234"/>
                  </a:lnTo>
                  <a:lnTo>
                    <a:pt x="232" y="234"/>
                  </a:lnTo>
                  <a:lnTo>
                    <a:pt x="232" y="230"/>
                  </a:lnTo>
                  <a:lnTo>
                    <a:pt x="232" y="230"/>
                  </a:lnTo>
                  <a:lnTo>
                    <a:pt x="232" y="225"/>
                  </a:lnTo>
                  <a:lnTo>
                    <a:pt x="230" y="220"/>
                  </a:lnTo>
                  <a:lnTo>
                    <a:pt x="230" y="215"/>
                  </a:lnTo>
                  <a:lnTo>
                    <a:pt x="230" y="215"/>
                  </a:lnTo>
                  <a:lnTo>
                    <a:pt x="230" y="215"/>
                  </a:lnTo>
                  <a:lnTo>
                    <a:pt x="228" y="215"/>
                  </a:lnTo>
                  <a:lnTo>
                    <a:pt x="228" y="215"/>
                  </a:lnTo>
                  <a:lnTo>
                    <a:pt x="228" y="215"/>
                  </a:lnTo>
                  <a:lnTo>
                    <a:pt x="228" y="215"/>
                  </a:lnTo>
                  <a:lnTo>
                    <a:pt x="228" y="213"/>
                  </a:lnTo>
                  <a:lnTo>
                    <a:pt x="228" y="211"/>
                  </a:lnTo>
                  <a:lnTo>
                    <a:pt x="225" y="208"/>
                  </a:lnTo>
                  <a:lnTo>
                    <a:pt x="225" y="208"/>
                  </a:lnTo>
                  <a:lnTo>
                    <a:pt x="225" y="208"/>
                  </a:lnTo>
                  <a:lnTo>
                    <a:pt x="223" y="206"/>
                  </a:lnTo>
                  <a:lnTo>
                    <a:pt x="223" y="206"/>
                  </a:lnTo>
                  <a:lnTo>
                    <a:pt x="225" y="206"/>
                  </a:lnTo>
                  <a:lnTo>
                    <a:pt x="225" y="204"/>
                  </a:lnTo>
                  <a:lnTo>
                    <a:pt x="223" y="204"/>
                  </a:lnTo>
                  <a:lnTo>
                    <a:pt x="223" y="204"/>
                  </a:lnTo>
                  <a:lnTo>
                    <a:pt x="223" y="204"/>
                  </a:lnTo>
                  <a:lnTo>
                    <a:pt x="223" y="204"/>
                  </a:lnTo>
                  <a:lnTo>
                    <a:pt x="223" y="204"/>
                  </a:lnTo>
                  <a:lnTo>
                    <a:pt x="223" y="201"/>
                  </a:lnTo>
                  <a:lnTo>
                    <a:pt x="225" y="201"/>
                  </a:lnTo>
                  <a:lnTo>
                    <a:pt x="223" y="199"/>
                  </a:lnTo>
                  <a:lnTo>
                    <a:pt x="220" y="196"/>
                  </a:lnTo>
                  <a:lnTo>
                    <a:pt x="220" y="196"/>
                  </a:lnTo>
                  <a:lnTo>
                    <a:pt x="223" y="194"/>
                  </a:lnTo>
                  <a:lnTo>
                    <a:pt x="223" y="194"/>
                  </a:lnTo>
                  <a:lnTo>
                    <a:pt x="223" y="194"/>
                  </a:lnTo>
                  <a:lnTo>
                    <a:pt x="223" y="194"/>
                  </a:lnTo>
                  <a:lnTo>
                    <a:pt x="223" y="194"/>
                  </a:lnTo>
                  <a:lnTo>
                    <a:pt x="220" y="194"/>
                  </a:lnTo>
                  <a:lnTo>
                    <a:pt x="220" y="194"/>
                  </a:lnTo>
                  <a:lnTo>
                    <a:pt x="220" y="194"/>
                  </a:lnTo>
                  <a:lnTo>
                    <a:pt x="220" y="192"/>
                  </a:lnTo>
                  <a:lnTo>
                    <a:pt x="220" y="192"/>
                  </a:lnTo>
                  <a:lnTo>
                    <a:pt x="220" y="192"/>
                  </a:lnTo>
                  <a:lnTo>
                    <a:pt x="220" y="192"/>
                  </a:lnTo>
                  <a:lnTo>
                    <a:pt x="220" y="189"/>
                  </a:lnTo>
                  <a:lnTo>
                    <a:pt x="218" y="189"/>
                  </a:lnTo>
                  <a:lnTo>
                    <a:pt x="218" y="189"/>
                  </a:lnTo>
                  <a:lnTo>
                    <a:pt x="218" y="189"/>
                  </a:lnTo>
                  <a:lnTo>
                    <a:pt x="216" y="187"/>
                  </a:lnTo>
                  <a:lnTo>
                    <a:pt x="216" y="187"/>
                  </a:lnTo>
                  <a:lnTo>
                    <a:pt x="216" y="185"/>
                  </a:lnTo>
                  <a:lnTo>
                    <a:pt x="216" y="185"/>
                  </a:lnTo>
                  <a:lnTo>
                    <a:pt x="216" y="185"/>
                  </a:lnTo>
                  <a:lnTo>
                    <a:pt x="216" y="185"/>
                  </a:lnTo>
                  <a:lnTo>
                    <a:pt x="216" y="185"/>
                  </a:lnTo>
                  <a:lnTo>
                    <a:pt x="216" y="182"/>
                  </a:lnTo>
                  <a:lnTo>
                    <a:pt x="216" y="182"/>
                  </a:lnTo>
                  <a:lnTo>
                    <a:pt x="216" y="182"/>
                  </a:lnTo>
                  <a:lnTo>
                    <a:pt x="213" y="182"/>
                  </a:lnTo>
                  <a:lnTo>
                    <a:pt x="213" y="182"/>
                  </a:lnTo>
                  <a:lnTo>
                    <a:pt x="213" y="180"/>
                  </a:lnTo>
                  <a:lnTo>
                    <a:pt x="213" y="180"/>
                  </a:lnTo>
                  <a:lnTo>
                    <a:pt x="211" y="180"/>
                  </a:lnTo>
                  <a:lnTo>
                    <a:pt x="211" y="178"/>
                  </a:lnTo>
                  <a:lnTo>
                    <a:pt x="211" y="178"/>
                  </a:lnTo>
                  <a:lnTo>
                    <a:pt x="211" y="175"/>
                  </a:lnTo>
                  <a:lnTo>
                    <a:pt x="211" y="175"/>
                  </a:lnTo>
                  <a:lnTo>
                    <a:pt x="211" y="173"/>
                  </a:lnTo>
                  <a:lnTo>
                    <a:pt x="209" y="168"/>
                  </a:lnTo>
                  <a:lnTo>
                    <a:pt x="209" y="168"/>
                  </a:lnTo>
                  <a:lnTo>
                    <a:pt x="202" y="163"/>
                  </a:lnTo>
                  <a:lnTo>
                    <a:pt x="197" y="161"/>
                  </a:lnTo>
                  <a:lnTo>
                    <a:pt x="197" y="161"/>
                  </a:lnTo>
                  <a:lnTo>
                    <a:pt x="194" y="161"/>
                  </a:lnTo>
                  <a:lnTo>
                    <a:pt x="194" y="161"/>
                  </a:lnTo>
                  <a:lnTo>
                    <a:pt x="194" y="159"/>
                  </a:lnTo>
                  <a:lnTo>
                    <a:pt x="192" y="159"/>
                  </a:lnTo>
                  <a:lnTo>
                    <a:pt x="190" y="156"/>
                  </a:lnTo>
                  <a:lnTo>
                    <a:pt x="190" y="154"/>
                  </a:lnTo>
                  <a:lnTo>
                    <a:pt x="187" y="154"/>
                  </a:lnTo>
                  <a:lnTo>
                    <a:pt x="187" y="154"/>
                  </a:lnTo>
                  <a:lnTo>
                    <a:pt x="187" y="151"/>
                  </a:lnTo>
                  <a:lnTo>
                    <a:pt x="187" y="151"/>
                  </a:lnTo>
                  <a:lnTo>
                    <a:pt x="187" y="163"/>
                  </a:lnTo>
                  <a:lnTo>
                    <a:pt x="187" y="166"/>
                  </a:lnTo>
                  <a:lnTo>
                    <a:pt x="187" y="168"/>
                  </a:lnTo>
                  <a:lnTo>
                    <a:pt x="187" y="189"/>
                  </a:lnTo>
                  <a:lnTo>
                    <a:pt x="187" y="192"/>
                  </a:lnTo>
                  <a:lnTo>
                    <a:pt x="187" y="215"/>
                  </a:lnTo>
                  <a:lnTo>
                    <a:pt x="187" y="218"/>
                  </a:lnTo>
                  <a:lnTo>
                    <a:pt x="187" y="222"/>
                  </a:lnTo>
                  <a:lnTo>
                    <a:pt x="187" y="234"/>
                  </a:lnTo>
                  <a:lnTo>
                    <a:pt x="187" y="239"/>
                  </a:lnTo>
                  <a:lnTo>
                    <a:pt x="187" y="256"/>
                  </a:lnTo>
                  <a:lnTo>
                    <a:pt x="187" y="258"/>
                  </a:lnTo>
                  <a:lnTo>
                    <a:pt x="187" y="263"/>
                  </a:lnTo>
                  <a:lnTo>
                    <a:pt x="187" y="275"/>
                  </a:lnTo>
                  <a:lnTo>
                    <a:pt x="187" y="279"/>
                  </a:lnTo>
                  <a:lnTo>
                    <a:pt x="187" y="296"/>
                  </a:lnTo>
                  <a:lnTo>
                    <a:pt x="187" y="298"/>
                  </a:lnTo>
                  <a:lnTo>
                    <a:pt x="187" y="303"/>
                  </a:lnTo>
                  <a:lnTo>
                    <a:pt x="187" y="322"/>
                  </a:lnTo>
                  <a:lnTo>
                    <a:pt x="187" y="327"/>
                  </a:lnTo>
                  <a:lnTo>
                    <a:pt x="187" y="350"/>
                  </a:lnTo>
                  <a:lnTo>
                    <a:pt x="187" y="353"/>
                  </a:lnTo>
                  <a:lnTo>
                    <a:pt x="187" y="355"/>
                  </a:lnTo>
                  <a:lnTo>
                    <a:pt x="187" y="369"/>
                  </a:lnTo>
                  <a:lnTo>
                    <a:pt x="187" y="369"/>
                  </a:lnTo>
                  <a:lnTo>
                    <a:pt x="185" y="372"/>
                  </a:lnTo>
                  <a:lnTo>
                    <a:pt x="185" y="372"/>
                  </a:lnTo>
                  <a:lnTo>
                    <a:pt x="183" y="372"/>
                  </a:lnTo>
                  <a:lnTo>
                    <a:pt x="183" y="372"/>
                  </a:lnTo>
                  <a:lnTo>
                    <a:pt x="183" y="372"/>
                  </a:lnTo>
                  <a:lnTo>
                    <a:pt x="178" y="374"/>
                  </a:lnTo>
                  <a:lnTo>
                    <a:pt x="178" y="374"/>
                  </a:lnTo>
                  <a:lnTo>
                    <a:pt x="175" y="374"/>
                  </a:lnTo>
                  <a:lnTo>
                    <a:pt x="173" y="374"/>
                  </a:lnTo>
                  <a:lnTo>
                    <a:pt x="173" y="376"/>
                  </a:lnTo>
                  <a:lnTo>
                    <a:pt x="171" y="376"/>
                  </a:lnTo>
                  <a:lnTo>
                    <a:pt x="166" y="376"/>
                  </a:lnTo>
                  <a:lnTo>
                    <a:pt x="166" y="376"/>
                  </a:lnTo>
                  <a:lnTo>
                    <a:pt x="166" y="376"/>
                  </a:lnTo>
                  <a:lnTo>
                    <a:pt x="166" y="376"/>
                  </a:lnTo>
                  <a:lnTo>
                    <a:pt x="164" y="379"/>
                  </a:lnTo>
                  <a:lnTo>
                    <a:pt x="164" y="379"/>
                  </a:lnTo>
                  <a:lnTo>
                    <a:pt x="164" y="379"/>
                  </a:lnTo>
                  <a:lnTo>
                    <a:pt x="164" y="381"/>
                  </a:lnTo>
                  <a:lnTo>
                    <a:pt x="164" y="381"/>
                  </a:lnTo>
                  <a:lnTo>
                    <a:pt x="164" y="381"/>
                  </a:lnTo>
                  <a:lnTo>
                    <a:pt x="161" y="381"/>
                  </a:lnTo>
                  <a:lnTo>
                    <a:pt x="161" y="386"/>
                  </a:lnTo>
                  <a:lnTo>
                    <a:pt x="161" y="386"/>
                  </a:lnTo>
                  <a:lnTo>
                    <a:pt x="159" y="388"/>
                  </a:lnTo>
                  <a:lnTo>
                    <a:pt x="159" y="388"/>
                  </a:lnTo>
                  <a:lnTo>
                    <a:pt x="154" y="388"/>
                  </a:lnTo>
                  <a:lnTo>
                    <a:pt x="152" y="391"/>
                  </a:lnTo>
                  <a:lnTo>
                    <a:pt x="152" y="388"/>
                  </a:lnTo>
                  <a:lnTo>
                    <a:pt x="152" y="388"/>
                  </a:lnTo>
                  <a:lnTo>
                    <a:pt x="149" y="388"/>
                  </a:lnTo>
                  <a:lnTo>
                    <a:pt x="149" y="388"/>
                  </a:lnTo>
                  <a:lnTo>
                    <a:pt x="149" y="391"/>
                  </a:lnTo>
                  <a:lnTo>
                    <a:pt x="147" y="391"/>
                  </a:lnTo>
                  <a:lnTo>
                    <a:pt x="147" y="393"/>
                  </a:lnTo>
                  <a:lnTo>
                    <a:pt x="149" y="393"/>
                  </a:lnTo>
                  <a:lnTo>
                    <a:pt x="149" y="398"/>
                  </a:lnTo>
                  <a:lnTo>
                    <a:pt x="149" y="398"/>
                  </a:lnTo>
                  <a:lnTo>
                    <a:pt x="149" y="398"/>
                  </a:lnTo>
                  <a:lnTo>
                    <a:pt x="147" y="398"/>
                  </a:lnTo>
                  <a:lnTo>
                    <a:pt x="147" y="400"/>
                  </a:lnTo>
                  <a:lnTo>
                    <a:pt x="147" y="400"/>
                  </a:lnTo>
                  <a:lnTo>
                    <a:pt x="147" y="400"/>
                  </a:lnTo>
                  <a:lnTo>
                    <a:pt x="142" y="402"/>
                  </a:lnTo>
                  <a:lnTo>
                    <a:pt x="142" y="402"/>
                  </a:lnTo>
                  <a:lnTo>
                    <a:pt x="140" y="402"/>
                  </a:lnTo>
                  <a:lnTo>
                    <a:pt x="138" y="402"/>
                  </a:lnTo>
                  <a:lnTo>
                    <a:pt x="138" y="402"/>
                  </a:lnTo>
                  <a:lnTo>
                    <a:pt x="138" y="402"/>
                  </a:lnTo>
                  <a:lnTo>
                    <a:pt x="135" y="400"/>
                  </a:lnTo>
                  <a:lnTo>
                    <a:pt x="135" y="400"/>
                  </a:lnTo>
                  <a:lnTo>
                    <a:pt x="135" y="400"/>
                  </a:lnTo>
                  <a:lnTo>
                    <a:pt x="133" y="398"/>
                  </a:lnTo>
                  <a:lnTo>
                    <a:pt x="133" y="398"/>
                  </a:lnTo>
                  <a:lnTo>
                    <a:pt x="121" y="395"/>
                  </a:lnTo>
                  <a:lnTo>
                    <a:pt x="112" y="398"/>
                  </a:lnTo>
                  <a:lnTo>
                    <a:pt x="109" y="398"/>
                  </a:lnTo>
                  <a:lnTo>
                    <a:pt x="107" y="398"/>
                  </a:lnTo>
                  <a:lnTo>
                    <a:pt x="107" y="398"/>
                  </a:lnTo>
                  <a:lnTo>
                    <a:pt x="107" y="398"/>
                  </a:lnTo>
                  <a:lnTo>
                    <a:pt x="107" y="398"/>
                  </a:lnTo>
                  <a:lnTo>
                    <a:pt x="107" y="398"/>
                  </a:lnTo>
                  <a:lnTo>
                    <a:pt x="107" y="398"/>
                  </a:lnTo>
                  <a:lnTo>
                    <a:pt x="107" y="398"/>
                  </a:lnTo>
                  <a:lnTo>
                    <a:pt x="105" y="398"/>
                  </a:lnTo>
                  <a:lnTo>
                    <a:pt x="105" y="398"/>
                  </a:lnTo>
                  <a:lnTo>
                    <a:pt x="105" y="398"/>
                  </a:lnTo>
                  <a:lnTo>
                    <a:pt x="102" y="400"/>
                  </a:lnTo>
                  <a:lnTo>
                    <a:pt x="102" y="400"/>
                  </a:lnTo>
                  <a:lnTo>
                    <a:pt x="100" y="398"/>
                  </a:lnTo>
                  <a:lnTo>
                    <a:pt x="97" y="398"/>
                  </a:lnTo>
                  <a:lnTo>
                    <a:pt x="93" y="398"/>
                  </a:lnTo>
                  <a:lnTo>
                    <a:pt x="90" y="400"/>
                  </a:lnTo>
                  <a:lnTo>
                    <a:pt x="90" y="400"/>
                  </a:lnTo>
                  <a:lnTo>
                    <a:pt x="86" y="398"/>
                  </a:lnTo>
                  <a:lnTo>
                    <a:pt x="83" y="398"/>
                  </a:lnTo>
                  <a:lnTo>
                    <a:pt x="81" y="393"/>
                  </a:lnTo>
                  <a:lnTo>
                    <a:pt x="78" y="393"/>
                  </a:lnTo>
                  <a:lnTo>
                    <a:pt x="76" y="393"/>
                  </a:lnTo>
                  <a:lnTo>
                    <a:pt x="69" y="391"/>
                  </a:lnTo>
                  <a:lnTo>
                    <a:pt x="67" y="391"/>
                  </a:lnTo>
                  <a:lnTo>
                    <a:pt x="67" y="391"/>
                  </a:lnTo>
                  <a:lnTo>
                    <a:pt x="64" y="391"/>
                  </a:lnTo>
                  <a:lnTo>
                    <a:pt x="64" y="391"/>
                  </a:lnTo>
                  <a:lnTo>
                    <a:pt x="64" y="391"/>
                  </a:lnTo>
                  <a:lnTo>
                    <a:pt x="62" y="391"/>
                  </a:lnTo>
                  <a:lnTo>
                    <a:pt x="60" y="391"/>
                  </a:lnTo>
                  <a:lnTo>
                    <a:pt x="60" y="388"/>
                  </a:lnTo>
                  <a:lnTo>
                    <a:pt x="60" y="388"/>
                  </a:lnTo>
                  <a:lnTo>
                    <a:pt x="60" y="386"/>
                  </a:lnTo>
                  <a:lnTo>
                    <a:pt x="60" y="386"/>
                  </a:lnTo>
                  <a:lnTo>
                    <a:pt x="57" y="386"/>
                  </a:lnTo>
                  <a:lnTo>
                    <a:pt x="57" y="386"/>
                  </a:lnTo>
                  <a:lnTo>
                    <a:pt x="57" y="386"/>
                  </a:lnTo>
                  <a:lnTo>
                    <a:pt x="55" y="388"/>
                  </a:lnTo>
                  <a:lnTo>
                    <a:pt x="52" y="388"/>
                  </a:lnTo>
                  <a:lnTo>
                    <a:pt x="50" y="388"/>
                  </a:lnTo>
                  <a:lnTo>
                    <a:pt x="50" y="386"/>
                  </a:lnTo>
                  <a:lnTo>
                    <a:pt x="50" y="383"/>
                  </a:lnTo>
                  <a:lnTo>
                    <a:pt x="50" y="381"/>
                  </a:lnTo>
                  <a:lnTo>
                    <a:pt x="50" y="379"/>
                  </a:lnTo>
                  <a:lnTo>
                    <a:pt x="48" y="379"/>
                  </a:lnTo>
                  <a:lnTo>
                    <a:pt x="48" y="379"/>
                  </a:lnTo>
                  <a:lnTo>
                    <a:pt x="48" y="376"/>
                  </a:lnTo>
                  <a:lnTo>
                    <a:pt x="45" y="374"/>
                  </a:lnTo>
                  <a:lnTo>
                    <a:pt x="45" y="374"/>
                  </a:lnTo>
                  <a:lnTo>
                    <a:pt x="45" y="372"/>
                  </a:lnTo>
                  <a:lnTo>
                    <a:pt x="45" y="372"/>
                  </a:lnTo>
                  <a:lnTo>
                    <a:pt x="48" y="372"/>
                  </a:lnTo>
                  <a:lnTo>
                    <a:pt x="48" y="372"/>
                  </a:lnTo>
                  <a:lnTo>
                    <a:pt x="48" y="369"/>
                  </a:lnTo>
                  <a:lnTo>
                    <a:pt x="50" y="369"/>
                  </a:lnTo>
                  <a:lnTo>
                    <a:pt x="50" y="367"/>
                  </a:lnTo>
                  <a:lnTo>
                    <a:pt x="50" y="367"/>
                  </a:lnTo>
                  <a:lnTo>
                    <a:pt x="50" y="364"/>
                  </a:lnTo>
                  <a:lnTo>
                    <a:pt x="48" y="364"/>
                  </a:lnTo>
                  <a:lnTo>
                    <a:pt x="48" y="362"/>
                  </a:lnTo>
                  <a:lnTo>
                    <a:pt x="48" y="362"/>
                  </a:lnTo>
                  <a:lnTo>
                    <a:pt x="48" y="362"/>
                  </a:lnTo>
                  <a:lnTo>
                    <a:pt x="48" y="362"/>
                  </a:lnTo>
                  <a:lnTo>
                    <a:pt x="48" y="360"/>
                  </a:lnTo>
                  <a:lnTo>
                    <a:pt x="48" y="360"/>
                  </a:lnTo>
                  <a:lnTo>
                    <a:pt x="48" y="360"/>
                  </a:lnTo>
                  <a:lnTo>
                    <a:pt x="45" y="357"/>
                  </a:lnTo>
                  <a:lnTo>
                    <a:pt x="45" y="357"/>
                  </a:lnTo>
                  <a:lnTo>
                    <a:pt x="45" y="357"/>
                  </a:lnTo>
                  <a:lnTo>
                    <a:pt x="41" y="360"/>
                  </a:lnTo>
                  <a:lnTo>
                    <a:pt x="38" y="360"/>
                  </a:lnTo>
                  <a:lnTo>
                    <a:pt x="38" y="357"/>
                  </a:lnTo>
                  <a:lnTo>
                    <a:pt x="38" y="355"/>
                  </a:lnTo>
                  <a:lnTo>
                    <a:pt x="38" y="353"/>
                  </a:lnTo>
                  <a:lnTo>
                    <a:pt x="38" y="353"/>
                  </a:lnTo>
                  <a:lnTo>
                    <a:pt x="38" y="350"/>
                  </a:lnTo>
                  <a:lnTo>
                    <a:pt x="36" y="350"/>
                  </a:lnTo>
                  <a:lnTo>
                    <a:pt x="36" y="350"/>
                  </a:lnTo>
                  <a:lnTo>
                    <a:pt x="34" y="348"/>
                  </a:lnTo>
                  <a:lnTo>
                    <a:pt x="34" y="348"/>
                  </a:lnTo>
                  <a:lnTo>
                    <a:pt x="34" y="346"/>
                  </a:lnTo>
                  <a:lnTo>
                    <a:pt x="34" y="346"/>
                  </a:lnTo>
                  <a:lnTo>
                    <a:pt x="31" y="346"/>
                  </a:lnTo>
                  <a:lnTo>
                    <a:pt x="31" y="346"/>
                  </a:lnTo>
                  <a:lnTo>
                    <a:pt x="31" y="348"/>
                  </a:lnTo>
                  <a:lnTo>
                    <a:pt x="29" y="348"/>
                  </a:lnTo>
                  <a:lnTo>
                    <a:pt x="26" y="348"/>
                  </a:lnTo>
                  <a:lnTo>
                    <a:pt x="26" y="348"/>
                  </a:lnTo>
                  <a:lnTo>
                    <a:pt x="26" y="348"/>
                  </a:lnTo>
                  <a:lnTo>
                    <a:pt x="24" y="350"/>
                  </a:lnTo>
                  <a:lnTo>
                    <a:pt x="24" y="348"/>
                  </a:lnTo>
                  <a:lnTo>
                    <a:pt x="24" y="348"/>
                  </a:lnTo>
                  <a:lnTo>
                    <a:pt x="24" y="348"/>
                  </a:lnTo>
                  <a:lnTo>
                    <a:pt x="24" y="348"/>
                  </a:lnTo>
                  <a:lnTo>
                    <a:pt x="22" y="350"/>
                  </a:lnTo>
                  <a:lnTo>
                    <a:pt x="22" y="350"/>
                  </a:lnTo>
                  <a:lnTo>
                    <a:pt x="22" y="355"/>
                  </a:lnTo>
                  <a:lnTo>
                    <a:pt x="22" y="355"/>
                  </a:lnTo>
                  <a:lnTo>
                    <a:pt x="22" y="355"/>
                  </a:lnTo>
                  <a:lnTo>
                    <a:pt x="22" y="355"/>
                  </a:lnTo>
                  <a:lnTo>
                    <a:pt x="19" y="355"/>
                  </a:lnTo>
                  <a:lnTo>
                    <a:pt x="19" y="355"/>
                  </a:lnTo>
                  <a:lnTo>
                    <a:pt x="19" y="355"/>
                  </a:lnTo>
                  <a:lnTo>
                    <a:pt x="19" y="355"/>
                  </a:lnTo>
                  <a:lnTo>
                    <a:pt x="19" y="355"/>
                  </a:lnTo>
                  <a:lnTo>
                    <a:pt x="19" y="355"/>
                  </a:lnTo>
                  <a:lnTo>
                    <a:pt x="19" y="357"/>
                  </a:lnTo>
                  <a:lnTo>
                    <a:pt x="19" y="357"/>
                  </a:lnTo>
                  <a:lnTo>
                    <a:pt x="19" y="357"/>
                  </a:lnTo>
                  <a:lnTo>
                    <a:pt x="19" y="357"/>
                  </a:lnTo>
                  <a:lnTo>
                    <a:pt x="17" y="357"/>
                  </a:lnTo>
                  <a:lnTo>
                    <a:pt x="17" y="357"/>
                  </a:lnTo>
                  <a:lnTo>
                    <a:pt x="17" y="360"/>
                  </a:lnTo>
                  <a:lnTo>
                    <a:pt x="19" y="360"/>
                  </a:lnTo>
                  <a:lnTo>
                    <a:pt x="19" y="360"/>
                  </a:lnTo>
                  <a:lnTo>
                    <a:pt x="19" y="360"/>
                  </a:lnTo>
                  <a:lnTo>
                    <a:pt x="17" y="362"/>
                  </a:lnTo>
                  <a:lnTo>
                    <a:pt x="17" y="362"/>
                  </a:lnTo>
                  <a:lnTo>
                    <a:pt x="17" y="360"/>
                  </a:lnTo>
                  <a:lnTo>
                    <a:pt x="17" y="360"/>
                  </a:lnTo>
                  <a:lnTo>
                    <a:pt x="15" y="360"/>
                  </a:lnTo>
                  <a:lnTo>
                    <a:pt x="15" y="362"/>
                  </a:lnTo>
                  <a:lnTo>
                    <a:pt x="15" y="362"/>
                  </a:lnTo>
                  <a:lnTo>
                    <a:pt x="17" y="364"/>
                  </a:lnTo>
                  <a:lnTo>
                    <a:pt x="17" y="367"/>
                  </a:lnTo>
                  <a:lnTo>
                    <a:pt x="17" y="367"/>
                  </a:lnTo>
                  <a:lnTo>
                    <a:pt x="17" y="367"/>
                  </a:lnTo>
                  <a:lnTo>
                    <a:pt x="17" y="367"/>
                  </a:lnTo>
                  <a:lnTo>
                    <a:pt x="17" y="369"/>
                  </a:lnTo>
                  <a:lnTo>
                    <a:pt x="15" y="372"/>
                  </a:lnTo>
                  <a:lnTo>
                    <a:pt x="15" y="372"/>
                  </a:lnTo>
                  <a:lnTo>
                    <a:pt x="15" y="372"/>
                  </a:lnTo>
                  <a:lnTo>
                    <a:pt x="15" y="374"/>
                  </a:lnTo>
                  <a:lnTo>
                    <a:pt x="12" y="374"/>
                  </a:lnTo>
                  <a:lnTo>
                    <a:pt x="12" y="374"/>
                  </a:lnTo>
                  <a:lnTo>
                    <a:pt x="12" y="374"/>
                  </a:lnTo>
                  <a:lnTo>
                    <a:pt x="12" y="374"/>
                  </a:lnTo>
                  <a:lnTo>
                    <a:pt x="12" y="372"/>
                  </a:lnTo>
                  <a:lnTo>
                    <a:pt x="10" y="372"/>
                  </a:lnTo>
                  <a:lnTo>
                    <a:pt x="10" y="372"/>
                  </a:lnTo>
                  <a:lnTo>
                    <a:pt x="8" y="376"/>
                  </a:lnTo>
                  <a:lnTo>
                    <a:pt x="5" y="376"/>
                  </a:lnTo>
                  <a:lnTo>
                    <a:pt x="3" y="379"/>
                  </a:lnTo>
                  <a:lnTo>
                    <a:pt x="0" y="379"/>
                  </a:lnTo>
                  <a:lnTo>
                    <a:pt x="0" y="379"/>
                  </a:lnTo>
                  <a:lnTo>
                    <a:pt x="0" y="381"/>
                  </a:lnTo>
                  <a:lnTo>
                    <a:pt x="0" y="381"/>
                  </a:lnTo>
                  <a:lnTo>
                    <a:pt x="0" y="381"/>
                  </a:lnTo>
                  <a:lnTo>
                    <a:pt x="0" y="383"/>
                  </a:lnTo>
                  <a:lnTo>
                    <a:pt x="0" y="383"/>
                  </a:lnTo>
                  <a:lnTo>
                    <a:pt x="0" y="383"/>
                  </a:lnTo>
                  <a:lnTo>
                    <a:pt x="3" y="386"/>
                  </a:lnTo>
                  <a:lnTo>
                    <a:pt x="3" y="388"/>
                  </a:lnTo>
                  <a:lnTo>
                    <a:pt x="3" y="388"/>
                  </a:lnTo>
                  <a:lnTo>
                    <a:pt x="3" y="388"/>
                  </a:lnTo>
                  <a:lnTo>
                    <a:pt x="5" y="388"/>
                  </a:lnTo>
                  <a:lnTo>
                    <a:pt x="5" y="388"/>
                  </a:lnTo>
                  <a:lnTo>
                    <a:pt x="5" y="388"/>
                  </a:lnTo>
                  <a:lnTo>
                    <a:pt x="5" y="391"/>
                  </a:lnTo>
                  <a:lnTo>
                    <a:pt x="5" y="391"/>
                  </a:lnTo>
                  <a:lnTo>
                    <a:pt x="5" y="391"/>
                  </a:lnTo>
                  <a:lnTo>
                    <a:pt x="5" y="393"/>
                  </a:lnTo>
                  <a:lnTo>
                    <a:pt x="5" y="395"/>
                  </a:lnTo>
                  <a:lnTo>
                    <a:pt x="8" y="398"/>
                  </a:lnTo>
                  <a:lnTo>
                    <a:pt x="10" y="400"/>
                  </a:lnTo>
                  <a:lnTo>
                    <a:pt x="12" y="402"/>
                  </a:lnTo>
                  <a:lnTo>
                    <a:pt x="12" y="405"/>
                  </a:lnTo>
                  <a:lnTo>
                    <a:pt x="15" y="407"/>
                  </a:lnTo>
                  <a:lnTo>
                    <a:pt x="15" y="407"/>
                  </a:lnTo>
                  <a:lnTo>
                    <a:pt x="17" y="409"/>
                  </a:lnTo>
                  <a:lnTo>
                    <a:pt x="19" y="412"/>
                  </a:lnTo>
                  <a:lnTo>
                    <a:pt x="19" y="412"/>
                  </a:lnTo>
                  <a:lnTo>
                    <a:pt x="19" y="414"/>
                  </a:lnTo>
                  <a:lnTo>
                    <a:pt x="19" y="414"/>
                  </a:lnTo>
                  <a:lnTo>
                    <a:pt x="19" y="417"/>
                  </a:lnTo>
                  <a:lnTo>
                    <a:pt x="19" y="417"/>
                  </a:lnTo>
                  <a:lnTo>
                    <a:pt x="19" y="419"/>
                  </a:lnTo>
                  <a:lnTo>
                    <a:pt x="19" y="419"/>
                  </a:lnTo>
                  <a:lnTo>
                    <a:pt x="19" y="419"/>
                  </a:lnTo>
                  <a:lnTo>
                    <a:pt x="22" y="419"/>
                  </a:lnTo>
                  <a:lnTo>
                    <a:pt x="22" y="424"/>
                  </a:lnTo>
                  <a:lnTo>
                    <a:pt x="22" y="424"/>
                  </a:lnTo>
                  <a:lnTo>
                    <a:pt x="24" y="426"/>
                  </a:lnTo>
                  <a:lnTo>
                    <a:pt x="24" y="426"/>
                  </a:lnTo>
                  <a:lnTo>
                    <a:pt x="24" y="426"/>
                  </a:lnTo>
                  <a:lnTo>
                    <a:pt x="24" y="426"/>
                  </a:lnTo>
                  <a:lnTo>
                    <a:pt x="26" y="433"/>
                  </a:lnTo>
                  <a:lnTo>
                    <a:pt x="26" y="433"/>
                  </a:lnTo>
                  <a:lnTo>
                    <a:pt x="29" y="438"/>
                  </a:lnTo>
                  <a:lnTo>
                    <a:pt x="29" y="440"/>
                  </a:lnTo>
                  <a:lnTo>
                    <a:pt x="29" y="443"/>
                  </a:lnTo>
                  <a:lnTo>
                    <a:pt x="29" y="443"/>
                  </a:lnTo>
                  <a:lnTo>
                    <a:pt x="29" y="443"/>
                  </a:lnTo>
                  <a:lnTo>
                    <a:pt x="31" y="447"/>
                  </a:lnTo>
                  <a:lnTo>
                    <a:pt x="31" y="447"/>
                  </a:lnTo>
                  <a:lnTo>
                    <a:pt x="31" y="450"/>
                  </a:lnTo>
                  <a:lnTo>
                    <a:pt x="31" y="450"/>
                  </a:lnTo>
                  <a:lnTo>
                    <a:pt x="31" y="450"/>
                  </a:lnTo>
                  <a:lnTo>
                    <a:pt x="34" y="454"/>
                  </a:lnTo>
                  <a:lnTo>
                    <a:pt x="34" y="457"/>
                  </a:lnTo>
                  <a:lnTo>
                    <a:pt x="34" y="457"/>
                  </a:lnTo>
                  <a:lnTo>
                    <a:pt x="34" y="457"/>
                  </a:lnTo>
                  <a:lnTo>
                    <a:pt x="34" y="457"/>
                  </a:lnTo>
                  <a:lnTo>
                    <a:pt x="34" y="457"/>
                  </a:lnTo>
                  <a:lnTo>
                    <a:pt x="34" y="459"/>
                  </a:lnTo>
                  <a:lnTo>
                    <a:pt x="36" y="466"/>
                  </a:lnTo>
                  <a:lnTo>
                    <a:pt x="38" y="473"/>
                  </a:lnTo>
                  <a:lnTo>
                    <a:pt x="38" y="476"/>
                  </a:lnTo>
                  <a:lnTo>
                    <a:pt x="38" y="476"/>
                  </a:lnTo>
                  <a:lnTo>
                    <a:pt x="41" y="480"/>
                  </a:lnTo>
                  <a:lnTo>
                    <a:pt x="43" y="483"/>
                  </a:lnTo>
                  <a:lnTo>
                    <a:pt x="43" y="483"/>
                  </a:lnTo>
                  <a:lnTo>
                    <a:pt x="43" y="485"/>
                  </a:lnTo>
                  <a:lnTo>
                    <a:pt x="43" y="488"/>
                  </a:lnTo>
                  <a:lnTo>
                    <a:pt x="43" y="488"/>
                  </a:lnTo>
                  <a:lnTo>
                    <a:pt x="45" y="495"/>
                  </a:lnTo>
                  <a:lnTo>
                    <a:pt x="48" y="495"/>
                  </a:lnTo>
                  <a:lnTo>
                    <a:pt x="48" y="497"/>
                  </a:lnTo>
                  <a:lnTo>
                    <a:pt x="50" y="502"/>
                  </a:lnTo>
                  <a:lnTo>
                    <a:pt x="52" y="504"/>
                  </a:lnTo>
                  <a:lnTo>
                    <a:pt x="52" y="506"/>
                  </a:lnTo>
                  <a:lnTo>
                    <a:pt x="52" y="509"/>
                  </a:lnTo>
                  <a:lnTo>
                    <a:pt x="57" y="514"/>
                  </a:lnTo>
                  <a:lnTo>
                    <a:pt x="57" y="516"/>
                  </a:lnTo>
                  <a:lnTo>
                    <a:pt x="57" y="518"/>
                  </a:lnTo>
                  <a:lnTo>
                    <a:pt x="57" y="518"/>
                  </a:lnTo>
                  <a:lnTo>
                    <a:pt x="62" y="523"/>
                  </a:lnTo>
                  <a:lnTo>
                    <a:pt x="64" y="530"/>
                  </a:lnTo>
                  <a:lnTo>
                    <a:pt x="64" y="530"/>
                  </a:lnTo>
                  <a:lnTo>
                    <a:pt x="67" y="533"/>
                  </a:lnTo>
                  <a:lnTo>
                    <a:pt x="67" y="535"/>
                  </a:lnTo>
                  <a:lnTo>
                    <a:pt x="67" y="535"/>
                  </a:lnTo>
                  <a:lnTo>
                    <a:pt x="67" y="537"/>
                  </a:lnTo>
                  <a:lnTo>
                    <a:pt x="69" y="537"/>
                  </a:lnTo>
                  <a:lnTo>
                    <a:pt x="71" y="542"/>
                  </a:lnTo>
                  <a:lnTo>
                    <a:pt x="71" y="542"/>
                  </a:lnTo>
                  <a:lnTo>
                    <a:pt x="71" y="542"/>
                  </a:lnTo>
                  <a:lnTo>
                    <a:pt x="74" y="544"/>
                  </a:lnTo>
                  <a:lnTo>
                    <a:pt x="74" y="544"/>
                  </a:lnTo>
                  <a:lnTo>
                    <a:pt x="76" y="549"/>
                  </a:lnTo>
                  <a:lnTo>
                    <a:pt x="76" y="549"/>
                  </a:lnTo>
                  <a:lnTo>
                    <a:pt x="76" y="551"/>
                  </a:lnTo>
                  <a:lnTo>
                    <a:pt x="78" y="554"/>
                  </a:lnTo>
                  <a:lnTo>
                    <a:pt x="81" y="556"/>
                  </a:lnTo>
                  <a:lnTo>
                    <a:pt x="81" y="556"/>
                  </a:lnTo>
                  <a:lnTo>
                    <a:pt x="83" y="559"/>
                  </a:lnTo>
                  <a:lnTo>
                    <a:pt x="83" y="559"/>
                  </a:lnTo>
                  <a:lnTo>
                    <a:pt x="86" y="561"/>
                  </a:lnTo>
                  <a:lnTo>
                    <a:pt x="88" y="566"/>
                  </a:lnTo>
                  <a:lnTo>
                    <a:pt x="88" y="566"/>
                  </a:lnTo>
                  <a:lnTo>
                    <a:pt x="88" y="566"/>
                  </a:lnTo>
                  <a:lnTo>
                    <a:pt x="90" y="570"/>
                  </a:lnTo>
                  <a:lnTo>
                    <a:pt x="93" y="573"/>
                  </a:lnTo>
                  <a:lnTo>
                    <a:pt x="93" y="573"/>
                  </a:lnTo>
                  <a:lnTo>
                    <a:pt x="95" y="577"/>
                  </a:lnTo>
                  <a:lnTo>
                    <a:pt x="95" y="580"/>
                  </a:lnTo>
                  <a:lnTo>
                    <a:pt x="95" y="580"/>
                  </a:lnTo>
                  <a:lnTo>
                    <a:pt x="95" y="580"/>
                  </a:lnTo>
                  <a:lnTo>
                    <a:pt x="95" y="580"/>
                  </a:lnTo>
                  <a:lnTo>
                    <a:pt x="95" y="582"/>
                  </a:lnTo>
                  <a:lnTo>
                    <a:pt x="95" y="582"/>
                  </a:lnTo>
                  <a:lnTo>
                    <a:pt x="95" y="585"/>
                  </a:lnTo>
                  <a:lnTo>
                    <a:pt x="97" y="585"/>
                  </a:lnTo>
                  <a:lnTo>
                    <a:pt x="95" y="587"/>
                  </a:lnTo>
                  <a:lnTo>
                    <a:pt x="97" y="589"/>
                  </a:lnTo>
                  <a:lnTo>
                    <a:pt x="97" y="592"/>
                  </a:lnTo>
                  <a:lnTo>
                    <a:pt x="97" y="599"/>
                  </a:lnTo>
                  <a:lnTo>
                    <a:pt x="100" y="606"/>
                  </a:lnTo>
                  <a:lnTo>
                    <a:pt x="100" y="611"/>
                  </a:lnTo>
                  <a:lnTo>
                    <a:pt x="97" y="611"/>
                  </a:lnTo>
                  <a:lnTo>
                    <a:pt x="97" y="613"/>
                  </a:lnTo>
                  <a:lnTo>
                    <a:pt x="100" y="613"/>
                  </a:lnTo>
                  <a:lnTo>
                    <a:pt x="100" y="615"/>
                  </a:lnTo>
                  <a:lnTo>
                    <a:pt x="100" y="620"/>
                  </a:lnTo>
                  <a:lnTo>
                    <a:pt x="100" y="622"/>
                  </a:lnTo>
                  <a:lnTo>
                    <a:pt x="97" y="627"/>
                  </a:lnTo>
                  <a:lnTo>
                    <a:pt x="97" y="630"/>
                  </a:lnTo>
                  <a:lnTo>
                    <a:pt x="95" y="632"/>
                  </a:lnTo>
                  <a:lnTo>
                    <a:pt x="90" y="639"/>
                  </a:lnTo>
                  <a:lnTo>
                    <a:pt x="88" y="639"/>
                  </a:lnTo>
                  <a:lnTo>
                    <a:pt x="86" y="639"/>
                  </a:lnTo>
                  <a:lnTo>
                    <a:pt x="83" y="639"/>
                  </a:lnTo>
                  <a:lnTo>
                    <a:pt x="81" y="637"/>
                  </a:lnTo>
                  <a:lnTo>
                    <a:pt x="81" y="637"/>
                  </a:lnTo>
                  <a:lnTo>
                    <a:pt x="81" y="634"/>
                  </a:lnTo>
                  <a:lnTo>
                    <a:pt x="78" y="634"/>
                  </a:lnTo>
                  <a:lnTo>
                    <a:pt x="78" y="634"/>
                  </a:lnTo>
                  <a:lnTo>
                    <a:pt x="76" y="637"/>
                  </a:lnTo>
                  <a:lnTo>
                    <a:pt x="76" y="637"/>
                  </a:lnTo>
                  <a:lnTo>
                    <a:pt x="76" y="637"/>
                  </a:lnTo>
                  <a:lnTo>
                    <a:pt x="76" y="639"/>
                  </a:lnTo>
                  <a:lnTo>
                    <a:pt x="76" y="639"/>
                  </a:lnTo>
                  <a:lnTo>
                    <a:pt x="76" y="639"/>
                  </a:lnTo>
                  <a:lnTo>
                    <a:pt x="76" y="641"/>
                  </a:lnTo>
                  <a:lnTo>
                    <a:pt x="76" y="641"/>
                  </a:lnTo>
                  <a:lnTo>
                    <a:pt x="76" y="641"/>
                  </a:lnTo>
                  <a:lnTo>
                    <a:pt x="76" y="641"/>
                  </a:lnTo>
                  <a:lnTo>
                    <a:pt x="74" y="641"/>
                  </a:lnTo>
                  <a:lnTo>
                    <a:pt x="74" y="641"/>
                  </a:lnTo>
                  <a:lnTo>
                    <a:pt x="74" y="641"/>
                  </a:lnTo>
                  <a:lnTo>
                    <a:pt x="74" y="641"/>
                  </a:lnTo>
                  <a:lnTo>
                    <a:pt x="74" y="641"/>
                  </a:lnTo>
                  <a:lnTo>
                    <a:pt x="74" y="641"/>
                  </a:lnTo>
                  <a:lnTo>
                    <a:pt x="74" y="644"/>
                  </a:lnTo>
                  <a:lnTo>
                    <a:pt x="74" y="644"/>
                  </a:lnTo>
                  <a:lnTo>
                    <a:pt x="74" y="644"/>
                  </a:lnTo>
                  <a:lnTo>
                    <a:pt x="74" y="644"/>
                  </a:lnTo>
                  <a:lnTo>
                    <a:pt x="76" y="646"/>
                  </a:lnTo>
                  <a:lnTo>
                    <a:pt x="74" y="646"/>
                  </a:lnTo>
                  <a:lnTo>
                    <a:pt x="74" y="646"/>
                  </a:lnTo>
                  <a:lnTo>
                    <a:pt x="74" y="648"/>
                  </a:lnTo>
                  <a:lnTo>
                    <a:pt x="74" y="648"/>
                  </a:lnTo>
                  <a:lnTo>
                    <a:pt x="74" y="648"/>
                  </a:lnTo>
                  <a:lnTo>
                    <a:pt x="76" y="651"/>
                  </a:lnTo>
                  <a:lnTo>
                    <a:pt x="76" y="651"/>
                  </a:lnTo>
                  <a:lnTo>
                    <a:pt x="74" y="653"/>
                  </a:lnTo>
                  <a:lnTo>
                    <a:pt x="76" y="653"/>
                  </a:lnTo>
                  <a:lnTo>
                    <a:pt x="76" y="653"/>
                  </a:lnTo>
                  <a:lnTo>
                    <a:pt x="76" y="656"/>
                  </a:lnTo>
                  <a:lnTo>
                    <a:pt x="76" y="656"/>
                  </a:lnTo>
                  <a:lnTo>
                    <a:pt x="76" y="656"/>
                  </a:lnTo>
                  <a:lnTo>
                    <a:pt x="76" y="656"/>
                  </a:lnTo>
                  <a:lnTo>
                    <a:pt x="76" y="658"/>
                  </a:lnTo>
                  <a:lnTo>
                    <a:pt x="78" y="656"/>
                  </a:lnTo>
                  <a:lnTo>
                    <a:pt x="78" y="656"/>
                  </a:lnTo>
                  <a:lnTo>
                    <a:pt x="78" y="656"/>
                  </a:lnTo>
                  <a:lnTo>
                    <a:pt x="78" y="656"/>
                  </a:lnTo>
                  <a:lnTo>
                    <a:pt x="78" y="653"/>
                  </a:lnTo>
                  <a:lnTo>
                    <a:pt x="81" y="653"/>
                  </a:lnTo>
                  <a:lnTo>
                    <a:pt x="81" y="653"/>
                  </a:lnTo>
                  <a:lnTo>
                    <a:pt x="83" y="656"/>
                  </a:lnTo>
                  <a:lnTo>
                    <a:pt x="83" y="656"/>
                  </a:lnTo>
                  <a:lnTo>
                    <a:pt x="83" y="658"/>
                  </a:lnTo>
                  <a:lnTo>
                    <a:pt x="83" y="660"/>
                  </a:lnTo>
                  <a:lnTo>
                    <a:pt x="83" y="660"/>
                  </a:lnTo>
                  <a:lnTo>
                    <a:pt x="83" y="660"/>
                  </a:lnTo>
                  <a:lnTo>
                    <a:pt x="86" y="663"/>
                  </a:lnTo>
                  <a:lnTo>
                    <a:pt x="86" y="663"/>
                  </a:lnTo>
                  <a:lnTo>
                    <a:pt x="86" y="663"/>
                  </a:lnTo>
                  <a:lnTo>
                    <a:pt x="86" y="663"/>
                  </a:lnTo>
                  <a:lnTo>
                    <a:pt x="86" y="663"/>
                  </a:lnTo>
                  <a:lnTo>
                    <a:pt x="86" y="665"/>
                  </a:lnTo>
                  <a:lnTo>
                    <a:pt x="88" y="665"/>
                  </a:lnTo>
                  <a:lnTo>
                    <a:pt x="88" y="665"/>
                  </a:lnTo>
                  <a:lnTo>
                    <a:pt x="88" y="667"/>
                  </a:lnTo>
                  <a:lnTo>
                    <a:pt x="88" y="667"/>
                  </a:lnTo>
                  <a:lnTo>
                    <a:pt x="86" y="667"/>
                  </a:lnTo>
                  <a:lnTo>
                    <a:pt x="86" y="665"/>
                  </a:lnTo>
                  <a:lnTo>
                    <a:pt x="86" y="665"/>
                  </a:lnTo>
                  <a:lnTo>
                    <a:pt x="83" y="663"/>
                  </a:lnTo>
                  <a:lnTo>
                    <a:pt x="83" y="663"/>
                  </a:lnTo>
                  <a:lnTo>
                    <a:pt x="83" y="663"/>
                  </a:lnTo>
                  <a:lnTo>
                    <a:pt x="83" y="663"/>
                  </a:lnTo>
                  <a:lnTo>
                    <a:pt x="83" y="660"/>
                  </a:lnTo>
                  <a:lnTo>
                    <a:pt x="83" y="660"/>
                  </a:lnTo>
                  <a:lnTo>
                    <a:pt x="81" y="660"/>
                  </a:lnTo>
                  <a:lnTo>
                    <a:pt x="81" y="660"/>
                  </a:lnTo>
                  <a:lnTo>
                    <a:pt x="81" y="660"/>
                  </a:lnTo>
                  <a:lnTo>
                    <a:pt x="78" y="660"/>
                  </a:lnTo>
                  <a:lnTo>
                    <a:pt x="78" y="660"/>
                  </a:lnTo>
                  <a:lnTo>
                    <a:pt x="81" y="663"/>
                  </a:lnTo>
                  <a:lnTo>
                    <a:pt x="81" y="663"/>
                  </a:lnTo>
                  <a:lnTo>
                    <a:pt x="83" y="663"/>
                  </a:lnTo>
                  <a:lnTo>
                    <a:pt x="83" y="665"/>
                  </a:lnTo>
                  <a:lnTo>
                    <a:pt x="86" y="667"/>
                  </a:lnTo>
                  <a:lnTo>
                    <a:pt x="86" y="667"/>
                  </a:lnTo>
                  <a:lnTo>
                    <a:pt x="86" y="667"/>
                  </a:lnTo>
                  <a:lnTo>
                    <a:pt x="88" y="670"/>
                  </a:lnTo>
                  <a:lnTo>
                    <a:pt x="88" y="672"/>
                  </a:lnTo>
                  <a:lnTo>
                    <a:pt x="90" y="675"/>
                  </a:lnTo>
                  <a:lnTo>
                    <a:pt x="90" y="675"/>
                  </a:lnTo>
                  <a:lnTo>
                    <a:pt x="90" y="677"/>
                  </a:lnTo>
                  <a:lnTo>
                    <a:pt x="95" y="682"/>
                  </a:lnTo>
                  <a:lnTo>
                    <a:pt x="97" y="682"/>
                  </a:lnTo>
                  <a:lnTo>
                    <a:pt x="97" y="684"/>
                  </a:lnTo>
                  <a:lnTo>
                    <a:pt x="97" y="686"/>
                  </a:lnTo>
                  <a:lnTo>
                    <a:pt x="97" y="686"/>
                  </a:lnTo>
                  <a:lnTo>
                    <a:pt x="97" y="689"/>
                  </a:lnTo>
                  <a:lnTo>
                    <a:pt x="97" y="691"/>
                  </a:lnTo>
                  <a:lnTo>
                    <a:pt x="100" y="691"/>
                  </a:lnTo>
                  <a:lnTo>
                    <a:pt x="100" y="691"/>
                  </a:lnTo>
                  <a:lnTo>
                    <a:pt x="102" y="693"/>
                  </a:lnTo>
                  <a:lnTo>
                    <a:pt x="102" y="693"/>
                  </a:lnTo>
                  <a:lnTo>
                    <a:pt x="102" y="696"/>
                  </a:lnTo>
                  <a:lnTo>
                    <a:pt x="105" y="698"/>
                  </a:lnTo>
                  <a:lnTo>
                    <a:pt x="107" y="703"/>
                  </a:lnTo>
                  <a:lnTo>
                    <a:pt x="107" y="705"/>
                  </a:lnTo>
                  <a:lnTo>
                    <a:pt x="107" y="705"/>
                  </a:lnTo>
                  <a:lnTo>
                    <a:pt x="107" y="708"/>
                  </a:lnTo>
                  <a:lnTo>
                    <a:pt x="107" y="708"/>
                  </a:lnTo>
                  <a:lnTo>
                    <a:pt x="107" y="710"/>
                  </a:lnTo>
                  <a:lnTo>
                    <a:pt x="105" y="712"/>
                  </a:lnTo>
                  <a:lnTo>
                    <a:pt x="102" y="712"/>
                  </a:lnTo>
                  <a:lnTo>
                    <a:pt x="102" y="712"/>
                  </a:lnTo>
                  <a:lnTo>
                    <a:pt x="100" y="715"/>
                  </a:lnTo>
                  <a:lnTo>
                    <a:pt x="100" y="717"/>
                  </a:lnTo>
                  <a:lnTo>
                    <a:pt x="100" y="717"/>
                  </a:lnTo>
                  <a:lnTo>
                    <a:pt x="100" y="719"/>
                  </a:lnTo>
                  <a:lnTo>
                    <a:pt x="97" y="719"/>
                  </a:lnTo>
                  <a:lnTo>
                    <a:pt x="97" y="719"/>
                  </a:lnTo>
                  <a:lnTo>
                    <a:pt x="100" y="722"/>
                  </a:lnTo>
                  <a:lnTo>
                    <a:pt x="100" y="722"/>
                  </a:lnTo>
                  <a:lnTo>
                    <a:pt x="100" y="722"/>
                  </a:lnTo>
                  <a:lnTo>
                    <a:pt x="100" y="722"/>
                  </a:lnTo>
                  <a:lnTo>
                    <a:pt x="100" y="722"/>
                  </a:lnTo>
                  <a:lnTo>
                    <a:pt x="100" y="722"/>
                  </a:lnTo>
                  <a:lnTo>
                    <a:pt x="100" y="724"/>
                  </a:lnTo>
                  <a:lnTo>
                    <a:pt x="100" y="724"/>
                  </a:lnTo>
                  <a:lnTo>
                    <a:pt x="100" y="724"/>
                  </a:lnTo>
                  <a:lnTo>
                    <a:pt x="100" y="724"/>
                  </a:lnTo>
                  <a:lnTo>
                    <a:pt x="100" y="727"/>
                  </a:lnTo>
                  <a:lnTo>
                    <a:pt x="97" y="727"/>
                  </a:lnTo>
                  <a:lnTo>
                    <a:pt x="97" y="727"/>
                  </a:lnTo>
                  <a:lnTo>
                    <a:pt x="97" y="727"/>
                  </a:lnTo>
                  <a:lnTo>
                    <a:pt x="100" y="729"/>
                  </a:lnTo>
                  <a:lnTo>
                    <a:pt x="100" y="729"/>
                  </a:lnTo>
                  <a:lnTo>
                    <a:pt x="100" y="729"/>
                  </a:lnTo>
                  <a:lnTo>
                    <a:pt x="102" y="731"/>
                  </a:lnTo>
                  <a:lnTo>
                    <a:pt x="102" y="731"/>
                  </a:lnTo>
                  <a:lnTo>
                    <a:pt x="102" y="731"/>
                  </a:lnTo>
                  <a:lnTo>
                    <a:pt x="102" y="731"/>
                  </a:lnTo>
                  <a:lnTo>
                    <a:pt x="102" y="731"/>
                  </a:lnTo>
                  <a:lnTo>
                    <a:pt x="102" y="731"/>
                  </a:lnTo>
                  <a:lnTo>
                    <a:pt x="102" y="734"/>
                  </a:lnTo>
                  <a:lnTo>
                    <a:pt x="102" y="734"/>
                  </a:lnTo>
                  <a:lnTo>
                    <a:pt x="102" y="734"/>
                  </a:lnTo>
                  <a:lnTo>
                    <a:pt x="102" y="736"/>
                  </a:lnTo>
                  <a:lnTo>
                    <a:pt x="105" y="738"/>
                  </a:lnTo>
                  <a:lnTo>
                    <a:pt x="105" y="738"/>
                  </a:lnTo>
                  <a:lnTo>
                    <a:pt x="107" y="741"/>
                  </a:lnTo>
                  <a:lnTo>
                    <a:pt x="107" y="741"/>
                  </a:lnTo>
                  <a:lnTo>
                    <a:pt x="107" y="738"/>
                  </a:lnTo>
                  <a:lnTo>
                    <a:pt x="107" y="738"/>
                  </a:lnTo>
                  <a:lnTo>
                    <a:pt x="107" y="734"/>
                  </a:lnTo>
                  <a:lnTo>
                    <a:pt x="107" y="734"/>
                  </a:lnTo>
                  <a:lnTo>
                    <a:pt x="107" y="731"/>
                  </a:lnTo>
                  <a:lnTo>
                    <a:pt x="107" y="729"/>
                  </a:lnTo>
                  <a:lnTo>
                    <a:pt x="107" y="729"/>
                  </a:lnTo>
                  <a:lnTo>
                    <a:pt x="105" y="729"/>
                  </a:lnTo>
                  <a:lnTo>
                    <a:pt x="105" y="729"/>
                  </a:lnTo>
                  <a:lnTo>
                    <a:pt x="105" y="727"/>
                  </a:lnTo>
                  <a:lnTo>
                    <a:pt x="105" y="727"/>
                  </a:lnTo>
                  <a:lnTo>
                    <a:pt x="105" y="727"/>
                  </a:lnTo>
                  <a:lnTo>
                    <a:pt x="107" y="727"/>
                  </a:lnTo>
                  <a:lnTo>
                    <a:pt x="107" y="724"/>
                  </a:lnTo>
                  <a:lnTo>
                    <a:pt x="107" y="724"/>
                  </a:lnTo>
                  <a:lnTo>
                    <a:pt x="107" y="724"/>
                  </a:lnTo>
                  <a:lnTo>
                    <a:pt x="109" y="722"/>
                  </a:lnTo>
                  <a:lnTo>
                    <a:pt x="109" y="722"/>
                  </a:lnTo>
                  <a:lnTo>
                    <a:pt x="112" y="722"/>
                  </a:lnTo>
                  <a:lnTo>
                    <a:pt x="116" y="722"/>
                  </a:lnTo>
                  <a:lnTo>
                    <a:pt x="121" y="722"/>
                  </a:lnTo>
                  <a:lnTo>
                    <a:pt x="123" y="724"/>
                  </a:lnTo>
                  <a:lnTo>
                    <a:pt x="126" y="724"/>
                  </a:lnTo>
                  <a:lnTo>
                    <a:pt x="128" y="727"/>
                  </a:lnTo>
                  <a:lnTo>
                    <a:pt x="126" y="729"/>
                  </a:lnTo>
                  <a:lnTo>
                    <a:pt x="126" y="729"/>
                  </a:lnTo>
                  <a:lnTo>
                    <a:pt x="126" y="729"/>
                  </a:lnTo>
                  <a:lnTo>
                    <a:pt x="126" y="731"/>
                  </a:lnTo>
                  <a:lnTo>
                    <a:pt x="126" y="734"/>
                  </a:lnTo>
                  <a:lnTo>
                    <a:pt x="126" y="734"/>
                  </a:lnTo>
                  <a:lnTo>
                    <a:pt x="126" y="736"/>
                  </a:lnTo>
                  <a:lnTo>
                    <a:pt x="126" y="736"/>
                  </a:lnTo>
                  <a:lnTo>
                    <a:pt x="126" y="736"/>
                  </a:lnTo>
                  <a:lnTo>
                    <a:pt x="126" y="736"/>
                  </a:lnTo>
                  <a:lnTo>
                    <a:pt x="126" y="736"/>
                  </a:lnTo>
                  <a:lnTo>
                    <a:pt x="126" y="738"/>
                  </a:lnTo>
                  <a:lnTo>
                    <a:pt x="126" y="741"/>
                  </a:lnTo>
                  <a:lnTo>
                    <a:pt x="126" y="741"/>
                  </a:lnTo>
                  <a:lnTo>
                    <a:pt x="123" y="741"/>
                  </a:lnTo>
                  <a:lnTo>
                    <a:pt x="126" y="741"/>
                  </a:lnTo>
                  <a:lnTo>
                    <a:pt x="126" y="743"/>
                  </a:lnTo>
                  <a:lnTo>
                    <a:pt x="126" y="743"/>
                  </a:lnTo>
                  <a:lnTo>
                    <a:pt x="126" y="743"/>
                  </a:lnTo>
                  <a:lnTo>
                    <a:pt x="126" y="741"/>
                  </a:lnTo>
                  <a:lnTo>
                    <a:pt x="128" y="741"/>
                  </a:lnTo>
                  <a:lnTo>
                    <a:pt x="133" y="741"/>
                  </a:lnTo>
                  <a:lnTo>
                    <a:pt x="135" y="738"/>
                  </a:lnTo>
                  <a:lnTo>
                    <a:pt x="135" y="738"/>
                  </a:lnTo>
                  <a:lnTo>
                    <a:pt x="140" y="741"/>
                  </a:lnTo>
                  <a:lnTo>
                    <a:pt x="140" y="738"/>
                  </a:lnTo>
                  <a:lnTo>
                    <a:pt x="142" y="736"/>
                  </a:lnTo>
                  <a:lnTo>
                    <a:pt x="142" y="736"/>
                  </a:lnTo>
                  <a:lnTo>
                    <a:pt x="142" y="738"/>
                  </a:lnTo>
                  <a:lnTo>
                    <a:pt x="142" y="738"/>
                  </a:lnTo>
                  <a:lnTo>
                    <a:pt x="140" y="741"/>
                  </a:lnTo>
                  <a:lnTo>
                    <a:pt x="140" y="741"/>
                  </a:lnTo>
                  <a:lnTo>
                    <a:pt x="140" y="741"/>
                  </a:lnTo>
                  <a:lnTo>
                    <a:pt x="140" y="741"/>
                  </a:lnTo>
                  <a:lnTo>
                    <a:pt x="142" y="743"/>
                  </a:lnTo>
                  <a:lnTo>
                    <a:pt x="142" y="743"/>
                  </a:lnTo>
                  <a:lnTo>
                    <a:pt x="142" y="743"/>
                  </a:lnTo>
                  <a:lnTo>
                    <a:pt x="147" y="746"/>
                  </a:lnTo>
                  <a:lnTo>
                    <a:pt x="149" y="743"/>
                  </a:lnTo>
                  <a:lnTo>
                    <a:pt x="149" y="743"/>
                  </a:lnTo>
                  <a:lnTo>
                    <a:pt x="152" y="746"/>
                  </a:lnTo>
                  <a:lnTo>
                    <a:pt x="152" y="746"/>
                  </a:lnTo>
                  <a:lnTo>
                    <a:pt x="154" y="748"/>
                  </a:lnTo>
                  <a:lnTo>
                    <a:pt x="154" y="750"/>
                  </a:lnTo>
                  <a:lnTo>
                    <a:pt x="154" y="753"/>
                  </a:lnTo>
                  <a:lnTo>
                    <a:pt x="154" y="753"/>
                  </a:lnTo>
                  <a:lnTo>
                    <a:pt x="152" y="757"/>
                  </a:lnTo>
                  <a:lnTo>
                    <a:pt x="152" y="757"/>
                  </a:lnTo>
                  <a:lnTo>
                    <a:pt x="152" y="757"/>
                  </a:lnTo>
                  <a:lnTo>
                    <a:pt x="152" y="757"/>
                  </a:lnTo>
                  <a:lnTo>
                    <a:pt x="152" y="757"/>
                  </a:lnTo>
                  <a:lnTo>
                    <a:pt x="152" y="757"/>
                  </a:lnTo>
                  <a:lnTo>
                    <a:pt x="154" y="757"/>
                  </a:lnTo>
                  <a:lnTo>
                    <a:pt x="154" y="757"/>
                  </a:lnTo>
                  <a:lnTo>
                    <a:pt x="157" y="757"/>
                  </a:lnTo>
                  <a:lnTo>
                    <a:pt x="157" y="757"/>
                  </a:lnTo>
                  <a:lnTo>
                    <a:pt x="159" y="757"/>
                  </a:lnTo>
                  <a:lnTo>
                    <a:pt x="159" y="760"/>
                  </a:lnTo>
                  <a:lnTo>
                    <a:pt x="161" y="760"/>
                  </a:lnTo>
                  <a:lnTo>
                    <a:pt x="166" y="764"/>
                  </a:lnTo>
                  <a:lnTo>
                    <a:pt x="168" y="767"/>
                  </a:lnTo>
                  <a:lnTo>
                    <a:pt x="168" y="767"/>
                  </a:lnTo>
                  <a:lnTo>
                    <a:pt x="168" y="767"/>
                  </a:lnTo>
                  <a:lnTo>
                    <a:pt x="168" y="767"/>
                  </a:lnTo>
                  <a:lnTo>
                    <a:pt x="171" y="767"/>
                  </a:lnTo>
                  <a:lnTo>
                    <a:pt x="171" y="767"/>
                  </a:lnTo>
                  <a:lnTo>
                    <a:pt x="171" y="767"/>
                  </a:lnTo>
                  <a:lnTo>
                    <a:pt x="173" y="767"/>
                  </a:lnTo>
                  <a:lnTo>
                    <a:pt x="180" y="767"/>
                  </a:lnTo>
                  <a:lnTo>
                    <a:pt x="183" y="767"/>
                  </a:lnTo>
                  <a:lnTo>
                    <a:pt x="183" y="767"/>
                  </a:lnTo>
                  <a:lnTo>
                    <a:pt x="185" y="769"/>
                  </a:lnTo>
                  <a:lnTo>
                    <a:pt x="187" y="769"/>
                  </a:lnTo>
                  <a:lnTo>
                    <a:pt x="187" y="772"/>
                  </a:lnTo>
                  <a:lnTo>
                    <a:pt x="187" y="772"/>
                  </a:lnTo>
                  <a:lnTo>
                    <a:pt x="190" y="772"/>
                  </a:lnTo>
                  <a:lnTo>
                    <a:pt x="190" y="769"/>
                  </a:lnTo>
                  <a:lnTo>
                    <a:pt x="192" y="769"/>
                  </a:lnTo>
                  <a:lnTo>
                    <a:pt x="192" y="769"/>
                  </a:lnTo>
                  <a:lnTo>
                    <a:pt x="190" y="767"/>
                  </a:lnTo>
                  <a:lnTo>
                    <a:pt x="192" y="764"/>
                  </a:lnTo>
                  <a:lnTo>
                    <a:pt x="197" y="762"/>
                  </a:lnTo>
                  <a:lnTo>
                    <a:pt x="199" y="762"/>
                  </a:lnTo>
                  <a:lnTo>
                    <a:pt x="199" y="762"/>
                  </a:lnTo>
                  <a:lnTo>
                    <a:pt x="199" y="762"/>
                  </a:lnTo>
                  <a:lnTo>
                    <a:pt x="202" y="760"/>
                  </a:lnTo>
                  <a:lnTo>
                    <a:pt x="202" y="760"/>
                  </a:lnTo>
                  <a:lnTo>
                    <a:pt x="202" y="757"/>
                  </a:lnTo>
                  <a:lnTo>
                    <a:pt x="204" y="757"/>
                  </a:lnTo>
                  <a:lnTo>
                    <a:pt x="204" y="757"/>
                  </a:lnTo>
                  <a:lnTo>
                    <a:pt x="206" y="757"/>
                  </a:lnTo>
                  <a:lnTo>
                    <a:pt x="206" y="755"/>
                  </a:lnTo>
                  <a:lnTo>
                    <a:pt x="206" y="755"/>
                  </a:lnTo>
                  <a:lnTo>
                    <a:pt x="206" y="755"/>
                  </a:lnTo>
                  <a:lnTo>
                    <a:pt x="206" y="755"/>
                  </a:lnTo>
                  <a:lnTo>
                    <a:pt x="209" y="755"/>
                  </a:lnTo>
                  <a:lnTo>
                    <a:pt x="209" y="753"/>
                  </a:lnTo>
                  <a:lnTo>
                    <a:pt x="213" y="750"/>
                  </a:lnTo>
                  <a:lnTo>
                    <a:pt x="213" y="748"/>
                  </a:lnTo>
                  <a:lnTo>
                    <a:pt x="216" y="748"/>
                  </a:lnTo>
                  <a:lnTo>
                    <a:pt x="223" y="746"/>
                  </a:lnTo>
                  <a:lnTo>
                    <a:pt x="232" y="748"/>
                  </a:lnTo>
                  <a:lnTo>
                    <a:pt x="235" y="748"/>
                  </a:lnTo>
                  <a:lnTo>
                    <a:pt x="235" y="746"/>
                  </a:lnTo>
                  <a:lnTo>
                    <a:pt x="235" y="746"/>
                  </a:lnTo>
                  <a:lnTo>
                    <a:pt x="232" y="743"/>
                  </a:lnTo>
                  <a:lnTo>
                    <a:pt x="232" y="743"/>
                  </a:lnTo>
                  <a:lnTo>
                    <a:pt x="232" y="743"/>
                  </a:lnTo>
                  <a:lnTo>
                    <a:pt x="235" y="741"/>
                  </a:lnTo>
                  <a:lnTo>
                    <a:pt x="235" y="741"/>
                  </a:lnTo>
                  <a:lnTo>
                    <a:pt x="237" y="741"/>
                  </a:lnTo>
                  <a:lnTo>
                    <a:pt x="239" y="741"/>
                  </a:lnTo>
                  <a:lnTo>
                    <a:pt x="244" y="741"/>
                  </a:lnTo>
                  <a:lnTo>
                    <a:pt x="246" y="741"/>
                  </a:lnTo>
                  <a:lnTo>
                    <a:pt x="256" y="746"/>
                  </a:lnTo>
                  <a:lnTo>
                    <a:pt x="258" y="746"/>
                  </a:lnTo>
                  <a:lnTo>
                    <a:pt x="261" y="746"/>
                  </a:lnTo>
                  <a:lnTo>
                    <a:pt x="263" y="743"/>
                  </a:lnTo>
                  <a:lnTo>
                    <a:pt x="265" y="743"/>
                  </a:lnTo>
                  <a:lnTo>
                    <a:pt x="265" y="743"/>
                  </a:lnTo>
                  <a:lnTo>
                    <a:pt x="265" y="741"/>
                  </a:lnTo>
                  <a:lnTo>
                    <a:pt x="265" y="741"/>
                  </a:lnTo>
                  <a:lnTo>
                    <a:pt x="268" y="741"/>
                  </a:lnTo>
                  <a:lnTo>
                    <a:pt x="270" y="741"/>
                  </a:lnTo>
                  <a:lnTo>
                    <a:pt x="270" y="741"/>
                  </a:lnTo>
                  <a:lnTo>
                    <a:pt x="273" y="741"/>
                  </a:lnTo>
                  <a:lnTo>
                    <a:pt x="275" y="741"/>
                  </a:lnTo>
                  <a:lnTo>
                    <a:pt x="280" y="743"/>
                  </a:lnTo>
                  <a:lnTo>
                    <a:pt x="282" y="743"/>
                  </a:lnTo>
                  <a:lnTo>
                    <a:pt x="284" y="743"/>
                  </a:lnTo>
                  <a:lnTo>
                    <a:pt x="287" y="741"/>
                  </a:lnTo>
                  <a:lnTo>
                    <a:pt x="289" y="738"/>
                  </a:lnTo>
                  <a:lnTo>
                    <a:pt x="289" y="738"/>
                  </a:lnTo>
                  <a:lnTo>
                    <a:pt x="291" y="738"/>
                  </a:lnTo>
                  <a:lnTo>
                    <a:pt x="291" y="736"/>
                  </a:lnTo>
                  <a:lnTo>
                    <a:pt x="291" y="734"/>
                  </a:lnTo>
                  <a:lnTo>
                    <a:pt x="291" y="734"/>
                  </a:lnTo>
                  <a:lnTo>
                    <a:pt x="291" y="731"/>
                  </a:lnTo>
                  <a:lnTo>
                    <a:pt x="294" y="731"/>
                  </a:lnTo>
                  <a:lnTo>
                    <a:pt x="301" y="729"/>
                  </a:lnTo>
                  <a:lnTo>
                    <a:pt x="303" y="729"/>
                  </a:lnTo>
                  <a:lnTo>
                    <a:pt x="303" y="729"/>
                  </a:lnTo>
                  <a:lnTo>
                    <a:pt x="303" y="729"/>
                  </a:lnTo>
                  <a:lnTo>
                    <a:pt x="301" y="727"/>
                  </a:lnTo>
                  <a:lnTo>
                    <a:pt x="301" y="727"/>
                  </a:lnTo>
                  <a:lnTo>
                    <a:pt x="301" y="724"/>
                  </a:lnTo>
                  <a:lnTo>
                    <a:pt x="303" y="724"/>
                  </a:lnTo>
                  <a:lnTo>
                    <a:pt x="303" y="722"/>
                  </a:lnTo>
                  <a:lnTo>
                    <a:pt x="306" y="722"/>
                  </a:lnTo>
                  <a:lnTo>
                    <a:pt x="310" y="722"/>
                  </a:lnTo>
                  <a:lnTo>
                    <a:pt x="313" y="722"/>
                  </a:lnTo>
                  <a:lnTo>
                    <a:pt x="317" y="722"/>
                  </a:lnTo>
                  <a:lnTo>
                    <a:pt x="320" y="722"/>
                  </a:lnTo>
                  <a:lnTo>
                    <a:pt x="322" y="719"/>
                  </a:lnTo>
                  <a:lnTo>
                    <a:pt x="325" y="717"/>
                  </a:lnTo>
                  <a:lnTo>
                    <a:pt x="325" y="717"/>
                  </a:lnTo>
                  <a:lnTo>
                    <a:pt x="327" y="717"/>
                  </a:lnTo>
                  <a:lnTo>
                    <a:pt x="327" y="717"/>
                  </a:lnTo>
                  <a:lnTo>
                    <a:pt x="329" y="717"/>
                  </a:lnTo>
                  <a:lnTo>
                    <a:pt x="334" y="719"/>
                  </a:lnTo>
                  <a:lnTo>
                    <a:pt x="336" y="719"/>
                  </a:lnTo>
                  <a:lnTo>
                    <a:pt x="336" y="719"/>
                  </a:lnTo>
                  <a:lnTo>
                    <a:pt x="336" y="719"/>
                  </a:lnTo>
                  <a:lnTo>
                    <a:pt x="336" y="717"/>
                  </a:lnTo>
                  <a:lnTo>
                    <a:pt x="334" y="717"/>
                  </a:lnTo>
                  <a:lnTo>
                    <a:pt x="334" y="717"/>
                  </a:lnTo>
                  <a:lnTo>
                    <a:pt x="336" y="717"/>
                  </a:lnTo>
                  <a:lnTo>
                    <a:pt x="339" y="717"/>
                  </a:lnTo>
                  <a:lnTo>
                    <a:pt x="339" y="717"/>
                  </a:lnTo>
                  <a:lnTo>
                    <a:pt x="339" y="717"/>
                  </a:lnTo>
                  <a:lnTo>
                    <a:pt x="336" y="717"/>
                  </a:lnTo>
                  <a:lnTo>
                    <a:pt x="336" y="719"/>
                  </a:lnTo>
                  <a:lnTo>
                    <a:pt x="339" y="719"/>
                  </a:lnTo>
                  <a:lnTo>
                    <a:pt x="339" y="719"/>
                  </a:lnTo>
                  <a:lnTo>
                    <a:pt x="339" y="719"/>
                  </a:lnTo>
                  <a:lnTo>
                    <a:pt x="339" y="719"/>
                  </a:lnTo>
                  <a:lnTo>
                    <a:pt x="341" y="722"/>
                  </a:lnTo>
                  <a:lnTo>
                    <a:pt x="346" y="722"/>
                  </a:lnTo>
                  <a:lnTo>
                    <a:pt x="346" y="722"/>
                  </a:lnTo>
                  <a:lnTo>
                    <a:pt x="346" y="722"/>
                  </a:lnTo>
                  <a:lnTo>
                    <a:pt x="348" y="722"/>
                  </a:lnTo>
                  <a:lnTo>
                    <a:pt x="348" y="722"/>
                  </a:lnTo>
                  <a:lnTo>
                    <a:pt x="351" y="722"/>
                  </a:lnTo>
                  <a:lnTo>
                    <a:pt x="351" y="722"/>
                  </a:lnTo>
                  <a:lnTo>
                    <a:pt x="351" y="724"/>
                  </a:lnTo>
                  <a:lnTo>
                    <a:pt x="351" y="722"/>
                  </a:lnTo>
                  <a:lnTo>
                    <a:pt x="351" y="722"/>
                  </a:lnTo>
                  <a:lnTo>
                    <a:pt x="351" y="722"/>
                  </a:lnTo>
                  <a:lnTo>
                    <a:pt x="351" y="722"/>
                  </a:lnTo>
                  <a:lnTo>
                    <a:pt x="348" y="722"/>
                  </a:lnTo>
                  <a:lnTo>
                    <a:pt x="348" y="719"/>
                  </a:lnTo>
                  <a:lnTo>
                    <a:pt x="348" y="719"/>
                  </a:lnTo>
                  <a:lnTo>
                    <a:pt x="348" y="719"/>
                  </a:lnTo>
                  <a:lnTo>
                    <a:pt x="351" y="719"/>
                  </a:lnTo>
                  <a:lnTo>
                    <a:pt x="351" y="719"/>
                  </a:lnTo>
                  <a:lnTo>
                    <a:pt x="351" y="722"/>
                  </a:lnTo>
                  <a:lnTo>
                    <a:pt x="353" y="722"/>
                  </a:lnTo>
                  <a:lnTo>
                    <a:pt x="353" y="722"/>
                  </a:lnTo>
                  <a:lnTo>
                    <a:pt x="370" y="724"/>
                  </a:lnTo>
                  <a:lnTo>
                    <a:pt x="370" y="724"/>
                  </a:lnTo>
                  <a:lnTo>
                    <a:pt x="370" y="724"/>
                  </a:lnTo>
                  <a:lnTo>
                    <a:pt x="370" y="724"/>
                  </a:lnTo>
                  <a:lnTo>
                    <a:pt x="367" y="722"/>
                  </a:lnTo>
                  <a:lnTo>
                    <a:pt x="370" y="719"/>
                  </a:lnTo>
                  <a:lnTo>
                    <a:pt x="370" y="719"/>
                  </a:lnTo>
                  <a:lnTo>
                    <a:pt x="370" y="719"/>
                  </a:lnTo>
                  <a:lnTo>
                    <a:pt x="372" y="719"/>
                  </a:lnTo>
                  <a:lnTo>
                    <a:pt x="381" y="717"/>
                  </a:lnTo>
                  <a:lnTo>
                    <a:pt x="384" y="717"/>
                  </a:lnTo>
                  <a:lnTo>
                    <a:pt x="393" y="719"/>
                  </a:lnTo>
                  <a:lnTo>
                    <a:pt x="398" y="719"/>
                  </a:lnTo>
                  <a:lnTo>
                    <a:pt x="400" y="719"/>
                  </a:lnTo>
                  <a:lnTo>
                    <a:pt x="400" y="719"/>
                  </a:lnTo>
                  <a:lnTo>
                    <a:pt x="412" y="722"/>
                  </a:lnTo>
                  <a:lnTo>
                    <a:pt x="414" y="722"/>
                  </a:lnTo>
                  <a:lnTo>
                    <a:pt x="414" y="724"/>
                  </a:lnTo>
                  <a:lnTo>
                    <a:pt x="417" y="724"/>
                  </a:lnTo>
                  <a:lnTo>
                    <a:pt x="422" y="724"/>
                  </a:lnTo>
                  <a:lnTo>
                    <a:pt x="424" y="724"/>
                  </a:lnTo>
                  <a:lnTo>
                    <a:pt x="426" y="727"/>
                  </a:lnTo>
                  <a:lnTo>
                    <a:pt x="429" y="727"/>
                  </a:lnTo>
                  <a:lnTo>
                    <a:pt x="433" y="729"/>
                  </a:lnTo>
                  <a:lnTo>
                    <a:pt x="433" y="729"/>
                  </a:lnTo>
                  <a:lnTo>
                    <a:pt x="436" y="729"/>
                  </a:lnTo>
                  <a:lnTo>
                    <a:pt x="438" y="729"/>
                  </a:lnTo>
                  <a:lnTo>
                    <a:pt x="440" y="729"/>
                  </a:lnTo>
                  <a:lnTo>
                    <a:pt x="445" y="729"/>
                  </a:lnTo>
                  <a:lnTo>
                    <a:pt x="445" y="729"/>
                  </a:lnTo>
                  <a:lnTo>
                    <a:pt x="448" y="731"/>
                  </a:lnTo>
                  <a:lnTo>
                    <a:pt x="448" y="731"/>
                  </a:lnTo>
                  <a:lnTo>
                    <a:pt x="448" y="731"/>
                  </a:lnTo>
                  <a:lnTo>
                    <a:pt x="448" y="729"/>
                  </a:lnTo>
                  <a:lnTo>
                    <a:pt x="448" y="729"/>
                  </a:lnTo>
                  <a:lnTo>
                    <a:pt x="448" y="729"/>
                  </a:lnTo>
                  <a:lnTo>
                    <a:pt x="448" y="729"/>
                  </a:lnTo>
                  <a:lnTo>
                    <a:pt x="448" y="729"/>
                  </a:lnTo>
                  <a:lnTo>
                    <a:pt x="448" y="727"/>
                  </a:lnTo>
                  <a:lnTo>
                    <a:pt x="448" y="727"/>
                  </a:lnTo>
                  <a:lnTo>
                    <a:pt x="450" y="724"/>
                  </a:lnTo>
                  <a:lnTo>
                    <a:pt x="450" y="724"/>
                  </a:lnTo>
                  <a:lnTo>
                    <a:pt x="452" y="722"/>
                  </a:lnTo>
                  <a:lnTo>
                    <a:pt x="452" y="722"/>
                  </a:lnTo>
                  <a:lnTo>
                    <a:pt x="450" y="719"/>
                  </a:lnTo>
                  <a:lnTo>
                    <a:pt x="452" y="717"/>
                  </a:lnTo>
                  <a:lnTo>
                    <a:pt x="452" y="717"/>
                  </a:lnTo>
                  <a:lnTo>
                    <a:pt x="457" y="715"/>
                  </a:lnTo>
                  <a:lnTo>
                    <a:pt x="462" y="715"/>
                  </a:lnTo>
                  <a:lnTo>
                    <a:pt x="467" y="715"/>
                  </a:lnTo>
                  <a:lnTo>
                    <a:pt x="471" y="717"/>
                  </a:lnTo>
                  <a:lnTo>
                    <a:pt x="474" y="717"/>
                  </a:lnTo>
                  <a:lnTo>
                    <a:pt x="474" y="719"/>
                  </a:lnTo>
                  <a:lnTo>
                    <a:pt x="476" y="719"/>
                  </a:lnTo>
                  <a:lnTo>
                    <a:pt x="478" y="719"/>
                  </a:lnTo>
                  <a:lnTo>
                    <a:pt x="478" y="719"/>
                  </a:lnTo>
                  <a:lnTo>
                    <a:pt x="481" y="719"/>
                  </a:lnTo>
                  <a:lnTo>
                    <a:pt x="483" y="719"/>
                  </a:lnTo>
                  <a:lnTo>
                    <a:pt x="485" y="719"/>
                  </a:lnTo>
                  <a:lnTo>
                    <a:pt x="488" y="722"/>
                  </a:lnTo>
                  <a:lnTo>
                    <a:pt x="490" y="719"/>
                  </a:lnTo>
                  <a:lnTo>
                    <a:pt x="490" y="719"/>
                  </a:lnTo>
                  <a:lnTo>
                    <a:pt x="490" y="719"/>
                  </a:lnTo>
                  <a:lnTo>
                    <a:pt x="493" y="719"/>
                  </a:lnTo>
                  <a:lnTo>
                    <a:pt x="493" y="719"/>
                  </a:lnTo>
                  <a:lnTo>
                    <a:pt x="493" y="719"/>
                  </a:lnTo>
                  <a:lnTo>
                    <a:pt x="493" y="719"/>
                  </a:lnTo>
                  <a:lnTo>
                    <a:pt x="493" y="719"/>
                  </a:lnTo>
                  <a:lnTo>
                    <a:pt x="493" y="717"/>
                  </a:lnTo>
                  <a:lnTo>
                    <a:pt x="490" y="715"/>
                  </a:lnTo>
                  <a:lnTo>
                    <a:pt x="490" y="715"/>
                  </a:lnTo>
                  <a:lnTo>
                    <a:pt x="490" y="715"/>
                  </a:lnTo>
                  <a:lnTo>
                    <a:pt x="488" y="715"/>
                  </a:lnTo>
                  <a:lnTo>
                    <a:pt x="488" y="712"/>
                  </a:lnTo>
                  <a:lnTo>
                    <a:pt x="488" y="712"/>
                  </a:lnTo>
                  <a:lnTo>
                    <a:pt x="490" y="708"/>
                  </a:lnTo>
                  <a:lnTo>
                    <a:pt x="490" y="705"/>
                  </a:lnTo>
                  <a:lnTo>
                    <a:pt x="493" y="705"/>
                  </a:lnTo>
                  <a:lnTo>
                    <a:pt x="493" y="703"/>
                  </a:lnTo>
                  <a:lnTo>
                    <a:pt x="497" y="701"/>
                  </a:lnTo>
                  <a:lnTo>
                    <a:pt x="502" y="701"/>
                  </a:lnTo>
                  <a:lnTo>
                    <a:pt x="507" y="698"/>
                  </a:lnTo>
                  <a:lnTo>
                    <a:pt x="514" y="701"/>
                  </a:lnTo>
                  <a:lnTo>
                    <a:pt x="521" y="701"/>
                  </a:lnTo>
                  <a:lnTo>
                    <a:pt x="523" y="703"/>
                  </a:lnTo>
                  <a:lnTo>
                    <a:pt x="523" y="703"/>
                  </a:lnTo>
                  <a:lnTo>
                    <a:pt x="526" y="703"/>
                  </a:lnTo>
                  <a:lnTo>
                    <a:pt x="526" y="703"/>
                  </a:lnTo>
                  <a:lnTo>
                    <a:pt x="528" y="703"/>
                  </a:lnTo>
                  <a:lnTo>
                    <a:pt x="533" y="703"/>
                  </a:lnTo>
                  <a:lnTo>
                    <a:pt x="535" y="703"/>
                  </a:lnTo>
                  <a:lnTo>
                    <a:pt x="538" y="703"/>
                  </a:lnTo>
                  <a:lnTo>
                    <a:pt x="542" y="698"/>
                  </a:lnTo>
                  <a:lnTo>
                    <a:pt x="542" y="698"/>
                  </a:lnTo>
                  <a:lnTo>
                    <a:pt x="542" y="698"/>
                  </a:lnTo>
                  <a:lnTo>
                    <a:pt x="545" y="698"/>
                  </a:lnTo>
                  <a:lnTo>
                    <a:pt x="545" y="698"/>
                  </a:lnTo>
                  <a:lnTo>
                    <a:pt x="545" y="698"/>
                  </a:lnTo>
                  <a:lnTo>
                    <a:pt x="549" y="696"/>
                  </a:lnTo>
                  <a:lnTo>
                    <a:pt x="552" y="693"/>
                  </a:lnTo>
                  <a:lnTo>
                    <a:pt x="554" y="693"/>
                  </a:lnTo>
                  <a:lnTo>
                    <a:pt x="556" y="693"/>
                  </a:lnTo>
                  <a:lnTo>
                    <a:pt x="559" y="691"/>
                  </a:lnTo>
                  <a:lnTo>
                    <a:pt x="559" y="691"/>
                  </a:lnTo>
                  <a:lnTo>
                    <a:pt x="561" y="691"/>
                  </a:lnTo>
                  <a:lnTo>
                    <a:pt x="561" y="691"/>
                  </a:lnTo>
                  <a:lnTo>
                    <a:pt x="566" y="689"/>
                  </a:lnTo>
                  <a:lnTo>
                    <a:pt x="568" y="686"/>
                  </a:lnTo>
                  <a:lnTo>
                    <a:pt x="568" y="686"/>
                  </a:lnTo>
                  <a:lnTo>
                    <a:pt x="568" y="686"/>
                  </a:lnTo>
                  <a:lnTo>
                    <a:pt x="568" y="686"/>
                  </a:lnTo>
                  <a:lnTo>
                    <a:pt x="568" y="686"/>
                  </a:lnTo>
                  <a:lnTo>
                    <a:pt x="568" y="686"/>
                  </a:lnTo>
                  <a:lnTo>
                    <a:pt x="568" y="684"/>
                  </a:lnTo>
                  <a:lnTo>
                    <a:pt x="571" y="684"/>
                  </a:lnTo>
                  <a:lnTo>
                    <a:pt x="575" y="682"/>
                  </a:lnTo>
                  <a:lnTo>
                    <a:pt x="575" y="682"/>
                  </a:lnTo>
                  <a:lnTo>
                    <a:pt x="580" y="677"/>
                  </a:lnTo>
                  <a:lnTo>
                    <a:pt x="580" y="677"/>
                  </a:lnTo>
                  <a:lnTo>
                    <a:pt x="580" y="677"/>
                  </a:lnTo>
                  <a:lnTo>
                    <a:pt x="580" y="677"/>
                  </a:lnTo>
                  <a:lnTo>
                    <a:pt x="580" y="677"/>
                  </a:lnTo>
                  <a:lnTo>
                    <a:pt x="582" y="677"/>
                  </a:lnTo>
                  <a:lnTo>
                    <a:pt x="582" y="677"/>
                  </a:lnTo>
                  <a:lnTo>
                    <a:pt x="582" y="677"/>
                  </a:lnTo>
                  <a:lnTo>
                    <a:pt x="585" y="675"/>
                  </a:lnTo>
                  <a:lnTo>
                    <a:pt x="587" y="672"/>
                  </a:lnTo>
                  <a:lnTo>
                    <a:pt x="587" y="672"/>
                  </a:lnTo>
                  <a:lnTo>
                    <a:pt x="587" y="672"/>
                  </a:lnTo>
                  <a:lnTo>
                    <a:pt x="590" y="672"/>
                  </a:lnTo>
                  <a:lnTo>
                    <a:pt x="590" y="672"/>
                  </a:lnTo>
                  <a:lnTo>
                    <a:pt x="590" y="672"/>
                  </a:lnTo>
                  <a:lnTo>
                    <a:pt x="590" y="670"/>
                  </a:lnTo>
                  <a:lnTo>
                    <a:pt x="592" y="670"/>
                  </a:lnTo>
                  <a:lnTo>
                    <a:pt x="592" y="670"/>
                  </a:lnTo>
                  <a:lnTo>
                    <a:pt x="594" y="667"/>
                  </a:lnTo>
                  <a:lnTo>
                    <a:pt x="597" y="665"/>
                  </a:lnTo>
                  <a:lnTo>
                    <a:pt x="601" y="660"/>
                  </a:lnTo>
                  <a:lnTo>
                    <a:pt x="604" y="660"/>
                  </a:lnTo>
                  <a:lnTo>
                    <a:pt x="606" y="658"/>
                  </a:lnTo>
                  <a:lnTo>
                    <a:pt x="606" y="658"/>
                  </a:lnTo>
                  <a:lnTo>
                    <a:pt x="606" y="658"/>
                  </a:lnTo>
                  <a:lnTo>
                    <a:pt x="608" y="658"/>
                  </a:lnTo>
                  <a:lnTo>
                    <a:pt x="611" y="656"/>
                  </a:lnTo>
                  <a:lnTo>
                    <a:pt x="611" y="656"/>
                  </a:lnTo>
                  <a:lnTo>
                    <a:pt x="611" y="656"/>
                  </a:lnTo>
                  <a:lnTo>
                    <a:pt x="611" y="656"/>
                  </a:lnTo>
                  <a:lnTo>
                    <a:pt x="611" y="656"/>
                  </a:lnTo>
                  <a:lnTo>
                    <a:pt x="611" y="656"/>
                  </a:lnTo>
                  <a:lnTo>
                    <a:pt x="613" y="653"/>
                  </a:lnTo>
                  <a:lnTo>
                    <a:pt x="613" y="653"/>
                  </a:lnTo>
                  <a:lnTo>
                    <a:pt x="616" y="653"/>
                  </a:lnTo>
                  <a:lnTo>
                    <a:pt x="620" y="648"/>
                  </a:lnTo>
                  <a:lnTo>
                    <a:pt x="620" y="646"/>
                  </a:lnTo>
                  <a:lnTo>
                    <a:pt x="623" y="646"/>
                  </a:lnTo>
                  <a:lnTo>
                    <a:pt x="623" y="644"/>
                  </a:lnTo>
                  <a:lnTo>
                    <a:pt x="623" y="641"/>
                  </a:lnTo>
                  <a:lnTo>
                    <a:pt x="625" y="641"/>
                  </a:lnTo>
                  <a:lnTo>
                    <a:pt x="627" y="639"/>
                  </a:lnTo>
                  <a:lnTo>
                    <a:pt x="630" y="639"/>
                  </a:lnTo>
                  <a:lnTo>
                    <a:pt x="632" y="637"/>
                  </a:lnTo>
                  <a:lnTo>
                    <a:pt x="635" y="634"/>
                  </a:lnTo>
                  <a:lnTo>
                    <a:pt x="635" y="634"/>
                  </a:lnTo>
                  <a:lnTo>
                    <a:pt x="635" y="634"/>
                  </a:lnTo>
                  <a:lnTo>
                    <a:pt x="637" y="632"/>
                  </a:lnTo>
                  <a:lnTo>
                    <a:pt x="639" y="632"/>
                  </a:lnTo>
                  <a:lnTo>
                    <a:pt x="639" y="630"/>
                  </a:lnTo>
                  <a:lnTo>
                    <a:pt x="646" y="627"/>
                  </a:lnTo>
                  <a:lnTo>
                    <a:pt x="646" y="625"/>
                  </a:lnTo>
                  <a:lnTo>
                    <a:pt x="646" y="625"/>
                  </a:lnTo>
                  <a:lnTo>
                    <a:pt x="646" y="622"/>
                  </a:lnTo>
                  <a:lnTo>
                    <a:pt x="649" y="620"/>
                  </a:lnTo>
                  <a:lnTo>
                    <a:pt x="649" y="620"/>
                  </a:lnTo>
                  <a:lnTo>
                    <a:pt x="651" y="620"/>
                  </a:lnTo>
                  <a:lnTo>
                    <a:pt x="651" y="620"/>
                  </a:lnTo>
                  <a:lnTo>
                    <a:pt x="651" y="618"/>
                  </a:lnTo>
                  <a:lnTo>
                    <a:pt x="658" y="611"/>
                  </a:lnTo>
                  <a:lnTo>
                    <a:pt x="661" y="611"/>
                  </a:lnTo>
                  <a:lnTo>
                    <a:pt x="663" y="608"/>
                  </a:lnTo>
                  <a:lnTo>
                    <a:pt x="668" y="601"/>
                  </a:lnTo>
                  <a:lnTo>
                    <a:pt x="675" y="594"/>
                  </a:lnTo>
                  <a:lnTo>
                    <a:pt x="677" y="592"/>
                  </a:lnTo>
                  <a:lnTo>
                    <a:pt x="677" y="592"/>
                  </a:lnTo>
                  <a:lnTo>
                    <a:pt x="677" y="589"/>
                  </a:lnTo>
                  <a:lnTo>
                    <a:pt x="677" y="589"/>
                  </a:lnTo>
                  <a:lnTo>
                    <a:pt x="682" y="587"/>
                  </a:lnTo>
                  <a:lnTo>
                    <a:pt x="682" y="587"/>
                  </a:lnTo>
                  <a:lnTo>
                    <a:pt x="682" y="587"/>
                  </a:lnTo>
                  <a:lnTo>
                    <a:pt x="682" y="587"/>
                  </a:lnTo>
                  <a:lnTo>
                    <a:pt x="682" y="585"/>
                  </a:lnTo>
                  <a:lnTo>
                    <a:pt x="682" y="585"/>
                  </a:lnTo>
                  <a:lnTo>
                    <a:pt x="684" y="585"/>
                  </a:lnTo>
                  <a:lnTo>
                    <a:pt x="684" y="582"/>
                  </a:lnTo>
                  <a:lnTo>
                    <a:pt x="684" y="582"/>
                  </a:lnTo>
                  <a:lnTo>
                    <a:pt x="684" y="580"/>
                  </a:lnTo>
                  <a:lnTo>
                    <a:pt x="687" y="580"/>
                  </a:lnTo>
                  <a:lnTo>
                    <a:pt x="689" y="577"/>
                  </a:lnTo>
                  <a:lnTo>
                    <a:pt x="689" y="577"/>
                  </a:lnTo>
                  <a:lnTo>
                    <a:pt x="689" y="575"/>
                  </a:lnTo>
                  <a:lnTo>
                    <a:pt x="689" y="575"/>
                  </a:lnTo>
                  <a:lnTo>
                    <a:pt x="691" y="575"/>
                  </a:lnTo>
                  <a:lnTo>
                    <a:pt x="691" y="573"/>
                  </a:lnTo>
                  <a:lnTo>
                    <a:pt x="691" y="570"/>
                  </a:lnTo>
                  <a:lnTo>
                    <a:pt x="691" y="570"/>
                  </a:lnTo>
                  <a:lnTo>
                    <a:pt x="691" y="570"/>
                  </a:lnTo>
                  <a:lnTo>
                    <a:pt x="691" y="570"/>
                  </a:lnTo>
                  <a:lnTo>
                    <a:pt x="691" y="570"/>
                  </a:lnTo>
                  <a:lnTo>
                    <a:pt x="691" y="570"/>
                  </a:lnTo>
                  <a:lnTo>
                    <a:pt x="694" y="570"/>
                  </a:lnTo>
                  <a:lnTo>
                    <a:pt x="694" y="570"/>
                  </a:lnTo>
                  <a:lnTo>
                    <a:pt x="694" y="570"/>
                  </a:lnTo>
                  <a:lnTo>
                    <a:pt x="694" y="570"/>
                  </a:lnTo>
                  <a:lnTo>
                    <a:pt x="696" y="568"/>
                  </a:lnTo>
                  <a:lnTo>
                    <a:pt x="698" y="568"/>
                  </a:lnTo>
                  <a:lnTo>
                    <a:pt x="698" y="568"/>
                  </a:lnTo>
                  <a:lnTo>
                    <a:pt x="701" y="566"/>
                  </a:lnTo>
                  <a:lnTo>
                    <a:pt x="701" y="566"/>
                  </a:lnTo>
                  <a:lnTo>
                    <a:pt x="703" y="566"/>
                  </a:lnTo>
                  <a:lnTo>
                    <a:pt x="703" y="566"/>
                  </a:lnTo>
                  <a:lnTo>
                    <a:pt x="703" y="563"/>
                  </a:lnTo>
                  <a:lnTo>
                    <a:pt x="703" y="563"/>
                  </a:lnTo>
                  <a:lnTo>
                    <a:pt x="703" y="563"/>
                  </a:lnTo>
                  <a:lnTo>
                    <a:pt x="706" y="563"/>
                  </a:lnTo>
                  <a:lnTo>
                    <a:pt x="706" y="561"/>
                  </a:lnTo>
                  <a:lnTo>
                    <a:pt x="708" y="559"/>
                  </a:lnTo>
                  <a:lnTo>
                    <a:pt x="710" y="556"/>
                  </a:lnTo>
                  <a:lnTo>
                    <a:pt x="710" y="556"/>
                  </a:lnTo>
                  <a:lnTo>
                    <a:pt x="713" y="556"/>
                  </a:lnTo>
                  <a:lnTo>
                    <a:pt x="715" y="554"/>
                  </a:lnTo>
                  <a:lnTo>
                    <a:pt x="715" y="554"/>
                  </a:lnTo>
                  <a:lnTo>
                    <a:pt x="724" y="547"/>
                  </a:lnTo>
                  <a:lnTo>
                    <a:pt x="727" y="542"/>
                  </a:lnTo>
                  <a:lnTo>
                    <a:pt x="729" y="540"/>
                  </a:lnTo>
                  <a:lnTo>
                    <a:pt x="729" y="537"/>
                  </a:lnTo>
                  <a:lnTo>
                    <a:pt x="734" y="533"/>
                  </a:lnTo>
                  <a:lnTo>
                    <a:pt x="739" y="525"/>
                  </a:lnTo>
                  <a:lnTo>
                    <a:pt x="741" y="523"/>
                  </a:lnTo>
                  <a:lnTo>
                    <a:pt x="741" y="523"/>
                  </a:lnTo>
                  <a:lnTo>
                    <a:pt x="741" y="521"/>
                  </a:lnTo>
                  <a:lnTo>
                    <a:pt x="743" y="521"/>
                  </a:lnTo>
                  <a:lnTo>
                    <a:pt x="743" y="518"/>
                  </a:lnTo>
                  <a:lnTo>
                    <a:pt x="753" y="502"/>
                  </a:lnTo>
                  <a:lnTo>
                    <a:pt x="755" y="499"/>
                  </a:lnTo>
                  <a:lnTo>
                    <a:pt x="755" y="499"/>
                  </a:lnTo>
                  <a:lnTo>
                    <a:pt x="755" y="497"/>
                  </a:lnTo>
                  <a:lnTo>
                    <a:pt x="758" y="495"/>
                  </a:lnTo>
                  <a:lnTo>
                    <a:pt x="765" y="480"/>
                  </a:lnTo>
                  <a:lnTo>
                    <a:pt x="767" y="473"/>
                  </a:lnTo>
                  <a:lnTo>
                    <a:pt x="772" y="469"/>
                  </a:lnTo>
                  <a:lnTo>
                    <a:pt x="772" y="469"/>
                  </a:lnTo>
                  <a:lnTo>
                    <a:pt x="779" y="462"/>
                  </a:lnTo>
                  <a:lnTo>
                    <a:pt x="779" y="462"/>
                  </a:lnTo>
                  <a:lnTo>
                    <a:pt x="779" y="459"/>
                  </a:lnTo>
                  <a:lnTo>
                    <a:pt x="779" y="459"/>
                  </a:lnTo>
                  <a:lnTo>
                    <a:pt x="779" y="459"/>
                  </a:lnTo>
                  <a:lnTo>
                    <a:pt x="779" y="459"/>
                  </a:lnTo>
                  <a:lnTo>
                    <a:pt x="779" y="459"/>
                  </a:lnTo>
                  <a:lnTo>
                    <a:pt x="776" y="459"/>
                  </a:lnTo>
                  <a:lnTo>
                    <a:pt x="776" y="462"/>
                  </a:lnTo>
                  <a:lnTo>
                    <a:pt x="776" y="459"/>
                  </a:lnTo>
                  <a:lnTo>
                    <a:pt x="776" y="459"/>
                  </a:lnTo>
                  <a:lnTo>
                    <a:pt x="779" y="459"/>
                  </a:lnTo>
                  <a:lnTo>
                    <a:pt x="779" y="457"/>
                  </a:lnTo>
                  <a:lnTo>
                    <a:pt x="779" y="454"/>
                  </a:lnTo>
                  <a:lnTo>
                    <a:pt x="786" y="440"/>
                  </a:lnTo>
                  <a:lnTo>
                    <a:pt x="793" y="431"/>
                  </a:lnTo>
                  <a:lnTo>
                    <a:pt x="793" y="428"/>
                  </a:lnTo>
                  <a:lnTo>
                    <a:pt x="795" y="428"/>
                  </a:lnTo>
                  <a:lnTo>
                    <a:pt x="795" y="428"/>
                  </a:lnTo>
                  <a:lnTo>
                    <a:pt x="795" y="428"/>
                  </a:lnTo>
                  <a:lnTo>
                    <a:pt x="795" y="426"/>
                  </a:lnTo>
                  <a:lnTo>
                    <a:pt x="795" y="426"/>
                  </a:lnTo>
                  <a:lnTo>
                    <a:pt x="798" y="426"/>
                  </a:lnTo>
                  <a:lnTo>
                    <a:pt x="798" y="424"/>
                  </a:lnTo>
                  <a:lnTo>
                    <a:pt x="800" y="424"/>
                  </a:lnTo>
                  <a:lnTo>
                    <a:pt x="803" y="421"/>
                  </a:lnTo>
                  <a:lnTo>
                    <a:pt x="803" y="419"/>
                  </a:lnTo>
                  <a:lnTo>
                    <a:pt x="803" y="419"/>
                  </a:lnTo>
                  <a:lnTo>
                    <a:pt x="803" y="419"/>
                  </a:lnTo>
                  <a:lnTo>
                    <a:pt x="803" y="419"/>
                  </a:lnTo>
                  <a:lnTo>
                    <a:pt x="803" y="419"/>
                  </a:lnTo>
                  <a:lnTo>
                    <a:pt x="805" y="417"/>
                  </a:lnTo>
                  <a:lnTo>
                    <a:pt x="807" y="414"/>
                  </a:lnTo>
                  <a:lnTo>
                    <a:pt x="817" y="402"/>
                  </a:lnTo>
                  <a:lnTo>
                    <a:pt x="819" y="402"/>
                  </a:lnTo>
                  <a:lnTo>
                    <a:pt x="819" y="402"/>
                  </a:lnTo>
                  <a:lnTo>
                    <a:pt x="819" y="402"/>
                  </a:lnTo>
                  <a:lnTo>
                    <a:pt x="817" y="402"/>
                  </a:lnTo>
                  <a:lnTo>
                    <a:pt x="817" y="400"/>
                  </a:lnTo>
                  <a:lnTo>
                    <a:pt x="817" y="400"/>
                  </a:lnTo>
                  <a:lnTo>
                    <a:pt x="819" y="400"/>
                  </a:lnTo>
                  <a:lnTo>
                    <a:pt x="821" y="400"/>
                  </a:lnTo>
                  <a:lnTo>
                    <a:pt x="824" y="400"/>
                  </a:lnTo>
                  <a:lnTo>
                    <a:pt x="831" y="398"/>
                  </a:lnTo>
                  <a:lnTo>
                    <a:pt x="833" y="395"/>
                  </a:lnTo>
                  <a:lnTo>
                    <a:pt x="833" y="393"/>
                  </a:lnTo>
                  <a:lnTo>
                    <a:pt x="833" y="393"/>
                  </a:lnTo>
                  <a:lnTo>
                    <a:pt x="831" y="395"/>
                  </a:lnTo>
                  <a:lnTo>
                    <a:pt x="831" y="395"/>
                  </a:lnTo>
                  <a:lnTo>
                    <a:pt x="831" y="395"/>
                  </a:lnTo>
                  <a:lnTo>
                    <a:pt x="829" y="393"/>
                  </a:lnTo>
                  <a:lnTo>
                    <a:pt x="831" y="393"/>
                  </a:lnTo>
                  <a:lnTo>
                    <a:pt x="833" y="393"/>
                  </a:lnTo>
                  <a:lnTo>
                    <a:pt x="836" y="393"/>
                  </a:lnTo>
                  <a:lnTo>
                    <a:pt x="840" y="388"/>
                  </a:lnTo>
                  <a:lnTo>
                    <a:pt x="840" y="388"/>
                  </a:lnTo>
                  <a:lnTo>
                    <a:pt x="843" y="386"/>
                  </a:lnTo>
                  <a:lnTo>
                    <a:pt x="843" y="386"/>
                  </a:lnTo>
                  <a:lnTo>
                    <a:pt x="843" y="383"/>
                  </a:lnTo>
                  <a:lnTo>
                    <a:pt x="845" y="383"/>
                  </a:lnTo>
                  <a:lnTo>
                    <a:pt x="845" y="383"/>
                  </a:lnTo>
                  <a:lnTo>
                    <a:pt x="850" y="379"/>
                  </a:lnTo>
                  <a:lnTo>
                    <a:pt x="850" y="376"/>
                  </a:lnTo>
                  <a:lnTo>
                    <a:pt x="852" y="376"/>
                  </a:lnTo>
                  <a:lnTo>
                    <a:pt x="852" y="374"/>
                  </a:lnTo>
                  <a:lnTo>
                    <a:pt x="852" y="372"/>
                  </a:lnTo>
                  <a:lnTo>
                    <a:pt x="852" y="369"/>
                  </a:lnTo>
                  <a:lnTo>
                    <a:pt x="852" y="369"/>
                  </a:lnTo>
                  <a:lnTo>
                    <a:pt x="852" y="369"/>
                  </a:lnTo>
                  <a:lnTo>
                    <a:pt x="852" y="369"/>
                  </a:lnTo>
                  <a:lnTo>
                    <a:pt x="852" y="369"/>
                  </a:lnTo>
                  <a:lnTo>
                    <a:pt x="852" y="367"/>
                  </a:lnTo>
                  <a:lnTo>
                    <a:pt x="855" y="367"/>
                  </a:lnTo>
                  <a:lnTo>
                    <a:pt x="855" y="364"/>
                  </a:lnTo>
                  <a:lnTo>
                    <a:pt x="855" y="364"/>
                  </a:lnTo>
                  <a:lnTo>
                    <a:pt x="855" y="362"/>
                  </a:lnTo>
                  <a:lnTo>
                    <a:pt x="859" y="357"/>
                  </a:lnTo>
                  <a:lnTo>
                    <a:pt x="859" y="355"/>
                  </a:lnTo>
                  <a:lnTo>
                    <a:pt x="862" y="341"/>
                  </a:lnTo>
                  <a:lnTo>
                    <a:pt x="862" y="338"/>
                  </a:lnTo>
                  <a:lnTo>
                    <a:pt x="862" y="338"/>
                  </a:lnTo>
                  <a:lnTo>
                    <a:pt x="862" y="338"/>
                  </a:lnTo>
                  <a:lnTo>
                    <a:pt x="862" y="336"/>
                  </a:lnTo>
                  <a:lnTo>
                    <a:pt x="862" y="336"/>
                  </a:lnTo>
                  <a:lnTo>
                    <a:pt x="862" y="336"/>
                  </a:lnTo>
                  <a:lnTo>
                    <a:pt x="862" y="334"/>
                  </a:lnTo>
                  <a:lnTo>
                    <a:pt x="866" y="317"/>
                  </a:lnTo>
                  <a:lnTo>
                    <a:pt x="871" y="301"/>
                  </a:lnTo>
                  <a:lnTo>
                    <a:pt x="871" y="298"/>
                  </a:lnTo>
                  <a:lnTo>
                    <a:pt x="873" y="298"/>
                  </a:lnTo>
                  <a:lnTo>
                    <a:pt x="873" y="298"/>
                  </a:lnTo>
                  <a:lnTo>
                    <a:pt x="873" y="296"/>
                  </a:lnTo>
                  <a:lnTo>
                    <a:pt x="873" y="296"/>
                  </a:lnTo>
                  <a:lnTo>
                    <a:pt x="876" y="291"/>
                  </a:lnTo>
                  <a:lnTo>
                    <a:pt x="876" y="291"/>
                  </a:lnTo>
                  <a:lnTo>
                    <a:pt x="876" y="289"/>
                  </a:lnTo>
                  <a:lnTo>
                    <a:pt x="876" y="286"/>
                  </a:lnTo>
                  <a:lnTo>
                    <a:pt x="878" y="277"/>
                  </a:lnTo>
                  <a:lnTo>
                    <a:pt x="878" y="275"/>
                  </a:lnTo>
                  <a:lnTo>
                    <a:pt x="869" y="277"/>
                  </a:lnTo>
                  <a:close/>
                  <a:moveTo>
                    <a:pt x="694" y="426"/>
                  </a:moveTo>
                  <a:lnTo>
                    <a:pt x="691" y="428"/>
                  </a:lnTo>
                  <a:lnTo>
                    <a:pt x="691" y="428"/>
                  </a:lnTo>
                  <a:lnTo>
                    <a:pt x="691" y="431"/>
                  </a:lnTo>
                  <a:lnTo>
                    <a:pt x="691" y="431"/>
                  </a:lnTo>
                  <a:lnTo>
                    <a:pt x="691" y="431"/>
                  </a:lnTo>
                  <a:lnTo>
                    <a:pt x="691" y="433"/>
                  </a:lnTo>
                  <a:lnTo>
                    <a:pt x="689" y="433"/>
                  </a:lnTo>
                  <a:lnTo>
                    <a:pt x="687" y="433"/>
                  </a:lnTo>
                  <a:lnTo>
                    <a:pt x="687" y="433"/>
                  </a:lnTo>
                  <a:lnTo>
                    <a:pt x="684" y="435"/>
                  </a:lnTo>
                  <a:lnTo>
                    <a:pt x="684" y="435"/>
                  </a:lnTo>
                  <a:lnTo>
                    <a:pt x="684" y="438"/>
                  </a:lnTo>
                  <a:lnTo>
                    <a:pt x="684" y="438"/>
                  </a:lnTo>
                  <a:lnTo>
                    <a:pt x="684" y="440"/>
                  </a:lnTo>
                  <a:lnTo>
                    <a:pt x="687" y="440"/>
                  </a:lnTo>
                  <a:lnTo>
                    <a:pt x="684" y="440"/>
                  </a:lnTo>
                  <a:lnTo>
                    <a:pt x="684" y="443"/>
                  </a:lnTo>
                  <a:lnTo>
                    <a:pt x="684" y="443"/>
                  </a:lnTo>
                  <a:lnTo>
                    <a:pt x="684" y="443"/>
                  </a:lnTo>
                  <a:lnTo>
                    <a:pt x="679" y="445"/>
                  </a:lnTo>
                  <a:lnTo>
                    <a:pt x="677" y="445"/>
                  </a:lnTo>
                  <a:lnTo>
                    <a:pt x="677" y="447"/>
                  </a:lnTo>
                  <a:lnTo>
                    <a:pt x="677" y="450"/>
                  </a:lnTo>
                  <a:lnTo>
                    <a:pt x="675" y="452"/>
                  </a:lnTo>
                  <a:lnTo>
                    <a:pt x="675" y="452"/>
                  </a:lnTo>
                  <a:lnTo>
                    <a:pt x="675" y="452"/>
                  </a:lnTo>
                  <a:lnTo>
                    <a:pt x="675" y="454"/>
                  </a:lnTo>
                  <a:lnTo>
                    <a:pt x="675" y="457"/>
                  </a:lnTo>
                  <a:lnTo>
                    <a:pt x="677" y="457"/>
                  </a:lnTo>
                  <a:lnTo>
                    <a:pt x="677" y="457"/>
                  </a:lnTo>
                  <a:lnTo>
                    <a:pt x="677" y="457"/>
                  </a:lnTo>
                  <a:lnTo>
                    <a:pt x="677" y="459"/>
                  </a:lnTo>
                  <a:lnTo>
                    <a:pt x="677" y="459"/>
                  </a:lnTo>
                  <a:lnTo>
                    <a:pt x="677" y="462"/>
                  </a:lnTo>
                  <a:lnTo>
                    <a:pt x="677" y="462"/>
                  </a:lnTo>
                  <a:lnTo>
                    <a:pt x="677" y="462"/>
                  </a:lnTo>
                  <a:lnTo>
                    <a:pt x="677" y="462"/>
                  </a:lnTo>
                  <a:lnTo>
                    <a:pt x="675" y="462"/>
                  </a:lnTo>
                  <a:lnTo>
                    <a:pt x="675" y="462"/>
                  </a:lnTo>
                  <a:lnTo>
                    <a:pt x="670" y="466"/>
                  </a:lnTo>
                  <a:lnTo>
                    <a:pt x="668" y="466"/>
                  </a:lnTo>
                  <a:lnTo>
                    <a:pt x="663" y="471"/>
                  </a:lnTo>
                  <a:lnTo>
                    <a:pt x="658" y="471"/>
                  </a:lnTo>
                  <a:lnTo>
                    <a:pt x="656" y="473"/>
                  </a:lnTo>
                  <a:lnTo>
                    <a:pt x="651" y="476"/>
                  </a:lnTo>
                  <a:lnTo>
                    <a:pt x="649" y="476"/>
                  </a:lnTo>
                  <a:lnTo>
                    <a:pt x="646" y="473"/>
                  </a:lnTo>
                  <a:lnTo>
                    <a:pt x="644" y="473"/>
                  </a:lnTo>
                  <a:lnTo>
                    <a:pt x="644" y="473"/>
                  </a:lnTo>
                  <a:lnTo>
                    <a:pt x="642" y="476"/>
                  </a:lnTo>
                  <a:lnTo>
                    <a:pt x="642" y="476"/>
                  </a:lnTo>
                  <a:lnTo>
                    <a:pt x="637" y="476"/>
                  </a:lnTo>
                  <a:lnTo>
                    <a:pt x="637" y="476"/>
                  </a:lnTo>
                  <a:lnTo>
                    <a:pt x="635" y="476"/>
                  </a:lnTo>
                  <a:lnTo>
                    <a:pt x="635" y="478"/>
                  </a:lnTo>
                  <a:lnTo>
                    <a:pt x="635" y="478"/>
                  </a:lnTo>
                  <a:lnTo>
                    <a:pt x="635" y="480"/>
                  </a:lnTo>
                  <a:lnTo>
                    <a:pt x="632" y="480"/>
                  </a:lnTo>
                  <a:lnTo>
                    <a:pt x="632" y="480"/>
                  </a:lnTo>
                  <a:lnTo>
                    <a:pt x="632" y="480"/>
                  </a:lnTo>
                  <a:lnTo>
                    <a:pt x="632" y="480"/>
                  </a:lnTo>
                  <a:lnTo>
                    <a:pt x="630" y="483"/>
                  </a:lnTo>
                  <a:lnTo>
                    <a:pt x="630" y="483"/>
                  </a:lnTo>
                  <a:lnTo>
                    <a:pt x="627" y="483"/>
                  </a:lnTo>
                  <a:lnTo>
                    <a:pt x="627" y="483"/>
                  </a:lnTo>
                  <a:lnTo>
                    <a:pt x="627" y="485"/>
                  </a:lnTo>
                  <a:lnTo>
                    <a:pt x="627" y="485"/>
                  </a:lnTo>
                  <a:lnTo>
                    <a:pt x="627" y="485"/>
                  </a:lnTo>
                  <a:lnTo>
                    <a:pt x="630" y="488"/>
                  </a:lnTo>
                  <a:lnTo>
                    <a:pt x="630" y="488"/>
                  </a:lnTo>
                  <a:lnTo>
                    <a:pt x="627" y="490"/>
                  </a:lnTo>
                  <a:lnTo>
                    <a:pt x="627" y="490"/>
                  </a:lnTo>
                  <a:lnTo>
                    <a:pt x="623" y="495"/>
                  </a:lnTo>
                  <a:lnTo>
                    <a:pt x="623" y="495"/>
                  </a:lnTo>
                  <a:lnTo>
                    <a:pt x="623" y="495"/>
                  </a:lnTo>
                  <a:lnTo>
                    <a:pt x="623" y="497"/>
                  </a:lnTo>
                  <a:lnTo>
                    <a:pt x="623" y="497"/>
                  </a:lnTo>
                  <a:lnTo>
                    <a:pt x="623" y="497"/>
                  </a:lnTo>
                  <a:lnTo>
                    <a:pt x="623" y="499"/>
                  </a:lnTo>
                  <a:lnTo>
                    <a:pt x="623" y="502"/>
                  </a:lnTo>
                  <a:lnTo>
                    <a:pt x="623" y="502"/>
                  </a:lnTo>
                  <a:lnTo>
                    <a:pt x="623" y="502"/>
                  </a:lnTo>
                  <a:lnTo>
                    <a:pt x="620" y="502"/>
                  </a:lnTo>
                  <a:lnTo>
                    <a:pt x="620" y="502"/>
                  </a:lnTo>
                  <a:lnTo>
                    <a:pt x="620" y="502"/>
                  </a:lnTo>
                  <a:lnTo>
                    <a:pt x="620" y="504"/>
                  </a:lnTo>
                  <a:lnTo>
                    <a:pt x="620" y="504"/>
                  </a:lnTo>
                  <a:lnTo>
                    <a:pt x="620" y="506"/>
                  </a:lnTo>
                  <a:lnTo>
                    <a:pt x="620" y="506"/>
                  </a:lnTo>
                  <a:lnTo>
                    <a:pt x="618" y="506"/>
                  </a:lnTo>
                  <a:lnTo>
                    <a:pt x="613" y="506"/>
                  </a:lnTo>
                  <a:lnTo>
                    <a:pt x="611" y="506"/>
                  </a:lnTo>
                  <a:lnTo>
                    <a:pt x="611" y="504"/>
                  </a:lnTo>
                  <a:lnTo>
                    <a:pt x="611" y="504"/>
                  </a:lnTo>
                  <a:lnTo>
                    <a:pt x="608" y="504"/>
                  </a:lnTo>
                  <a:lnTo>
                    <a:pt x="608" y="504"/>
                  </a:lnTo>
                  <a:lnTo>
                    <a:pt x="608" y="504"/>
                  </a:lnTo>
                  <a:lnTo>
                    <a:pt x="608" y="504"/>
                  </a:lnTo>
                  <a:lnTo>
                    <a:pt x="606" y="504"/>
                  </a:lnTo>
                  <a:lnTo>
                    <a:pt x="606" y="504"/>
                  </a:lnTo>
                  <a:lnTo>
                    <a:pt x="604" y="504"/>
                  </a:lnTo>
                  <a:lnTo>
                    <a:pt x="601" y="504"/>
                  </a:lnTo>
                  <a:lnTo>
                    <a:pt x="601" y="502"/>
                  </a:lnTo>
                  <a:lnTo>
                    <a:pt x="599" y="499"/>
                  </a:lnTo>
                  <a:lnTo>
                    <a:pt x="594" y="497"/>
                  </a:lnTo>
                  <a:lnTo>
                    <a:pt x="594" y="497"/>
                  </a:lnTo>
                  <a:lnTo>
                    <a:pt x="594" y="495"/>
                  </a:lnTo>
                  <a:lnTo>
                    <a:pt x="594" y="495"/>
                  </a:lnTo>
                  <a:lnTo>
                    <a:pt x="594" y="495"/>
                  </a:lnTo>
                  <a:lnTo>
                    <a:pt x="592" y="492"/>
                  </a:lnTo>
                  <a:lnTo>
                    <a:pt x="592" y="492"/>
                  </a:lnTo>
                  <a:lnTo>
                    <a:pt x="592" y="490"/>
                  </a:lnTo>
                  <a:lnTo>
                    <a:pt x="592" y="490"/>
                  </a:lnTo>
                  <a:lnTo>
                    <a:pt x="590" y="490"/>
                  </a:lnTo>
                  <a:lnTo>
                    <a:pt x="587" y="488"/>
                  </a:lnTo>
                  <a:lnTo>
                    <a:pt x="587" y="488"/>
                  </a:lnTo>
                  <a:lnTo>
                    <a:pt x="587" y="485"/>
                  </a:lnTo>
                  <a:lnTo>
                    <a:pt x="587" y="485"/>
                  </a:lnTo>
                  <a:lnTo>
                    <a:pt x="585" y="485"/>
                  </a:lnTo>
                  <a:lnTo>
                    <a:pt x="585" y="485"/>
                  </a:lnTo>
                  <a:lnTo>
                    <a:pt x="585" y="485"/>
                  </a:lnTo>
                  <a:lnTo>
                    <a:pt x="585" y="485"/>
                  </a:lnTo>
                  <a:lnTo>
                    <a:pt x="582" y="485"/>
                  </a:lnTo>
                  <a:lnTo>
                    <a:pt x="582" y="485"/>
                  </a:lnTo>
                  <a:lnTo>
                    <a:pt x="582" y="485"/>
                  </a:lnTo>
                  <a:lnTo>
                    <a:pt x="582" y="485"/>
                  </a:lnTo>
                  <a:lnTo>
                    <a:pt x="580" y="480"/>
                  </a:lnTo>
                  <a:lnTo>
                    <a:pt x="580" y="480"/>
                  </a:lnTo>
                  <a:lnTo>
                    <a:pt x="582" y="476"/>
                  </a:lnTo>
                  <a:lnTo>
                    <a:pt x="582" y="476"/>
                  </a:lnTo>
                  <a:lnTo>
                    <a:pt x="582" y="476"/>
                  </a:lnTo>
                  <a:lnTo>
                    <a:pt x="582" y="476"/>
                  </a:lnTo>
                  <a:lnTo>
                    <a:pt x="582" y="476"/>
                  </a:lnTo>
                  <a:lnTo>
                    <a:pt x="580" y="476"/>
                  </a:lnTo>
                  <a:lnTo>
                    <a:pt x="580" y="476"/>
                  </a:lnTo>
                  <a:lnTo>
                    <a:pt x="580" y="476"/>
                  </a:lnTo>
                  <a:lnTo>
                    <a:pt x="578" y="473"/>
                  </a:lnTo>
                  <a:lnTo>
                    <a:pt x="578" y="473"/>
                  </a:lnTo>
                  <a:lnTo>
                    <a:pt x="578" y="469"/>
                  </a:lnTo>
                  <a:lnTo>
                    <a:pt x="578" y="469"/>
                  </a:lnTo>
                  <a:lnTo>
                    <a:pt x="575" y="466"/>
                  </a:lnTo>
                  <a:lnTo>
                    <a:pt x="573" y="466"/>
                  </a:lnTo>
                  <a:lnTo>
                    <a:pt x="571" y="462"/>
                  </a:lnTo>
                  <a:lnTo>
                    <a:pt x="568" y="452"/>
                  </a:lnTo>
                  <a:lnTo>
                    <a:pt x="568" y="452"/>
                  </a:lnTo>
                  <a:lnTo>
                    <a:pt x="568" y="452"/>
                  </a:lnTo>
                  <a:lnTo>
                    <a:pt x="566" y="450"/>
                  </a:lnTo>
                  <a:lnTo>
                    <a:pt x="566" y="447"/>
                  </a:lnTo>
                  <a:lnTo>
                    <a:pt x="564" y="447"/>
                  </a:lnTo>
                  <a:lnTo>
                    <a:pt x="564" y="447"/>
                  </a:lnTo>
                  <a:lnTo>
                    <a:pt x="564" y="447"/>
                  </a:lnTo>
                  <a:lnTo>
                    <a:pt x="564" y="445"/>
                  </a:lnTo>
                  <a:lnTo>
                    <a:pt x="564" y="445"/>
                  </a:lnTo>
                  <a:lnTo>
                    <a:pt x="564" y="443"/>
                  </a:lnTo>
                  <a:lnTo>
                    <a:pt x="564" y="443"/>
                  </a:lnTo>
                  <a:lnTo>
                    <a:pt x="564" y="443"/>
                  </a:lnTo>
                  <a:lnTo>
                    <a:pt x="566" y="443"/>
                  </a:lnTo>
                  <a:lnTo>
                    <a:pt x="566" y="443"/>
                  </a:lnTo>
                  <a:lnTo>
                    <a:pt x="566" y="443"/>
                  </a:lnTo>
                  <a:lnTo>
                    <a:pt x="566" y="443"/>
                  </a:lnTo>
                  <a:lnTo>
                    <a:pt x="566" y="443"/>
                  </a:lnTo>
                  <a:lnTo>
                    <a:pt x="566" y="443"/>
                  </a:lnTo>
                  <a:lnTo>
                    <a:pt x="566" y="443"/>
                  </a:lnTo>
                  <a:lnTo>
                    <a:pt x="568" y="443"/>
                  </a:lnTo>
                  <a:lnTo>
                    <a:pt x="568" y="443"/>
                  </a:lnTo>
                  <a:lnTo>
                    <a:pt x="568" y="440"/>
                  </a:lnTo>
                  <a:lnTo>
                    <a:pt x="571" y="440"/>
                  </a:lnTo>
                  <a:lnTo>
                    <a:pt x="571" y="440"/>
                  </a:lnTo>
                  <a:lnTo>
                    <a:pt x="573" y="440"/>
                  </a:lnTo>
                  <a:lnTo>
                    <a:pt x="573" y="440"/>
                  </a:lnTo>
                  <a:lnTo>
                    <a:pt x="573" y="440"/>
                  </a:lnTo>
                  <a:lnTo>
                    <a:pt x="575" y="438"/>
                  </a:lnTo>
                  <a:lnTo>
                    <a:pt x="578" y="438"/>
                  </a:lnTo>
                  <a:lnTo>
                    <a:pt x="578" y="438"/>
                  </a:lnTo>
                  <a:lnTo>
                    <a:pt x="578" y="438"/>
                  </a:lnTo>
                  <a:lnTo>
                    <a:pt x="578" y="438"/>
                  </a:lnTo>
                  <a:lnTo>
                    <a:pt x="580" y="435"/>
                  </a:lnTo>
                  <a:lnTo>
                    <a:pt x="580" y="435"/>
                  </a:lnTo>
                  <a:lnTo>
                    <a:pt x="580" y="435"/>
                  </a:lnTo>
                  <a:lnTo>
                    <a:pt x="580" y="435"/>
                  </a:lnTo>
                  <a:lnTo>
                    <a:pt x="580" y="435"/>
                  </a:lnTo>
                  <a:lnTo>
                    <a:pt x="582" y="435"/>
                  </a:lnTo>
                  <a:lnTo>
                    <a:pt x="582" y="433"/>
                  </a:lnTo>
                  <a:lnTo>
                    <a:pt x="582" y="433"/>
                  </a:lnTo>
                  <a:lnTo>
                    <a:pt x="585" y="431"/>
                  </a:lnTo>
                  <a:lnTo>
                    <a:pt x="585" y="431"/>
                  </a:lnTo>
                  <a:lnTo>
                    <a:pt x="585" y="428"/>
                  </a:lnTo>
                  <a:lnTo>
                    <a:pt x="585" y="428"/>
                  </a:lnTo>
                  <a:lnTo>
                    <a:pt x="585" y="428"/>
                  </a:lnTo>
                  <a:lnTo>
                    <a:pt x="585" y="428"/>
                  </a:lnTo>
                  <a:lnTo>
                    <a:pt x="585" y="428"/>
                  </a:lnTo>
                  <a:lnTo>
                    <a:pt x="585" y="426"/>
                  </a:lnTo>
                  <a:lnTo>
                    <a:pt x="585" y="426"/>
                  </a:lnTo>
                  <a:lnTo>
                    <a:pt x="585" y="426"/>
                  </a:lnTo>
                  <a:lnTo>
                    <a:pt x="585" y="426"/>
                  </a:lnTo>
                  <a:lnTo>
                    <a:pt x="587" y="426"/>
                  </a:lnTo>
                  <a:lnTo>
                    <a:pt x="587" y="426"/>
                  </a:lnTo>
                  <a:lnTo>
                    <a:pt x="587" y="424"/>
                  </a:lnTo>
                  <a:lnTo>
                    <a:pt x="587" y="424"/>
                  </a:lnTo>
                  <a:lnTo>
                    <a:pt x="587" y="424"/>
                  </a:lnTo>
                  <a:lnTo>
                    <a:pt x="590" y="421"/>
                  </a:lnTo>
                  <a:lnTo>
                    <a:pt x="590" y="421"/>
                  </a:lnTo>
                  <a:lnTo>
                    <a:pt x="592" y="421"/>
                  </a:lnTo>
                  <a:lnTo>
                    <a:pt x="592" y="421"/>
                  </a:lnTo>
                  <a:lnTo>
                    <a:pt x="590" y="419"/>
                  </a:lnTo>
                  <a:lnTo>
                    <a:pt x="590" y="419"/>
                  </a:lnTo>
                  <a:lnTo>
                    <a:pt x="592" y="419"/>
                  </a:lnTo>
                  <a:lnTo>
                    <a:pt x="592" y="417"/>
                  </a:lnTo>
                  <a:lnTo>
                    <a:pt x="592" y="417"/>
                  </a:lnTo>
                  <a:lnTo>
                    <a:pt x="592" y="417"/>
                  </a:lnTo>
                  <a:lnTo>
                    <a:pt x="594" y="414"/>
                  </a:lnTo>
                  <a:lnTo>
                    <a:pt x="597" y="412"/>
                  </a:lnTo>
                  <a:lnTo>
                    <a:pt x="597" y="412"/>
                  </a:lnTo>
                  <a:lnTo>
                    <a:pt x="597" y="409"/>
                  </a:lnTo>
                  <a:lnTo>
                    <a:pt x="597" y="409"/>
                  </a:lnTo>
                  <a:lnTo>
                    <a:pt x="597" y="409"/>
                  </a:lnTo>
                  <a:lnTo>
                    <a:pt x="597" y="409"/>
                  </a:lnTo>
                  <a:lnTo>
                    <a:pt x="599" y="409"/>
                  </a:lnTo>
                  <a:lnTo>
                    <a:pt x="599" y="409"/>
                  </a:lnTo>
                  <a:lnTo>
                    <a:pt x="597" y="409"/>
                  </a:lnTo>
                  <a:lnTo>
                    <a:pt x="597" y="407"/>
                  </a:lnTo>
                  <a:lnTo>
                    <a:pt x="597" y="407"/>
                  </a:lnTo>
                  <a:lnTo>
                    <a:pt x="597" y="407"/>
                  </a:lnTo>
                  <a:lnTo>
                    <a:pt x="599" y="407"/>
                  </a:lnTo>
                  <a:lnTo>
                    <a:pt x="599" y="407"/>
                  </a:lnTo>
                  <a:lnTo>
                    <a:pt x="599" y="405"/>
                  </a:lnTo>
                  <a:lnTo>
                    <a:pt x="601" y="405"/>
                  </a:lnTo>
                  <a:lnTo>
                    <a:pt x="601" y="405"/>
                  </a:lnTo>
                  <a:lnTo>
                    <a:pt x="601" y="405"/>
                  </a:lnTo>
                  <a:lnTo>
                    <a:pt x="601" y="405"/>
                  </a:lnTo>
                  <a:lnTo>
                    <a:pt x="601" y="405"/>
                  </a:lnTo>
                  <a:lnTo>
                    <a:pt x="601" y="405"/>
                  </a:lnTo>
                  <a:lnTo>
                    <a:pt x="601" y="405"/>
                  </a:lnTo>
                  <a:lnTo>
                    <a:pt x="601" y="402"/>
                  </a:lnTo>
                  <a:lnTo>
                    <a:pt x="601" y="402"/>
                  </a:lnTo>
                  <a:lnTo>
                    <a:pt x="601" y="402"/>
                  </a:lnTo>
                  <a:lnTo>
                    <a:pt x="601" y="402"/>
                  </a:lnTo>
                  <a:lnTo>
                    <a:pt x="601" y="402"/>
                  </a:lnTo>
                  <a:lnTo>
                    <a:pt x="604" y="400"/>
                  </a:lnTo>
                  <a:lnTo>
                    <a:pt x="604" y="400"/>
                  </a:lnTo>
                  <a:lnTo>
                    <a:pt x="608" y="400"/>
                  </a:lnTo>
                  <a:lnTo>
                    <a:pt x="611" y="400"/>
                  </a:lnTo>
                  <a:lnTo>
                    <a:pt x="611" y="398"/>
                  </a:lnTo>
                  <a:lnTo>
                    <a:pt x="611" y="398"/>
                  </a:lnTo>
                  <a:lnTo>
                    <a:pt x="611" y="398"/>
                  </a:lnTo>
                  <a:lnTo>
                    <a:pt x="613" y="395"/>
                  </a:lnTo>
                  <a:lnTo>
                    <a:pt x="613" y="398"/>
                  </a:lnTo>
                  <a:lnTo>
                    <a:pt x="613" y="398"/>
                  </a:lnTo>
                  <a:lnTo>
                    <a:pt x="613" y="398"/>
                  </a:lnTo>
                  <a:lnTo>
                    <a:pt x="616" y="398"/>
                  </a:lnTo>
                  <a:lnTo>
                    <a:pt x="616" y="398"/>
                  </a:lnTo>
                  <a:lnTo>
                    <a:pt x="618" y="398"/>
                  </a:lnTo>
                  <a:lnTo>
                    <a:pt x="618" y="398"/>
                  </a:lnTo>
                  <a:lnTo>
                    <a:pt x="618" y="398"/>
                  </a:lnTo>
                  <a:lnTo>
                    <a:pt x="618" y="398"/>
                  </a:lnTo>
                  <a:lnTo>
                    <a:pt x="618" y="393"/>
                  </a:lnTo>
                  <a:lnTo>
                    <a:pt x="620" y="391"/>
                  </a:lnTo>
                  <a:lnTo>
                    <a:pt x="623" y="391"/>
                  </a:lnTo>
                  <a:lnTo>
                    <a:pt x="623" y="388"/>
                  </a:lnTo>
                  <a:lnTo>
                    <a:pt x="623" y="388"/>
                  </a:lnTo>
                  <a:lnTo>
                    <a:pt x="625" y="388"/>
                  </a:lnTo>
                  <a:lnTo>
                    <a:pt x="625" y="388"/>
                  </a:lnTo>
                  <a:lnTo>
                    <a:pt x="627" y="388"/>
                  </a:lnTo>
                  <a:lnTo>
                    <a:pt x="627" y="388"/>
                  </a:lnTo>
                  <a:lnTo>
                    <a:pt x="630" y="388"/>
                  </a:lnTo>
                  <a:lnTo>
                    <a:pt x="630" y="388"/>
                  </a:lnTo>
                  <a:lnTo>
                    <a:pt x="632" y="388"/>
                  </a:lnTo>
                  <a:lnTo>
                    <a:pt x="632" y="388"/>
                  </a:lnTo>
                  <a:lnTo>
                    <a:pt x="635" y="386"/>
                  </a:lnTo>
                  <a:lnTo>
                    <a:pt x="635" y="383"/>
                  </a:lnTo>
                  <a:lnTo>
                    <a:pt x="637" y="383"/>
                  </a:lnTo>
                  <a:lnTo>
                    <a:pt x="637" y="381"/>
                  </a:lnTo>
                  <a:lnTo>
                    <a:pt x="644" y="381"/>
                  </a:lnTo>
                  <a:lnTo>
                    <a:pt x="646" y="381"/>
                  </a:lnTo>
                  <a:lnTo>
                    <a:pt x="649" y="379"/>
                  </a:lnTo>
                  <a:lnTo>
                    <a:pt x="651" y="379"/>
                  </a:lnTo>
                  <a:lnTo>
                    <a:pt x="651" y="381"/>
                  </a:lnTo>
                  <a:lnTo>
                    <a:pt x="651" y="381"/>
                  </a:lnTo>
                  <a:lnTo>
                    <a:pt x="651" y="381"/>
                  </a:lnTo>
                  <a:lnTo>
                    <a:pt x="653" y="383"/>
                  </a:lnTo>
                  <a:lnTo>
                    <a:pt x="653" y="386"/>
                  </a:lnTo>
                  <a:lnTo>
                    <a:pt x="653" y="386"/>
                  </a:lnTo>
                  <a:lnTo>
                    <a:pt x="656" y="386"/>
                  </a:lnTo>
                  <a:lnTo>
                    <a:pt x="656" y="388"/>
                  </a:lnTo>
                  <a:lnTo>
                    <a:pt x="658" y="391"/>
                  </a:lnTo>
                  <a:lnTo>
                    <a:pt x="658" y="391"/>
                  </a:lnTo>
                  <a:lnTo>
                    <a:pt x="661" y="391"/>
                  </a:lnTo>
                  <a:lnTo>
                    <a:pt x="661" y="391"/>
                  </a:lnTo>
                  <a:lnTo>
                    <a:pt x="661" y="391"/>
                  </a:lnTo>
                  <a:lnTo>
                    <a:pt x="663" y="391"/>
                  </a:lnTo>
                  <a:lnTo>
                    <a:pt x="663" y="391"/>
                  </a:lnTo>
                  <a:lnTo>
                    <a:pt x="663" y="393"/>
                  </a:lnTo>
                  <a:lnTo>
                    <a:pt x="663" y="393"/>
                  </a:lnTo>
                  <a:lnTo>
                    <a:pt x="665" y="398"/>
                  </a:lnTo>
                  <a:lnTo>
                    <a:pt x="668" y="400"/>
                  </a:lnTo>
                  <a:lnTo>
                    <a:pt x="670" y="400"/>
                  </a:lnTo>
                  <a:lnTo>
                    <a:pt x="670" y="400"/>
                  </a:lnTo>
                  <a:lnTo>
                    <a:pt x="672" y="400"/>
                  </a:lnTo>
                  <a:lnTo>
                    <a:pt x="672" y="402"/>
                  </a:lnTo>
                  <a:lnTo>
                    <a:pt x="672" y="402"/>
                  </a:lnTo>
                  <a:lnTo>
                    <a:pt x="672" y="402"/>
                  </a:lnTo>
                  <a:lnTo>
                    <a:pt x="672" y="405"/>
                  </a:lnTo>
                  <a:lnTo>
                    <a:pt x="675" y="405"/>
                  </a:lnTo>
                  <a:lnTo>
                    <a:pt x="677" y="405"/>
                  </a:lnTo>
                  <a:lnTo>
                    <a:pt x="682" y="409"/>
                  </a:lnTo>
                  <a:lnTo>
                    <a:pt x="682" y="409"/>
                  </a:lnTo>
                  <a:lnTo>
                    <a:pt x="684" y="409"/>
                  </a:lnTo>
                  <a:lnTo>
                    <a:pt x="687" y="412"/>
                  </a:lnTo>
                  <a:lnTo>
                    <a:pt x="687" y="414"/>
                  </a:lnTo>
                  <a:lnTo>
                    <a:pt x="687" y="414"/>
                  </a:lnTo>
                  <a:lnTo>
                    <a:pt x="689" y="417"/>
                  </a:lnTo>
                  <a:lnTo>
                    <a:pt x="689" y="417"/>
                  </a:lnTo>
                  <a:lnTo>
                    <a:pt x="689" y="417"/>
                  </a:lnTo>
                  <a:lnTo>
                    <a:pt x="689" y="419"/>
                  </a:lnTo>
                  <a:lnTo>
                    <a:pt x="691" y="421"/>
                  </a:lnTo>
                  <a:lnTo>
                    <a:pt x="691" y="424"/>
                  </a:lnTo>
                  <a:lnTo>
                    <a:pt x="691" y="424"/>
                  </a:lnTo>
                  <a:lnTo>
                    <a:pt x="691" y="424"/>
                  </a:lnTo>
                  <a:lnTo>
                    <a:pt x="691" y="424"/>
                  </a:lnTo>
                  <a:lnTo>
                    <a:pt x="691" y="426"/>
                  </a:lnTo>
                  <a:lnTo>
                    <a:pt x="694" y="426"/>
                  </a:lnTo>
                  <a:lnTo>
                    <a:pt x="694" y="426"/>
                  </a:lnTo>
                  <a:lnTo>
                    <a:pt x="694" y="426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2BB6C21E-4161-DAAA-04F7-9BB2BBD160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26590" y="2547157"/>
              <a:ext cx="427888" cy="240687"/>
            </a:xfrm>
            <a:custGeom>
              <a:avLst/>
              <a:gdLst>
                <a:gd name="T0" fmla="*/ 326 w 336"/>
                <a:gd name="T1" fmla="*/ 12 h 189"/>
                <a:gd name="T2" fmla="*/ 314 w 336"/>
                <a:gd name="T3" fmla="*/ 9 h 189"/>
                <a:gd name="T4" fmla="*/ 305 w 336"/>
                <a:gd name="T5" fmla="*/ 12 h 189"/>
                <a:gd name="T6" fmla="*/ 303 w 336"/>
                <a:gd name="T7" fmla="*/ 14 h 189"/>
                <a:gd name="T8" fmla="*/ 300 w 336"/>
                <a:gd name="T9" fmla="*/ 16 h 189"/>
                <a:gd name="T10" fmla="*/ 298 w 336"/>
                <a:gd name="T11" fmla="*/ 16 h 189"/>
                <a:gd name="T12" fmla="*/ 281 w 336"/>
                <a:gd name="T13" fmla="*/ 21 h 189"/>
                <a:gd name="T14" fmla="*/ 260 w 336"/>
                <a:gd name="T15" fmla="*/ 16 h 189"/>
                <a:gd name="T16" fmla="*/ 248 w 336"/>
                <a:gd name="T17" fmla="*/ 21 h 189"/>
                <a:gd name="T18" fmla="*/ 241 w 336"/>
                <a:gd name="T19" fmla="*/ 26 h 189"/>
                <a:gd name="T20" fmla="*/ 227 w 336"/>
                <a:gd name="T21" fmla="*/ 33 h 189"/>
                <a:gd name="T22" fmla="*/ 225 w 336"/>
                <a:gd name="T23" fmla="*/ 35 h 189"/>
                <a:gd name="T24" fmla="*/ 213 w 336"/>
                <a:gd name="T25" fmla="*/ 42 h 189"/>
                <a:gd name="T26" fmla="*/ 206 w 336"/>
                <a:gd name="T27" fmla="*/ 45 h 189"/>
                <a:gd name="T28" fmla="*/ 196 w 336"/>
                <a:gd name="T29" fmla="*/ 42 h 189"/>
                <a:gd name="T30" fmla="*/ 184 w 336"/>
                <a:gd name="T31" fmla="*/ 40 h 189"/>
                <a:gd name="T32" fmla="*/ 173 w 336"/>
                <a:gd name="T33" fmla="*/ 35 h 189"/>
                <a:gd name="T34" fmla="*/ 170 w 336"/>
                <a:gd name="T35" fmla="*/ 35 h 189"/>
                <a:gd name="T36" fmla="*/ 168 w 336"/>
                <a:gd name="T37" fmla="*/ 35 h 189"/>
                <a:gd name="T38" fmla="*/ 163 w 336"/>
                <a:gd name="T39" fmla="*/ 38 h 189"/>
                <a:gd name="T40" fmla="*/ 156 w 336"/>
                <a:gd name="T41" fmla="*/ 40 h 189"/>
                <a:gd name="T42" fmla="*/ 149 w 336"/>
                <a:gd name="T43" fmla="*/ 47 h 189"/>
                <a:gd name="T44" fmla="*/ 144 w 336"/>
                <a:gd name="T45" fmla="*/ 45 h 189"/>
                <a:gd name="T46" fmla="*/ 125 w 336"/>
                <a:gd name="T47" fmla="*/ 56 h 189"/>
                <a:gd name="T48" fmla="*/ 118 w 336"/>
                <a:gd name="T49" fmla="*/ 59 h 189"/>
                <a:gd name="T50" fmla="*/ 106 w 336"/>
                <a:gd name="T51" fmla="*/ 61 h 189"/>
                <a:gd name="T52" fmla="*/ 92 w 336"/>
                <a:gd name="T53" fmla="*/ 59 h 189"/>
                <a:gd name="T54" fmla="*/ 73 w 336"/>
                <a:gd name="T55" fmla="*/ 47 h 189"/>
                <a:gd name="T56" fmla="*/ 52 w 336"/>
                <a:gd name="T57" fmla="*/ 23 h 189"/>
                <a:gd name="T58" fmla="*/ 49 w 336"/>
                <a:gd name="T59" fmla="*/ 19 h 189"/>
                <a:gd name="T60" fmla="*/ 45 w 336"/>
                <a:gd name="T61" fmla="*/ 14 h 189"/>
                <a:gd name="T62" fmla="*/ 45 w 336"/>
                <a:gd name="T63" fmla="*/ 7 h 189"/>
                <a:gd name="T64" fmla="*/ 40 w 336"/>
                <a:gd name="T65" fmla="*/ 7 h 189"/>
                <a:gd name="T66" fmla="*/ 35 w 336"/>
                <a:gd name="T67" fmla="*/ 0 h 189"/>
                <a:gd name="T68" fmla="*/ 28 w 336"/>
                <a:gd name="T69" fmla="*/ 4 h 189"/>
                <a:gd name="T70" fmla="*/ 12 w 336"/>
                <a:gd name="T71" fmla="*/ 33 h 189"/>
                <a:gd name="T72" fmla="*/ 9 w 336"/>
                <a:gd name="T73" fmla="*/ 38 h 189"/>
                <a:gd name="T74" fmla="*/ 5 w 336"/>
                <a:gd name="T75" fmla="*/ 45 h 189"/>
                <a:gd name="T76" fmla="*/ 0 w 336"/>
                <a:gd name="T77" fmla="*/ 47 h 189"/>
                <a:gd name="T78" fmla="*/ 7 w 336"/>
                <a:gd name="T79" fmla="*/ 56 h 189"/>
                <a:gd name="T80" fmla="*/ 12 w 336"/>
                <a:gd name="T81" fmla="*/ 73 h 189"/>
                <a:gd name="T82" fmla="*/ 21 w 336"/>
                <a:gd name="T83" fmla="*/ 83 h 189"/>
                <a:gd name="T84" fmla="*/ 28 w 336"/>
                <a:gd name="T85" fmla="*/ 87 h 189"/>
                <a:gd name="T86" fmla="*/ 35 w 336"/>
                <a:gd name="T87" fmla="*/ 101 h 189"/>
                <a:gd name="T88" fmla="*/ 38 w 336"/>
                <a:gd name="T89" fmla="*/ 104 h 189"/>
                <a:gd name="T90" fmla="*/ 40 w 336"/>
                <a:gd name="T91" fmla="*/ 111 h 189"/>
                <a:gd name="T92" fmla="*/ 49 w 336"/>
                <a:gd name="T93" fmla="*/ 118 h 189"/>
                <a:gd name="T94" fmla="*/ 61 w 336"/>
                <a:gd name="T95" fmla="*/ 125 h 189"/>
                <a:gd name="T96" fmla="*/ 83 w 336"/>
                <a:gd name="T97" fmla="*/ 139 h 189"/>
                <a:gd name="T98" fmla="*/ 106 w 336"/>
                <a:gd name="T99" fmla="*/ 146 h 189"/>
                <a:gd name="T100" fmla="*/ 130 w 336"/>
                <a:gd name="T101" fmla="*/ 154 h 189"/>
                <a:gd name="T102" fmla="*/ 154 w 336"/>
                <a:gd name="T103" fmla="*/ 163 h 189"/>
                <a:gd name="T104" fmla="*/ 173 w 336"/>
                <a:gd name="T105" fmla="*/ 168 h 189"/>
                <a:gd name="T106" fmla="*/ 194 w 336"/>
                <a:gd name="T107" fmla="*/ 175 h 189"/>
                <a:gd name="T108" fmla="*/ 217 w 336"/>
                <a:gd name="T109" fmla="*/ 184 h 189"/>
                <a:gd name="T110" fmla="*/ 236 w 336"/>
                <a:gd name="T111" fmla="*/ 189 h 189"/>
                <a:gd name="T112" fmla="*/ 296 w 336"/>
                <a:gd name="T113" fmla="*/ 175 h 189"/>
                <a:gd name="T114" fmla="*/ 312 w 336"/>
                <a:gd name="T115" fmla="*/ 151 h 189"/>
                <a:gd name="T116" fmla="*/ 326 w 336"/>
                <a:gd name="T117" fmla="*/ 125 h 189"/>
                <a:gd name="T118" fmla="*/ 336 w 336"/>
                <a:gd name="T119" fmla="*/ 14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36" h="189">
                  <a:moveTo>
                    <a:pt x="336" y="14"/>
                  </a:moveTo>
                  <a:lnTo>
                    <a:pt x="336" y="14"/>
                  </a:lnTo>
                  <a:lnTo>
                    <a:pt x="333" y="14"/>
                  </a:lnTo>
                  <a:lnTo>
                    <a:pt x="329" y="12"/>
                  </a:lnTo>
                  <a:lnTo>
                    <a:pt x="326" y="12"/>
                  </a:lnTo>
                  <a:lnTo>
                    <a:pt x="326" y="12"/>
                  </a:lnTo>
                  <a:lnTo>
                    <a:pt x="322" y="9"/>
                  </a:lnTo>
                  <a:lnTo>
                    <a:pt x="322" y="9"/>
                  </a:lnTo>
                  <a:lnTo>
                    <a:pt x="317" y="9"/>
                  </a:lnTo>
                  <a:lnTo>
                    <a:pt x="314" y="9"/>
                  </a:lnTo>
                  <a:lnTo>
                    <a:pt x="314" y="12"/>
                  </a:lnTo>
                  <a:lnTo>
                    <a:pt x="312" y="12"/>
                  </a:lnTo>
                  <a:lnTo>
                    <a:pt x="310" y="12"/>
                  </a:lnTo>
                  <a:lnTo>
                    <a:pt x="307" y="12"/>
                  </a:lnTo>
                  <a:lnTo>
                    <a:pt x="305" y="12"/>
                  </a:lnTo>
                  <a:lnTo>
                    <a:pt x="305" y="14"/>
                  </a:lnTo>
                  <a:lnTo>
                    <a:pt x="303" y="14"/>
                  </a:lnTo>
                  <a:lnTo>
                    <a:pt x="303" y="14"/>
                  </a:lnTo>
                  <a:lnTo>
                    <a:pt x="303" y="14"/>
                  </a:lnTo>
                  <a:lnTo>
                    <a:pt x="303" y="14"/>
                  </a:lnTo>
                  <a:lnTo>
                    <a:pt x="303" y="16"/>
                  </a:lnTo>
                  <a:lnTo>
                    <a:pt x="303" y="16"/>
                  </a:lnTo>
                  <a:lnTo>
                    <a:pt x="300" y="16"/>
                  </a:lnTo>
                  <a:lnTo>
                    <a:pt x="300" y="16"/>
                  </a:lnTo>
                  <a:lnTo>
                    <a:pt x="300" y="16"/>
                  </a:lnTo>
                  <a:lnTo>
                    <a:pt x="298" y="16"/>
                  </a:lnTo>
                  <a:lnTo>
                    <a:pt x="298" y="16"/>
                  </a:lnTo>
                  <a:lnTo>
                    <a:pt x="298" y="16"/>
                  </a:lnTo>
                  <a:lnTo>
                    <a:pt x="298" y="16"/>
                  </a:lnTo>
                  <a:lnTo>
                    <a:pt x="298" y="16"/>
                  </a:lnTo>
                  <a:lnTo>
                    <a:pt x="296" y="19"/>
                  </a:lnTo>
                  <a:lnTo>
                    <a:pt x="296" y="19"/>
                  </a:lnTo>
                  <a:lnTo>
                    <a:pt x="293" y="21"/>
                  </a:lnTo>
                  <a:lnTo>
                    <a:pt x="284" y="21"/>
                  </a:lnTo>
                  <a:lnTo>
                    <a:pt x="281" y="21"/>
                  </a:lnTo>
                  <a:lnTo>
                    <a:pt x="274" y="21"/>
                  </a:lnTo>
                  <a:lnTo>
                    <a:pt x="272" y="21"/>
                  </a:lnTo>
                  <a:lnTo>
                    <a:pt x="270" y="21"/>
                  </a:lnTo>
                  <a:lnTo>
                    <a:pt x="260" y="16"/>
                  </a:lnTo>
                  <a:lnTo>
                    <a:pt x="260" y="16"/>
                  </a:lnTo>
                  <a:lnTo>
                    <a:pt x="255" y="19"/>
                  </a:lnTo>
                  <a:lnTo>
                    <a:pt x="255" y="16"/>
                  </a:lnTo>
                  <a:lnTo>
                    <a:pt x="253" y="19"/>
                  </a:lnTo>
                  <a:lnTo>
                    <a:pt x="253" y="19"/>
                  </a:lnTo>
                  <a:lnTo>
                    <a:pt x="248" y="21"/>
                  </a:lnTo>
                  <a:lnTo>
                    <a:pt x="246" y="21"/>
                  </a:lnTo>
                  <a:lnTo>
                    <a:pt x="246" y="23"/>
                  </a:lnTo>
                  <a:lnTo>
                    <a:pt x="243" y="23"/>
                  </a:lnTo>
                  <a:lnTo>
                    <a:pt x="241" y="23"/>
                  </a:lnTo>
                  <a:lnTo>
                    <a:pt x="241" y="26"/>
                  </a:lnTo>
                  <a:lnTo>
                    <a:pt x="236" y="28"/>
                  </a:lnTo>
                  <a:lnTo>
                    <a:pt x="234" y="30"/>
                  </a:lnTo>
                  <a:lnTo>
                    <a:pt x="229" y="33"/>
                  </a:lnTo>
                  <a:lnTo>
                    <a:pt x="227" y="33"/>
                  </a:lnTo>
                  <a:lnTo>
                    <a:pt x="227" y="33"/>
                  </a:lnTo>
                  <a:lnTo>
                    <a:pt x="227" y="33"/>
                  </a:lnTo>
                  <a:lnTo>
                    <a:pt x="227" y="33"/>
                  </a:lnTo>
                  <a:lnTo>
                    <a:pt x="227" y="35"/>
                  </a:lnTo>
                  <a:lnTo>
                    <a:pt x="227" y="35"/>
                  </a:lnTo>
                  <a:lnTo>
                    <a:pt x="225" y="35"/>
                  </a:lnTo>
                  <a:lnTo>
                    <a:pt x="222" y="38"/>
                  </a:lnTo>
                  <a:lnTo>
                    <a:pt x="217" y="40"/>
                  </a:lnTo>
                  <a:lnTo>
                    <a:pt x="215" y="40"/>
                  </a:lnTo>
                  <a:lnTo>
                    <a:pt x="215" y="40"/>
                  </a:lnTo>
                  <a:lnTo>
                    <a:pt x="213" y="42"/>
                  </a:lnTo>
                  <a:lnTo>
                    <a:pt x="210" y="42"/>
                  </a:lnTo>
                  <a:lnTo>
                    <a:pt x="210" y="42"/>
                  </a:lnTo>
                  <a:lnTo>
                    <a:pt x="208" y="42"/>
                  </a:lnTo>
                  <a:lnTo>
                    <a:pt x="206" y="42"/>
                  </a:lnTo>
                  <a:lnTo>
                    <a:pt x="206" y="45"/>
                  </a:lnTo>
                  <a:lnTo>
                    <a:pt x="203" y="45"/>
                  </a:lnTo>
                  <a:lnTo>
                    <a:pt x="201" y="45"/>
                  </a:lnTo>
                  <a:lnTo>
                    <a:pt x="199" y="45"/>
                  </a:lnTo>
                  <a:lnTo>
                    <a:pt x="199" y="42"/>
                  </a:lnTo>
                  <a:lnTo>
                    <a:pt x="196" y="42"/>
                  </a:lnTo>
                  <a:lnTo>
                    <a:pt x="194" y="40"/>
                  </a:lnTo>
                  <a:lnTo>
                    <a:pt x="191" y="38"/>
                  </a:lnTo>
                  <a:lnTo>
                    <a:pt x="191" y="38"/>
                  </a:lnTo>
                  <a:lnTo>
                    <a:pt x="187" y="40"/>
                  </a:lnTo>
                  <a:lnTo>
                    <a:pt x="184" y="40"/>
                  </a:lnTo>
                  <a:lnTo>
                    <a:pt x="182" y="40"/>
                  </a:lnTo>
                  <a:lnTo>
                    <a:pt x="182" y="40"/>
                  </a:lnTo>
                  <a:lnTo>
                    <a:pt x="180" y="38"/>
                  </a:lnTo>
                  <a:lnTo>
                    <a:pt x="177" y="38"/>
                  </a:lnTo>
                  <a:lnTo>
                    <a:pt x="173" y="35"/>
                  </a:lnTo>
                  <a:lnTo>
                    <a:pt x="173" y="35"/>
                  </a:lnTo>
                  <a:lnTo>
                    <a:pt x="173" y="38"/>
                  </a:lnTo>
                  <a:lnTo>
                    <a:pt x="173" y="38"/>
                  </a:lnTo>
                  <a:lnTo>
                    <a:pt x="173" y="38"/>
                  </a:lnTo>
                  <a:lnTo>
                    <a:pt x="170" y="35"/>
                  </a:lnTo>
                  <a:lnTo>
                    <a:pt x="170" y="35"/>
                  </a:lnTo>
                  <a:lnTo>
                    <a:pt x="170" y="35"/>
                  </a:lnTo>
                  <a:lnTo>
                    <a:pt x="170" y="35"/>
                  </a:lnTo>
                  <a:lnTo>
                    <a:pt x="168" y="35"/>
                  </a:lnTo>
                  <a:lnTo>
                    <a:pt x="168" y="35"/>
                  </a:lnTo>
                  <a:lnTo>
                    <a:pt x="165" y="35"/>
                  </a:lnTo>
                  <a:lnTo>
                    <a:pt x="165" y="35"/>
                  </a:lnTo>
                  <a:lnTo>
                    <a:pt x="165" y="35"/>
                  </a:lnTo>
                  <a:lnTo>
                    <a:pt x="163" y="38"/>
                  </a:lnTo>
                  <a:lnTo>
                    <a:pt x="163" y="38"/>
                  </a:lnTo>
                  <a:lnTo>
                    <a:pt x="163" y="38"/>
                  </a:lnTo>
                  <a:lnTo>
                    <a:pt x="163" y="38"/>
                  </a:lnTo>
                  <a:lnTo>
                    <a:pt x="161" y="40"/>
                  </a:lnTo>
                  <a:lnTo>
                    <a:pt x="158" y="40"/>
                  </a:lnTo>
                  <a:lnTo>
                    <a:pt x="156" y="40"/>
                  </a:lnTo>
                  <a:lnTo>
                    <a:pt x="156" y="42"/>
                  </a:lnTo>
                  <a:lnTo>
                    <a:pt x="154" y="45"/>
                  </a:lnTo>
                  <a:lnTo>
                    <a:pt x="151" y="45"/>
                  </a:lnTo>
                  <a:lnTo>
                    <a:pt x="149" y="45"/>
                  </a:lnTo>
                  <a:lnTo>
                    <a:pt x="149" y="47"/>
                  </a:lnTo>
                  <a:lnTo>
                    <a:pt x="146" y="47"/>
                  </a:lnTo>
                  <a:lnTo>
                    <a:pt x="146" y="45"/>
                  </a:lnTo>
                  <a:lnTo>
                    <a:pt x="144" y="45"/>
                  </a:lnTo>
                  <a:lnTo>
                    <a:pt x="144" y="45"/>
                  </a:lnTo>
                  <a:lnTo>
                    <a:pt x="144" y="45"/>
                  </a:lnTo>
                  <a:lnTo>
                    <a:pt x="139" y="49"/>
                  </a:lnTo>
                  <a:lnTo>
                    <a:pt x="135" y="52"/>
                  </a:lnTo>
                  <a:lnTo>
                    <a:pt x="132" y="52"/>
                  </a:lnTo>
                  <a:lnTo>
                    <a:pt x="132" y="54"/>
                  </a:lnTo>
                  <a:lnTo>
                    <a:pt x="125" y="56"/>
                  </a:lnTo>
                  <a:lnTo>
                    <a:pt x="125" y="56"/>
                  </a:lnTo>
                  <a:lnTo>
                    <a:pt x="125" y="56"/>
                  </a:lnTo>
                  <a:lnTo>
                    <a:pt x="125" y="59"/>
                  </a:lnTo>
                  <a:lnTo>
                    <a:pt x="120" y="59"/>
                  </a:lnTo>
                  <a:lnTo>
                    <a:pt x="118" y="59"/>
                  </a:lnTo>
                  <a:lnTo>
                    <a:pt x="116" y="59"/>
                  </a:lnTo>
                  <a:lnTo>
                    <a:pt x="113" y="59"/>
                  </a:lnTo>
                  <a:lnTo>
                    <a:pt x="111" y="59"/>
                  </a:lnTo>
                  <a:lnTo>
                    <a:pt x="109" y="59"/>
                  </a:lnTo>
                  <a:lnTo>
                    <a:pt x="106" y="61"/>
                  </a:lnTo>
                  <a:lnTo>
                    <a:pt x="104" y="61"/>
                  </a:lnTo>
                  <a:lnTo>
                    <a:pt x="102" y="61"/>
                  </a:lnTo>
                  <a:lnTo>
                    <a:pt x="97" y="59"/>
                  </a:lnTo>
                  <a:lnTo>
                    <a:pt x="94" y="59"/>
                  </a:lnTo>
                  <a:lnTo>
                    <a:pt x="92" y="59"/>
                  </a:lnTo>
                  <a:lnTo>
                    <a:pt x="90" y="59"/>
                  </a:lnTo>
                  <a:lnTo>
                    <a:pt x="87" y="56"/>
                  </a:lnTo>
                  <a:lnTo>
                    <a:pt x="80" y="52"/>
                  </a:lnTo>
                  <a:lnTo>
                    <a:pt x="78" y="49"/>
                  </a:lnTo>
                  <a:lnTo>
                    <a:pt x="73" y="47"/>
                  </a:lnTo>
                  <a:lnTo>
                    <a:pt x="68" y="42"/>
                  </a:lnTo>
                  <a:lnTo>
                    <a:pt x="64" y="38"/>
                  </a:lnTo>
                  <a:lnTo>
                    <a:pt x="59" y="33"/>
                  </a:lnTo>
                  <a:lnTo>
                    <a:pt x="54" y="28"/>
                  </a:lnTo>
                  <a:lnTo>
                    <a:pt x="52" y="23"/>
                  </a:lnTo>
                  <a:lnTo>
                    <a:pt x="52" y="21"/>
                  </a:lnTo>
                  <a:lnTo>
                    <a:pt x="49" y="21"/>
                  </a:lnTo>
                  <a:lnTo>
                    <a:pt x="49" y="19"/>
                  </a:lnTo>
                  <a:lnTo>
                    <a:pt x="49" y="19"/>
                  </a:lnTo>
                  <a:lnTo>
                    <a:pt x="49" y="19"/>
                  </a:lnTo>
                  <a:lnTo>
                    <a:pt x="49" y="19"/>
                  </a:lnTo>
                  <a:lnTo>
                    <a:pt x="47" y="19"/>
                  </a:lnTo>
                  <a:lnTo>
                    <a:pt x="47" y="16"/>
                  </a:lnTo>
                  <a:lnTo>
                    <a:pt x="47" y="16"/>
                  </a:lnTo>
                  <a:lnTo>
                    <a:pt x="45" y="14"/>
                  </a:lnTo>
                  <a:lnTo>
                    <a:pt x="45" y="14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45" y="9"/>
                  </a:lnTo>
                  <a:lnTo>
                    <a:pt x="42" y="7"/>
                  </a:lnTo>
                  <a:lnTo>
                    <a:pt x="42" y="7"/>
                  </a:lnTo>
                  <a:lnTo>
                    <a:pt x="40" y="7"/>
                  </a:lnTo>
                  <a:lnTo>
                    <a:pt x="40" y="7"/>
                  </a:lnTo>
                  <a:lnTo>
                    <a:pt x="38" y="4"/>
                  </a:lnTo>
                  <a:lnTo>
                    <a:pt x="38" y="4"/>
                  </a:lnTo>
                  <a:lnTo>
                    <a:pt x="35" y="4"/>
                  </a:lnTo>
                  <a:lnTo>
                    <a:pt x="35" y="2"/>
                  </a:lnTo>
                  <a:lnTo>
                    <a:pt x="35" y="0"/>
                  </a:lnTo>
                  <a:lnTo>
                    <a:pt x="35" y="2"/>
                  </a:lnTo>
                  <a:lnTo>
                    <a:pt x="33" y="2"/>
                  </a:lnTo>
                  <a:lnTo>
                    <a:pt x="33" y="2"/>
                  </a:lnTo>
                  <a:lnTo>
                    <a:pt x="33" y="2"/>
                  </a:lnTo>
                  <a:lnTo>
                    <a:pt x="28" y="4"/>
                  </a:lnTo>
                  <a:lnTo>
                    <a:pt x="14" y="28"/>
                  </a:lnTo>
                  <a:lnTo>
                    <a:pt x="14" y="28"/>
                  </a:lnTo>
                  <a:lnTo>
                    <a:pt x="14" y="30"/>
                  </a:lnTo>
                  <a:lnTo>
                    <a:pt x="14" y="33"/>
                  </a:lnTo>
                  <a:lnTo>
                    <a:pt x="12" y="33"/>
                  </a:lnTo>
                  <a:lnTo>
                    <a:pt x="9" y="33"/>
                  </a:lnTo>
                  <a:lnTo>
                    <a:pt x="9" y="35"/>
                  </a:lnTo>
                  <a:lnTo>
                    <a:pt x="9" y="35"/>
                  </a:lnTo>
                  <a:lnTo>
                    <a:pt x="9" y="35"/>
                  </a:lnTo>
                  <a:lnTo>
                    <a:pt x="9" y="38"/>
                  </a:lnTo>
                  <a:lnTo>
                    <a:pt x="7" y="38"/>
                  </a:lnTo>
                  <a:lnTo>
                    <a:pt x="7" y="40"/>
                  </a:lnTo>
                  <a:lnTo>
                    <a:pt x="5" y="40"/>
                  </a:lnTo>
                  <a:lnTo>
                    <a:pt x="5" y="42"/>
                  </a:lnTo>
                  <a:lnTo>
                    <a:pt x="5" y="45"/>
                  </a:lnTo>
                  <a:lnTo>
                    <a:pt x="5" y="45"/>
                  </a:lnTo>
                  <a:lnTo>
                    <a:pt x="2" y="47"/>
                  </a:lnTo>
                  <a:lnTo>
                    <a:pt x="2" y="47"/>
                  </a:lnTo>
                  <a:lnTo>
                    <a:pt x="2" y="47"/>
                  </a:lnTo>
                  <a:lnTo>
                    <a:pt x="0" y="47"/>
                  </a:lnTo>
                  <a:lnTo>
                    <a:pt x="0" y="49"/>
                  </a:lnTo>
                  <a:lnTo>
                    <a:pt x="2" y="52"/>
                  </a:lnTo>
                  <a:lnTo>
                    <a:pt x="2" y="54"/>
                  </a:lnTo>
                  <a:lnTo>
                    <a:pt x="7" y="56"/>
                  </a:lnTo>
                  <a:lnTo>
                    <a:pt x="7" y="56"/>
                  </a:lnTo>
                  <a:lnTo>
                    <a:pt x="7" y="59"/>
                  </a:lnTo>
                  <a:lnTo>
                    <a:pt x="7" y="64"/>
                  </a:lnTo>
                  <a:lnTo>
                    <a:pt x="9" y="66"/>
                  </a:lnTo>
                  <a:lnTo>
                    <a:pt x="9" y="71"/>
                  </a:lnTo>
                  <a:lnTo>
                    <a:pt x="12" y="73"/>
                  </a:lnTo>
                  <a:lnTo>
                    <a:pt x="16" y="75"/>
                  </a:lnTo>
                  <a:lnTo>
                    <a:pt x="19" y="75"/>
                  </a:lnTo>
                  <a:lnTo>
                    <a:pt x="19" y="78"/>
                  </a:lnTo>
                  <a:lnTo>
                    <a:pt x="19" y="80"/>
                  </a:lnTo>
                  <a:lnTo>
                    <a:pt x="21" y="83"/>
                  </a:lnTo>
                  <a:lnTo>
                    <a:pt x="21" y="85"/>
                  </a:lnTo>
                  <a:lnTo>
                    <a:pt x="23" y="85"/>
                  </a:lnTo>
                  <a:lnTo>
                    <a:pt x="26" y="87"/>
                  </a:lnTo>
                  <a:lnTo>
                    <a:pt x="28" y="87"/>
                  </a:lnTo>
                  <a:lnTo>
                    <a:pt x="28" y="87"/>
                  </a:lnTo>
                  <a:lnTo>
                    <a:pt x="31" y="90"/>
                  </a:lnTo>
                  <a:lnTo>
                    <a:pt x="33" y="99"/>
                  </a:lnTo>
                  <a:lnTo>
                    <a:pt x="33" y="99"/>
                  </a:lnTo>
                  <a:lnTo>
                    <a:pt x="33" y="101"/>
                  </a:lnTo>
                  <a:lnTo>
                    <a:pt x="35" y="101"/>
                  </a:lnTo>
                  <a:lnTo>
                    <a:pt x="35" y="101"/>
                  </a:lnTo>
                  <a:lnTo>
                    <a:pt x="35" y="101"/>
                  </a:lnTo>
                  <a:lnTo>
                    <a:pt x="38" y="104"/>
                  </a:lnTo>
                  <a:lnTo>
                    <a:pt x="38" y="104"/>
                  </a:lnTo>
                  <a:lnTo>
                    <a:pt x="38" y="104"/>
                  </a:lnTo>
                  <a:lnTo>
                    <a:pt x="38" y="106"/>
                  </a:lnTo>
                  <a:lnTo>
                    <a:pt x="40" y="106"/>
                  </a:lnTo>
                  <a:lnTo>
                    <a:pt x="40" y="109"/>
                  </a:lnTo>
                  <a:lnTo>
                    <a:pt x="40" y="109"/>
                  </a:lnTo>
                  <a:lnTo>
                    <a:pt x="40" y="111"/>
                  </a:lnTo>
                  <a:lnTo>
                    <a:pt x="40" y="113"/>
                  </a:lnTo>
                  <a:lnTo>
                    <a:pt x="42" y="113"/>
                  </a:lnTo>
                  <a:lnTo>
                    <a:pt x="45" y="116"/>
                  </a:lnTo>
                  <a:lnTo>
                    <a:pt x="49" y="118"/>
                  </a:lnTo>
                  <a:lnTo>
                    <a:pt x="49" y="118"/>
                  </a:lnTo>
                  <a:lnTo>
                    <a:pt x="52" y="118"/>
                  </a:lnTo>
                  <a:lnTo>
                    <a:pt x="52" y="116"/>
                  </a:lnTo>
                  <a:lnTo>
                    <a:pt x="52" y="118"/>
                  </a:lnTo>
                  <a:lnTo>
                    <a:pt x="57" y="120"/>
                  </a:lnTo>
                  <a:lnTo>
                    <a:pt x="61" y="125"/>
                  </a:lnTo>
                  <a:lnTo>
                    <a:pt x="68" y="132"/>
                  </a:lnTo>
                  <a:lnTo>
                    <a:pt x="71" y="135"/>
                  </a:lnTo>
                  <a:lnTo>
                    <a:pt x="73" y="137"/>
                  </a:lnTo>
                  <a:lnTo>
                    <a:pt x="78" y="137"/>
                  </a:lnTo>
                  <a:lnTo>
                    <a:pt x="83" y="139"/>
                  </a:lnTo>
                  <a:lnTo>
                    <a:pt x="87" y="142"/>
                  </a:lnTo>
                  <a:lnTo>
                    <a:pt x="92" y="142"/>
                  </a:lnTo>
                  <a:lnTo>
                    <a:pt x="97" y="144"/>
                  </a:lnTo>
                  <a:lnTo>
                    <a:pt x="102" y="146"/>
                  </a:lnTo>
                  <a:lnTo>
                    <a:pt x="106" y="146"/>
                  </a:lnTo>
                  <a:lnTo>
                    <a:pt x="111" y="149"/>
                  </a:lnTo>
                  <a:lnTo>
                    <a:pt x="116" y="151"/>
                  </a:lnTo>
                  <a:lnTo>
                    <a:pt x="120" y="151"/>
                  </a:lnTo>
                  <a:lnTo>
                    <a:pt x="125" y="154"/>
                  </a:lnTo>
                  <a:lnTo>
                    <a:pt x="130" y="154"/>
                  </a:lnTo>
                  <a:lnTo>
                    <a:pt x="135" y="156"/>
                  </a:lnTo>
                  <a:lnTo>
                    <a:pt x="139" y="158"/>
                  </a:lnTo>
                  <a:lnTo>
                    <a:pt x="144" y="158"/>
                  </a:lnTo>
                  <a:lnTo>
                    <a:pt x="149" y="161"/>
                  </a:lnTo>
                  <a:lnTo>
                    <a:pt x="154" y="163"/>
                  </a:lnTo>
                  <a:lnTo>
                    <a:pt x="154" y="163"/>
                  </a:lnTo>
                  <a:lnTo>
                    <a:pt x="158" y="163"/>
                  </a:lnTo>
                  <a:lnTo>
                    <a:pt x="163" y="165"/>
                  </a:lnTo>
                  <a:lnTo>
                    <a:pt x="168" y="168"/>
                  </a:lnTo>
                  <a:lnTo>
                    <a:pt x="173" y="168"/>
                  </a:lnTo>
                  <a:lnTo>
                    <a:pt x="177" y="170"/>
                  </a:lnTo>
                  <a:lnTo>
                    <a:pt x="180" y="172"/>
                  </a:lnTo>
                  <a:lnTo>
                    <a:pt x="184" y="172"/>
                  </a:lnTo>
                  <a:lnTo>
                    <a:pt x="189" y="175"/>
                  </a:lnTo>
                  <a:lnTo>
                    <a:pt x="194" y="175"/>
                  </a:lnTo>
                  <a:lnTo>
                    <a:pt x="199" y="177"/>
                  </a:lnTo>
                  <a:lnTo>
                    <a:pt x="203" y="180"/>
                  </a:lnTo>
                  <a:lnTo>
                    <a:pt x="208" y="180"/>
                  </a:lnTo>
                  <a:lnTo>
                    <a:pt x="213" y="182"/>
                  </a:lnTo>
                  <a:lnTo>
                    <a:pt x="217" y="184"/>
                  </a:lnTo>
                  <a:lnTo>
                    <a:pt x="220" y="184"/>
                  </a:lnTo>
                  <a:lnTo>
                    <a:pt x="225" y="187"/>
                  </a:lnTo>
                  <a:lnTo>
                    <a:pt x="229" y="187"/>
                  </a:lnTo>
                  <a:lnTo>
                    <a:pt x="232" y="189"/>
                  </a:lnTo>
                  <a:lnTo>
                    <a:pt x="236" y="189"/>
                  </a:lnTo>
                  <a:lnTo>
                    <a:pt x="277" y="189"/>
                  </a:lnTo>
                  <a:lnTo>
                    <a:pt x="286" y="189"/>
                  </a:lnTo>
                  <a:lnTo>
                    <a:pt x="288" y="184"/>
                  </a:lnTo>
                  <a:lnTo>
                    <a:pt x="291" y="180"/>
                  </a:lnTo>
                  <a:lnTo>
                    <a:pt x="296" y="175"/>
                  </a:lnTo>
                  <a:lnTo>
                    <a:pt x="298" y="170"/>
                  </a:lnTo>
                  <a:lnTo>
                    <a:pt x="300" y="165"/>
                  </a:lnTo>
                  <a:lnTo>
                    <a:pt x="305" y="161"/>
                  </a:lnTo>
                  <a:lnTo>
                    <a:pt x="307" y="156"/>
                  </a:lnTo>
                  <a:lnTo>
                    <a:pt x="312" y="151"/>
                  </a:lnTo>
                  <a:lnTo>
                    <a:pt x="314" y="146"/>
                  </a:lnTo>
                  <a:lnTo>
                    <a:pt x="317" y="139"/>
                  </a:lnTo>
                  <a:lnTo>
                    <a:pt x="322" y="135"/>
                  </a:lnTo>
                  <a:lnTo>
                    <a:pt x="324" y="130"/>
                  </a:lnTo>
                  <a:lnTo>
                    <a:pt x="326" y="125"/>
                  </a:lnTo>
                  <a:lnTo>
                    <a:pt x="331" y="120"/>
                  </a:lnTo>
                  <a:lnTo>
                    <a:pt x="333" y="116"/>
                  </a:lnTo>
                  <a:lnTo>
                    <a:pt x="336" y="111"/>
                  </a:lnTo>
                  <a:lnTo>
                    <a:pt x="336" y="14"/>
                  </a:lnTo>
                  <a:lnTo>
                    <a:pt x="336" y="14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B350E0A1-C3A7-8873-0088-30BD892ABE11}"/>
                </a:ext>
              </a:extLst>
            </p:cNvPr>
            <p:cNvSpPr>
              <a:spLocks/>
            </p:cNvSpPr>
            <p:nvPr/>
          </p:nvSpPr>
          <p:spPr bwMode="auto">
            <a:xfrm>
              <a:off x="9911977" y="2514046"/>
              <a:ext cx="710599" cy="930911"/>
            </a:xfrm>
            <a:custGeom>
              <a:avLst/>
              <a:gdLst>
                <a:gd name="T0" fmla="*/ 549 w 558"/>
                <a:gd name="T1" fmla="*/ 78 h 731"/>
                <a:gd name="T2" fmla="*/ 539 w 558"/>
                <a:gd name="T3" fmla="*/ 85 h 731"/>
                <a:gd name="T4" fmla="*/ 544 w 558"/>
                <a:gd name="T5" fmla="*/ 71 h 731"/>
                <a:gd name="T6" fmla="*/ 542 w 558"/>
                <a:gd name="T7" fmla="*/ 35 h 731"/>
                <a:gd name="T8" fmla="*/ 551 w 558"/>
                <a:gd name="T9" fmla="*/ 11 h 731"/>
                <a:gd name="T10" fmla="*/ 525 w 558"/>
                <a:gd name="T11" fmla="*/ 0 h 731"/>
                <a:gd name="T12" fmla="*/ 513 w 558"/>
                <a:gd name="T13" fmla="*/ 7 h 731"/>
                <a:gd name="T14" fmla="*/ 494 w 558"/>
                <a:gd name="T15" fmla="*/ 23 h 731"/>
                <a:gd name="T16" fmla="*/ 478 w 558"/>
                <a:gd name="T17" fmla="*/ 26 h 731"/>
                <a:gd name="T18" fmla="*/ 459 w 558"/>
                <a:gd name="T19" fmla="*/ 33 h 731"/>
                <a:gd name="T20" fmla="*/ 426 w 558"/>
                <a:gd name="T21" fmla="*/ 40 h 731"/>
                <a:gd name="T22" fmla="*/ 397 w 558"/>
                <a:gd name="T23" fmla="*/ 38 h 731"/>
                <a:gd name="T24" fmla="*/ 388 w 558"/>
                <a:gd name="T25" fmla="*/ 42 h 731"/>
                <a:gd name="T26" fmla="*/ 343 w 558"/>
                <a:gd name="T27" fmla="*/ 45 h 731"/>
                <a:gd name="T28" fmla="*/ 317 w 558"/>
                <a:gd name="T29" fmla="*/ 61 h 731"/>
                <a:gd name="T30" fmla="*/ 289 w 558"/>
                <a:gd name="T31" fmla="*/ 68 h 731"/>
                <a:gd name="T32" fmla="*/ 263 w 558"/>
                <a:gd name="T33" fmla="*/ 64 h 731"/>
                <a:gd name="T34" fmla="*/ 248 w 558"/>
                <a:gd name="T35" fmla="*/ 66 h 731"/>
                <a:gd name="T36" fmla="*/ 222 w 558"/>
                <a:gd name="T37" fmla="*/ 80 h 731"/>
                <a:gd name="T38" fmla="*/ 184 w 558"/>
                <a:gd name="T39" fmla="*/ 85 h 731"/>
                <a:gd name="T40" fmla="*/ 139 w 558"/>
                <a:gd name="T41" fmla="*/ 45 h 731"/>
                <a:gd name="T42" fmla="*/ 130 w 558"/>
                <a:gd name="T43" fmla="*/ 33 h 731"/>
                <a:gd name="T44" fmla="*/ 104 w 558"/>
                <a:gd name="T45" fmla="*/ 59 h 731"/>
                <a:gd name="T46" fmla="*/ 92 w 558"/>
                <a:gd name="T47" fmla="*/ 73 h 731"/>
                <a:gd name="T48" fmla="*/ 109 w 558"/>
                <a:gd name="T49" fmla="*/ 106 h 731"/>
                <a:gd name="T50" fmla="*/ 128 w 558"/>
                <a:gd name="T51" fmla="*/ 130 h 731"/>
                <a:gd name="T52" fmla="*/ 147 w 558"/>
                <a:gd name="T53" fmla="*/ 146 h 731"/>
                <a:gd name="T54" fmla="*/ 215 w 558"/>
                <a:gd name="T55" fmla="*/ 180 h 731"/>
                <a:gd name="T56" fmla="*/ 279 w 558"/>
                <a:gd name="T57" fmla="*/ 201 h 731"/>
                <a:gd name="T58" fmla="*/ 371 w 558"/>
                <a:gd name="T59" fmla="*/ 220 h 731"/>
                <a:gd name="T60" fmla="*/ 333 w 558"/>
                <a:gd name="T61" fmla="*/ 255 h 731"/>
                <a:gd name="T62" fmla="*/ 296 w 558"/>
                <a:gd name="T63" fmla="*/ 291 h 731"/>
                <a:gd name="T64" fmla="*/ 244 w 558"/>
                <a:gd name="T65" fmla="*/ 348 h 731"/>
                <a:gd name="T66" fmla="*/ 194 w 558"/>
                <a:gd name="T67" fmla="*/ 381 h 731"/>
                <a:gd name="T68" fmla="*/ 154 w 558"/>
                <a:gd name="T69" fmla="*/ 381 h 731"/>
                <a:gd name="T70" fmla="*/ 104 w 558"/>
                <a:gd name="T71" fmla="*/ 409 h 731"/>
                <a:gd name="T72" fmla="*/ 52 w 558"/>
                <a:gd name="T73" fmla="*/ 426 h 731"/>
                <a:gd name="T74" fmla="*/ 12 w 558"/>
                <a:gd name="T75" fmla="*/ 480 h 731"/>
                <a:gd name="T76" fmla="*/ 0 w 558"/>
                <a:gd name="T77" fmla="*/ 677 h 731"/>
                <a:gd name="T78" fmla="*/ 28 w 558"/>
                <a:gd name="T79" fmla="*/ 721 h 731"/>
                <a:gd name="T80" fmla="*/ 42 w 558"/>
                <a:gd name="T81" fmla="*/ 717 h 731"/>
                <a:gd name="T82" fmla="*/ 50 w 558"/>
                <a:gd name="T83" fmla="*/ 705 h 731"/>
                <a:gd name="T84" fmla="*/ 52 w 558"/>
                <a:gd name="T85" fmla="*/ 693 h 731"/>
                <a:gd name="T86" fmla="*/ 57 w 558"/>
                <a:gd name="T87" fmla="*/ 691 h 731"/>
                <a:gd name="T88" fmla="*/ 68 w 558"/>
                <a:gd name="T89" fmla="*/ 679 h 731"/>
                <a:gd name="T90" fmla="*/ 80 w 558"/>
                <a:gd name="T91" fmla="*/ 667 h 731"/>
                <a:gd name="T92" fmla="*/ 104 w 558"/>
                <a:gd name="T93" fmla="*/ 641 h 731"/>
                <a:gd name="T94" fmla="*/ 165 w 558"/>
                <a:gd name="T95" fmla="*/ 584 h 731"/>
                <a:gd name="T96" fmla="*/ 206 w 558"/>
                <a:gd name="T97" fmla="*/ 549 h 731"/>
                <a:gd name="T98" fmla="*/ 277 w 558"/>
                <a:gd name="T99" fmla="*/ 508 h 731"/>
                <a:gd name="T100" fmla="*/ 296 w 558"/>
                <a:gd name="T101" fmla="*/ 487 h 731"/>
                <a:gd name="T102" fmla="*/ 400 w 558"/>
                <a:gd name="T103" fmla="*/ 364 h 731"/>
                <a:gd name="T104" fmla="*/ 442 w 558"/>
                <a:gd name="T105" fmla="*/ 279 h 731"/>
                <a:gd name="T106" fmla="*/ 473 w 558"/>
                <a:gd name="T107" fmla="*/ 224 h 731"/>
                <a:gd name="T108" fmla="*/ 497 w 558"/>
                <a:gd name="T109" fmla="*/ 189 h 731"/>
                <a:gd name="T110" fmla="*/ 516 w 558"/>
                <a:gd name="T111" fmla="*/ 158 h 731"/>
                <a:gd name="T112" fmla="*/ 528 w 558"/>
                <a:gd name="T113" fmla="*/ 132 h 731"/>
                <a:gd name="T114" fmla="*/ 532 w 558"/>
                <a:gd name="T115" fmla="*/ 109 h 731"/>
                <a:gd name="T116" fmla="*/ 551 w 558"/>
                <a:gd name="T117" fmla="*/ 87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58" h="731">
                  <a:moveTo>
                    <a:pt x="558" y="82"/>
                  </a:moveTo>
                  <a:lnTo>
                    <a:pt x="558" y="82"/>
                  </a:lnTo>
                  <a:lnTo>
                    <a:pt x="558" y="82"/>
                  </a:lnTo>
                  <a:lnTo>
                    <a:pt x="556" y="82"/>
                  </a:lnTo>
                  <a:lnTo>
                    <a:pt x="556" y="82"/>
                  </a:lnTo>
                  <a:lnTo>
                    <a:pt x="556" y="82"/>
                  </a:lnTo>
                  <a:lnTo>
                    <a:pt x="554" y="82"/>
                  </a:lnTo>
                  <a:lnTo>
                    <a:pt x="554" y="82"/>
                  </a:lnTo>
                  <a:lnTo>
                    <a:pt x="554" y="82"/>
                  </a:lnTo>
                  <a:lnTo>
                    <a:pt x="551" y="80"/>
                  </a:lnTo>
                  <a:lnTo>
                    <a:pt x="551" y="80"/>
                  </a:lnTo>
                  <a:lnTo>
                    <a:pt x="551" y="80"/>
                  </a:lnTo>
                  <a:lnTo>
                    <a:pt x="549" y="80"/>
                  </a:lnTo>
                  <a:lnTo>
                    <a:pt x="549" y="80"/>
                  </a:lnTo>
                  <a:lnTo>
                    <a:pt x="549" y="78"/>
                  </a:lnTo>
                  <a:lnTo>
                    <a:pt x="546" y="78"/>
                  </a:lnTo>
                  <a:lnTo>
                    <a:pt x="546" y="78"/>
                  </a:lnTo>
                  <a:lnTo>
                    <a:pt x="546" y="78"/>
                  </a:lnTo>
                  <a:lnTo>
                    <a:pt x="546" y="80"/>
                  </a:lnTo>
                  <a:lnTo>
                    <a:pt x="546" y="80"/>
                  </a:lnTo>
                  <a:lnTo>
                    <a:pt x="546" y="82"/>
                  </a:lnTo>
                  <a:lnTo>
                    <a:pt x="549" y="82"/>
                  </a:lnTo>
                  <a:lnTo>
                    <a:pt x="549" y="82"/>
                  </a:lnTo>
                  <a:lnTo>
                    <a:pt x="549" y="82"/>
                  </a:lnTo>
                  <a:lnTo>
                    <a:pt x="549" y="82"/>
                  </a:lnTo>
                  <a:lnTo>
                    <a:pt x="549" y="82"/>
                  </a:lnTo>
                  <a:lnTo>
                    <a:pt x="549" y="82"/>
                  </a:lnTo>
                  <a:lnTo>
                    <a:pt x="549" y="82"/>
                  </a:lnTo>
                  <a:lnTo>
                    <a:pt x="546" y="82"/>
                  </a:lnTo>
                  <a:lnTo>
                    <a:pt x="539" y="85"/>
                  </a:lnTo>
                  <a:lnTo>
                    <a:pt x="537" y="85"/>
                  </a:lnTo>
                  <a:lnTo>
                    <a:pt x="537" y="85"/>
                  </a:lnTo>
                  <a:lnTo>
                    <a:pt x="537" y="82"/>
                  </a:lnTo>
                  <a:lnTo>
                    <a:pt x="539" y="82"/>
                  </a:lnTo>
                  <a:lnTo>
                    <a:pt x="539" y="82"/>
                  </a:lnTo>
                  <a:lnTo>
                    <a:pt x="542" y="82"/>
                  </a:lnTo>
                  <a:lnTo>
                    <a:pt x="542" y="82"/>
                  </a:lnTo>
                  <a:lnTo>
                    <a:pt x="542" y="80"/>
                  </a:lnTo>
                  <a:lnTo>
                    <a:pt x="542" y="80"/>
                  </a:lnTo>
                  <a:lnTo>
                    <a:pt x="542" y="78"/>
                  </a:lnTo>
                  <a:lnTo>
                    <a:pt x="542" y="75"/>
                  </a:lnTo>
                  <a:lnTo>
                    <a:pt x="544" y="75"/>
                  </a:lnTo>
                  <a:lnTo>
                    <a:pt x="544" y="75"/>
                  </a:lnTo>
                  <a:lnTo>
                    <a:pt x="546" y="75"/>
                  </a:lnTo>
                  <a:lnTo>
                    <a:pt x="544" y="71"/>
                  </a:lnTo>
                  <a:lnTo>
                    <a:pt x="544" y="61"/>
                  </a:lnTo>
                  <a:lnTo>
                    <a:pt x="544" y="54"/>
                  </a:lnTo>
                  <a:lnTo>
                    <a:pt x="544" y="52"/>
                  </a:lnTo>
                  <a:lnTo>
                    <a:pt x="544" y="52"/>
                  </a:lnTo>
                  <a:lnTo>
                    <a:pt x="544" y="52"/>
                  </a:lnTo>
                  <a:lnTo>
                    <a:pt x="544" y="49"/>
                  </a:lnTo>
                  <a:lnTo>
                    <a:pt x="546" y="47"/>
                  </a:lnTo>
                  <a:lnTo>
                    <a:pt x="546" y="47"/>
                  </a:lnTo>
                  <a:lnTo>
                    <a:pt x="546" y="45"/>
                  </a:lnTo>
                  <a:lnTo>
                    <a:pt x="544" y="45"/>
                  </a:lnTo>
                  <a:lnTo>
                    <a:pt x="542" y="42"/>
                  </a:lnTo>
                  <a:lnTo>
                    <a:pt x="542" y="40"/>
                  </a:lnTo>
                  <a:lnTo>
                    <a:pt x="542" y="38"/>
                  </a:lnTo>
                  <a:lnTo>
                    <a:pt x="542" y="35"/>
                  </a:lnTo>
                  <a:lnTo>
                    <a:pt x="542" y="35"/>
                  </a:lnTo>
                  <a:lnTo>
                    <a:pt x="544" y="30"/>
                  </a:lnTo>
                  <a:lnTo>
                    <a:pt x="544" y="28"/>
                  </a:lnTo>
                  <a:lnTo>
                    <a:pt x="544" y="28"/>
                  </a:lnTo>
                  <a:lnTo>
                    <a:pt x="544" y="28"/>
                  </a:lnTo>
                  <a:lnTo>
                    <a:pt x="544" y="26"/>
                  </a:lnTo>
                  <a:lnTo>
                    <a:pt x="544" y="26"/>
                  </a:lnTo>
                  <a:lnTo>
                    <a:pt x="544" y="26"/>
                  </a:lnTo>
                  <a:lnTo>
                    <a:pt x="544" y="23"/>
                  </a:lnTo>
                  <a:lnTo>
                    <a:pt x="546" y="21"/>
                  </a:lnTo>
                  <a:lnTo>
                    <a:pt x="549" y="21"/>
                  </a:lnTo>
                  <a:lnTo>
                    <a:pt x="549" y="19"/>
                  </a:lnTo>
                  <a:lnTo>
                    <a:pt x="551" y="19"/>
                  </a:lnTo>
                  <a:lnTo>
                    <a:pt x="551" y="16"/>
                  </a:lnTo>
                  <a:lnTo>
                    <a:pt x="551" y="14"/>
                  </a:lnTo>
                  <a:lnTo>
                    <a:pt x="551" y="11"/>
                  </a:lnTo>
                  <a:lnTo>
                    <a:pt x="551" y="9"/>
                  </a:lnTo>
                  <a:lnTo>
                    <a:pt x="554" y="9"/>
                  </a:lnTo>
                  <a:lnTo>
                    <a:pt x="551" y="7"/>
                  </a:lnTo>
                  <a:lnTo>
                    <a:pt x="551" y="7"/>
                  </a:lnTo>
                  <a:lnTo>
                    <a:pt x="549" y="7"/>
                  </a:lnTo>
                  <a:lnTo>
                    <a:pt x="546" y="7"/>
                  </a:lnTo>
                  <a:lnTo>
                    <a:pt x="546" y="7"/>
                  </a:lnTo>
                  <a:lnTo>
                    <a:pt x="544" y="7"/>
                  </a:lnTo>
                  <a:lnTo>
                    <a:pt x="544" y="7"/>
                  </a:lnTo>
                  <a:lnTo>
                    <a:pt x="539" y="7"/>
                  </a:lnTo>
                  <a:lnTo>
                    <a:pt x="539" y="4"/>
                  </a:lnTo>
                  <a:lnTo>
                    <a:pt x="535" y="2"/>
                  </a:lnTo>
                  <a:lnTo>
                    <a:pt x="530" y="2"/>
                  </a:lnTo>
                  <a:lnTo>
                    <a:pt x="525" y="0"/>
                  </a:lnTo>
                  <a:lnTo>
                    <a:pt x="525" y="0"/>
                  </a:lnTo>
                  <a:lnTo>
                    <a:pt x="525" y="0"/>
                  </a:lnTo>
                  <a:lnTo>
                    <a:pt x="523" y="0"/>
                  </a:lnTo>
                  <a:lnTo>
                    <a:pt x="520" y="2"/>
                  </a:lnTo>
                  <a:lnTo>
                    <a:pt x="518" y="2"/>
                  </a:lnTo>
                  <a:lnTo>
                    <a:pt x="518" y="2"/>
                  </a:lnTo>
                  <a:lnTo>
                    <a:pt x="518" y="2"/>
                  </a:lnTo>
                  <a:lnTo>
                    <a:pt x="518" y="2"/>
                  </a:lnTo>
                  <a:lnTo>
                    <a:pt x="518" y="2"/>
                  </a:lnTo>
                  <a:lnTo>
                    <a:pt x="518" y="2"/>
                  </a:lnTo>
                  <a:lnTo>
                    <a:pt x="518" y="2"/>
                  </a:lnTo>
                  <a:lnTo>
                    <a:pt x="516" y="2"/>
                  </a:lnTo>
                  <a:lnTo>
                    <a:pt x="516" y="2"/>
                  </a:lnTo>
                  <a:lnTo>
                    <a:pt x="513" y="4"/>
                  </a:lnTo>
                  <a:lnTo>
                    <a:pt x="513" y="4"/>
                  </a:lnTo>
                  <a:lnTo>
                    <a:pt x="513" y="7"/>
                  </a:lnTo>
                  <a:lnTo>
                    <a:pt x="511" y="7"/>
                  </a:lnTo>
                  <a:lnTo>
                    <a:pt x="511" y="9"/>
                  </a:lnTo>
                  <a:lnTo>
                    <a:pt x="511" y="9"/>
                  </a:lnTo>
                  <a:lnTo>
                    <a:pt x="511" y="11"/>
                  </a:lnTo>
                  <a:lnTo>
                    <a:pt x="511" y="11"/>
                  </a:lnTo>
                  <a:lnTo>
                    <a:pt x="511" y="11"/>
                  </a:lnTo>
                  <a:lnTo>
                    <a:pt x="509" y="14"/>
                  </a:lnTo>
                  <a:lnTo>
                    <a:pt x="506" y="16"/>
                  </a:lnTo>
                  <a:lnTo>
                    <a:pt x="506" y="16"/>
                  </a:lnTo>
                  <a:lnTo>
                    <a:pt x="504" y="16"/>
                  </a:lnTo>
                  <a:lnTo>
                    <a:pt x="499" y="21"/>
                  </a:lnTo>
                  <a:lnTo>
                    <a:pt x="497" y="21"/>
                  </a:lnTo>
                  <a:lnTo>
                    <a:pt x="494" y="21"/>
                  </a:lnTo>
                  <a:lnTo>
                    <a:pt x="494" y="23"/>
                  </a:lnTo>
                  <a:lnTo>
                    <a:pt x="494" y="23"/>
                  </a:lnTo>
                  <a:lnTo>
                    <a:pt x="494" y="23"/>
                  </a:lnTo>
                  <a:lnTo>
                    <a:pt x="492" y="23"/>
                  </a:lnTo>
                  <a:lnTo>
                    <a:pt x="492" y="23"/>
                  </a:lnTo>
                  <a:lnTo>
                    <a:pt x="490" y="23"/>
                  </a:lnTo>
                  <a:lnTo>
                    <a:pt x="487" y="26"/>
                  </a:lnTo>
                  <a:lnTo>
                    <a:pt x="487" y="26"/>
                  </a:lnTo>
                  <a:lnTo>
                    <a:pt x="483" y="26"/>
                  </a:lnTo>
                  <a:lnTo>
                    <a:pt x="483" y="26"/>
                  </a:lnTo>
                  <a:lnTo>
                    <a:pt x="480" y="26"/>
                  </a:lnTo>
                  <a:lnTo>
                    <a:pt x="480" y="26"/>
                  </a:lnTo>
                  <a:lnTo>
                    <a:pt x="480" y="26"/>
                  </a:lnTo>
                  <a:lnTo>
                    <a:pt x="480" y="26"/>
                  </a:lnTo>
                  <a:lnTo>
                    <a:pt x="480" y="26"/>
                  </a:lnTo>
                  <a:lnTo>
                    <a:pt x="480" y="26"/>
                  </a:lnTo>
                  <a:lnTo>
                    <a:pt x="478" y="26"/>
                  </a:lnTo>
                  <a:lnTo>
                    <a:pt x="478" y="28"/>
                  </a:lnTo>
                  <a:lnTo>
                    <a:pt x="478" y="28"/>
                  </a:lnTo>
                  <a:lnTo>
                    <a:pt x="475" y="28"/>
                  </a:lnTo>
                  <a:lnTo>
                    <a:pt x="473" y="28"/>
                  </a:lnTo>
                  <a:lnTo>
                    <a:pt x="468" y="28"/>
                  </a:lnTo>
                  <a:lnTo>
                    <a:pt x="466" y="28"/>
                  </a:lnTo>
                  <a:lnTo>
                    <a:pt x="466" y="28"/>
                  </a:lnTo>
                  <a:lnTo>
                    <a:pt x="466" y="28"/>
                  </a:lnTo>
                  <a:lnTo>
                    <a:pt x="464" y="28"/>
                  </a:lnTo>
                  <a:lnTo>
                    <a:pt x="464" y="28"/>
                  </a:lnTo>
                  <a:lnTo>
                    <a:pt x="461" y="28"/>
                  </a:lnTo>
                  <a:lnTo>
                    <a:pt x="461" y="28"/>
                  </a:lnTo>
                  <a:lnTo>
                    <a:pt x="459" y="28"/>
                  </a:lnTo>
                  <a:lnTo>
                    <a:pt x="459" y="30"/>
                  </a:lnTo>
                  <a:lnTo>
                    <a:pt x="459" y="33"/>
                  </a:lnTo>
                  <a:lnTo>
                    <a:pt x="457" y="33"/>
                  </a:lnTo>
                  <a:lnTo>
                    <a:pt x="457" y="33"/>
                  </a:lnTo>
                  <a:lnTo>
                    <a:pt x="454" y="35"/>
                  </a:lnTo>
                  <a:lnTo>
                    <a:pt x="452" y="35"/>
                  </a:lnTo>
                  <a:lnTo>
                    <a:pt x="452" y="35"/>
                  </a:lnTo>
                  <a:lnTo>
                    <a:pt x="447" y="35"/>
                  </a:lnTo>
                  <a:lnTo>
                    <a:pt x="447" y="35"/>
                  </a:lnTo>
                  <a:lnTo>
                    <a:pt x="447" y="35"/>
                  </a:lnTo>
                  <a:lnTo>
                    <a:pt x="447" y="35"/>
                  </a:lnTo>
                  <a:lnTo>
                    <a:pt x="445" y="35"/>
                  </a:lnTo>
                  <a:lnTo>
                    <a:pt x="445" y="35"/>
                  </a:lnTo>
                  <a:lnTo>
                    <a:pt x="442" y="38"/>
                  </a:lnTo>
                  <a:lnTo>
                    <a:pt x="435" y="38"/>
                  </a:lnTo>
                  <a:lnTo>
                    <a:pt x="428" y="40"/>
                  </a:lnTo>
                  <a:lnTo>
                    <a:pt x="426" y="40"/>
                  </a:lnTo>
                  <a:lnTo>
                    <a:pt x="426" y="40"/>
                  </a:lnTo>
                  <a:lnTo>
                    <a:pt x="426" y="40"/>
                  </a:lnTo>
                  <a:lnTo>
                    <a:pt x="426" y="40"/>
                  </a:lnTo>
                  <a:lnTo>
                    <a:pt x="423" y="40"/>
                  </a:lnTo>
                  <a:lnTo>
                    <a:pt x="419" y="38"/>
                  </a:lnTo>
                  <a:lnTo>
                    <a:pt x="416" y="38"/>
                  </a:lnTo>
                  <a:lnTo>
                    <a:pt x="416" y="38"/>
                  </a:lnTo>
                  <a:lnTo>
                    <a:pt x="412" y="35"/>
                  </a:lnTo>
                  <a:lnTo>
                    <a:pt x="412" y="35"/>
                  </a:lnTo>
                  <a:lnTo>
                    <a:pt x="407" y="35"/>
                  </a:lnTo>
                  <a:lnTo>
                    <a:pt x="404" y="35"/>
                  </a:lnTo>
                  <a:lnTo>
                    <a:pt x="404" y="38"/>
                  </a:lnTo>
                  <a:lnTo>
                    <a:pt x="402" y="38"/>
                  </a:lnTo>
                  <a:lnTo>
                    <a:pt x="400" y="38"/>
                  </a:lnTo>
                  <a:lnTo>
                    <a:pt x="397" y="38"/>
                  </a:lnTo>
                  <a:lnTo>
                    <a:pt x="395" y="38"/>
                  </a:lnTo>
                  <a:lnTo>
                    <a:pt x="395" y="40"/>
                  </a:lnTo>
                  <a:lnTo>
                    <a:pt x="393" y="40"/>
                  </a:lnTo>
                  <a:lnTo>
                    <a:pt x="393" y="40"/>
                  </a:lnTo>
                  <a:lnTo>
                    <a:pt x="393" y="40"/>
                  </a:lnTo>
                  <a:lnTo>
                    <a:pt x="393" y="40"/>
                  </a:lnTo>
                  <a:lnTo>
                    <a:pt x="393" y="42"/>
                  </a:lnTo>
                  <a:lnTo>
                    <a:pt x="393" y="42"/>
                  </a:lnTo>
                  <a:lnTo>
                    <a:pt x="390" y="42"/>
                  </a:lnTo>
                  <a:lnTo>
                    <a:pt x="390" y="42"/>
                  </a:lnTo>
                  <a:lnTo>
                    <a:pt x="390" y="42"/>
                  </a:lnTo>
                  <a:lnTo>
                    <a:pt x="388" y="42"/>
                  </a:lnTo>
                  <a:lnTo>
                    <a:pt x="388" y="42"/>
                  </a:lnTo>
                  <a:lnTo>
                    <a:pt x="388" y="42"/>
                  </a:lnTo>
                  <a:lnTo>
                    <a:pt x="388" y="42"/>
                  </a:lnTo>
                  <a:lnTo>
                    <a:pt x="388" y="42"/>
                  </a:lnTo>
                  <a:lnTo>
                    <a:pt x="386" y="45"/>
                  </a:lnTo>
                  <a:lnTo>
                    <a:pt x="386" y="45"/>
                  </a:lnTo>
                  <a:lnTo>
                    <a:pt x="383" y="47"/>
                  </a:lnTo>
                  <a:lnTo>
                    <a:pt x="374" y="47"/>
                  </a:lnTo>
                  <a:lnTo>
                    <a:pt x="371" y="47"/>
                  </a:lnTo>
                  <a:lnTo>
                    <a:pt x="364" y="47"/>
                  </a:lnTo>
                  <a:lnTo>
                    <a:pt x="362" y="47"/>
                  </a:lnTo>
                  <a:lnTo>
                    <a:pt x="360" y="47"/>
                  </a:lnTo>
                  <a:lnTo>
                    <a:pt x="350" y="42"/>
                  </a:lnTo>
                  <a:lnTo>
                    <a:pt x="350" y="42"/>
                  </a:lnTo>
                  <a:lnTo>
                    <a:pt x="345" y="45"/>
                  </a:lnTo>
                  <a:lnTo>
                    <a:pt x="345" y="42"/>
                  </a:lnTo>
                  <a:lnTo>
                    <a:pt x="343" y="45"/>
                  </a:lnTo>
                  <a:lnTo>
                    <a:pt x="343" y="45"/>
                  </a:lnTo>
                  <a:lnTo>
                    <a:pt x="338" y="47"/>
                  </a:lnTo>
                  <a:lnTo>
                    <a:pt x="336" y="47"/>
                  </a:lnTo>
                  <a:lnTo>
                    <a:pt x="336" y="49"/>
                  </a:lnTo>
                  <a:lnTo>
                    <a:pt x="333" y="49"/>
                  </a:lnTo>
                  <a:lnTo>
                    <a:pt x="331" y="49"/>
                  </a:lnTo>
                  <a:lnTo>
                    <a:pt x="331" y="52"/>
                  </a:lnTo>
                  <a:lnTo>
                    <a:pt x="326" y="54"/>
                  </a:lnTo>
                  <a:lnTo>
                    <a:pt x="324" y="56"/>
                  </a:lnTo>
                  <a:lnTo>
                    <a:pt x="319" y="59"/>
                  </a:lnTo>
                  <a:lnTo>
                    <a:pt x="317" y="59"/>
                  </a:lnTo>
                  <a:lnTo>
                    <a:pt x="317" y="59"/>
                  </a:lnTo>
                  <a:lnTo>
                    <a:pt x="317" y="59"/>
                  </a:lnTo>
                  <a:lnTo>
                    <a:pt x="317" y="59"/>
                  </a:lnTo>
                  <a:lnTo>
                    <a:pt x="317" y="61"/>
                  </a:lnTo>
                  <a:lnTo>
                    <a:pt x="317" y="61"/>
                  </a:lnTo>
                  <a:lnTo>
                    <a:pt x="315" y="61"/>
                  </a:lnTo>
                  <a:lnTo>
                    <a:pt x="312" y="64"/>
                  </a:lnTo>
                  <a:lnTo>
                    <a:pt x="307" y="66"/>
                  </a:lnTo>
                  <a:lnTo>
                    <a:pt x="305" y="66"/>
                  </a:lnTo>
                  <a:lnTo>
                    <a:pt x="305" y="66"/>
                  </a:lnTo>
                  <a:lnTo>
                    <a:pt x="303" y="68"/>
                  </a:lnTo>
                  <a:lnTo>
                    <a:pt x="300" y="68"/>
                  </a:lnTo>
                  <a:lnTo>
                    <a:pt x="300" y="68"/>
                  </a:lnTo>
                  <a:lnTo>
                    <a:pt x="298" y="68"/>
                  </a:lnTo>
                  <a:lnTo>
                    <a:pt x="296" y="68"/>
                  </a:lnTo>
                  <a:lnTo>
                    <a:pt x="296" y="71"/>
                  </a:lnTo>
                  <a:lnTo>
                    <a:pt x="293" y="71"/>
                  </a:lnTo>
                  <a:lnTo>
                    <a:pt x="291" y="71"/>
                  </a:lnTo>
                  <a:lnTo>
                    <a:pt x="289" y="71"/>
                  </a:lnTo>
                  <a:lnTo>
                    <a:pt x="289" y="68"/>
                  </a:lnTo>
                  <a:lnTo>
                    <a:pt x="286" y="68"/>
                  </a:lnTo>
                  <a:lnTo>
                    <a:pt x="284" y="66"/>
                  </a:lnTo>
                  <a:lnTo>
                    <a:pt x="281" y="64"/>
                  </a:lnTo>
                  <a:lnTo>
                    <a:pt x="281" y="64"/>
                  </a:lnTo>
                  <a:lnTo>
                    <a:pt x="277" y="66"/>
                  </a:lnTo>
                  <a:lnTo>
                    <a:pt x="274" y="66"/>
                  </a:lnTo>
                  <a:lnTo>
                    <a:pt x="272" y="66"/>
                  </a:lnTo>
                  <a:lnTo>
                    <a:pt x="272" y="66"/>
                  </a:lnTo>
                  <a:lnTo>
                    <a:pt x="270" y="64"/>
                  </a:lnTo>
                  <a:lnTo>
                    <a:pt x="267" y="64"/>
                  </a:lnTo>
                  <a:lnTo>
                    <a:pt x="263" y="61"/>
                  </a:lnTo>
                  <a:lnTo>
                    <a:pt x="263" y="61"/>
                  </a:lnTo>
                  <a:lnTo>
                    <a:pt x="263" y="64"/>
                  </a:lnTo>
                  <a:lnTo>
                    <a:pt x="263" y="64"/>
                  </a:lnTo>
                  <a:lnTo>
                    <a:pt x="263" y="64"/>
                  </a:lnTo>
                  <a:lnTo>
                    <a:pt x="260" y="61"/>
                  </a:lnTo>
                  <a:lnTo>
                    <a:pt x="260" y="61"/>
                  </a:lnTo>
                  <a:lnTo>
                    <a:pt x="260" y="61"/>
                  </a:lnTo>
                  <a:lnTo>
                    <a:pt x="260" y="61"/>
                  </a:lnTo>
                  <a:lnTo>
                    <a:pt x="258" y="61"/>
                  </a:lnTo>
                  <a:lnTo>
                    <a:pt x="258" y="61"/>
                  </a:lnTo>
                  <a:lnTo>
                    <a:pt x="255" y="61"/>
                  </a:lnTo>
                  <a:lnTo>
                    <a:pt x="255" y="61"/>
                  </a:lnTo>
                  <a:lnTo>
                    <a:pt x="255" y="61"/>
                  </a:lnTo>
                  <a:lnTo>
                    <a:pt x="253" y="64"/>
                  </a:lnTo>
                  <a:lnTo>
                    <a:pt x="253" y="64"/>
                  </a:lnTo>
                  <a:lnTo>
                    <a:pt x="253" y="64"/>
                  </a:lnTo>
                  <a:lnTo>
                    <a:pt x="253" y="64"/>
                  </a:lnTo>
                  <a:lnTo>
                    <a:pt x="251" y="66"/>
                  </a:lnTo>
                  <a:lnTo>
                    <a:pt x="248" y="66"/>
                  </a:lnTo>
                  <a:lnTo>
                    <a:pt x="246" y="66"/>
                  </a:lnTo>
                  <a:lnTo>
                    <a:pt x="246" y="68"/>
                  </a:lnTo>
                  <a:lnTo>
                    <a:pt x="244" y="71"/>
                  </a:lnTo>
                  <a:lnTo>
                    <a:pt x="241" y="71"/>
                  </a:lnTo>
                  <a:lnTo>
                    <a:pt x="239" y="71"/>
                  </a:lnTo>
                  <a:lnTo>
                    <a:pt x="239" y="73"/>
                  </a:lnTo>
                  <a:lnTo>
                    <a:pt x="236" y="73"/>
                  </a:lnTo>
                  <a:lnTo>
                    <a:pt x="236" y="71"/>
                  </a:lnTo>
                  <a:lnTo>
                    <a:pt x="234" y="71"/>
                  </a:lnTo>
                  <a:lnTo>
                    <a:pt x="234" y="71"/>
                  </a:lnTo>
                  <a:lnTo>
                    <a:pt x="234" y="71"/>
                  </a:lnTo>
                  <a:lnTo>
                    <a:pt x="229" y="75"/>
                  </a:lnTo>
                  <a:lnTo>
                    <a:pt x="225" y="78"/>
                  </a:lnTo>
                  <a:lnTo>
                    <a:pt x="222" y="78"/>
                  </a:lnTo>
                  <a:lnTo>
                    <a:pt x="222" y="80"/>
                  </a:lnTo>
                  <a:lnTo>
                    <a:pt x="215" y="82"/>
                  </a:lnTo>
                  <a:lnTo>
                    <a:pt x="215" y="82"/>
                  </a:lnTo>
                  <a:lnTo>
                    <a:pt x="215" y="82"/>
                  </a:lnTo>
                  <a:lnTo>
                    <a:pt x="215" y="85"/>
                  </a:lnTo>
                  <a:lnTo>
                    <a:pt x="210" y="85"/>
                  </a:lnTo>
                  <a:lnTo>
                    <a:pt x="208" y="85"/>
                  </a:lnTo>
                  <a:lnTo>
                    <a:pt x="206" y="85"/>
                  </a:lnTo>
                  <a:lnTo>
                    <a:pt x="203" y="85"/>
                  </a:lnTo>
                  <a:lnTo>
                    <a:pt x="201" y="85"/>
                  </a:lnTo>
                  <a:lnTo>
                    <a:pt x="199" y="85"/>
                  </a:lnTo>
                  <a:lnTo>
                    <a:pt x="196" y="87"/>
                  </a:lnTo>
                  <a:lnTo>
                    <a:pt x="194" y="87"/>
                  </a:lnTo>
                  <a:lnTo>
                    <a:pt x="192" y="87"/>
                  </a:lnTo>
                  <a:lnTo>
                    <a:pt x="187" y="85"/>
                  </a:lnTo>
                  <a:lnTo>
                    <a:pt x="184" y="85"/>
                  </a:lnTo>
                  <a:lnTo>
                    <a:pt x="182" y="85"/>
                  </a:lnTo>
                  <a:lnTo>
                    <a:pt x="180" y="85"/>
                  </a:lnTo>
                  <a:lnTo>
                    <a:pt x="177" y="82"/>
                  </a:lnTo>
                  <a:lnTo>
                    <a:pt x="170" y="78"/>
                  </a:lnTo>
                  <a:lnTo>
                    <a:pt x="168" y="75"/>
                  </a:lnTo>
                  <a:lnTo>
                    <a:pt x="163" y="73"/>
                  </a:lnTo>
                  <a:lnTo>
                    <a:pt x="158" y="68"/>
                  </a:lnTo>
                  <a:lnTo>
                    <a:pt x="154" y="64"/>
                  </a:lnTo>
                  <a:lnTo>
                    <a:pt x="149" y="59"/>
                  </a:lnTo>
                  <a:lnTo>
                    <a:pt x="144" y="54"/>
                  </a:lnTo>
                  <a:lnTo>
                    <a:pt x="142" y="49"/>
                  </a:lnTo>
                  <a:lnTo>
                    <a:pt x="142" y="47"/>
                  </a:lnTo>
                  <a:lnTo>
                    <a:pt x="139" y="47"/>
                  </a:lnTo>
                  <a:lnTo>
                    <a:pt x="139" y="45"/>
                  </a:lnTo>
                  <a:lnTo>
                    <a:pt x="139" y="45"/>
                  </a:lnTo>
                  <a:lnTo>
                    <a:pt x="139" y="45"/>
                  </a:lnTo>
                  <a:lnTo>
                    <a:pt x="139" y="45"/>
                  </a:lnTo>
                  <a:lnTo>
                    <a:pt x="137" y="45"/>
                  </a:lnTo>
                  <a:lnTo>
                    <a:pt x="137" y="42"/>
                  </a:lnTo>
                  <a:lnTo>
                    <a:pt x="137" y="42"/>
                  </a:lnTo>
                  <a:lnTo>
                    <a:pt x="135" y="40"/>
                  </a:lnTo>
                  <a:lnTo>
                    <a:pt x="135" y="40"/>
                  </a:lnTo>
                  <a:lnTo>
                    <a:pt x="135" y="33"/>
                  </a:lnTo>
                  <a:lnTo>
                    <a:pt x="135" y="33"/>
                  </a:lnTo>
                  <a:lnTo>
                    <a:pt x="135" y="33"/>
                  </a:lnTo>
                  <a:lnTo>
                    <a:pt x="135" y="33"/>
                  </a:lnTo>
                  <a:lnTo>
                    <a:pt x="135" y="35"/>
                  </a:lnTo>
                  <a:lnTo>
                    <a:pt x="132" y="33"/>
                  </a:lnTo>
                  <a:lnTo>
                    <a:pt x="132" y="33"/>
                  </a:lnTo>
                  <a:lnTo>
                    <a:pt x="130" y="33"/>
                  </a:lnTo>
                  <a:lnTo>
                    <a:pt x="130" y="33"/>
                  </a:lnTo>
                  <a:lnTo>
                    <a:pt x="128" y="30"/>
                  </a:lnTo>
                  <a:lnTo>
                    <a:pt x="128" y="30"/>
                  </a:lnTo>
                  <a:lnTo>
                    <a:pt x="125" y="30"/>
                  </a:lnTo>
                  <a:lnTo>
                    <a:pt x="125" y="28"/>
                  </a:lnTo>
                  <a:lnTo>
                    <a:pt x="125" y="26"/>
                  </a:lnTo>
                  <a:lnTo>
                    <a:pt x="125" y="28"/>
                  </a:lnTo>
                  <a:lnTo>
                    <a:pt x="123" y="28"/>
                  </a:lnTo>
                  <a:lnTo>
                    <a:pt x="123" y="28"/>
                  </a:lnTo>
                  <a:lnTo>
                    <a:pt x="123" y="28"/>
                  </a:lnTo>
                  <a:lnTo>
                    <a:pt x="118" y="30"/>
                  </a:lnTo>
                  <a:lnTo>
                    <a:pt x="104" y="54"/>
                  </a:lnTo>
                  <a:lnTo>
                    <a:pt x="104" y="54"/>
                  </a:lnTo>
                  <a:lnTo>
                    <a:pt x="104" y="56"/>
                  </a:lnTo>
                  <a:lnTo>
                    <a:pt x="104" y="59"/>
                  </a:lnTo>
                  <a:lnTo>
                    <a:pt x="102" y="59"/>
                  </a:lnTo>
                  <a:lnTo>
                    <a:pt x="99" y="59"/>
                  </a:lnTo>
                  <a:lnTo>
                    <a:pt x="99" y="61"/>
                  </a:lnTo>
                  <a:lnTo>
                    <a:pt x="99" y="61"/>
                  </a:lnTo>
                  <a:lnTo>
                    <a:pt x="99" y="61"/>
                  </a:lnTo>
                  <a:lnTo>
                    <a:pt x="99" y="64"/>
                  </a:lnTo>
                  <a:lnTo>
                    <a:pt x="97" y="64"/>
                  </a:lnTo>
                  <a:lnTo>
                    <a:pt x="97" y="66"/>
                  </a:lnTo>
                  <a:lnTo>
                    <a:pt x="95" y="66"/>
                  </a:lnTo>
                  <a:lnTo>
                    <a:pt x="95" y="68"/>
                  </a:lnTo>
                  <a:lnTo>
                    <a:pt x="95" y="71"/>
                  </a:lnTo>
                  <a:lnTo>
                    <a:pt x="95" y="71"/>
                  </a:lnTo>
                  <a:lnTo>
                    <a:pt x="92" y="73"/>
                  </a:lnTo>
                  <a:lnTo>
                    <a:pt x="92" y="73"/>
                  </a:lnTo>
                  <a:lnTo>
                    <a:pt x="92" y="73"/>
                  </a:lnTo>
                  <a:lnTo>
                    <a:pt x="90" y="73"/>
                  </a:lnTo>
                  <a:lnTo>
                    <a:pt x="90" y="75"/>
                  </a:lnTo>
                  <a:lnTo>
                    <a:pt x="92" y="78"/>
                  </a:lnTo>
                  <a:lnTo>
                    <a:pt x="92" y="80"/>
                  </a:lnTo>
                  <a:lnTo>
                    <a:pt x="97" y="82"/>
                  </a:lnTo>
                  <a:lnTo>
                    <a:pt x="97" y="82"/>
                  </a:lnTo>
                  <a:lnTo>
                    <a:pt x="97" y="85"/>
                  </a:lnTo>
                  <a:lnTo>
                    <a:pt x="97" y="90"/>
                  </a:lnTo>
                  <a:lnTo>
                    <a:pt x="99" y="92"/>
                  </a:lnTo>
                  <a:lnTo>
                    <a:pt x="99" y="97"/>
                  </a:lnTo>
                  <a:lnTo>
                    <a:pt x="102" y="99"/>
                  </a:lnTo>
                  <a:lnTo>
                    <a:pt x="106" y="101"/>
                  </a:lnTo>
                  <a:lnTo>
                    <a:pt x="109" y="101"/>
                  </a:lnTo>
                  <a:lnTo>
                    <a:pt x="109" y="104"/>
                  </a:lnTo>
                  <a:lnTo>
                    <a:pt x="109" y="106"/>
                  </a:lnTo>
                  <a:lnTo>
                    <a:pt x="111" y="109"/>
                  </a:lnTo>
                  <a:lnTo>
                    <a:pt x="111" y="111"/>
                  </a:lnTo>
                  <a:lnTo>
                    <a:pt x="113" y="111"/>
                  </a:lnTo>
                  <a:lnTo>
                    <a:pt x="116" y="113"/>
                  </a:lnTo>
                  <a:lnTo>
                    <a:pt x="118" y="113"/>
                  </a:lnTo>
                  <a:lnTo>
                    <a:pt x="118" y="113"/>
                  </a:lnTo>
                  <a:lnTo>
                    <a:pt x="121" y="116"/>
                  </a:lnTo>
                  <a:lnTo>
                    <a:pt x="123" y="125"/>
                  </a:lnTo>
                  <a:lnTo>
                    <a:pt x="123" y="125"/>
                  </a:lnTo>
                  <a:lnTo>
                    <a:pt x="123" y="127"/>
                  </a:lnTo>
                  <a:lnTo>
                    <a:pt x="125" y="127"/>
                  </a:lnTo>
                  <a:lnTo>
                    <a:pt x="125" y="127"/>
                  </a:lnTo>
                  <a:lnTo>
                    <a:pt x="125" y="127"/>
                  </a:lnTo>
                  <a:lnTo>
                    <a:pt x="128" y="130"/>
                  </a:lnTo>
                  <a:lnTo>
                    <a:pt x="128" y="130"/>
                  </a:lnTo>
                  <a:lnTo>
                    <a:pt x="128" y="130"/>
                  </a:lnTo>
                  <a:lnTo>
                    <a:pt x="128" y="132"/>
                  </a:lnTo>
                  <a:lnTo>
                    <a:pt x="130" y="132"/>
                  </a:lnTo>
                  <a:lnTo>
                    <a:pt x="130" y="135"/>
                  </a:lnTo>
                  <a:lnTo>
                    <a:pt x="130" y="135"/>
                  </a:lnTo>
                  <a:lnTo>
                    <a:pt x="130" y="137"/>
                  </a:lnTo>
                  <a:lnTo>
                    <a:pt x="130" y="139"/>
                  </a:lnTo>
                  <a:lnTo>
                    <a:pt x="132" y="139"/>
                  </a:lnTo>
                  <a:lnTo>
                    <a:pt x="135" y="142"/>
                  </a:lnTo>
                  <a:lnTo>
                    <a:pt x="139" y="144"/>
                  </a:lnTo>
                  <a:lnTo>
                    <a:pt x="139" y="144"/>
                  </a:lnTo>
                  <a:lnTo>
                    <a:pt x="142" y="144"/>
                  </a:lnTo>
                  <a:lnTo>
                    <a:pt x="142" y="142"/>
                  </a:lnTo>
                  <a:lnTo>
                    <a:pt x="142" y="144"/>
                  </a:lnTo>
                  <a:lnTo>
                    <a:pt x="147" y="146"/>
                  </a:lnTo>
                  <a:lnTo>
                    <a:pt x="151" y="151"/>
                  </a:lnTo>
                  <a:lnTo>
                    <a:pt x="158" y="158"/>
                  </a:lnTo>
                  <a:lnTo>
                    <a:pt x="161" y="161"/>
                  </a:lnTo>
                  <a:lnTo>
                    <a:pt x="163" y="163"/>
                  </a:lnTo>
                  <a:lnTo>
                    <a:pt x="168" y="163"/>
                  </a:lnTo>
                  <a:lnTo>
                    <a:pt x="173" y="165"/>
                  </a:lnTo>
                  <a:lnTo>
                    <a:pt x="177" y="168"/>
                  </a:lnTo>
                  <a:lnTo>
                    <a:pt x="182" y="168"/>
                  </a:lnTo>
                  <a:lnTo>
                    <a:pt x="187" y="170"/>
                  </a:lnTo>
                  <a:lnTo>
                    <a:pt x="192" y="172"/>
                  </a:lnTo>
                  <a:lnTo>
                    <a:pt x="196" y="172"/>
                  </a:lnTo>
                  <a:lnTo>
                    <a:pt x="201" y="175"/>
                  </a:lnTo>
                  <a:lnTo>
                    <a:pt x="206" y="177"/>
                  </a:lnTo>
                  <a:lnTo>
                    <a:pt x="210" y="177"/>
                  </a:lnTo>
                  <a:lnTo>
                    <a:pt x="215" y="180"/>
                  </a:lnTo>
                  <a:lnTo>
                    <a:pt x="220" y="180"/>
                  </a:lnTo>
                  <a:lnTo>
                    <a:pt x="225" y="182"/>
                  </a:lnTo>
                  <a:lnTo>
                    <a:pt x="229" y="184"/>
                  </a:lnTo>
                  <a:lnTo>
                    <a:pt x="234" y="184"/>
                  </a:lnTo>
                  <a:lnTo>
                    <a:pt x="239" y="187"/>
                  </a:lnTo>
                  <a:lnTo>
                    <a:pt x="244" y="189"/>
                  </a:lnTo>
                  <a:lnTo>
                    <a:pt x="244" y="189"/>
                  </a:lnTo>
                  <a:lnTo>
                    <a:pt x="248" y="189"/>
                  </a:lnTo>
                  <a:lnTo>
                    <a:pt x="253" y="191"/>
                  </a:lnTo>
                  <a:lnTo>
                    <a:pt x="258" y="194"/>
                  </a:lnTo>
                  <a:lnTo>
                    <a:pt x="263" y="194"/>
                  </a:lnTo>
                  <a:lnTo>
                    <a:pt x="267" y="196"/>
                  </a:lnTo>
                  <a:lnTo>
                    <a:pt x="270" y="198"/>
                  </a:lnTo>
                  <a:lnTo>
                    <a:pt x="274" y="198"/>
                  </a:lnTo>
                  <a:lnTo>
                    <a:pt x="279" y="201"/>
                  </a:lnTo>
                  <a:lnTo>
                    <a:pt x="284" y="201"/>
                  </a:lnTo>
                  <a:lnTo>
                    <a:pt x="289" y="203"/>
                  </a:lnTo>
                  <a:lnTo>
                    <a:pt x="293" y="206"/>
                  </a:lnTo>
                  <a:lnTo>
                    <a:pt x="298" y="206"/>
                  </a:lnTo>
                  <a:lnTo>
                    <a:pt x="303" y="208"/>
                  </a:lnTo>
                  <a:lnTo>
                    <a:pt x="307" y="210"/>
                  </a:lnTo>
                  <a:lnTo>
                    <a:pt x="310" y="210"/>
                  </a:lnTo>
                  <a:lnTo>
                    <a:pt x="315" y="213"/>
                  </a:lnTo>
                  <a:lnTo>
                    <a:pt x="319" y="213"/>
                  </a:lnTo>
                  <a:lnTo>
                    <a:pt x="322" y="215"/>
                  </a:lnTo>
                  <a:lnTo>
                    <a:pt x="326" y="215"/>
                  </a:lnTo>
                  <a:lnTo>
                    <a:pt x="367" y="215"/>
                  </a:lnTo>
                  <a:lnTo>
                    <a:pt x="376" y="215"/>
                  </a:lnTo>
                  <a:lnTo>
                    <a:pt x="374" y="217"/>
                  </a:lnTo>
                  <a:lnTo>
                    <a:pt x="371" y="220"/>
                  </a:lnTo>
                  <a:lnTo>
                    <a:pt x="367" y="222"/>
                  </a:lnTo>
                  <a:lnTo>
                    <a:pt x="364" y="224"/>
                  </a:lnTo>
                  <a:lnTo>
                    <a:pt x="362" y="227"/>
                  </a:lnTo>
                  <a:lnTo>
                    <a:pt x="360" y="229"/>
                  </a:lnTo>
                  <a:lnTo>
                    <a:pt x="357" y="234"/>
                  </a:lnTo>
                  <a:lnTo>
                    <a:pt x="355" y="236"/>
                  </a:lnTo>
                  <a:lnTo>
                    <a:pt x="352" y="239"/>
                  </a:lnTo>
                  <a:lnTo>
                    <a:pt x="352" y="239"/>
                  </a:lnTo>
                  <a:lnTo>
                    <a:pt x="350" y="241"/>
                  </a:lnTo>
                  <a:lnTo>
                    <a:pt x="348" y="243"/>
                  </a:lnTo>
                  <a:lnTo>
                    <a:pt x="345" y="246"/>
                  </a:lnTo>
                  <a:lnTo>
                    <a:pt x="341" y="248"/>
                  </a:lnTo>
                  <a:lnTo>
                    <a:pt x="338" y="251"/>
                  </a:lnTo>
                  <a:lnTo>
                    <a:pt x="336" y="253"/>
                  </a:lnTo>
                  <a:lnTo>
                    <a:pt x="333" y="255"/>
                  </a:lnTo>
                  <a:lnTo>
                    <a:pt x="331" y="258"/>
                  </a:lnTo>
                  <a:lnTo>
                    <a:pt x="329" y="260"/>
                  </a:lnTo>
                  <a:lnTo>
                    <a:pt x="326" y="262"/>
                  </a:lnTo>
                  <a:lnTo>
                    <a:pt x="324" y="265"/>
                  </a:lnTo>
                  <a:lnTo>
                    <a:pt x="322" y="267"/>
                  </a:lnTo>
                  <a:lnTo>
                    <a:pt x="319" y="269"/>
                  </a:lnTo>
                  <a:lnTo>
                    <a:pt x="315" y="274"/>
                  </a:lnTo>
                  <a:lnTo>
                    <a:pt x="312" y="277"/>
                  </a:lnTo>
                  <a:lnTo>
                    <a:pt x="310" y="279"/>
                  </a:lnTo>
                  <a:lnTo>
                    <a:pt x="307" y="281"/>
                  </a:lnTo>
                  <a:lnTo>
                    <a:pt x="305" y="284"/>
                  </a:lnTo>
                  <a:lnTo>
                    <a:pt x="303" y="286"/>
                  </a:lnTo>
                  <a:lnTo>
                    <a:pt x="303" y="286"/>
                  </a:lnTo>
                  <a:lnTo>
                    <a:pt x="298" y="288"/>
                  </a:lnTo>
                  <a:lnTo>
                    <a:pt x="296" y="291"/>
                  </a:lnTo>
                  <a:lnTo>
                    <a:pt x="296" y="293"/>
                  </a:lnTo>
                  <a:lnTo>
                    <a:pt x="296" y="293"/>
                  </a:lnTo>
                  <a:lnTo>
                    <a:pt x="293" y="295"/>
                  </a:lnTo>
                  <a:lnTo>
                    <a:pt x="289" y="298"/>
                  </a:lnTo>
                  <a:lnTo>
                    <a:pt x="286" y="303"/>
                  </a:lnTo>
                  <a:lnTo>
                    <a:pt x="281" y="305"/>
                  </a:lnTo>
                  <a:lnTo>
                    <a:pt x="279" y="310"/>
                  </a:lnTo>
                  <a:lnTo>
                    <a:pt x="277" y="312"/>
                  </a:lnTo>
                  <a:lnTo>
                    <a:pt x="272" y="317"/>
                  </a:lnTo>
                  <a:lnTo>
                    <a:pt x="270" y="319"/>
                  </a:lnTo>
                  <a:lnTo>
                    <a:pt x="267" y="322"/>
                  </a:lnTo>
                  <a:lnTo>
                    <a:pt x="260" y="329"/>
                  </a:lnTo>
                  <a:lnTo>
                    <a:pt x="255" y="336"/>
                  </a:lnTo>
                  <a:lnTo>
                    <a:pt x="248" y="340"/>
                  </a:lnTo>
                  <a:lnTo>
                    <a:pt x="244" y="348"/>
                  </a:lnTo>
                  <a:lnTo>
                    <a:pt x="244" y="348"/>
                  </a:lnTo>
                  <a:lnTo>
                    <a:pt x="236" y="355"/>
                  </a:lnTo>
                  <a:lnTo>
                    <a:pt x="232" y="359"/>
                  </a:lnTo>
                  <a:lnTo>
                    <a:pt x="227" y="366"/>
                  </a:lnTo>
                  <a:lnTo>
                    <a:pt x="220" y="371"/>
                  </a:lnTo>
                  <a:lnTo>
                    <a:pt x="218" y="376"/>
                  </a:lnTo>
                  <a:lnTo>
                    <a:pt x="218" y="376"/>
                  </a:lnTo>
                  <a:lnTo>
                    <a:pt x="213" y="381"/>
                  </a:lnTo>
                  <a:lnTo>
                    <a:pt x="210" y="381"/>
                  </a:lnTo>
                  <a:lnTo>
                    <a:pt x="208" y="381"/>
                  </a:lnTo>
                  <a:lnTo>
                    <a:pt x="206" y="381"/>
                  </a:lnTo>
                  <a:lnTo>
                    <a:pt x="203" y="381"/>
                  </a:lnTo>
                  <a:lnTo>
                    <a:pt x="201" y="381"/>
                  </a:lnTo>
                  <a:lnTo>
                    <a:pt x="199" y="381"/>
                  </a:lnTo>
                  <a:lnTo>
                    <a:pt x="194" y="381"/>
                  </a:lnTo>
                  <a:lnTo>
                    <a:pt x="194" y="381"/>
                  </a:lnTo>
                  <a:lnTo>
                    <a:pt x="192" y="381"/>
                  </a:lnTo>
                  <a:lnTo>
                    <a:pt x="189" y="381"/>
                  </a:lnTo>
                  <a:lnTo>
                    <a:pt x="187" y="378"/>
                  </a:lnTo>
                  <a:lnTo>
                    <a:pt x="184" y="378"/>
                  </a:lnTo>
                  <a:lnTo>
                    <a:pt x="180" y="378"/>
                  </a:lnTo>
                  <a:lnTo>
                    <a:pt x="177" y="378"/>
                  </a:lnTo>
                  <a:lnTo>
                    <a:pt x="175" y="378"/>
                  </a:lnTo>
                  <a:lnTo>
                    <a:pt x="173" y="378"/>
                  </a:lnTo>
                  <a:lnTo>
                    <a:pt x="170" y="378"/>
                  </a:lnTo>
                  <a:lnTo>
                    <a:pt x="168" y="378"/>
                  </a:lnTo>
                  <a:lnTo>
                    <a:pt x="163" y="378"/>
                  </a:lnTo>
                  <a:lnTo>
                    <a:pt x="161" y="378"/>
                  </a:lnTo>
                  <a:lnTo>
                    <a:pt x="158" y="378"/>
                  </a:lnTo>
                  <a:lnTo>
                    <a:pt x="154" y="381"/>
                  </a:lnTo>
                  <a:lnTo>
                    <a:pt x="154" y="381"/>
                  </a:lnTo>
                  <a:lnTo>
                    <a:pt x="147" y="381"/>
                  </a:lnTo>
                  <a:lnTo>
                    <a:pt x="144" y="383"/>
                  </a:lnTo>
                  <a:lnTo>
                    <a:pt x="137" y="383"/>
                  </a:lnTo>
                  <a:lnTo>
                    <a:pt x="135" y="385"/>
                  </a:lnTo>
                  <a:lnTo>
                    <a:pt x="128" y="388"/>
                  </a:lnTo>
                  <a:lnTo>
                    <a:pt x="121" y="393"/>
                  </a:lnTo>
                  <a:lnTo>
                    <a:pt x="116" y="395"/>
                  </a:lnTo>
                  <a:lnTo>
                    <a:pt x="111" y="397"/>
                  </a:lnTo>
                  <a:lnTo>
                    <a:pt x="106" y="402"/>
                  </a:lnTo>
                  <a:lnTo>
                    <a:pt x="106" y="402"/>
                  </a:lnTo>
                  <a:lnTo>
                    <a:pt x="106" y="402"/>
                  </a:lnTo>
                  <a:lnTo>
                    <a:pt x="106" y="404"/>
                  </a:lnTo>
                  <a:lnTo>
                    <a:pt x="104" y="407"/>
                  </a:lnTo>
                  <a:lnTo>
                    <a:pt x="104" y="409"/>
                  </a:lnTo>
                  <a:lnTo>
                    <a:pt x="102" y="411"/>
                  </a:lnTo>
                  <a:lnTo>
                    <a:pt x="102" y="411"/>
                  </a:lnTo>
                  <a:lnTo>
                    <a:pt x="99" y="414"/>
                  </a:lnTo>
                  <a:lnTo>
                    <a:pt x="97" y="414"/>
                  </a:lnTo>
                  <a:lnTo>
                    <a:pt x="95" y="414"/>
                  </a:lnTo>
                  <a:lnTo>
                    <a:pt x="85" y="416"/>
                  </a:lnTo>
                  <a:lnTo>
                    <a:pt x="78" y="416"/>
                  </a:lnTo>
                  <a:lnTo>
                    <a:pt x="71" y="419"/>
                  </a:lnTo>
                  <a:lnTo>
                    <a:pt x="68" y="419"/>
                  </a:lnTo>
                  <a:lnTo>
                    <a:pt x="64" y="419"/>
                  </a:lnTo>
                  <a:lnTo>
                    <a:pt x="61" y="419"/>
                  </a:lnTo>
                  <a:lnTo>
                    <a:pt x="59" y="419"/>
                  </a:lnTo>
                  <a:lnTo>
                    <a:pt x="57" y="421"/>
                  </a:lnTo>
                  <a:lnTo>
                    <a:pt x="52" y="423"/>
                  </a:lnTo>
                  <a:lnTo>
                    <a:pt x="52" y="426"/>
                  </a:lnTo>
                  <a:lnTo>
                    <a:pt x="52" y="426"/>
                  </a:lnTo>
                  <a:lnTo>
                    <a:pt x="52" y="428"/>
                  </a:lnTo>
                  <a:lnTo>
                    <a:pt x="52" y="428"/>
                  </a:lnTo>
                  <a:lnTo>
                    <a:pt x="50" y="428"/>
                  </a:lnTo>
                  <a:lnTo>
                    <a:pt x="50" y="430"/>
                  </a:lnTo>
                  <a:lnTo>
                    <a:pt x="45" y="437"/>
                  </a:lnTo>
                  <a:lnTo>
                    <a:pt x="40" y="442"/>
                  </a:lnTo>
                  <a:lnTo>
                    <a:pt x="35" y="449"/>
                  </a:lnTo>
                  <a:lnTo>
                    <a:pt x="31" y="456"/>
                  </a:lnTo>
                  <a:lnTo>
                    <a:pt x="28" y="459"/>
                  </a:lnTo>
                  <a:lnTo>
                    <a:pt x="26" y="464"/>
                  </a:lnTo>
                  <a:lnTo>
                    <a:pt x="24" y="468"/>
                  </a:lnTo>
                  <a:lnTo>
                    <a:pt x="21" y="471"/>
                  </a:lnTo>
                  <a:lnTo>
                    <a:pt x="16" y="475"/>
                  </a:lnTo>
                  <a:lnTo>
                    <a:pt x="12" y="480"/>
                  </a:lnTo>
                  <a:lnTo>
                    <a:pt x="7" y="485"/>
                  </a:lnTo>
                  <a:lnTo>
                    <a:pt x="2" y="490"/>
                  </a:lnTo>
                  <a:lnTo>
                    <a:pt x="2" y="490"/>
                  </a:lnTo>
                  <a:lnTo>
                    <a:pt x="0" y="492"/>
                  </a:lnTo>
                  <a:lnTo>
                    <a:pt x="0" y="494"/>
                  </a:lnTo>
                  <a:lnTo>
                    <a:pt x="0" y="501"/>
                  </a:lnTo>
                  <a:lnTo>
                    <a:pt x="0" y="508"/>
                  </a:lnTo>
                  <a:lnTo>
                    <a:pt x="0" y="641"/>
                  </a:lnTo>
                  <a:lnTo>
                    <a:pt x="0" y="646"/>
                  </a:lnTo>
                  <a:lnTo>
                    <a:pt x="0" y="650"/>
                  </a:lnTo>
                  <a:lnTo>
                    <a:pt x="0" y="653"/>
                  </a:lnTo>
                  <a:lnTo>
                    <a:pt x="0" y="660"/>
                  </a:lnTo>
                  <a:lnTo>
                    <a:pt x="0" y="665"/>
                  </a:lnTo>
                  <a:lnTo>
                    <a:pt x="0" y="669"/>
                  </a:lnTo>
                  <a:lnTo>
                    <a:pt x="0" y="677"/>
                  </a:lnTo>
                  <a:lnTo>
                    <a:pt x="0" y="679"/>
                  </a:lnTo>
                  <a:lnTo>
                    <a:pt x="2" y="684"/>
                  </a:lnTo>
                  <a:lnTo>
                    <a:pt x="2" y="688"/>
                  </a:lnTo>
                  <a:lnTo>
                    <a:pt x="2" y="688"/>
                  </a:lnTo>
                  <a:lnTo>
                    <a:pt x="5" y="691"/>
                  </a:lnTo>
                  <a:lnTo>
                    <a:pt x="5" y="693"/>
                  </a:lnTo>
                  <a:lnTo>
                    <a:pt x="7" y="695"/>
                  </a:lnTo>
                  <a:lnTo>
                    <a:pt x="9" y="698"/>
                  </a:lnTo>
                  <a:lnTo>
                    <a:pt x="12" y="703"/>
                  </a:lnTo>
                  <a:lnTo>
                    <a:pt x="14" y="705"/>
                  </a:lnTo>
                  <a:lnTo>
                    <a:pt x="16" y="710"/>
                  </a:lnTo>
                  <a:lnTo>
                    <a:pt x="21" y="712"/>
                  </a:lnTo>
                  <a:lnTo>
                    <a:pt x="24" y="714"/>
                  </a:lnTo>
                  <a:lnTo>
                    <a:pt x="26" y="719"/>
                  </a:lnTo>
                  <a:lnTo>
                    <a:pt x="28" y="721"/>
                  </a:lnTo>
                  <a:lnTo>
                    <a:pt x="31" y="724"/>
                  </a:lnTo>
                  <a:lnTo>
                    <a:pt x="31" y="726"/>
                  </a:lnTo>
                  <a:lnTo>
                    <a:pt x="31" y="726"/>
                  </a:lnTo>
                  <a:lnTo>
                    <a:pt x="31" y="731"/>
                  </a:lnTo>
                  <a:lnTo>
                    <a:pt x="31" y="731"/>
                  </a:lnTo>
                  <a:lnTo>
                    <a:pt x="31" y="731"/>
                  </a:lnTo>
                  <a:lnTo>
                    <a:pt x="33" y="731"/>
                  </a:lnTo>
                  <a:lnTo>
                    <a:pt x="33" y="731"/>
                  </a:lnTo>
                  <a:lnTo>
                    <a:pt x="33" y="729"/>
                  </a:lnTo>
                  <a:lnTo>
                    <a:pt x="35" y="726"/>
                  </a:lnTo>
                  <a:lnTo>
                    <a:pt x="35" y="726"/>
                  </a:lnTo>
                  <a:lnTo>
                    <a:pt x="38" y="724"/>
                  </a:lnTo>
                  <a:lnTo>
                    <a:pt x="40" y="721"/>
                  </a:lnTo>
                  <a:lnTo>
                    <a:pt x="40" y="719"/>
                  </a:lnTo>
                  <a:lnTo>
                    <a:pt x="42" y="717"/>
                  </a:lnTo>
                  <a:lnTo>
                    <a:pt x="47" y="710"/>
                  </a:lnTo>
                  <a:lnTo>
                    <a:pt x="47" y="707"/>
                  </a:lnTo>
                  <a:lnTo>
                    <a:pt x="47" y="707"/>
                  </a:lnTo>
                  <a:lnTo>
                    <a:pt x="47" y="705"/>
                  </a:lnTo>
                  <a:lnTo>
                    <a:pt x="47" y="703"/>
                  </a:lnTo>
                  <a:lnTo>
                    <a:pt x="47" y="703"/>
                  </a:lnTo>
                  <a:lnTo>
                    <a:pt x="47" y="705"/>
                  </a:lnTo>
                  <a:lnTo>
                    <a:pt x="47" y="705"/>
                  </a:lnTo>
                  <a:lnTo>
                    <a:pt x="50" y="705"/>
                  </a:lnTo>
                  <a:lnTo>
                    <a:pt x="50" y="705"/>
                  </a:lnTo>
                  <a:lnTo>
                    <a:pt x="50" y="705"/>
                  </a:lnTo>
                  <a:lnTo>
                    <a:pt x="50" y="705"/>
                  </a:lnTo>
                  <a:lnTo>
                    <a:pt x="50" y="705"/>
                  </a:lnTo>
                  <a:lnTo>
                    <a:pt x="50" y="705"/>
                  </a:lnTo>
                  <a:lnTo>
                    <a:pt x="50" y="705"/>
                  </a:lnTo>
                  <a:lnTo>
                    <a:pt x="52" y="703"/>
                  </a:lnTo>
                  <a:lnTo>
                    <a:pt x="52" y="700"/>
                  </a:lnTo>
                  <a:lnTo>
                    <a:pt x="52" y="700"/>
                  </a:lnTo>
                  <a:lnTo>
                    <a:pt x="52" y="700"/>
                  </a:lnTo>
                  <a:lnTo>
                    <a:pt x="52" y="700"/>
                  </a:lnTo>
                  <a:lnTo>
                    <a:pt x="54" y="698"/>
                  </a:lnTo>
                  <a:lnTo>
                    <a:pt x="54" y="698"/>
                  </a:lnTo>
                  <a:lnTo>
                    <a:pt x="54" y="698"/>
                  </a:lnTo>
                  <a:lnTo>
                    <a:pt x="54" y="695"/>
                  </a:lnTo>
                  <a:lnTo>
                    <a:pt x="54" y="695"/>
                  </a:lnTo>
                  <a:lnTo>
                    <a:pt x="54" y="695"/>
                  </a:lnTo>
                  <a:lnTo>
                    <a:pt x="54" y="695"/>
                  </a:lnTo>
                  <a:lnTo>
                    <a:pt x="54" y="693"/>
                  </a:lnTo>
                  <a:lnTo>
                    <a:pt x="54" y="693"/>
                  </a:lnTo>
                  <a:lnTo>
                    <a:pt x="52" y="693"/>
                  </a:lnTo>
                  <a:lnTo>
                    <a:pt x="52" y="693"/>
                  </a:lnTo>
                  <a:lnTo>
                    <a:pt x="52" y="691"/>
                  </a:lnTo>
                  <a:lnTo>
                    <a:pt x="52" y="691"/>
                  </a:lnTo>
                  <a:lnTo>
                    <a:pt x="54" y="691"/>
                  </a:lnTo>
                  <a:lnTo>
                    <a:pt x="54" y="691"/>
                  </a:lnTo>
                  <a:lnTo>
                    <a:pt x="54" y="688"/>
                  </a:lnTo>
                  <a:lnTo>
                    <a:pt x="54" y="688"/>
                  </a:lnTo>
                  <a:lnTo>
                    <a:pt x="54" y="691"/>
                  </a:lnTo>
                  <a:lnTo>
                    <a:pt x="54" y="693"/>
                  </a:lnTo>
                  <a:lnTo>
                    <a:pt x="54" y="693"/>
                  </a:lnTo>
                  <a:lnTo>
                    <a:pt x="54" y="695"/>
                  </a:lnTo>
                  <a:lnTo>
                    <a:pt x="54" y="695"/>
                  </a:lnTo>
                  <a:lnTo>
                    <a:pt x="57" y="693"/>
                  </a:lnTo>
                  <a:lnTo>
                    <a:pt x="57" y="693"/>
                  </a:lnTo>
                  <a:lnTo>
                    <a:pt x="57" y="691"/>
                  </a:lnTo>
                  <a:lnTo>
                    <a:pt x="57" y="691"/>
                  </a:lnTo>
                  <a:lnTo>
                    <a:pt x="59" y="688"/>
                  </a:lnTo>
                  <a:lnTo>
                    <a:pt x="59" y="688"/>
                  </a:lnTo>
                  <a:lnTo>
                    <a:pt x="59" y="688"/>
                  </a:lnTo>
                  <a:lnTo>
                    <a:pt x="59" y="688"/>
                  </a:lnTo>
                  <a:lnTo>
                    <a:pt x="59" y="686"/>
                  </a:lnTo>
                  <a:lnTo>
                    <a:pt x="59" y="686"/>
                  </a:lnTo>
                  <a:lnTo>
                    <a:pt x="59" y="686"/>
                  </a:lnTo>
                  <a:lnTo>
                    <a:pt x="61" y="686"/>
                  </a:lnTo>
                  <a:lnTo>
                    <a:pt x="61" y="686"/>
                  </a:lnTo>
                  <a:lnTo>
                    <a:pt x="64" y="686"/>
                  </a:lnTo>
                  <a:lnTo>
                    <a:pt x="64" y="684"/>
                  </a:lnTo>
                  <a:lnTo>
                    <a:pt x="64" y="684"/>
                  </a:lnTo>
                  <a:lnTo>
                    <a:pt x="66" y="684"/>
                  </a:lnTo>
                  <a:lnTo>
                    <a:pt x="68" y="679"/>
                  </a:lnTo>
                  <a:lnTo>
                    <a:pt x="68" y="679"/>
                  </a:lnTo>
                  <a:lnTo>
                    <a:pt x="68" y="679"/>
                  </a:lnTo>
                  <a:lnTo>
                    <a:pt x="68" y="679"/>
                  </a:lnTo>
                  <a:lnTo>
                    <a:pt x="68" y="679"/>
                  </a:lnTo>
                  <a:lnTo>
                    <a:pt x="68" y="679"/>
                  </a:lnTo>
                  <a:lnTo>
                    <a:pt x="76" y="672"/>
                  </a:lnTo>
                  <a:lnTo>
                    <a:pt x="76" y="669"/>
                  </a:lnTo>
                  <a:lnTo>
                    <a:pt x="78" y="669"/>
                  </a:lnTo>
                  <a:lnTo>
                    <a:pt x="78" y="667"/>
                  </a:lnTo>
                  <a:lnTo>
                    <a:pt x="78" y="667"/>
                  </a:lnTo>
                  <a:lnTo>
                    <a:pt x="80" y="665"/>
                  </a:lnTo>
                  <a:lnTo>
                    <a:pt x="80" y="665"/>
                  </a:lnTo>
                  <a:lnTo>
                    <a:pt x="80" y="665"/>
                  </a:lnTo>
                  <a:lnTo>
                    <a:pt x="80" y="667"/>
                  </a:lnTo>
                  <a:lnTo>
                    <a:pt x="80" y="667"/>
                  </a:lnTo>
                  <a:lnTo>
                    <a:pt x="80" y="667"/>
                  </a:lnTo>
                  <a:lnTo>
                    <a:pt x="83" y="665"/>
                  </a:lnTo>
                  <a:lnTo>
                    <a:pt x="80" y="665"/>
                  </a:lnTo>
                  <a:lnTo>
                    <a:pt x="80" y="665"/>
                  </a:lnTo>
                  <a:lnTo>
                    <a:pt x="83" y="660"/>
                  </a:lnTo>
                  <a:lnTo>
                    <a:pt x="83" y="660"/>
                  </a:lnTo>
                  <a:lnTo>
                    <a:pt x="85" y="660"/>
                  </a:lnTo>
                  <a:lnTo>
                    <a:pt x="85" y="660"/>
                  </a:lnTo>
                  <a:lnTo>
                    <a:pt x="85" y="660"/>
                  </a:lnTo>
                  <a:lnTo>
                    <a:pt x="85" y="660"/>
                  </a:lnTo>
                  <a:lnTo>
                    <a:pt x="87" y="658"/>
                  </a:lnTo>
                  <a:lnTo>
                    <a:pt x="90" y="653"/>
                  </a:lnTo>
                  <a:lnTo>
                    <a:pt x="95" y="650"/>
                  </a:lnTo>
                  <a:lnTo>
                    <a:pt x="97" y="648"/>
                  </a:lnTo>
                  <a:lnTo>
                    <a:pt x="104" y="641"/>
                  </a:lnTo>
                  <a:lnTo>
                    <a:pt x="113" y="629"/>
                  </a:lnTo>
                  <a:lnTo>
                    <a:pt x="118" y="624"/>
                  </a:lnTo>
                  <a:lnTo>
                    <a:pt x="125" y="620"/>
                  </a:lnTo>
                  <a:lnTo>
                    <a:pt x="135" y="608"/>
                  </a:lnTo>
                  <a:lnTo>
                    <a:pt x="144" y="598"/>
                  </a:lnTo>
                  <a:lnTo>
                    <a:pt x="147" y="596"/>
                  </a:lnTo>
                  <a:lnTo>
                    <a:pt x="147" y="596"/>
                  </a:lnTo>
                  <a:lnTo>
                    <a:pt x="149" y="596"/>
                  </a:lnTo>
                  <a:lnTo>
                    <a:pt x="151" y="594"/>
                  </a:lnTo>
                  <a:lnTo>
                    <a:pt x="154" y="591"/>
                  </a:lnTo>
                  <a:lnTo>
                    <a:pt x="158" y="589"/>
                  </a:lnTo>
                  <a:lnTo>
                    <a:pt x="161" y="584"/>
                  </a:lnTo>
                  <a:lnTo>
                    <a:pt x="163" y="584"/>
                  </a:lnTo>
                  <a:lnTo>
                    <a:pt x="163" y="584"/>
                  </a:lnTo>
                  <a:lnTo>
                    <a:pt x="165" y="584"/>
                  </a:lnTo>
                  <a:lnTo>
                    <a:pt x="168" y="579"/>
                  </a:lnTo>
                  <a:lnTo>
                    <a:pt x="168" y="579"/>
                  </a:lnTo>
                  <a:lnTo>
                    <a:pt x="168" y="579"/>
                  </a:lnTo>
                  <a:lnTo>
                    <a:pt x="170" y="579"/>
                  </a:lnTo>
                  <a:lnTo>
                    <a:pt x="170" y="577"/>
                  </a:lnTo>
                  <a:lnTo>
                    <a:pt x="170" y="577"/>
                  </a:lnTo>
                  <a:lnTo>
                    <a:pt x="170" y="577"/>
                  </a:lnTo>
                  <a:lnTo>
                    <a:pt x="170" y="577"/>
                  </a:lnTo>
                  <a:lnTo>
                    <a:pt x="170" y="575"/>
                  </a:lnTo>
                  <a:lnTo>
                    <a:pt x="173" y="575"/>
                  </a:lnTo>
                  <a:lnTo>
                    <a:pt x="175" y="575"/>
                  </a:lnTo>
                  <a:lnTo>
                    <a:pt x="180" y="568"/>
                  </a:lnTo>
                  <a:lnTo>
                    <a:pt x="192" y="558"/>
                  </a:lnTo>
                  <a:lnTo>
                    <a:pt x="199" y="553"/>
                  </a:lnTo>
                  <a:lnTo>
                    <a:pt x="206" y="549"/>
                  </a:lnTo>
                  <a:lnTo>
                    <a:pt x="206" y="549"/>
                  </a:lnTo>
                  <a:lnTo>
                    <a:pt x="208" y="549"/>
                  </a:lnTo>
                  <a:lnTo>
                    <a:pt x="215" y="542"/>
                  </a:lnTo>
                  <a:lnTo>
                    <a:pt x="227" y="537"/>
                  </a:lnTo>
                  <a:lnTo>
                    <a:pt x="227" y="537"/>
                  </a:lnTo>
                  <a:lnTo>
                    <a:pt x="229" y="537"/>
                  </a:lnTo>
                  <a:lnTo>
                    <a:pt x="229" y="537"/>
                  </a:lnTo>
                  <a:lnTo>
                    <a:pt x="248" y="525"/>
                  </a:lnTo>
                  <a:lnTo>
                    <a:pt x="253" y="523"/>
                  </a:lnTo>
                  <a:lnTo>
                    <a:pt x="260" y="518"/>
                  </a:lnTo>
                  <a:lnTo>
                    <a:pt x="272" y="511"/>
                  </a:lnTo>
                  <a:lnTo>
                    <a:pt x="272" y="511"/>
                  </a:lnTo>
                  <a:lnTo>
                    <a:pt x="272" y="508"/>
                  </a:lnTo>
                  <a:lnTo>
                    <a:pt x="274" y="508"/>
                  </a:lnTo>
                  <a:lnTo>
                    <a:pt x="277" y="508"/>
                  </a:lnTo>
                  <a:lnTo>
                    <a:pt x="277" y="506"/>
                  </a:lnTo>
                  <a:lnTo>
                    <a:pt x="277" y="506"/>
                  </a:lnTo>
                  <a:lnTo>
                    <a:pt x="281" y="499"/>
                  </a:lnTo>
                  <a:lnTo>
                    <a:pt x="284" y="499"/>
                  </a:lnTo>
                  <a:lnTo>
                    <a:pt x="286" y="499"/>
                  </a:lnTo>
                  <a:lnTo>
                    <a:pt x="286" y="497"/>
                  </a:lnTo>
                  <a:lnTo>
                    <a:pt x="286" y="497"/>
                  </a:lnTo>
                  <a:lnTo>
                    <a:pt x="286" y="494"/>
                  </a:lnTo>
                  <a:lnTo>
                    <a:pt x="289" y="494"/>
                  </a:lnTo>
                  <a:lnTo>
                    <a:pt x="289" y="494"/>
                  </a:lnTo>
                  <a:lnTo>
                    <a:pt x="289" y="494"/>
                  </a:lnTo>
                  <a:lnTo>
                    <a:pt x="289" y="494"/>
                  </a:lnTo>
                  <a:lnTo>
                    <a:pt x="289" y="494"/>
                  </a:lnTo>
                  <a:lnTo>
                    <a:pt x="291" y="492"/>
                  </a:lnTo>
                  <a:lnTo>
                    <a:pt x="296" y="487"/>
                  </a:lnTo>
                  <a:lnTo>
                    <a:pt x="303" y="480"/>
                  </a:lnTo>
                  <a:lnTo>
                    <a:pt x="307" y="475"/>
                  </a:lnTo>
                  <a:lnTo>
                    <a:pt x="315" y="471"/>
                  </a:lnTo>
                  <a:lnTo>
                    <a:pt x="324" y="459"/>
                  </a:lnTo>
                  <a:lnTo>
                    <a:pt x="324" y="456"/>
                  </a:lnTo>
                  <a:lnTo>
                    <a:pt x="333" y="447"/>
                  </a:lnTo>
                  <a:lnTo>
                    <a:pt x="341" y="440"/>
                  </a:lnTo>
                  <a:lnTo>
                    <a:pt x="350" y="433"/>
                  </a:lnTo>
                  <a:lnTo>
                    <a:pt x="355" y="426"/>
                  </a:lnTo>
                  <a:lnTo>
                    <a:pt x="369" y="411"/>
                  </a:lnTo>
                  <a:lnTo>
                    <a:pt x="374" y="404"/>
                  </a:lnTo>
                  <a:lnTo>
                    <a:pt x="378" y="397"/>
                  </a:lnTo>
                  <a:lnTo>
                    <a:pt x="388" y="381"/>
                  </a:lnTo>
                  <a:lnTo>
                    <a:pt x="395" y="371"/>
                  </a:lnTo>
                  <a:lnTo>
                    <a:pt x="400" y="364"/>
                  </a:lnTo>
                  <a:lnTo>
                    <a:pt x="407" y="355"/>
                  </a:lnTo>
                  <a:lnTo>
                    <a:pt x="409" y="352"/>
                  </a:lnTo>
                  <a:lnTo>
                    <a:pt x="412" y="350"/>
                  </a:lnTo>
                  <a:lnTo>
                    <a:pt x="414" y="345"/>
                  </a:lnTo>
                  <a:lnTo>
                    <a:pt x="421" y="331"/>
                  </a:lnTo>
                  <a:lnTo>
                    <a:pt x="428" y="322"/>
                  </a:lnTo>
                  <a:lnTo>
                    <a:pt x="433" y="314"/>
                  </a:lnTo>
                  <a:lnTo>
                    <a:pt x="433" y="310"/>
                  </a:lnTo>
                  <a:lnTo>
                    <a:pt x="435" y="305"/>
                  </a:lnTo>
                  <a:lnTo>
                    <a:pt x="435" y="305"/>
                  </a:lnTo>
                  <a:lnTo>
                    <a:pt x="433" y="303"/>
                  </a:lnTo>
                  <a:lnTo>
                    <a:pt x="433" y="300"/>
                  </a:lnTo>
                  <a:lnTo>
                    <a:pt x="433" y="300"/>
                  </a:lnTo>
                  <a:lnTo>
                    <a:pt x="440" y="286"/>
                  </a:lnTo>
                  <a:lnTo>
                    <a:pt x="442" y="279"/>
                  </a:lnTo>
                  <a:lnTo>
                    <a:pt x="445" y="274"/>
                  </a:lnTo>
                  <a:lnTo>
                    <a:pt x="449" y="267"/>
                  </a:lnTo>
                  <a:lnTo>
                    <a:pt x="459" y="255"/>
                  </a:lnTo>
                  <a:lnTo>
                    <a:pt x="461" y="253"/>
                  </a:lnTo>
                  <a:lnTo>
                    <a:pt x="464" y="246"/>
                  </a:lnTo>
                  <a:lnTo>
                    <a:pt x="471" y="236"/>
                  </a:lnTo>
                  <a:lnTo>
                    <a:pt x="471" y="236"/>
                  </a:lnTo>
                  <a:lnTo>
                    <a:pt x="471" y="234"/>
                  </a:lnTo>
                  <a:lnTo>
                    <a:pt x="471" y="234"/>
                  </a:lnTo>
                  <a:lnTo>
                    <a:pt x="473" y="232"/>
                  </a:lnTo>
                  <a:lnTo>
                    <a:pt x="473" y="229"/>
                  </a:lnTo>
                  <a:lnTo>
                    <a:pt x="473" y="229"/>
                  </a:lnTo>
                  <a:lnTo>
                    <a:pt x="473" y="227"/>
                  </a:lnTo>
                  <a:lnTo>
                    <a:pt x="473" y="224"/>
                  </a:lnTo>
                  <a:lnTo>
                    <a:pt x="473" y="224"/>
                  </a:lnTo>
                  <a:lnTo>
                    <a:pt x="473" y="224"/>
                  </a:lnTo>
                  <a:lnTo>
                    <a:pt x="473" y="220"/>
                  </a:lnTo>
                  <a:lnTo>
                    <a:pt x="473" y="220"/>
                  </a:lnTo>
                  <a:lnTo>
                    <a:pt x="475" y="217"/>
                  </a:lnTo>
                  <a:lnTo>
                    <a:pt x="480" y="213"/>
                  </a:lnTo>
                  <a:lnTo>
                    <a:pt x="487" y="208"/>
                  </a:lnTo>
                  <a:lnTo>
                    <a:pt x="487" y="206"/>
                  </a:lnTo>
                  <a:lnTo>
                    <a:pt x="490" y="203"/>
                  </a:lnTo>
                  <a:lnTo>
                    <a:pt x="492" y="198"/>
                  </a:lnTo>
                  <a:lnTo>
                    <a:pt x="492" y="198"/>
                  </a:lnTo>
                  <a:lnTo>
                    <a:pt x="492" y="196"/>
                  </a:lnTo>
                  <a:lnTo>
                    <a:pt x="497" y="194"/>
                  </a:lnTo>
                  <a:lnTo>
                    <a:pt x="497" y="191"/>
                  </a:lnTo>
                  <a:lnTo>
                    <a:pt x="497" y="191"/>
                  </a:lnTo>
                  <a:lnTo>
                    <a:pt x="497" y="189"/>
                  </a:lnTo>
                  <a:lnTo>
                    <a:pt x="499" y="189"/>
                  </a:lnTo>
                  <a:lnTo>
                    <a:pt x="499" y="189"/>
                  </a:lnTo>
                  <a:lnTo>
                    <a:pt x="499" y="189"/>
                  </a:lnTo>
                  <a:lnTo>
                    <a:pt x="501" y="187"/>
                  </a:lnTo>
                  <a:lnTo>
                    <a:pt x="501" y="184"/>
                  </a:lnTo>
                  <a:lnTo>
                    <a:pt x="501" y="182"/>
                  </a:lnTo>
                  <a:lnTo>
                    <a:pt x="501" y="180"/>
                  </a:lnTo>
                  <a:lnTo>
                    <a:pt x="504" y="177"/>
                  </a:lnTo>
                  <a:lnTo>
                    <a:pt x="504" y="175"/>
                  </a:lnTo>
                  <a:lnTo>
                    <a:pt x="506" y="170"/>
                  </a:lnTo>
                  <a:lnTo>
                    <a:pt x="506" y="170"/>
                  </a:lnTo>
                  <a:lnTo>
                    <a:pt x="506" y="168"/>
                  </a:lnTo>
                  <a:lnTo>
                    <a:pt x="509" y="165"/>
                  </a:lnTo>
                  <a:lnTo>
                    <a:pt x="511" y="163"/>
                  </a:lnTo>
                  <a:lnTo>
                    <a:pt x="516" y="158"/>
                  </a:lnTo>
                  <a:lnTo>
                    <a:pt x="518" y="158"/>
                  </a:lnTo>
                  <a:lnTo>
                    <a:pt x="518" y="156"/>
                  </a:lnTo>
                  <a:lnTo>
                    <a:pt x="518" y="153"/>
                  </a:lnTo>
                  <a:lnTo>
                    <a:pt x="518" y="151"/>
                  </a:lnTo>
                  <a:lnTo>
                    <a:pt x="518" y="151"/>
                  </a:lnTo>
                  <a:lnTo>
                    <a:pt x="520" y="146"/>
                  </a:lnTo>
                  <a:lnTo>
                    <a:pt x="520" y="146"/>
                  </a:lnTo>
                  <a:lnTo>
                    <a:pt x="520" y="146"/>
                  </a:lnTo>
                  <a:lnTo>
                    <a:pt x="523" y="144"/>
                  </a:lnTo>
                  <a:lnTo>
                    <a:pt x="525" y="144"/>
                  </a:lnTo>
                  <a:lnTo>
                    <a:pt x="528" y="139"/>
                  </a:lnTo>
                  <a:lnTo>
                    <a:pt x="528" y="137"/>
                  </a:lnTo>
                  <a:lnTo>
                    <a:pt x="528" y="137"/>
                  </a:lnTo>
                  <a:lnTo>
                    <a:pt x="528" y="135"/>
                  </a:lnTo>
                  <a:lnTo>
                    <a:pt x="528" y="132"/>
                  </a:lnTo>
                  <a:lnTo>
                    <a:pt x="528" y="130"/>
                  </a:lnTo>
                  <a:lnTo>
                    <a:pt x="528" y="127"/>
                  </a:lnTo>
                  <a:lnTo>
                    <a:pt x="528" y="127"/>
                  </a:lnTo>
                  <a:lnTo>
                    <a:pt x="528" y="123"/>
                  </a:lnTo>
                  <a:lnTo>
                    <a:pt x="528" y="123"/>
                  </a:lnTo>
                  <a:lnTo>
                    <a:pt x="528" y="120"/>
                  </a:lnTo>
                  <a:lnTo>
                    <a:pt x="528" y="120"/>
                  </a:lnTo>
                  <a:lnTo>
                    <a:pt x="528" y="120"/>
                  </a:lnTo>
                  <a:lnTo>
                    <a:pt x="530" y="118"/>
                  </a:lnTo>
                  <a:lnTo>
                    <a:pt x="530" y="116"/>
                  </a:lnTo>
                  <a:lnTo>
                    <a:pt x="530" y="113"/>
                  </a:lnTo>
                  <a:lnTo>
                    <a:pt x="530" y="113"/>
                  </a:lnTo>
                  <a:lnTo>
                    <a:pt x="530" y="111"/>
                  </a:lnTo>
                  <a:lnTo>
                    <a:pt x="532" y="109"/>
                  </a:lnTo>
                  <a:lnTo>
                    <a:pt x="532" y="109"/>
                  </a:lnTo>
                  <a:lnTo>
                    <a:pt x="532" y="106"/>
                  </a:lnTo>
                  <a:lnTo>
                    <a:pt x="532" y="106"/>
                  </a:lnTo>
                  <a:lnTo>
                    <a:pt x="530" y="104"/>
                  </a:lnTo>
                  <a:lnTo>
                    <a:pt x="530" y="101"/>
                  </a:lnTo>
                  <a:lnTo>
                    <a:pt x="532" y="99"/>
                  </a:lnTo>
                  <a:lnTo>
                    <a:pt x="532" y="94"/>
                  </a:lnTo>
                  <a:lnTo>
                    <a:pt x="532" y="92"/>
                  </a:lnTo>
                  <a:lnTo>
                    <a:pt x="532" y="90"/>
                  </a:lnTo>
                  <a:lnTo>
                    <a:pt x="537" y="87"/>
                  </a:lnTo>
                  <a:lnTo>
                    <a:pt x="542" y="85"/>
                  </a:lnTo>
                  <a:lnTo>
                    <a:pt x="549" y="85"/>
                  </a:lnTo>
                  <a:lnTo>
                    <a:pt x="551" y="85"/>
                  </a:lnTo>
                  <a:lnTo>
                    <a:pt x="551" y="85"/>
                  </a:lnTo>
                  <a:lnTo>
                    <a:pt x="551" y="87"/>
                  </a:lnTo>
                  <a:lnTo>
                    <a:pt x="551" y="87"/>
                  </a:lnTo>
                  <a:lnTo>
                    <a:pt x="554" y="87"/>
                  </a:lnTo>
                  <a:lnTo>
                    <a:pt x="554" y="87"/>
                  </a:lnTo>
                  <a:lnTo>
                    <a:pt x="556" y="87"/>
                  </a:lnTo>
                  <a:lnTo>
                    <a:pt x="556" y="87"/>
                  </a:lnTo>
                  <a:lnTo>
                    <a:pt x="556" y="87"/>
                  </a:lnTo>
                  <a:lnTo>
                    <a:pt x="556" y="87"/>
                  </a:lnTo>
                  <a:lnTo>
                    <a:pt x="556" y="87"/>
                  </a:lnTo>
                  <a:lnTo>
                    <a:pt x="558" y="87"/>
                  </a:lnTo>
                  <a:lnTo>
                    <a:pt x="558" y="87"/>
                  </a:lnTo>
                  <a:lnTo>
                    <a:pt x="558" y="87"/>
                  </a:lnTo>
                  <a:lnTo>
                    <a:pt x="558" y="85"/>
                  </a:lnTo>
                  <a:lnTo>
                    <a:pt x="558" y="82"/>
                  </a:lnTo>
                  <a:lnTo>
                    <a:pt x="558" y="82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7">
              <a:extLst>
                <a:ext uri="{FF2B5EF4-FFF2-40B4-BE49-F238E27FC236}">
                  <a16:creationId xmlns:a16="http://schemas.microsoft.com/office/drawing/2014/main" id="{0AF6F74A-0825-082D-EEF9-A9B62751A6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17626" y="2652855"/>
              <a:ext cx="205030" cy="207577"/>
            </a:xfrm>
            <a:custGeom>
              <a:avLst/>
              <a:gdLst>
                <a:gd name="T0" fmla="*/ 38 w 161"/>
                <a:gd name="T1" fmla="*/ 125 h 163"/>
                <a:gd name="T2" fmla="*/ 19 w 161"/>
                <a:gd name="T3" fmla="*/ 130 h 163"/>
                <a:gd name="T4" fmla="*/ 38 w 161"/>
                <a:gd name="T5" fmla="*/ 137 h 163"/>
                <a:gd name="T6" fmla="*/ 43 w 161"/>
                <a:gd name="T7" fmla="*/ 132 h 163"/>
                <a:gd name="T8" fmla="*/ 151 w 161"/>
                <a:gd name="T9" fmla="*/ 85 h 163"/>
                <a:gd name="T10" fmla="*/ 137 w 161"/>
                <a:gd name="T11" fmla="*/ 92 h 163"/>
                <a:gd name="T12" fmla="*/ 142 w 161"/>
                <a:gd name="T13" fmla="*/ 78 h 163"/>
                <a:gd name="T14" fmla="*/ 147 w 161"/>
                <a:gd name="T15" fmla="*/ 66 h 163"/>
                <a:gd name="T16" fmla="*/ 144 w 161"/>
                <a:gd name="T17" fmla="*/ 56 h 163"/>
                <a:gd name="T18" fmla="*/ 135 w 161"/>
                <a:gd name="T19" fmla="*/ 47 h 163"/>
                <a:gd name="T20" fmla="*/ 140 w 161"/>
                <a:gd name="T21" fmla="*/ 37 h 163"/>
                <a:gd name="T22" fmla="*/ 133 w 161"/>
                <a:gd name="T23" fmla="*/ 33 h 163"/>
                <a:gd name="T24" fmla="*/ 130 w 161"/>
                <a:gd name="T25" fmla="*/ 26 h 163"/>
                <a:gd name="T26" fmla="*/ 125 w 161"/>
                <a:gd name="T27" fmla="*/ 18 h 163"/>
                <a:gd name="T28" fmla="*/ 114 w 161"/>
                <a:gd name="T29" fmla="*/ 0 h 163"/>
                <a:gd name="T30" fmla="*/ 62 w 161"/>
                <a:gd name="T31" fmla="*/ 4 h 163"/>
                <a:gd name="T32" fmla="*/ 43 w 161"/>
                <a:gd name="T33" fmla="*/ 7 h 163"/>
                <a:gd name="T34" fmla="*/ 40 w 161"/>
                <a:gd name="T35" fmla="*/ 14 h 163"/>
                <a:gd name="T36" fmla="*/ 35 w 161"/>
                <a:gd name="T37" fmla="*/ 21 h 163"/>
                <a:gd name="T38" fmla="*/ 31 w 161"/>
                <a:gd name="T39" fmla="*/ 30 h 163"/>
                <a:gd name="T40" fmla="*/ 28 w 161"/>
                <a:gd name="T41" fmla="*/ 33 h 163"/>
                <a:gd name="T42" fmla="*/ 21 w 161"/>
                <a:gd name="T43" fmla="*/ 37 h 163"/>
                <a:gd name="T44" fmla="*/ 17 w 161"/>
                <a:gd name="T45" fmla="*/ 44 h 163"/>
                <a:gd name="T46" fmla="*/ 2 w 161"/>
                <a:gd name="T47" fmla="*/ 49 h 163"/>
                <a:gd name="T48" fmla="*/ 2 w 161"/>
                <a:gd name="T49" fmla="*/ 54 h 163"/>
                <a:gd name="T50" fmla="*/ 12 w 161"/>
                <a:gd name="T51" fmla="*/ 56 h 163"/>
                <a:gd name="T52" fmla="*/ 9 w 161"/>
                <a:gd name="T53" fmla="*/ 59 h 163"/>
                <a:gd name="T54" fmla="*/ 17 w 161"/>
                <a:gd name="T55" fmla="*/ 61 h 163"/>
                <a:gd name="T56" fmla="*/ 2 w 161"/>
                <a:gd name="T57" fmla="*/ 68 h 163"/>
                <a:gd name="T58" fmla="*/ 7 w 161"/>
                <a:gd name="T59" fmla="*/ 78 h 163"/>
                <a:gd name="T60" fmla="*/ 9 w 161"/>
                <a:gd name="T61" fmla="*/ 73 h 163"/>
                <a:gd name="T62" fmla="*/ 12 w 161"/>
                <a:gd name="T63" fmla="*/ 73 h 163"/>
                <a:gd name="T64" fmla="*/ 12 w 161"/>
                <a:gd name="T65" fmla="*/ 73 h 163"/>
                <a:gd name="T66" fmla="*/ 21 w 161"/>
                <a:gd name="T67" fmla="*/ 71 h 163"/>
                <a:gd name="T68" fmla="*/ 21 w 161"/>
                <a:gd name="T69" fmla="*/ 78 h 163"/>
                <a:gd name="T70" fmla="*/ 12 w 161"/>
                <a:gd name="T71" fmla="*/ 78 h 163"/>
                <a:gd name="T72" fmla="*/ 12 w 161"/>
                <a:gd name="T73" fmla="*/ 85 h 163"/>
                <a:gd name="T74" fmla="*/ 7 w 161"/>
                <a:gd name="T75" fmla="*/ 80 h 163"/>
                <a:gd name="T76" fmla="*/ 2 w 161"/>
                <a:gd name="T77" fmla="*/ 80 h 163"/>
                <a:gd name="T78" fmla="*/ 5 w 161"/>
                <a:gd name="T79" fmla="*/ 87 h 163"/>
                <a:gd name="T80" fmla="*/ 7 w 161"/>
                <a:gd name="T81" fmla="*/ 97 h 163"/>
                <a:gd name="T82" fmla="*/ 17 w 161"/>
                <a:gd name="T83" fmla="*/ 92 h 163"/>
                <a:gd name="T84" fmla="*/ 19 w 161"/>
                <a:gd name="T85" fmla="*/ 97 h 163"/>
                <a:gd name="T86" fmla="*/ 21 w 161"/>
                <a:gd name="T87" fmla="*/ 104 h 163"/>
                <a:gd name="T88" fmla="*/ 19 w 161"/>
                <a:gd name="T89" fmla="*/ 111 h 163"/>
                <a:gd name="T90" fmla="*/ 26 w 161"/>
                <a:gd name="T91" fmla="*/ 115 h 163"/>
                <a:gd name="T92" fmla="*/ 35 w 161"/>
                <a:gd name="T93" fmla="*/ 123 h 163"/>
                <a:gd name="T94" fmla="*/ 45 w 161"/>
                <a:gd name="T95" fmla="*/ 120 h 163"/>
                <a:gd name="T96" fmla="*/ 43 w 161"/>
                <a:gd name="T97" fmla="*/ 125 h 163"/>
                <a:gd name="T98" fmla="*/ 47 w 161"/>
                <a:gd name="T99" fmla="*/ 130 h 163"/>
                <a:gd name="T100" fmla="*/ 54 w 161"/>
                <a:gd name="T101" fmla="*/ 127 h 163"/>
                <a:gd name="T102" fmla="*/ 59 w 161"/>
                <a:gd name="T103" fmla="*/ 127 h 163"/>
                <a:gd name="T104" fmla="*/ 52 w 161"/>
                <a:gd name="T105" fmla="*/ 132 h 163"/>
                <a:gd name="T106" fmla="*/ 45 w 161"/>
                <a:gd name="T107" fmla="*/ 132 h 163"/>
                <a:gd name="T108" fmla="*/ 47 w 161"/>
                <a:gd name="T109" fmla="*/ 137 h 163"/>
                <a:gd name="T110" fmla="*/ 43 w 161"/>
                <a:gd name="T111" fmla="*/ 139 h 163"/>
                <a:gd name="T112" fmla="*/ 92 w 161"/>
                <a:gd name="T113" fmla="*/ 160 h 163"/>
                <a:gd name="T114" fmla="*/ 99 w 161"/>
                <a:gd name="T115" fmla="*/ 163 h 163"/>
                <a:gd name="T116" fmla="*/ 104 w 161"/>
                <a:gd name="T117" fmla="*/ 156 h 163"/>
                <a:gd name="T118" fmla="*/ 116 w 161"/>
                <a:gd name="T119" fmla="*/ 142 h 163"/>
                <a:gd name="T120" fmla="*/ 142 w 161"/>
                <a:gd name="T121" fmla="*/ 118 h 163"/>
                <a:gd name="T122" fmla="*/ 149 w 161"/>
                <a:gd name="T123" fmla="*/ 99 h 163"/>
                <a:gd name="T124" fmla="*/ 161 w 161"/>
                <a:gd name="T125" fmla="*/ 82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61" h="163">
                  <a:moveTo>
                    <a:pt x="43" y="132"/>
                  </a:moveTo>
                  <a:lnTo>
                    <a:pt x="43" y="130"/>
                  </a:lnTo>
                  <a:lnTo>
                    <a:pt x="43" y="130"/>
                  </a:lnTo>
                  <a:lnTo>
                    <a:pt x="43" y="130"/>
                  </a:lnTo>
                  <a:lnTo>
                    <a:pt x="43" y="127"/>
                  </a:lnTo>
                  <a:lnTo>
                    <a:pt x="43" y="127"/>
                  </a:lnTo>
                  <a:lnTo>
                    <a:pt x="40" y="127"/>
                  </a:lnTo>
                  <a:lnTo>
                    <a:pt x="40" y="127"/>
                  </a:lnTo>
                  <a:lnTo>
                    <a:pt x="38" y="127"/>
                  </a:lnTo>
                  <a:lnTo>
                    <a:pt x="38" y="127"/>
                  </a:lnTo>
                  <a:lnTo>
                    <a:pt x="38" y="125"/>
                  </a:lnTo>
                  <a:lnTo>
                    <a:pt x="38" y="125"/>
                  </a:lnTo>
                  <a:lnTo>
                    <a:pt x="35" y="125"/>
                  </a:lnTo>
                  <a:lnTo>
                    <a:pt x="33" y="125"/>
                  </a:lnTo>
                  <a:lnTo>
                    <a:pt x="31" y="127"/>
                  </a:lnTo>
                  <a:lnTo>
                    <a:pt x="31" y="127"/>
                  </a:lnTo>
                  <a:lnTo>
                    <a:pt x="24" y="127"/>
                  </a:lnTo>
                  <a:lnTo>
                    <a:pt x="21" y="127"/>
                  </a:lnTo>
                  <a:lnTo>
                    <a:pt x="21" y="127"/>
                  </a:lnTo>
                  <a:lnTo>
                    <a:pt x="21" y="127"/>
                  </a:lnTo>
                  <a:lnTo>
                    <a:pt x="21" y="127"/>
                  </a:lnTo>
                  <a:lnTo>
                    <a:pt x="19" y="130"/>
                  </a:lnTo>
                  <a:lnTo>
                    <a:pt x="19" y="130"/>
                  </a:lnTo>
                  <a:lnTo>
                    <a:pt x="24" y="130"/>
                  </a:lnTo>
                  <a:lnTo>
                    <a:pt x="28" y="132"/>
                  </a:lnTo>
                  <a:lnTo>
                    <a:pt x="31" y="132"/>
                  </a:lnTo>
                  <a:lnTo>
                    <a:pt x="35" y="134"/>
                  </a:lnTo>
                  <a:lnTo>
                    <a:pt x="35" y="134"/>
                  </a:lnTo>
                  <a:lnTo>
                    <a:pt x="38" y="134"/>
                  </a:lnTo>
                  <a:lnTo>
                    <a:pt x="38" y="134"/>
                  </a:lnTo>
                  <a:lnTo>
                    <a:pt x="38" y="137"/>
                  </a:lnTo>
                  <a:lnTo>
                    <a:pt x="40" y="137"/>
                  </a:lnTo>
                  <a:lnTo>
                    <a:pt x="38" y="137"/>
                  </a:lnTo>
                  <a:lnTo>
                    <a:pt x="38" y="139"/>
                  </a:lnTo>
                  <a:lnTo>
                    <a:pt x="40" y="139"/>
                  </a:lnTo>
                  <a:lnTo>
                    <a:pt x="40" y="139"/>
                  </a:lnTo>
                  <a:lnTo>
                    <a:pt x="43" y="139"/>
                  </a:lnTo>
                  <a:lnTo>
                    <a:pt x="43" y="137"/>
                  </a:lnTo>
                  <a:lnTo>
                    <a:pt x="40" y="134"/>
                  </a:lnTo>
                  <a:lnTo>
                    <a:pt x="40" y="134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43" y="132"/>
                  </a:lnTo>
                  <a:lnTo>
                    <a:pt x="43" y="132"/>
                  </a:lnTo>
                  <a:close/>
                  <a:moveTo>
                    <a:pt x="161" y="80"/>
                  </a:moveTo>
                  <a:lnTo>
                    <a:pt x="161" y="80"/>
                  </a:lnTo>
                  <a:lnTo>
                    <a:pt x="159" y="80"/>
                  </a:lnTo>
                  <a:lnTo>
                    <a:pt x="159" y="80"/>
                  </a:lnTo>
                  <a:lnTo>
                    <a:pt x="159" y="80"/>
                  </a:lnTo>
                  <a:lnTo>
                    <a:pt x="156" y="80"/>
                  </a:lnTo>
                  <a:lnTo>
                    <a:pt x="156" y="80"/>
                  </a:lnTo>
                  <a:lnTo>
                    <a:pt x="154" y="80"/>
                  </a:lnTo>
                  <a:lnTo>
                    <a:pt x="154" y="80"/>
                  </a:lnTo>
                  <a:lnTo>
                    <a:pt x="154" y="82"/>
                  </a:lnTo>
                  <a:lnTo>
                    <a:pt x="151" y="85"/>
                  </a:lnTo>
                  <a:lnTo>
                    <a:pt x="151" y="85"/>
                  </a:lnTo>
                  <a:lnTo>
                    <a:pt x="149" y="87"/>
                  </a:lnTo>
                  <a:lnTo>
                    <a:pt x="147" y="89"/>
                  </a:lnTo>
                  <a:lnTo>
                    <a:pt x="147" y="89"/>
                  </a:lnTo>
                  <a:lnTo>
                    <a:pt x="144" y="89"/>
                  </a:lnTo>
                  <a:lnTo>
                    <a:pt x="144" y="89"/>
                  </a:lnTo>
                  <a:lnTo>
                    <a:pt x="142" y="89"/>
                  </a:lnTo>
                  <a:lnTo>
                    <a:pt x="142" y="87"/>
                  </a:lnTo>
                  <a:lnTo>
                    <a:pt x="140" y="89"/>
                  </a:lnTo>
                  <a:lnTo>
                    <a:pt x="137" y="89"/>
                  </a:lnTo>
                  <a:lnTo>
                    <a:pt x="137" y="92"/>
                  </a:lnTo>
                  <a:lnTo>
                    <a:pt x="137" y="92"/>
                  </a:lnTo>
                  <a:lnTo>
                    <a:pt x="137" y="89"/>
                  </a:lnTo>
                  <a:lnTo>
                    <a:pt x="140" y="87"/>
                  </a:lnTo>
                  <a:lnTo>
                    <a:pt x="140" y="87"/>
                  </a:lnTo>
                  <a:lnTo>
                    <a:pt x="140" y="85"/>
                  </a:lnTo>
                  <a:lnTo>
                    <a:pt x="142" y="80"/>
                  </a:lnTo>
                  <a:lnTo>
                    <a:pt x="142" y="80"/>
                  </a:lnTo>
                  <a:lnTo>
                    <a:pt x="142" y="80"/>
                  </a:lnTo>
                  <a:lnTo>
                    <a:pt x="142" y="80"/>
                  </a:lnTo>
                  <a:lnTo>
                    <a:pt x="142" y="78"/>
                  </a:lnTo>
                  <a:lnTo>
                    <a:pt x="142" y="78"/>
                  </a:lnTo>
                  <a:lnTo>
                    <a:pt x="144" y="78"/>
                  </a:lnTo>
                  <a:lnTo>
                    <a:pt x="144" y="75"/>
                  </a:lnTo>
                  <a:lnTo>
                    <a:pt x="144" y="73"/>
                  </a:lnTo>
                  <a:lnTo>
                    <a:pt x="147" y="73"/>
                  </a:lnTo>
                  <a:lnTo>
                    <a:pt x="147" y="73"/>
                  </a:lnTo>
                  <a:lnTo>
                    <a:pt x="149" y="73"/>
                  </a:lnTo>
                  <a:lnTo>
                    <a:pt x="149" y="73"/>
                  </a:lnTo>
                  <a:lnTo>
                    <a:pt x="149" y="71"/>
                  </a:lnTo>
                  <a:lnTo>
                    <a:pt x="151" y="71"/>
                  </a:lnTo>
                  <a:lnTo>
                    <a:pt x="149" y="66"/>
                  </a:lnTo>
                  <a:lnTo>
                    <a:pt x="147" y="66"/>
                  </a:lnTo>
                  <a:lnTo>
                    <a:pt x="147" y="66"/>
                  </a:lnTo>
                  <a:lnTo>
                    <a:pt x="144" y="63"/>
                  </a:lnTo>
                  <a:lnTo>
                    <a:pt x="144" y="63"/>
                  </a:lnTo>
                  <a:lnTo>
                    <a:pt x="144" y="63"/>
                  </a:lnTo>
                  <a:lnTo>
                    <a:pt x="144" y="63"/>
                  </a:lnTo>
                  <a:lnTo>
                    <a:pt x="144" y="61"/>
                  </a:lnTo>
                  <a:lnTo>
                    <a:pt x="144" y="61"/>
                  </a:lnTo>
                  <a:lnTo>
                    <a:pt x="144" y="61"/>
                  </a:lnTo>
                  <a:lnTo>
                    <a:pt x="144" y="59"/>
                  </a:lnTo>
                  <a:lnTo>
                    <a:pt x="144" y="59"/>
                  </a:lnTo>
                  <a:lnTo>
                    <a:pt x="144" y="56"/>
                  </a:lnTo>
                  <a:lnTo>
                    <a:pt x="144" y="54"/>
                  </a:lnTo>
                  <a:lnTo>
                    <a:pt x="144" y="49"/>
                  </a:lnTo>
                  <a:lnTo>
                    <a:pt x="144" y="49"/>
                  </a:lnTo>
                  <a:lnTo>
                    <a:pt x="144" y="49"/>
                  </a:lnTo>
                  <a:lnTo>
                    <a:pt x="144" y="49"/>
                  </a:lnTo>
                  <a:lnTo>
                    <a:pt x="144" y="49"/>
                  </a:lnTo>
                  <a:lnTo>
                    <a:pt x="142" y="49"/>
                  </a:lnTo>
                  <a:lnTo>
                    <a:pt x="140" y="49"/>
                  </a:lnTo>
                  <a:lnTo>
                    <a:pt x="137" y="49"/>
                  </a:lnTo>
                  <a:lnTo>
                    <a:pt x="137" y="47"/>
                  </a:lnTo>
                  <a:lnTo>
                    <a:pt x="135" y="47"/>
                  </a:lnTo>
                  <a:lnTo>
                    <a:pt x="137" y="44"/>
                  </a:lnTo>
                  <a:lnTo>
                    <a:pt x="137" y="42"/>
                  </a:lnTo>
                  <a:lnTo>
                    <a:pt x="137" y="42"/>
                  </a:lnTo>
                  <a:lnTo>
                    <a:pt x="140" y="42"/>
                  </a:lnTo>
                  <a:lnTo>
                    <a:pt x="140" y="40"/>
                  </a:lnTo>
                  <a:lnTo>
                    <a:pt x="140" y="40"/>
                  </a:lnTo>
                  <a:lnTo>
                    <a:pt x="140" y="40"/>
                  </a:lnTo>
                  <a:lnTo>
                    <a:pt x="140" y="40"/>
                  </a:lnTo>
                  <a:lnTo>
                    <a:pt x="140" y="37"/>
                  </a:lnTo>
                  <a:lnTo>
                    <a:pt x="140" y="37"/>
                  </a:lnTo>
                  <a:lnTo>
                    <a:pt x="140" y="37"/>
                  </a:lnTo>
                  <a:lnTo>
                    <a:pt x="140" y="37"/>
                  </a:lnTo>
                  <a:lnTo>
                    <a:pt x="140" y="35"/>
                  </a:lnTo>
                  <a:lnTo>
                    <a:pt x="137" y="35"/>
                  </a:lnTo>
                  <a:lnTo>
                    <a:pt x="137" y="33"/>
                  </a:lnTo>
                  <a:lnTo>
                    <a:pt x="137" y="33"/>
                  </a:lnTo>
                  <a:lnTo>
                    <a:pt x="135" y="33"/>
                  </a:lnTo>
                  <a:lnTo>
                    <a:pt x="135" y="33"/>
                  </a:lnTo>
                  <a:lnTo>
                    <a:pt x="135" y="33"/>
                  </a:lnTo>
                  <a:lnTo>
                    <a:pt x="135" y="33"/>
                  </a:lnTo>
                  <a:lnTo>
                    <a:pt x="135" y="30"/>
                  </a:lnTo>
                  <a:lnTo>
                    <a:pt x="133" y="33"/>
                  </a:lnTo>
                  <a:lnTo>
                    <a:pt x="133" y="30"/>
                  </a:lnTo>
                  <a:lnTo>
                    <a:pt x="133" y="30"/>
                  </a:lnTo>
                  <a:lnTo>
                    <a:pt x="133" y="30"/>
                  </a:lnTo>
                  <a:lnTo>
                    <a:pt x="133" y="30"/>
                  </a:lnTo>
                  <a:lnTo>
                    <a:pt x="133" y="30"/>
                  </a:lnTo>
                  <a:lnTo>
                    <a:pt x="133" y="30"/>
                  </a:lnTo>
                  <a:lnTo>
                    <a:pt x="130" y="28"/>
                  </a:lnTo>
                  <a:lnTo>
                    <a:pt x="130" y="28"/>
                  </a:lnTo>
                  <a:lnTo>
                    <a:pt x="130" y="28"/>
                  </a:lnTo>
                  <a:lnTo>
                    <a:pt x="130" y="26"/>
                  </a:lnTo>
                  <a:lnTo>
                    <a:pt x="130" y="26"/>
                  </a:lnTo>
                  <a:lnTo>
                    <a:pt x="130" y="26"/>
                  </a:lnTo>
                  <a:lnTo>
                    <a:pt x="130" y="23"/>
                  </a:lnTo>
                  <a:lnTo>
                    <a:pt x="130" y="23"/>
                  </a:lnTo>
                  <a:lnTo>
                    <a:pt x="130" y="23"/>
                  </a:lnTo>
                  <a:lnTo>
                    <a:pt x="128" y="21"/>
                  </a:lnTo>
                  <a:lnTo>
                    <a:pt x="128" y="21"/>
                  </a:lnTo>
                  <a:lnTo>
                    <a:pt x="128" y="21"/>
                  </a:lnTo>
                  <a:lnTo>
                    <a:pt x="125" y="21"/>
                  </a:lnTo>
                  <a:lnTo>
                    <a:pt x="125" y="18"/>
                  </a:lnTo>
                  <a:lnTo>
                    <a:pt x="125" y="18"/>
                  </a:lnTo>
                  <a:lnTo>
                    <a:pt x="125" y="18"/>
                  </a:lnTo>
                  <a:lnTo>
                    <a:pt x="125" y="18"/>
                  </a:lnTo>
                  <a:lnTo>
                    <a:pt x="125" y="16"/>
                  </a:lnTo>
                  <a:lnTo>
                    <a:pt x="123" y="16"/>
                  </a:lnTo>
                  <a:lnTo>
                    <a:pt x="123" y="14"/>
                  </a:lnTo>
                  <a:lnTo>
                    <a:pt x="123" y="11"/>
                  </a:lnTo>
                  <a:lnTo>
                    <a:pt x="121" y="9"/>
                  </a:lnTo>
                  <a:lnTo>
                    <a:pt x="118" y="9"/>
                  </a:lnTo>
                  <a:lnTo>
                    <a:pt x="114" y="4"/>
                  </a:lnTo>
                  <a:lnTo>
                    <a:pt x="114" y="4"/>
                  </a:lnTo>
                  <a:lnTo>
                    <a:pt x="114" y="2"/>
                  </a:lnTo>
                  <a:lnTo>
                    <a:pt x="114" y="0"/>
                  </a:lnTo>
                  <a:lnTo>
                    <a:pt x="111" y="0"/>
                  </a:lnTo>
                  <a:lnTo>
                    <a:pt x="111" y="0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97" y="0"/>
                  </a:lnTo>
                  <a:lnTo>
                    <a:pt x="73" y="0"/>
                  </a:lnTo>
                  <a:lnTo>
                    <a:pt x="73" y="2"/>
                  </a:lnTo>
                  <a:lnTo>
                    <a:pt x="73" y="2"/>
                  </a:lnTo>
                  <a:lnTo>
                    <a:pt x="64" y="4"/>
                  </a:lnTo>
                  <a:lnTo>
                    <a:pt x="62" y="4"/>
                  </a:lnTo>
                  <a:lnTo>
                    <a:pt x="62" y="4"/>
                  </a:lnTo>
                  <a:lnTo>
                    <a:pt x="59" y="4"/>
                  </a:lnTo>
                  <a:lnTo>
                    <a:pt x="59" y="4"/>
                  </a:lnTo>
                  <a:lnTo>
                    <a:pt x="57" y="4"/>
                  </a:lnTo>
                  <a:lnTo>
                    <a:pt x="57" y="2"/>
                  </a:lnTo>
                  <a:lnTo>
                    <a:pt x="57" y="2"/>
                  </a:lnTo>
                  <a:lnTo>
                    <a:pt x="54" y="2"/>
                  </a:lnTo>
                  <a:lnTo>
                    <a:pt x="47" y="4"/>
                  </a:lnTo>
                  <a:lnTo>
                    <a:pt x="45" y="4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3" y="7"/>
                  </a:lnTo>
                  <a:lnTo>
                    <a:pt x="40" y="11"/>
                  </a:lnTo>
                  <a:lnTo>
                    <a:pt x="40" y="11"/>
                  </a:lnTo>
                  <a:lnTo>
                    <a:pt x="40" y="11"/>
                  </a:lnTo>
                  <a:lnTo>
                    <a:pt x="40" y="14"/>
                  </a:lnTo>
                  <a:lnTo>
                    <a:pt x="40" y="14"/>
                  </a:lnTo>
                  <a:lnTo>
                    <a:pt x="40" y="14"/>
                  </a:lnTo>
                  <a:lnTo>
                    <a:pt x="40" y="14"/>
                  </a:lnTo>
                  <a:lnTo>
                    <a:pt x="40" y="14"/>
                  </a:lnTo>
                  <a:lnTo>
                    <a:pt x="40" y="14"/>
                  </a:lnTo>
                  <a:lnTo>
                    <a:pt x="40" y="14"/>
                  </a:lnTo>
                  <a:lnTo>
                    <a:pt x="40" y="14"/>
                  </a:lnTo>
                  <a:lnTo>
                    <a:pt x="38" y="16"/>
                  </a:lnTo>
                  <a:lnTo>
                    <a:pt x="38" y="16"/>
                  </a:lnTo>
                  <a:lnTo>
                    <a:pt x="38" y="16"/>
                  </a:lnTo>
                  <a:lnTo>
                    <a:pt x="38" y="16"/>
                  </a:lnTo>
                  <a:lnTo>
                    <a:pt x="38" y="18"/>
                  </a:lnTo>
                  <a:lnTo>
                    <a:pt x="38" y="21"/>
                  </a:lnTo>
                  <a:lnTo>
                    <a:pt x="35" y="21"/>
                  </a:lnTo>
                  <a:lnTo>
                    <a:pt x="35" y="21"/>
                  </a:lnTo>
                  <a:lnTo>
                    <a:pt x="35" y="21"/>
                  </a:lnTo>
                  <a:lnTo>
                    <a:pt x="35" y="21"/>
                  </a:lnTo>
                  <a:lnTo>
                    <a:pt x="35" y="23"/>
                  </a:lnTo>
                  <a:lnTo>
                    <a:pt x="35" y="23"/>
                  </a:lnTo>
                  <a:lnTo>
                    <a:pt x="35" y="23"/>
                  </a:lnTo>
                  <a:lnTo>
                    <a:pt x="33" y="23"/>
                  </a:lnTo>
                  <a:lnTo>
                    <a:pt x="33" y="23"/>
                  </a:lnTo>
                  <a:lnTo>
                    <a:pt x="33" y="23"/>
                  </a:lnTo>
                  <a:lnTo>
                    <a:pt x="33" y="23"/>
                  </a:lnTo>
                  <a:lnTo>
                    <a:pt x="33" y="23"/>
                  </a:lnTo>
                  <a:lnTo>
                    <a:pt x="33" y="23"/>
                  </a:lnTo>
                  <a:lnTo>
                    <a:pt x="31" y="30"/>
                  </a:lnTo>
                  <a:lnTo>
                    <a:pt x="31" y="30"/>
                  </a:lnTo>
                  <a:lnTo>
                    <a:pt x="31" y="30"/>
                  </a:lnTo>
                  <a:lnTo>
                    <a:pt x="31" y="30"/>
                  </a:lnTo>
                  <a:lnTo>
                    <a:pt x="31" y="30"/>
                  </a:lnTo>
                  <a:lnTo>
                    <a:pt x="31" y="30"/>
                  </a:lnTo>
                  <a:lnTo>
                    <a:pt x="31" y="30"/>
                  </a:lnTo>
                  <a:lnTo>
                    <a:pt x="31" y="30"/>
                  </a:lnTo>
                  <a:lnTo>
                    <a:pt x="31" y="30"/>
                  </a:lnTo>
                  <a:lnTo>
                    <a:pt x="28" y="33"/>
                  </a:lnTo>
                  <a:lnTo>
                    <a:pt x="28" y="33"/>
                  </a:lnTo>
                  <a:lnTo>
                    <a:pt x="28" y="33"/>
                  </a:lnTo>
                  <a:lnTo>
                    <a:pt x="28" y="33"/>
                  </a:lnTo>
                  <a:lnTo>
                    <a:pt x="28" y="33"/>
                  </a:lnTo>
                  <a:lnTo>
                    <a:pt x="28" y="33"/>
                  </a:lnTo>
                  <a:lnTo>
                    <a:pt x="28" y="35"/>
                  </a:lnTo>
                  <a:lnTo>
                    <a:pt x="26" y="35"/>
                  </a:lnTo>
                  <a:lnTo>
                    <a:pt x="26" y="37"/>
                  </a:lnTo>
                  <a:lnTo>
                    <a:pt x="24" y="37"/>
                  </a:lnTo>
                  <a:lnTo>
                    <a:pt x="24" y="37"/>
                  </a:lnTo>
                  <a:lnTo>
                    <a:pt x="21" y="37"/>
                  </a:lnTo>
                  <a:lnTo>
                    <a:pt x="21" y="37"/>
                  </a:lnTo>
                  <a:lnTo>
                    <a:pt x="21" y="37"/>
                  </a:lnTo>
                  <a:lnTo>
                    <a:pt x="19" y="37"/>
                  </a:lnTo>
                  <a:lnTo>
                    <a:pt x="19" y="37"/>
                  </a:lnTo>
                  <a:lnTo>
                    <a:pt x="17" y="40"/>
                  </a:lnTo>
                  <a:lnTo>
                    <a:pt x="17" y="40"/>
                  </a:lnTo>
                  <a:lnTo>
                    <a:pt x="17" y="42"/>
                  </a:lnTo>
                  <a:lnTo>
                    <a:pt x="19" y="42"/>
                  </a:lnTo>
                  <a:lnTo>
                    <a:pt x="19" y="42"/>
                  </a:lnTo>
                  <a:lnTo>
                    <a:pt x="19" y="42"/>
                  </a:lnTo>
                  <a:lnTo>
                    <a:pt x="17" y="42"/>
                  </a:lnTo>
                  <a:lnTo>
                    <a:pt x="17" y="42"/>
                  </a:lnTo>
                  <a:lnTo>
                    <a:pt x="17" y="44"/>
                  </a:lnTo>
                  <a:lnTo>
                    <a:pt x="17" y="44"/>
                  </a:lnTo>
                  <a:lnTo>
                    <a:pt x="14" y="47"/>
                  </a:lnTo>
                  <a:lnTo>
                    <a:pt x="14" y="47"/>
                  </a:lnTo>
                  <a:lnTo>
                    <a:pt x="14" y="47"/>
                  </a:lnTo>
                  <a:lnTo>
                    <a:pt x="12" y="49"/>
                  </a:lnTo>
                  <a:lnTo>
                    <a:pt x="9" y="49"/>
                  </a:lnTo>
                  <a:lnTo>
                    <a:pt x="9" y="49"/>
                  </a:lnTo>
                  <a:lnTo>
                    <a:pt x="7" y="49"/>
                  </a:lnTo>
                  <a:lnTo>
                    <a:pt x="5" y="49"/>
                  </a:lnTo>
                  <a:lnTo>
                    <a:pt x="5" y="49"/>
                  </a:lnTo>
                  <a:lnTo>
                    <a:pt x="2" y="49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0" y="52"/>
                  </a:lnTo>
                  <a:lnTo>
                    <a:pt x="0" y="52"/>
                  </a:lnTo>
                  <a:lnTo>
                    <a:pt x="0" y="54"/>
                  </a:lnTo>
                  <a:lnTo>
                    <a:pt x="2" y="54"/>
                  </a:lnTo>
                  <a:lnTo>
                    <a:pt x="2" y="54"/>
                  </a:lnTo>
                  <a:lnTo>
                    <a:pt x="2" y="54"/>
                  </a:lnTo>
                  <a:lnTo>
                    <a:pt x="2" y="54"/>
                  </a:lnTo>
                  <a:lnTo>
                    <a:pt x="2" y="54"/>
                  </a:lnTo>
                  <a:lnTo>
                    <a:pt x="2" y="54"/>
                  </a:lnTo>
                  <a:lnTo>
                    <a:pt x="2" y="54"/>
                  </a:lnTo>
                  <a:lnTo>
                    <a:pt x="2" y="54"/>
                  </a:lnTo>
                  <a:lnTo>
                    <a:pt x="2" y="54"/>
                  </a:lnTo>
                  <a:lnTo>
                    <a:pt x="2" y="54"/>
                  </a:lnTo>
                  <a:lnTo>
                    <a:pt x="5" y="56"/>
                  </a:lnTo>
                  <a:lnTo>
                    <a:pt x="5" y="56"/>
                  </a:lnTo>
                  <a:lnTo>
                    <a:pt x="7" y="56"/>
                  </a:lnTo>
                  <a:lnTo>
                    <a:pt x="7" y="56"/>
                  </a:lnTo>
                  <a:lnTo>
                    <a:pt x="9" y="56"/>
                  </a:lnTo>
                  <a:lnTo>
                    <a:pt x="12" y="56"/>
                  </a:lnTo>
                  <a:lnTo>
                    <a:pt x="12" y="56"/>
                  </a:lnTo>
                  <a:lnTo>
                    <a:pt x="12" y="56"/>
                  </a:lnTo>
                  <a:lnTo>
                    <a:pt x="9" y="56"/>
                  </a:lnTo>
                  <a:lnTo>
                    <a:pt x="9" y="56"/>
                  </a:lnTo>
                  <a:lnTo>
                    <a:pt x="7" y="56"/>
                  </a:lnTo>
                  <a:lnTo>
                    <a:pt x="7" y="59"/>
                  </a:lnTo>
                  <a:lnTo>
                    <a:pt x="7" y="59"/>
                  </a:lnTo>
                  <a:lnTo>
                    <a:pt x="7" y="59"/>
                  </a:lnTo>
                  <a:lnTo>
                    <a:pt x="7" y="59"/>
                  </a:lnTo>
                  <a:lnTo>
                    <a:pt x="7" y="59"/>
                  </a:lnTo>
                  <a:lnTo>
                    <a:pt x="7" y="59"/>
                  </a:lnTo>
                  <a:lnTo>
                    <a:pt x="9" y="59"/>
                  </a:lnTo>
                  <a:lnTo>
                    <a:pt x="9" y="59"/>
                  </a:lnTo>
                  <a:lnTo>
                    <a:pt x="9" y="59"/>
                  </a:lnTo>
                  <a:lnTo>
                    <a:pt x="9" y="59"/>
                  </a:lnTo>
                  <a:lnTo>
                    <a:pt x="9" y="59"/>
                  </a:lnTo>
                  <a:lnTo>
                    <a:pt x="12" y="59"/>
                  </a:lnTo>
                  <a:lnTo>
                    <a:pt x="12" y="59"/>
                  </a:lnTo>
                  <a:lnTo>
                    <a:pt x="12" y="59"/>
                  </a:lnTo>
                  <a:lnTo>
                    <a:pt x="14" y="59"/>
                  </a:lnTo>
                  <a:lnTo>
                    <a:pt x="14" y="59"/>
                  </a:lnTo>
                  <a:lnTo>
                    <a:pt x="14" y="59"/>
                  </a:lnTo>
                  <a:lnTo>
                    <a:pt x="17" y="61"/>
                  </a:lnTo>
                  <a:lnTo>
                    <a:pt x="14" y="61"/>
                  </a:lnTo>
                  <a:lnTo>
                    <a:pt x="12" y="61"/>
                  </a:lnTo>
                  <a:lnTo>
                    <a:pt x="12" y="61"/>
                  </a:lnTo>
                  <a:lnTo>
                    <a:pt x="9" y="61"/>
                  </a:lnTo>
                  <a:lnTo>
                    <a:pt x="7" y="61"/>
                  </a:lnTo>
                  <a:lnTo>
                    <a:pt x="5" y="61"/>
                  </a:lnTo>
                  <a:lnTo>
                    <a:pt x="5" y="61"/>
                  </a:lnTo>
                  <a:lnTo>
                    <a:pt x="5" y="61"/>
                  </a:lnTo>
                  <a:lnTo>
                    <a:pt x="5" y="61"/>
                  </a:lnTo>
                  <a:lnTo>
                    <a:pt x="2" y="61"/>
                  </a:lnTo>
                  <a:lnTo>
                    <a:pt x="2" y="68"/>
                  </a:lnTo>
                  <a:lnTo>
                    <a:pt x="2" y="68"/>
                  </a:lnTo>
                  <a:lnTo>
                    <a:pt x="2" y="68"/>
                  </a:lnTo>
                  <a:lnTo>
                    <a:pt x="2" y="71"/>
                  </a:lnTo>
                  <a:lnTo>
                    <a:pt x="2" y="71"/>
                  </a:lnTo>
                  <a:lnTo>
                    <a:pt x="5" y="71"/>
                  </a:lnTo>
                  <a:lnTo>
                    <a:pt x="5" y="73"/>
                  </a:lnTo>
                  <a:lnTo>
                    <a:pt x="5" y="73"/>
                  </a:lnTo>
                  <a:lnTo>
                    <a:pt x="5" y="75"/>
                  </a:lnTo>
                  <a:lnTo>
                    <a:pt x="5" y="75"/>
                  </a:lnTo>
                  <a:lnTo>
                    <a:pt x="7" y="78"/>
                  </a:lnTo>
                  <a:lnTo>
                    <a:pt x="7" y="78"/>
                  </a:lnTo>
                  <a:lnTo>
                    <a:pt x="7" y="78"/>
                  </a:lnTo>
                  <a:lnTo>
                    <a:pt x="7" y="78"/>
                  </a:lnTo>
                  <a:lnTo>
                    <a:pt x="9" y="78"/>
                  </a:lnTo>
                  <a:lnTo>
                    <a:pt x="9" y="78"/>
                  </a:lnTo>
                  <a:lnTo>
                    <a:pt x="7" y="78"/>
                  </a:lnTo>
                  <a:lnTo>
                    <a:pt x="9" y="75"/>
                  </a:lnTo>
                  <a:lnTo>
                    <a:pt x="9" y="75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7" y="71"/>
                  </a:lnTo>
                  <a:lnTo>
                    <a:pt x="7" y="71"/>
                  </a:lnTo>
                  <a:lnTo>
                    <a:pt x="7" y="71"/>
                  </a:lnTo>
                  <a:lnTo>
                    <a:pt x="7" y="71"/>
                  </a:lnTo>
                  <a:lnTo>
                    <a:pt x="7" y="71"/>
                  </a:lnTo>
                  <a:lnTo>
                    <a:pt x="9" y="71"/>
                  </a:lnTo>
                  <a:lnTo>
                    <a:pt x="9" y="71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2" y="73"/>
                  </a:lnTo>
                  <a:lnTo>
                    <a:pt x="12" y="73"/>
                  </a:lnTo>
                  <a:lnTo>
                    <a:pt x="12" y="73"/>
                  </a:lnTo>
                  <a:lnTo>
                    <a:pt x="12" y="71"/>
                  </a:lnTo>
                  <a:lnTo>
                    <a:pt x="14" y="71"/>
                  </a:lnTo>
                  <a:lnTo>
                    <a:pt x="14" y="71"/>
                  </a:lnTo>
                  <a:lnTo>
                    <a:pt x="14" y="71"/>
                  </a:lnTo>
                  <a:lnTo>
                    <a:pt x="14" y="71"/>
                  </a:lnTo>
                  <a:lnTo>
                    <a:pt x="14" y="71"/>
                  </a:lnTo>
                  <a:lnTo>
                    <a:pt x="14" y="71"/>
                  </a:lnTo>
                  <a:lnTo>
                    <a:pt x="14" y="73"/>
                  </a:lnTo>
                  <a:lnTo>
                    <a:pt x="12" y="73"/>
                  </a:lnTo>
                  <a:lnTo>
                    <a:pt x="12" y="73"/>
                  </a:lnTo>
                  <a:lnTo>
                    <a:pt x="12" y="73"/>
                  </a:lnTo>
                  <a:lnTo>
                    <a:pt x="12" y="75"/>
                  </a:lnTo>
                  <a:lnTo>
                    <a:pt x="12" y="75"/>
                  </a:lnTo>
                  <a:lnTo>
                    <a:pt x="14" y="75"/>
                  </a:lnTo>
                  <a:lnTo>
                    <a:pt x="14" y="73"/>
                  </a:lnTo>
                  <a:lnTo>
                    <a:pt x="17" y="73"/>
                  </a:lnTo>
                  <a:lnTo>
                    <a:pt x="17" y="73"/>
                  </a:lnTo>
                  <a:lnTo>
                    <a:pt x="17" y="73"/>
                  </a:lnTo>
                  <a:lnTo>
                    <a:pt x="19" y="73"/>
                  </a:lnTo>
                  <a:lnTo>
                    <a:pt x="21" y="73"/>
                  </a:lnTo>
                  <a:lnTo>
                    <a:pt x="21" y="71"/>
                  </a:lnTo>
                  <a:lnTo>
                    <a:pt x="21" y="68"/>
                  </a:lnTo>
                  <a:lnTo>
                    <a:pt x="21" y="73"/>
                  </a:lnTo>
                  <a:lnTo>
                    <a:pt x="19" y="75"/>
                  </a:lnTo>
                  <a:lnTo>
                    <a:pt x="19" y="75"/>
                  </a:lnTo>
                  <a:lnTo>
                    <a:pt x="19" y="75"/>
                  </a:lnTo>
                  <a:lnTo>
                    <a:pt x="21" y="75"/>
                  </a:lnTo>
                  <a:lnTo>
                    <a:pt x="21" y="75"/>
                  </a:lnTo>
                  <a:lnTo>
                    <a:pt x="24" y="75"/>
                  </a:lnTo>
                  <a:lnTo>
                    <a:pt x="21" y="75"/>
                  </a:lnTo>
                  <a:lnTo>
                    <a:pt x="21" y="78"/>
                  </a:lnTo>
                  <a:lnTo>
                    <a:pt x="21" y="78"/>
                  </a:lnTo>
                  <a:lnTo>
                    <a:pt x="21" y="78"/>
                  </a:lnTo>
                  <a:lnTo>
                    <a:pt x="19" y="75"/>
                  </a:lnTo>
                  <a:lnTo>
                    <a:pt x="17" y="75"/>
                  </a:lnTo>
                  <a:lnTo>
                    <a:pt x="14" y="75"/>
                  </a:lnTo>
                  <a:lnTo>
                    <a:pt x="14" y="75"/>
                  </a:lnTo>
                  <a:lnTo>
                    <a:pt x="14" y="78"/>
                  </a:lnTo>
                  <a:lnTo>
                    <a:pt x="14" y="78"/>
                  </a:lnTo>
                  <a:lnTo>
                    <a:pt x="14" y="78"/>
                  </a:lnTo>
                  <a:lnTo>
                    <a:pt x="14" y="78"/>
                  </a:lnTo>
                  <a:lnTo>
                    <a:pt x="14" y="78"/>
                  </a:lnTo>
                  <a:lnTo>
                    <a:pt x="12" y="78"/>
                  </a:lnTo>
                  <a:lnTo>
                    <a:pt x="12" y="80"/>
                  </a:lnTo>
                  <a:lnTo>
                    <a:pt x="12" y="80"/>
                  </a:lnTo>
                  <a:lnTo>
                    <a:pt x="9" y="80"/>
                  </a:lnTo>
                  <a:lnTo>
                    <a:pt x="9" y="80"/>
                  </a:lnTo>
                  <a:lnTo>
                    <a:pt x="9" y="82"/>
                  </a:lnTo>
                  <a:lnTo>
                    <a:pt x="9" y="82"/>
                  </a:lnTo>
                  <a:lnTo>
                    <a:pt x="12" y="82"/>
                  </a:lnTo>
                  <a:lnTo>
                    <a:pt x="12" y="85"/>
                  </a:lnTo>
                  <a:lnTo>
                    <a:pt x="12" y="85"/>
                  </a:lnTo>
                  <a:lnTo>
                    <a:pt x="12" y="85"/>
                  </a:lnTo>
                  <a:lnTo>
                    <a:pt x="12" y="85"/>
                  </a:lnTo>
                  <a:lnTo>
                    <a:pt x="12" y="85"/>
                  </a:lnTo>
                  <a:lnTo>
                    <a:pt x="14" y="85"/>
                  </a:lnTo>
                  <a:lnTo>
                    <a:pt x="14" y="85"/>
                  </a:lnTo>
                  <a:lnTo>
                    <a:pt x="14" y="85"/>
                  </a:lnTo>
                  <a:lnTo>
                    <a:pt x="14" y="87"/>
                  </a:lnTo>
                  <a:lnTo>
                    <a:pt x="12" y="87"/>
                  </a:lnTo>
                  <a:lnTo>
                    <a:pt x="12" y="85"/>
                  </a:lnTo>
                  <a:lnTo>
                    <a:pt x="9" y="85"/>
                  </a:lnTo>
                  <a:lnTo>
                    <a:pt x="7" y="82"/>
                  </a:lnTo>
                  <a:lnTo>
                    <a:pt x="7" y="80"/>
                  </a:lnTo>
                  <a:lnTo>
                    <a:pt x="7" y="80"/>
                  </a:lnTo>
                  <a:lnTo>
                    <a:pt x="5" y="80"/>
                  </a:lnTo>
                  <a:lnTo>
                    <a:pt x="5" y="80"/>
                  </a:lnTo>
                  <a:lnTo>
                    <a:pt x="5" y="80"/>
                  </a:lnTo>
                  <a:lnTo>
                    <a:pt x="2" y="80"/>
                  </a:lnTo>
                  <a:lnTo>
                    <a:pt x="2" y="80"/>
                  </a:lnTo>
                  <a:lnTo>
                    <a:pt x="2" y="80"/>
                  </a:lnTo>
                  <a:lnTo>
                    <a:pt x="2" y="80"/>
                  </a:lnTo>
                  <a:lnTo>
                    <a:pt x="2" y="80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2" y="80"/>
                  </a:lnTo>
                  <a:lnTo>
                    <a:pt x="2" y="82"/>
                  </a:lnTo>
                  <a:lnTo>
                    <a:pt x="2" y="82"/>
                  </a:lnTo>
                  <a:lnTo>
                    <a:pt x="2" y="82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2" y="85"/>
                  </a:lnTo>
                  <a:lnTo>
                    <a:pt x="2" y="85"/>
                  </a:lnTo>
                  <a:lnTo>
                    <a:pt x="2" y="85"/>
                  </a:lnTo>
                  <a:lnTo>
                    <a:pt x="2" y="87"/>
                  </a:lnTo>
                  <a:lnTo>
                    <a:pt x="5" y="87"/>
                  </a:lnTo>
                  <a:lnTo>
                    <a:pt x="5" y="87"/>
                  </a:lnTo>
                  <a:lnTo>
                    <a:pt x="5" y="87"/>
                  </a:lnTo>
                  <a:lnTo>
                    <a:pt x="5" y="87"/>
                  </a:lnTo>
                  <a:lnTo>
                    <a:pt x="5" y="87"/>
                  </a:lnTo>
                  <a:lnTo>
                    <a:pt x="5" y="87"/>
                  </a:lnTo>
                  <a:lnTo>
                    <a:pt x="7" y="92"/>
                  </a:lnTo>
                  <a:lnTo>
                    <a:pt x="7" y="92"/>
                  </a:lnTo>
                  <a:lnTo>
                    <a:pt x="7" y="92"/>
                  </a:lnTo>
                  <a:lnTo>
                    <a:pt x="7" y="92"/>
                  </a:lnTo>
                  <a:lnTo>
                    <a:pt x="7" y="94"/>
                  </a:lnTo>
                  <a:lnTo>
                    <a:pt x="7" y="97"/>
                  </a:lnTo>
                  <a:lnTo>
                    <a:pt x="7" y="97"/>
                  </a:lnTo>
                  <a:lnTo>
                    <a:pt x="7" y="97"/>
                  </a:lnTo>
                  <a:lnTo>
                    <a:pt x="7" y="97"/>
                  </a:lnTo>
                  <a:lnTo>
                    <a:pt x="9" y="94"/>
                  </a:lnTo>
                  <a:lnTo>
                    <a:pt x="12" y="94"/>
                  </a:lnTo>
                  <a:lnTo>
                    <a:pt x="12" y="94"/>
                  </a:lnTo>
                  <a:lnTo>
                    <a:pt x="14" y="94"/>
                  </a:lnTo>
                  <a:lnTo>
                    <a:pt x="14" y="94"/>
                  </a:lnTo>
                  <a:lnTo>
                    <a:pt x="14" y="94"/>
                  </a:lnTo>
                  <a:lnTo>
                    <a:pt x="17" y="94"/>
                  </a:lnTo>
                  <a:lnTo>
                    <a:pt x="17" y="94"/>
                  </a:lnTo>
                  <a:lnTo>
                    <a:pt x="17" y="92"/>
                  </a:lnTo>
                  <a:lnTo>
                    <a:pt x="17" y="92"/>
                  </a:lnTo>
                  <a:lnTo>
                    <a:pt x="17" y="92"/>
                  </a:lnTo>
                  <a:lnTo>
                    <a:pt x="17" y="92"/>
                  </a:lnTo>
                  <a:lnTo>
                    <a:pt x="17" y="94"/>
                  </a:lnTo>
                  <a:lnTo>
                    <a:pt x="17" y="94"/>
                  </a:lnTo>
                  <a:lnTo>
                    <a:pt x="17" y="94"/>
                  </a:lnTo>
                  <a:lnTo>
                    <a:pt x="17" y="94"/>
                  </a:lnTo>
                  <a:lnTo>
                    <a:pt x="17" y="97"/>
                  </a:lnTo>
                  <a:lnTo>
                    <a:pt x="17" y="97"/>
                  </a:lnTo>
                  <a:lnTo>
                    <a:pt x="19" y="97"/>
                  </a:lnTo>
                  <a:lnTo>
                    <a:pt x="19" y="97"/>
                  </a:lnTo>
                  <a:lnTo>
                    <a:pt x="19" y="99"/>
                  </a:lnTo>
                  <a:lnTo>
                    <a:pt x="19" y="99"/>
                  </a:lnTo>
                  <a:lnTo>
                    <a:pt x="21" y="101"/>
                  </a:lnTo>
                  <a:lnTo>
                    <a:pt x="21" y="101"/>
                  </a:lnTo>
                  <a:lnTo>
                    <a:pt x="21" y="101"/>
                  </a:lnTo>
                  <a:lnTo>
                    <a:pt x="21" y="101"/>
                  </a:lnTo>
                  <a:lnTo>
                    <a:pt x="21" y="104"/>
                  </a:lnTo>
                  <a:lnTo>
                    <a:pt x="21" y="104"/>
                  </a:lnTo>
                  <a:lnTo>
                    <a:pt x="21" y="104"/>
                  </a:lnTo>
                  <a:lnTo>
                    <a:pt x="21" y="104"/>
                  </a:lnTo>
                  <a:lnTo>
                    <a:pt x="21" y="104"/>
                  </a:lnTo>
                  <a:lnTo>
                    <a:pt x="21" y="104"/>
                  </a:lnTo>
                  <a:lnTo>
                    <a:pt x="21" y="108"/>
                  </a:lnTo>
                  <a:lnTo>
                    <a:pt x="24" y="108"/>
                  </a:lnTo>
                  <a:lnTo>
                    <a:pt x="24" y="108"/>
                  </a:lnTo>
                  <a:lnTo>
                    <a:pt x="26" y="111"/>
                  </a:lnTo>
                  <a:lnTo>
                    <a:pt x="24" y="111"/>
                  </a:lnTo>
                  <a:lnTo>
                    <a:pt x="24" y="108"/>
                  </a:lnTo>
                  <a:lnTo>
                    <a:pt x="21" y="108"/>
                  </a:lnTo>
                  <a:lnTo>
                    <a:pt x="21" y="111"/>
                  </a:lnTo>
                  <a:lnTo>
                    <a:pt x="19" y="111"/>
                  </a:lnTo>
                  <a:lnTo>
                    <a:pt x="19" y="111"/>
                  </a:lnTo>
                  <a:lnTo>
                    <a:pt x="19" y="113"/>
                  </a:lnTo>
                  <a:lnTo>
                    <a:pt x="19" y="113"/>
                  </a:lnTo>
                  <a:lnTo>
                    <a:pt x="21" y="113"/>
                  </a:lnTo>
                  <a:lnTo>
                    <a:pt x="21" y="113"/>
                  </a:lnTo>
                  <a:lnTo>
                    <a:pt x="21" y="113"/>
                  </a:lnTo>
                  <a:lnTo>
                    <a:pt x="21" y="115"/>
                  </a:lnTo>
                  <a:lnTo>
                    <a:pt x="26" y="118"/>
                  </a:lnTo>
                  <a:lnTo>
                    <a:pt x="28" y="115"/>
                  </a:lnTo>
                  <a:lnTo>
                    <a:pt x="28" y="115"/>
                  </a:lnTo>
                  <a:lnTo>
                    <a:pt x="28" y="115"/>
                  </a:lnTo>
                  <a:lnTo>
                    <a:pt x="26" y="115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8" y="120"/>
                  </a:lnTo>
                  <a:lnTo>
                    <a:pt x="28" y="120"/>
                  </a:lnTo>
                  <a:lnTo>
                    <a:pt x="28" y="120"/>
                  </a:lnTo>
                  <a:lnTo>
                    <a:pt x="31" y="123"/>
                  </a:lnTo>
                  <a:lnTo>
                    <a:pt x="31" y="123"/>
                  </a:lnTo>
                  <a:lnTo>
                    <a:pt x="33" y="123"/>
                  </a:lnTo>
                  <a:lnTo>
                    <a:pt x="33" y="123"/>
                  </a:lnTo>
                  <a:lnTo>
                    <a:pt x="35" y="123"/>
                  </a:lnTo>
                  <a:lnTo>
                    <a:pt x="35" y="123"/>
                  </a:lnTo>
                  <a:lnTo>
                    <a:pt x="38" y="123"/>
                  </a:lnTo>
                  <a:lnTo>
                    <a:pt x="38" y="123"/>
                  </a:lnTo>
                  <a:lnTo>
                    <a:pt x="43" y="120"/>
                  </a:lnTo>
                  <a:lnTo>
                    <a:pt x="43" y="118"/>
                  </a:lnTo>
                  <a:lnTo>
                    <a:pt x="45" y="118"/>
                  </a:lnTo>
                  <a:lnTo>
                    <a:pt x="45" y="118"/>
                  </a:lnTo>
                  <a:lnTo>
                    <a:pt x="45" y="118"/>
                  </a:lnTo>
                  <a:lnTo>
                    <a:pt x="45" y="118"/>
                  </a:lnTo>
                  <a:lnTo>
                    <a:pt x="45" y="120"/>
                  </a:lnTo>
                  <a:lnTo>
                    <a:pt x="45" y="120"/>
                  </a:lnTo>
                  <a:lnTo>
                    <a:pt x="45" y="120"/>
                  </a:lnTo>
                  <a:lnTo>
                    <a:pt x="45" y="120"/>
                  </a:lnTo>
                  <a:lnTo>
                    <a:pt x="43" y="120"/>
                  </a:lnTo>
                  <a:lnTo>
                    <a:pt x="40" y="123"/>
                  </a:lnTo>
                  <a:lnTo>
                    <a:pt x="40" y="125"/>
                  </a:lnTo>
                  <a:lnTo>
                    <a:pt x="43" y="125"/>
                  </a:lnTo>
                  <a:lnTo>
                    <a:pt x="43" y="125"/>
                  </a:lnTo>
                  <a:lnTo>
                    <a:pt x="43" y="125"/>
                  </a:lnTo>
                  <a:lnTo>
                    <a:pt x="43" y="125"/>
                  </a:lnTo>
                  <a:lnTo>
                    <a:pt x="43" y="125"/>
                  </a:lnTo>
                  <a:lnTo>
                    <a:pt x="43" y="125"/>
                  </a:lnTo>
                  <a:lnTo>
                    <a:pt x="43" y="125"/>
                  </a:lnTo>
                  <a:lnTo>
                    <a:pt x="43" y="125"/>
                  </a:lnTo>
                  <a:lnTo>
                    <a:pt x="43" y="125"/>
                  </a:lnTo>
                  <a:lnTo>
                    <a:pt x="43" y="125"/>
                  </a:lnTo>
                  <a:lnTo>
                    <a:pt x="43" y="127"/>
                  </a:lnTo>
                  <a:lnTo>
                    <a:pt x="43" y="127"/>
                  </a:lnTo>
                  <a:lnTo>
                    <a:pt x="45" y="127"/>
                  </a:lnTo>
                  <a:lnTo>
                    <a:pt x="45" y="130"/>
                  </a:lnTo>
                  <a:lnTo>
                    <a:pt x="45" y="130"/>
                  </a:lnTo>
                  <a:lnTo>
                    <a:pt x="45" y="130"/>
                  </a:lnTo>
                  <a:lnTo>
                    <a:pt x="47" y="130"/>
                  </a:lnTo>
                  <a:lnTo>
                    <a:pt x="47" y="130"/>
                  </a:lnTo>
                  <a:lnTo>
                    <a:pt x="47" y="130"/>
                  </a:lnTo>
                  <a:lnTo>
                    <a:pt x="47" y="130"/>
                  </a:lnTo>
                  <a:lnTo>
                    <a:pt x="50" y="130"/>
                  </a:lnTo>
                  <a:lnTo>
                    <a:pt x="50" y="130"/>
                  </a:lnTo>
                  <a:lnTo>
                    <a:pt x="52" y="130"/>
                  </a:lnTo>
                  <a:lnTo>
                    <a:pt x="52" y="130"/>
                  </a:lnTo>
                  <a:lnTo>
                    <a:pt x="54" y="130"/>
                  </a:lnTo>
                  <a:lnTo>
                    <a:pt x="54" y="130"/>
                  </a:lnTo>
                  <a:lnTo>
                    <a:pt x="54" y="127"/>
                  </a:lnTo>
                  <a:lnTo>
                    <a:pt x="54" y="127"/>
                  </a:lnTo>
                  <a:lnTo>
                    <a:pt x="54" y="127"/>
                  </a:lnTo>
                  <a:lnTo>
                    <a:pt x="54" y="127"/>
                  </a:lnTo>
                  <a:lnTo>
                    <a:pt x="57" y="127"/>
                  </a:lnTo>
                  <a:lnTo>
                    <a:pt x="57" y="127"/>
                  </a:lnTo>
                  <a:lnTo>
                    <a:pt x="57" y="127"/>
                  </a:lnTo>
                  <a:lnTo>
                    <a:pt x="57" y="127"/>
                  </a:lnTo>
                  <a:lnTo>
                    <a:pt x="57" y="127"/>
                  </a:lnTo>
                  <a:lnTo>
                    <a:pt x="59" y="127"/>
                  </a:lnTo>
                  <a:lnTo>
                    <a:pt x="59" y="127"/>
                  </a:lnTo>
                  <a:lnTo>
                    <a:pt x="59" y="127"/>
                  </a:lnTo>
                  <a:lnTo>
                    <a:pt x="59" y="127"/>
                  </a:lnTo>
                  <a:lnTo>
                    <a:pt x="59" y="127"/>
                  </a:lnTo>
                  <a:lnTo>
                    <a:pt x="59" y="127"/>
                  </a:lnTo>
                  <a:lnTo>
                    <a:pt x="59" y="130"/>
                  </a:lnTo>
                  <a:lnTo>
                    <a:pt x="57" y="130"/>
                  </a:lnTo>
                  <a:lnTo>
                    <a:pt x="57" y="130"/>
                  </a:lnTo>
                  <a:lnTo>
                    <a:pt x="57" y="130"/>
                  </a:lnTo>
                  <a:lnTo>
                    <a:pt x="57" y="130"/>
                  </a:lnTo>
                  <a:lnTo>
                    <a:pt x="57" y="130"/>
                  </a:lnTo>
                  <a:lnTo>
                    <a:pt x="54" y="130"/>
                  </a:lnTo>
                  <a:lnTo>
                    <a:pt x="54" y="130"/>
                  </a:lnTo>
                  <a:lnTo>
                    <a:pt x="54" y="132"/>
                  </a:lnTo>
                  <a:lnTo>
                    <a:pt x="52" y="132"/>
                  </a:lnTo>
                  <a:lnTo>
                    <a:pt x="52" y="132"/>
                  </a:lnTo>
                  <a:lnTo>
                    <a:pt x="52" y="130"/>
                  </a:lnTo>
                  <a:lnTo>
                    <a:pt x="52" y="130"/>
                  </a:lnTo>
                  <a:lnTo>
                    <a:pt x="50" y="130"/>
                  </a:lnTo>
                  <a:lnTo>
                    <a:pt x="50" y="132"/>
                  </a:lnTo>
                  <a:lnTo>
                    <a:pt x="50" y="132"/>
                  </a:lnTo>
                  <a:lnTo>
                    <a:pt x="50" y="132"/>
                  </a:lnTo>
                  <a:lnTo>
                    <a:pt x="47" y="132"/>
                  </a:lnTo>
                  <a:lnTo>
                    <a:pt x="47" y="132"/>
                  </a:lnTo>
                  <a:lnTo>
                    <a:pt x="47" y="132"/>
                  </a:lnTo>
                  <a:lnTo>
                    <a:pt x="45" y="132"/>
                  </a:lnTo>
                  <a:lnTo>
                    <a:pt x="45" y="132"/>
                  </a:lnTo>
                  <a:lnTo>
                    <a:pt x="45" y="134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43" y="137"/>
                  </a:lnTo>
                  <a:lnTo>
                    <a:pt x="43" y="137"/>
                  </a:lnTo>
                  <a:lnTo>
                    <a:pt x="45" y="137"/>
                  </a:lnTo>
                  <a:lnTo>
                    <a:pt x="45" y="137"/>
                  </a:lnTo>
                  <a:lnTo>
                    <a:pt x="45" y="137"/>
                  </a:lnTo>
                  <a:lnTo>
                    <a:pt x="45" y="137"/>
                  </a:lnTo>
                  <a:lnTo>
                    <a:pt x="47" y="137"/>
                  </a:lnTo>
                  <a:lnTo>
                    <a:pt x="47" y="137"/>
                  </a:lnTo>
                  <a:lnTo>
                    <a:pt x="47" y="137"/>
                  </a:lnTo>
                  <a:lnTo>
                    <a:pt x="47" y="137"/>
                  </a:lnTo>
                  <a:lnTo>
                    <a:pt x="50" y="137"/>
                  </a:lnTo>
                  <a:lnTo>
                    <a:pt x="50" y="137"/>
                  </a:lnTo>
                  <a:lnTo>
                    <a:pt x="50" y="139"/>
                  </a:lnTo>
                  <a:lnTo>
                    <a:pt x="50" y="139"/>
                  </a:lnTo>
                  <a:lnTo>
                    <a:pt x="47" y="139"/>
                  </a:lnTo>
                  <a:lnTo>
                    <a:pt x="45" y="137"/>
                  </a:lnTo>
                  <a:lnTo>
                    <a:pt x="45" y="137"/>
                  </a:lnTo>
                  <a:lnTo>
                    <a:pt x="43" y="139"/>
                  </a:lnTo>
                  <a:lnTo>
                    <a:pt x="52" y="142"/>
                  </a:lnTo>
                  <a:lnTo>
                    <a:pt x="66" y="146"/>
                  </a:lnTo>
                  <a:lnTo>
                    <a:pt x="78" y="151"/>
                  </a:lnTo>
                  <a:lnTo>
                    <a:pt x="85" y="156"/>
                  </a:lnTo>
                  <a:lnTo>
                    <a:pt x="88" y="158"/>
                  </a:lnTo>
                  <a:lnTo>
                    <a:pt x="90" y="158"/>
                  </a:lnTo>
                  <a:lnTo>
                    <a:pt x="90" y="160"/>
                  </a:lnTo>
                  <a:lnTo>
                    <a:pt x="90" y="160"/>
                  </a:lnTo>
                  <a:lnTo>
                    <a:pt x="90" y="160"/>
                  </a:lnTo>
                  <a:lnTo>
                    <a:pt x="90" y="160"/>
                  </a:lnTo>
                  <a:lnTo>
                    <a:pt x="92" y="160"/>
                  </a:lnTo>
                  <a:lnTo>
                    <a:pt x="92" y="160"/>
                  </a:lnTo>
                  <a:lnTo>
                    <a:pt x="92" y="160"/>
                  </a:lnTo>
                  <a:lnTo>
                    <a:pt x="92" y="160"/>
                  </a:lnTo>
                  <a:lnTo>
                    <a:pt x="92" y="160"/>
                  </a:lnTo>
                  <a:lnTo>
                    <a:pt x="92" y="160"/>
                  </a:lnTo>
                  <a:lnTo>
                    <a:pt x="92" y="163"/>
                  </a:lnTo>
                  <a:lnTo>
                    <a:pt x="95" y="163"/>
                  </a:lnTo>
                  <a:lnTo>
                    <a:pt x="97" y="163"/>
                  </a:lnTo>
                  <a:lnTo>
                    <a:pt x="97" y="163"/>
                  </a:lnTo>
                  <a:lnTo>
                    <a:pt x="99" y="163"/>
                  </a:lnTo>
                  <a:lnTo>
                    <a:pt x="99" y="163"/>
                  </a:lnTo>
                  <a:lnTo>
                    <a:pt x="99" y="160"/>
                  </a:lnTo>
                  <a:lnTo>
                    <a:pt x="99" y="160"/>
                  </a:lnTo>
                  <a:lnTo>
                    <a:pt x="102" y="160"/>
                  </a:lnTo>
                  <a:lnTo>
                    <a:pt x="102" y="158"/>
                  </a:lnTo>
                  <a:lnTo>
                    <a:pt x="102" y="158"/>
                  </a:lnTo>
                  <a:lnTo>
                    <a:pt x="102" y="158"/>
                  </a:lnTo>
                  <a:lnTo>
                    <a:pt x="102" y="156"/>
                  </a:lnTo>
                  <a:lnTo>
                    <a:pt x="102" y="156"/>
                  </a:lnTo>
                  <a:lnTo>
                    <a:pt x="104" y="156"/>
                  </a:lnTo>
                  <a:lnTo>
                    <a:pt x="104" y="156"/>
                  </a:lnTo>
                  <a:lnTo>
                    <a:pt x="104" y="156"/>
                  </a:lnTo>
                  <a:lnTo>
                    <a:pt x="104" y="156"/>
                  </a:lnTo>
                  <a:lnTo>
                    <a:pt x="104" y="153"/>
                  </a:lnTo>
                  <a:lnTo>
                    <a:pt x="104" y="153"/>
                  </a:lnTo>
                  <a:lnTo>
                    <a:pt x="102" y="153"/>
                  </a:lnTo>
                  <a:lnTo>
                    <a:pt x="104" y="151"/>
                  </a:lnTo>
                  <a:lnTo>
                    <a:pt x="104" y="151"/>
                  </a:lnTo>
                  <a:lnTo>
                    <a:pt x="106" y="149"/>
                  </a:lnTo>
                  <a:lnTo>
                    <a:pt x="106" y="149"/>
                  </a:lnTo>
                  <a:lnTo>
                    <a:pt x="111" y="146"/>
                  </a:lnTo>
                  <a:lnTo>
                    <a:pt x="111" y="146"/>
                  </a:lnTo>
                  <a:lnTo>
                    <a:pt x="116" y="142"/>
                  </a:lnTo>
                  <a:lnTo>
                    <a:pt x="116" y="139"/>
                  </a:lnTo>
                  <a:lnTo>
                    <a:pt x="123" y="134"/>
                  </a:lnTo>
                  <a:lnTo>
                    <a:pt x="125" y="132"/>
                  </a:lnTo>
                  <a:lnTo>
                    <a:pt x="128" y="132"/>
                  </a:lnTo>
                  <a:lnTo>
                    <a:pt x="128" y="132"/>
                  </a:lnTo>
                  <a:lnTo>
                    <a:pt x="130" y="132"/>
                  </a:lnTo>
                  <a:lnTo>
                    <a:pt x="130" y="130"/>
                  </a:lnTo>
                  <a:lnTo>
                    <a:pt x="137" y="123"/>
                  </a:lnTo>
                  <a:lnTo>
                    <a:pt x="140" y="120"/>
                  </a:lnTo>
                  <a:lnTo>
                    <a:pt x="142" y="118"/>
                  </a:lnTo>
                  <a:lnTo>
                    <a:pt x="142" y="118"/>
                  </a:lnTo>
                  <a:lnTo>
                    <a:pt x="144" y="118"/>
                  </a:lnTo>
                  <a:lnTo>
                    <a:pt x="144" y="106"/>
                  </a:lnTo>
                  <a:lnTo>
                    <a:pt x="144" y="106"/>
                  </a:lnTo>
                  <a:lnTo>
                    <a:pt x="144" y="104"/>
                  </a:lnTo>
                  <a:lnTo>
                    <a:pt x="144" y="104"/>
                  </a:lnTo>
                  <a:lnTo>
                    <a:pt x="144" y="104"/>
                  </a:lnTo>
                  <a:lnTo>
                    <a:pt x="147" y="104"/>
                  </a:lnTo>
                  <a:lnTo>
                    <a:pt x="147" y="101"/>
                  </a:lnTo>
                  <a:lnTo>
                    <a:pt x="149" y="99"/>
                  </a:lnTo>
                  <a:lnTo>
                    <a:pt x="149" y="99"/>
                  </a:lnTo>
                  <a:lnTo>
                    <a:pt x="149" y="99"/>
                  </a:lnTo>
                  <a:lnTo>
                    <a:pt x="154" y="99"/>
                  </a:lnTo>
                  <a:lnTo>
                    <a:pt x="156" y="99"/>
                  </a:lnTo>
                  <a:lnTo>
                    <a:pt x="156" y="99"/>
                  </a:lnTo>
                  <a:lnTo>
                    <a:pt x="159" y="97"/>
                  </a:lnTo>
                  <a:lnTo>
                    <a:pt x="159" y="97"/>
                  </a:lnTo>
                  <a:lnTo>
                    <a:pt x="159" y="94"/>
                  </a:lnTo>
                  <a:lnTo>
                    <a:pt x="159" y="94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89"/>
                  </a:lnTo>
                  <a:lnTo>
                    <a:pt x="161" y="82"/>
                  </a:lnTo>
                  <a:lnTo>
                    <a:pt x="161" y="80"/>
                  </a:lnTo>
                  <a:lnTo>
                    <a:pt x="161" y="80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8">
              <a:extLst>
                <a:ext uri="{FF2B5EF4-FFF2-40B4-BE49-F238E27FC236}">
                  <a16:creationId xmlns:a16="http://schemas.microsoft.com/office/drawing/2014/main" id="{5069CD86-4890-9324-07A3-F203462164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269823" y="3586312"/>
              <a:ext cx="685130" cy="407512"/>
            </a:xfrm>
            <a:custGeom>
              <a:avLst/>
              <a:gdLst>
                <a:gd name="T0" fmla="*/ 69 w 538"/>
                <a:gd name="T1" fmla="*/ 317 h 320"/>
                <a:gd name="T2" fmla="*/ 348 w 538"/>
                <a:gd name="T3" fmla="*/ 173 h 320"/>
                <a:gd name="T4" fmla="*/ 348 w 538"/>
                <a:gd name="T5" fmla="*/ 173 h 320"/>
                <a:gd name="T6" fmla="*/ 381 w 538"/>
                <a:gd name="T7" fmla="*/ 88 h 320"/>
                <a:gd name="T8" fmla="*/ 381 w 538"/>
                <a:gd name="T9" fmla="*/ 88 h 320"/>
                <a:gd name="T10" fmla="*/ 381 w 538"/>
                <a:gd name="T11" fmla="*/ 88 h 320"/>
                <a:gd name="T12" fmla="*/ 3 w 538"/>
                <a:gd name="T13" fmla="*/ 298 h 320"/>
                <a:gd name="T14" fmla="*/ 5 w 538"/>
                <a:gd name="T15" fmla="*/ 298 h 320"/>
                <a:gd name="T16" fmla="*/ 10 w 538"/>
                <a:gd name="T17" fmla="*/ 298 h 320"/>
                <a:gd name="T18" fmla="*/ 10 w 538"/>
                <a:gd name="T19" fmla="*/ 298 h 320"/>
                <a:gd name="T20" fmla="*/ 3 w 538"/>
                <a:gd name="T21" fmla="*/ 298 h 320"/>
                <a:gd name="T22" fmla="*/ 3 w 538"/>
                <a:gd name="T23" fmla="*/ 298 h 320"/>
                <a:gd name="T24" fmla="*/ 15 w 538"/>
                <a:gd name="T25" fmla="*/ 320 h 320"/>
                <a:gd name="T26" fmla="*/ 15 w 538"/>
                <a:gd name="T27" fmla="*/ 320 h 320"/>
                <a:gd name="T28" fmla="*/ 15 w 538"/>
                <a:gd name="T29" fmla="*/ 320 h 320"/>
                <a:gd name="T30" fmla="*/ 12 w 538"/>
                <a:gd name="T31" fmla="*/ 298 h 320"/>
                <a:gd name="T32" fmla="*/ 12 w 538"/>
                <a:gd name="T33" fmla="*/ 301 h 320"/>
                <a:gd name="T34" fmla="*/ 12 w 538"/>
                <a:gd name="T35" fmla="*/ 301 h 320"/>
                <a:gd name="T36" fmla="*/ 12 w 538"/>
                <a:gd name="T37" fmla="*/ 301 h 320"/>
                <a:gd name="T38" fmla="*/ 8 w 538"/>
                <a:gd name="T39" fmla="*/ 301 h 320"/>
                <a:gd name="T40" fmla="*/ 3 w 538"/>
                <a:gd name="T41" fmla="*/ 303 h 320"/>
                <a:gd name="T42" fmla="*/ 0 w 538"/>
                <a:gd name="T43" fmla="*/ 303 h 320"/>
                <a:gd name="T44" fmla="*/ 12 w 538"/>
                <a:gd name="T45" fmla="*/ 303 h 320"/>
                <a:gd name="T46" fmla="*/ 17 w 538"/>
                <a:gd name="T47" fmla="*/ 301 h 320"/>
                <a:gd name="T48" fmla="*/ 15 w 538"/>
                <a:gd name="T49" fmla="*/ 298 h 320"/>
                <a:gd name="T50" fmla="*/ 504 w 538"/>
                <a:gd name="T51" fmla="*/ 3 h 320"/>
                <a:gd name="T52" fmla="*/ 483 w 538"/>
                <a:gd name="T53" fmla="*/ 36 h 320"/>
                <a:gd name="T54" fmla="*/ 483 w 538"/>
                <a:gd name="T55" fmla="*/ 38 h 320"/>
                <a:gd name="T56" fmla="*/ 483 w 538"/>
                <a:gd name="T57" fmla="*/ 38 h 320"/>
                <a:gd name="T58" fmla="*/ 538 w 538"/>
                <a:gd name="T59" fmla="*/ 178 h 320"/>
                <a:gd name="T60" fmla="*/ 538 w 538"/>
                <a:gd name="T61" fmla="*/ 180 h 320"/>
                <a:gd name="T62" fmla="*/ 538 w 538"/>
                <a:gd name="T63" fmla="*/ 178 h 320"/>
                <a:gd name="T64" fmla="*/ 507 w 538"/>
                <a:gd name="T65" fmla="*/ 26 h 320"/>
                <a:gd name="T66" fmla="*/ 507 w 538"/>
                <a:gd name="T67" fmla="*/ 29 h 320"/>
                <a:gd name="T68" fmla="*/ 509 w 538"/>
                <a:gd name="T69" fmla="*/ 31 h 320"/>
                <a:gd name="T70" fmla="*/ 512 w 538"/>
                <a:gd name="T71" fmla="*/ 31 h 320"/>
                <a:gd name="T72" fmla="*/ 512 w 538"/>
                <a:gd name="T73" fmla="*/ 29 h 320"/>
                <a:gd name="T74" fmla="*/ 507 w 538"/>
                <a:gd name="T75" fmla="*/ 26 h 320"/>
                <a:gd name="T76" fmla="*/ 490 w 538"/>
                <a:gd name="T77" fmla="*/ 111 h 320"/>
                <a:gd name="T78" fmla="*/ 500 w 538"/>
                <a:gd name="T79" fmla="*/ 48 h 320"/>
                <a:gd name="T80" fmla="*/ 495 w 538"/>
                <a:gd name="T81" fmla="*/ 45 h 320"/>
                <a:gd name="T82" fmla="*/ 495 w 538"/>
                <a:gd name="T83" fmla="*/ 40 h 320"/>
                <a:gd name="T84" fmla="*/ 493 w 538"/>
                <a:gd name="T85" fmla="*/ 43 h 320"/>
                <a:gd name="T86" fmla="*/ 490 w 538"/>
                <a:gd name="T87" fmla="*/ 43 h 320"/>
                <a:gd name="T88" fmla="*/ 490 w 538"/>
                <a:gd name="T89" fmla="*/ 45 h 320"/>
                <a:gd name="T90" fmla="*/ 493 w 538"/>
                <a:gd name="T91" fmla="*/ 48 h 320"/>
                <a:gd name="T92" fmla="*/ 495 w 538"/>
                <a:gd name="T93" fmla="*/ 48 h 320"/>
                <a:gd name="T94" fmla="*/ 495 w 538"/>
                <a:gd name="T95" fmla="*/ 50 h 320"/>
                <a:gd name="T96" fmla="*/ 497 w 538"/>
                <a:gd name="T97" fmla="*/ 50 h 320"/>
                <a:gd name="T98" fmla="*/ 497 w 538"/>
                <a:gd name="T99" fmla="*/ 50 h 320"/>
                <a:gd name="T100" fmla="*/ 497 w 538"/>
                <a:gd name="T101" fmla="*/ 55 h 320"/>
                <a:gd name="T102" fmla="*/ 500 w 538"/>
                <a:gd name="T103" fmla="*/ 48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38" h="320">
                  <a:moveTo>
                    <a:pt x="69" y="317"/>
                  </a:moveTo>
                  <a:lnTo>
                    <a:pt x="69" y="317"/>
                  </a:lnTo>
                  <a:lnTo>
                    <a:pt x="69" y="317"/>
                  </a:lnTo>
                  <a:lnTo>
                    <a:pt x="69" y="317"/>
                  </a:lnTo>
                  <a:lnTo>
                    <a:pt x="69" y="317"/>
                  </a:lnTo>
                  <a:close/>
                  <a:moveTo>
                    <a:pt x="348" y="173"/>
                  </a:moveTo>
                  <a:lnTo>
                    <a:pt x="348" y="173"/>
                  </a:lnTo>
                  <a:lnTo>
                    <a:pt x="348" y="173"/>
                  </a:lnTo>
                  <a:lnTo>
                    <a:pt x="348" y="173"/>
                  </a:lnTo>
                  <a:lnTo>
                    <a:pt x="348" y="173"/>
                  </a:lnTo>
                  <a:lnTo>
                    <a:pt x="348" y="173"/>
                  </a:lnTo>
                  <a:close/>
                  <a:moveTo>
                    <a:pt x="381" y="88"/>
                  </a:moveTo>
                  <a:lnTo>
                    <a:pt x="381" y="88"/>
                  </a:lnTo>
                  <a:lnTo>
                    <a:pt x="381" y="88"/>
                  </a:lnTo>
                  <a:lnTo>
                    <a:pt x="381" y="88"/>
                  </a:lnTo>
                  <a:lnTo>
                    <a:pt x="381" y="90"/>
                  </a:lnTo>
                  <a:lnTo>
                    <a:pt x="381" y="88"/>
                  </a:lnTo>
                  <a:lnTo>
                    <a:pt x="381" y="88"/>
                  </a:lnTo>
                  <a:close/>
                  <a:moveTo>
                    <a:pt x="3" y="298"/>
                  </a:moveTo>
                  <a:lnTo>
                    <a:pt x="3" y="298"/>
                  </a:lnTo>
                  <a:lnTo>
                    <a:pt x="3" y="298"/>
                  </a:lnTo>
                  <a:lnTo>
                    <a:pt x="3" y="298"/>
                  </a:lnTo>
                  <a:lnTo>
                    <a:pt x="5" y="298"/>
                  </a:lnTo>
                  <a:lnTo>
                    <a:pt x="5" y="298"/>
                  </a:lnTo>
                  <a:lnTo>
                    <a:pt x="5" y="298"/>
                  </a:lnTo>
                  <a:lnTo>
                    <a:pt x="8" y="298"/>
                  </a:lnTo>
                  <a:lnTo>
                    <a:pt x="10" y="298"/>
                  </a:lnTo>
                  <a:lnTo>
                    <a:pt x="10" y="298"/>
                  </a:lnTo>
                  <a:lnTo>
                    <a:pt x="12" y="298"/>
                  </a:lnTo>
                  <a:lnTo>
                    <a:pt x="10" y="298"/>
                  </a:lnTo>
                  <a:lnTo>
                    <a:pt x="8" y="298"/>
                  </a:lnTo>
                  <a:lnTo>
                    <a:pt x="5" y="296"/>
                  </a:lnTo>
                  <a:lnTo>
                    <a:pt x="3" y="298"/>
                  </a:lnTo>
                  <a:lnTo>
                    <a:pt x="3" y="298"/>
                  </a:lnTo>
                  <a:lnTo>
                    <a:pt x="3" y="298"/>
                  </a:lnTo>
                  <a:lnTo>
                    <a:pt x="3" y="298"/>
                  </a:lnTo>
                  <a:lnTo>
                    <a:pt x="3" y="298"/>
                  </a:lnTo>
                  <a:close/>
                  <a:moveTo>
                    <a:pt x="15" y="320"/>
                  </a:moveTo>
                  <a:lnTo>
                    <a:pt x="15" y="320"/>
                  </a:lnTo>
                  <a:lnTo>
                    <a:pt x="15" y="320"/>
                  </a:lnTo>
                  <a:lnTo>
                    <a:pt x="15" y="320"/>
                  </a:lnTo>
                  <a:lnTo>
                    <a:pt x="15" y="320"/>
                  </a:lnTo>
                  <a:lnTo>
                    <a:pt x="15" y="320"/>
                  </a:lnTo>
                  <a:lnTo>
                    <a:pt x="17" y="317"/>
                  </a:lnTo>
                  <a:lnTo>
                    <a:pt x="15" y="320"/>
                  </a:lnTo>
                  <a:lnTo>
                    <a:pt x="15" y="320"/>
                  </a:lnTo>
                  <a:close/>
                  <a:moveTo>
                    <a:pt x="15" y="298"/>
                  </a:moveTo>
                  <a:lnTo>
                    <a:pt x="12" y="298"/>
                  </a:lnTo>
                  <a:lnTo>
                    <a:pt x="12" y="298"/>
                  </a:lnTo>
                  <a:lnTo>
                    <a:pt x="12" y="298"/>
                  </a:lnTo>
                  <a:lnTo>
                    <a:pt x="12" y="301"/>
                  </a:lnTo>
                  <a:lnTo>
                    <a:pt x="15" y="301"/>
                  </a:lnTo>
                  <a:lnTo>
                    <a:pt x="15" y="301"/>
                  </a:lnTo>
                  <a:lnTo>
                    <a:pt x="12" y="301"/>
                  </a:lnTo>
                  <a:lnTo>
                    <a:pt x="12" y="301"/>
                  </a:lnTo>
                  <a:lnTo>
                    <a:pt x="12" y="301"/>
                  </a:lnTo>
                  <a:lnTo>
                    <a:pt x="12" y="301"/>
                  </a:lnTo>
                  <a:lnTo>
                    <a:pt x="12" y="301"/>
                  </a:lnTo>
                  <a:lnTo>
                    <a:pt x="10" y="301"/>
                  </a:lnTo>
                  <a:lnTo>
                    <a:pt x="8" y="301"/>
                  </a:lnTo>
                  <a:lnTo>
                    <a:pt x="8" y="301"/>
                  </a:lnTo>
                  <a:lnTo>
                    <a:pt x="5" y="303"/>
                  </a:lnTo>
                  <a:lnTo>
                    <a:pt x="3" y="303"/>
                  </a:lnTo>
                  <a:lnTo>
                    <a:pt x="0" y="301"/>
                  </a:lnTo>
                  <a:lnTo>
                    <a:pt x="0" y="301"/>
                  </a:lnTo>
                  <a:lnTo>
                    <a:pt x="0" y="303"/>
                  </a:lnTo>
                  <a:lnTo>
                    <a:pt x="5" y="303"/>
                  </a:lnTo>
                  <a:lnTo>
                    <a:pt x="10" y="303"/>
                  </a:lnTo>
                  <a:lnTo>
                    <a:pt x="12" y="303"/>
                  </a:lnTo>
                  <a:lnTo>
                    <a:pt x="15" y="303"/>
                  </a:lnTo>
                  <a:lnTo>
                    <a:pt x="15" y="301"/>
                  </a:lnTo>
                  <a:lnTo>
                    <a:pt x="17" y="301"/>
                  </a:lnTo>
                  <a:lnTo>
                    <a:pt x="17" y="301"/>
                  </a:lnTo>
                  <a:lnTo>
                    <a:pt x="17" y="301"/>
                  </a:lnTo>
                  <a:lnTo>
                    <a:pt x="15" y="298"/>
                  </a:lnTo>
                  <a:close/>
                  <a:moveTo>
                    <a:pt x="504" y="3"/>
                  </a:moveTo>
                  <a:lnTo>
                    <a:pt x="504" y="3"/>
                  </a:lnTo>
                  <a:lnTo>
                    <a:pt x="504" y="3"/>
                  </a:lnTo>
                  <a:lnTo>
                    <a:pt x="504" y="0"/>
                  </a:lnTo>
                  <a:lnTo>
                    <a:pt x="504" y="3"/>
                  </a:lnTo>
                  <a:close/>
                  <a:moveTo>
                    <a:pt x="483" y="36"/>
                  </a:moveTo>
                  <a:lnTo>
                    <a:pt x="481" y="36"/>
                  </a:lnTo>
                  <a:lnTo>
                    <a:pt x="481" y="36"/>
                  </a:lnTo>
                  <a:lnTo>
                    <a:pt x="483" y="38"/>
                  </a:lnTo>
                  <a:lnTo>
                    <a:pt x="483" y="38"/>
                  </a:lnTo>
                  <a:lnTo>
                    <a:pt x="483" y="38"/>
                  </a:lnTo>
                  <a:lnTo>
                    <a:pt x="483" y="38"/>
                  </a:lnTo>
                  <a:lnTo>
                    <a:pt x="483" y="36"/>
                  </a:lnTo>
                  <a:lnTo>
                    <a:pt x="483" y="36"/>
                  </a:lnTo>
                  <a:close/>
                  <a:moveTo>
                    <a:pt x="538" y="178"/>
                  </a:moveTo>
                  <a:lnTo>
                    <a:pt x="538" y="180"/>
                  </a:lnTo>
                  <a:lnTo>
                    <a:pt x="538" y="182"/>
                  </a:lnTo>
                  <a:lnTo>
                    <a:pt x="538" y="180"/>
                  </a:lnTo>
                  <a:lnTo>
                    <a:pt x="538" y="180"/>
                  </a:lnTo>
                  <a:lnTo>
                    <a:pt x="538" y="178"/>
                  </a:lnTo>
                  <a:lnTo>
                    <a:pt x="538" y="178"/>
                  </a:lnTo>
                  <a:close/>
                  <a:moveTo>
                    <a:pt x="507" y="26"/>
                  </a:moveTo>
                  <a:lnTo>
                    <a:pt x="507" y="26"/>
                  </a:lnTo>
                  <a:lnTo>
                    <a:pt x="507" y="26"/>
                  </a:lnTo>
                  <a:lnTo>
                    <a:pt x="507" y="29"/>
                  </a:lnTo>
                  <a:lnTo>
                    <a:pt x="507" y="29"/>
                  </a:lnTo>
                  <a:lnTo>
                    <a:pt x="507" y="29"/>
                  </a:lnTo>
                  <a:lnTo>
                    <a:pt x="509" y="29"/>
                  </a:lnTo>
                  <a:lnTo>
                    <a:pt x="509" y="29"/>
                  </a:lnTo>
                  <a:lnTo>
                    <a:pt x="509" y="31"/>
                  </a:lnTo>
                  <a:lnTo>
                    <a:pt x="509" y="31"/>
                  </a:lnTo>
                  <a:lnTo>
                    <a:pt x="509" y="31"/>
                  </a:lnTo>
                  <a:lnTo>
                    <a:pt x="512" y="31"/>
                  </a:lnTo>
                  <a:lnTo>
                    <a:pt x="512" y="31"/>
                  </a:lnTo>
                  <a:lnTo>
                    <a:pt x="512" y="29"/>
                  </a:lnTo>
                  <a:lnTo>
                    <a:pt x="512" y="29"/>
                  </a:lnTo>
                  <a:lnTo>
                    <a:pt x="512" y="29"/>
                  </a:lnTo>
                  <a:lnTo>
                    <a:pt x="509" y="29"/>
                  </a:lnTo>
                  <a:lnTo>
                    <a:pt x="507" y="26"/>
                  </a:lnTo>
                  <a:close/>
                  <a:moveTo>
                    <a:pt x="490" y="111"/>
                  </a:moveTo>
                  <a:lnTo>
                    <a:pt x="490" y="111"/>
                  </a:lnTo>
                  <a:lnTo>
                    <a:pt x="490" y="111"/>
                  </a:lnTo>
                  <a:lnTo>
                    <a:pt x="490" y="111"/>
                  </a:lnTo>
                  <a:lnTo>
                    <a:pt x="490" y="111"/>
                  </a:lnTo>
                  <a:close/>
                  <a:moveTo>
                    <a:pt x="500" y="48"/>
                  </a:moveTo>
                  <a:lnTo>
                    <a:pt x="497" y="48"/>
                  </a:lnTo>
                  <a:lnTo>
                    <a:pt x="497" y="48"/>
                  </a:lnTo>
                  <a:lnTo>
                    <a:pt x="495" y="45"/>
                  </a:lnTo>
                  <a:lnTo>
                    <a:pt x="495" y="45"/>
                  </a:lnTo>
                  <a:lnTo>
                    <a:pt x="495" y="43"/>
                  </a:lnTo>
                  <a:lnTo>
                    <a:pt x="495" y="40"/>
                  </a:lnTo>
                  <a:lnTo>
                    <a:pt x="495" y="40"/>
                  </a:lnTo>
                  <a:lnTo>
                    <a:pt x="493" y="43"/>
                  </a:lnTo>
                  <a:lnTo>
                    <a:pt x="493" y="43"/>
                  </a:lnTo>
                  <a:lnTo>
                    <a:pt x="493" y="43"/>
                  </a:lnTo>
                  <a:lnTo>
                    <a:pt x="493" y="43"/>
                  </a:lnTo>
                  <a:lnTo>
                    <a:pt x="490" y="43"/>
                  </a:lnTo>
                  <a:lnTo>
                    <a:pt x="490" y="45"/>
                  </a:lnTo>
                  <a:lnTo>
                    <a:pt x="490" y="45"/>
                  </a:lnTo>
                  <a:lnTo>
                    <a:pt x="490" y="45"/>
                  </a:lnTo>
                  <a:lnTo>
                    <a:pt x="490" y="45"/>
                  </a:lnTo>
                  <a:lnTo>
                    <a:pt x="490" y="45"/>
                  </a:lnTo>
                  <a:lnTo>
                    <a:pt x="493" y="48"/>
                  </a:lnTo>
                  <a:lnTo>
                    <a:pt x="493" y="48"/>
                  </a:lnTo>
                  <a:lnTo>
                    <a:pt x="495" y="48"/>
                  </a:lnTo>
                  <a:lnTo>
                    <a:pt x="495" y="48"/>
                  </a:lnTo>
                  <a:lnTo>
                    <a:pt x="495" y="48"/>
                  </a:lnTo>
                  <a:lnTo>
                    <a:pt x="495" y="50"/>
                  </a:lnTo>
                  <a:lnTo>
                    <a:pt x="495" y="50"/>
                  </a:lnTo>
                  <a:lnTo>
                    <a:pt x="495" y="50"/>
                  </a:lnTo>
                  <a:lnTo>
                    <a:pt x="497" y="50"/>
                  </a:lnTo>
                  <a:lnTo>
                    <a:pt x="497" y="50"/>
                  </a:lnTo>
                  <a:lnTo>
                    <a:pt x="495" y="50"/>
                  </a:lnTo>
                  <a:lnTo>
                    <a:pt x="495" y="50"/>
                  </a:lnTo>
                  <a:lnTo>
                    <a:pt x="497" y="50"/>
                  </a:lnTo>
                  <a:lnTo>
                    <a:pt x="495" y="52"/>
                  </a:lnTo>
                  <a:lnTo>
                    <a:pt x="497" y="52"/>
                  </a:lnTo>
                  <a:lnTo>
                    <a:pt x="497" y="55"/>
                  </a:lnTo>
                  <a:lnTo>
                    <a:pt x="500" y="55"/>
                  </a:lnTo>
                  <a:lnTo>
                    <a:pt x="500" y="55"/>
                  </a:lnTo>
                  <a:lnTo>
                    <a:pt x="500" y="48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19">
              <a:extLst>
                <a:ext uri="{FF2B5EF4-FFF2-40B4-BE49-F238E27FC236}">
                  <a16:creationId xmlns:a16="http://schemas.microsoft.com/office/drawing/2014/main" id="{9F2463CE-31EA-D0E8-3B56-10595285359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8547" y="2185490"/>
              <a:ext cx="418974" cy="306908"/>
            </a:xfrm>
            <a:custGeom>
              <a:avLst/>
              <a:gdLst>
                <a:gd name="T0" fmla="*/ 326 w 329"/>
                <a:gd name="T1" fmla="*/ 222 h 241"/>
                <a:gd name="T2" fmla="*/ 326 w 329"/>
                <a:gd name="T3" fmla="*/ 213 h 241"/>
                <a:gd name="T4" fmla="*/ 329 w 329"/>
                <a:gd name="T5" fmla="*/ 206 h 241"/>
                <a:gd name="T6" fmla="*/ 326 w 329"/>
                <a:gd name="T7" fmla="*/ 198 h 241"/>
                <a:gd name="T8" fmla="*/ 317 w 329"/>
                <a:gd name="T9" fmla="*/ 184 h 241"/>
                <a:gd name="T10" fmla="*/ 305 w 329"/>
                <a:gd name="T11" fmla="*/ 184 h 241"/>
                <a:gd name="T12" fmla="*/ 298 w 329"/>
                <a:gd name="T13" fmla="*/ 161 h 241"/>
                <a:gd name="T14" fmla="*/ 291 w 329"/>
                <a:gd name="T15" fmla="*/ 127 h 241"/>
                <a:gd name="T16" fmla="*/ 286 w 329"/>
                <a:gd name="T17" fmla="*/ 111 h 241"/>
                <a:gd name="T18" fmla="*/ 265 w 329"/>
                <a:gd name="T19" fmla="*/ 90 h 241"/>
                <a:gd name="T20" fmla="*/ 251 w 329"/>
                <a:gd name="T21" fmla="*/ 80 h 241"/>
                <a:gd name="T22" fmla="*/ 246 w 329"/>
                <a:gd name="T23" fmla="*/ 66 h 241"/>
                <a:gd name="T24" fmla="*/ 232 w 329"/>
                <a:gd name="T25" fmla="*/ 59 h 241"/>
                <a:gd name="T26" fmla="*/ 227 w 329"/>
                <a:gd name="T27" fmla="*/ 47 h 241"/>
                <a:gd name="T28" fmla="*/ 220 w 329"/>
                <a:gd name="T29" fmla="*/ 33 h 241"/>
                <a:gd name="T30" fmla="*/ 206 w 329"/>
                <a:gd name="T31" fmla="*/ 33 h 241"/>
                <a:gd name="T32" fmla="*/ 199 w 329"/>
                <a:gd name="T33" fmla="*/ 30 h 241"/>
                <a:gd name="T34" fmla="*/ 192 w 329"/>
                <a:gd name="T35" fmla="*/ 19 h 241"/>
                <a:gd name="T36" fmla="*/ 173 w 329"/>
                <a:gd name="T37" fmla="*/ 4 h 241"/>
                <a:gd name="T38" fmla="*/ 151 w 329"/>
                <a:gd name="T39" fmla="*/ 2 h 241"/>
                <a:gd name="T40" fmla="*/ 132 w 329"/>
                <a:gd name="T41" fmla="*/ 2 h 241"/>
                <a:gd name="T42" fmla="*/ 113 w 329"/>
                <a:gd name="T43" fmla="*/ 7 h 241"/>
                <a:gd name="T44" fmla="*/ 90 w 329"/>
                <a:gd name="T45" fmla="*/ 9 h 241"/>
                <a:gd name="T46" fmla="*/ 73 w 329"/>
                <a:gd name="T47" fmla="*/ 9 h 241"/>
                <a:gd name="T48" fmla="*/ 54 w 329"/>
                <a:gd name="T49" fmla="*/ 45 h 241"/>
                <a:gd name="T50" fmla="*/ 7 w 329"/>
                <a:gd name="T51" fmla="*/ 111 h 241"/>
                <a:gd name="T52" fmla="*/ 26 w 329"/>
                <a:gd name="T53" fmla="*/ 123 h 241"/>
                <a:gd name="T54" fmla="*/ 40 w 329"/>
                <a:gd name="T55" fmla="*/ 142 h 241"/>
                <a:gd name="T56" fmla="*/ 45 w 329"/>
                <a:gd name="T57" fmla="*/ 144 h 241"/>
                <a:gd name="T58" fmla="*/ 57 w 329"/>
                <a:gd name="T59" fmla="*/ 139 h 241"/>
                <a:gd name="T60" fmla="*/ 52 w 329"/>
                <a:gd name="T61" fmla="*/ 146 h 241"/>
                <a:gd name="T62" fmla="*/ 42 w 329"/>
                <a:gd name="T63" fmla="*/ 154 h 241"/>
                <a:gd name="T64" fmla="*/ 50 w 329"/>
                <a:gd name="T65" fmla="*/ 156 h 241"/>
                <a:gd name="T66" fmla="*/ 52 w 329"/>
                <a:gd name="T67" fmla="*/ 158 h 241"/>
                <a:gd name="T68" fmla="*/ 54 w 329"/>
                <a:gd name="T69" fmla="*/ 163 h 241"/>
                <a:gd name="T70" fmla="*/ 83 w 329"/>
                <a:gd name="T71" fmla="*/ 170 h 241"/>
                <a:gd name="T72" fmla="*/ 121 w 329"/>
                <a:gd name="T73" fmla="*/ 163 h 241"/>
                <a:gd name="T74" fmla="*/ 163 w 329"/>
                <a:gd name="T75" fmla="*/ 170 h 241"/>
                <a:gd name="T76" fmla="*/ 192 w 329"/>
                <a:gd name="T77" fmla="*/ 172 h 241"/>
                <a:gd name="T78" fmla="*/ 180 w 329"/>
                <a:gd name="T79" fmla="*/ 191 h 241"/>
                <a:gd name="T80" fmla="*/ 149 w 329"/>
                <a:gd name="T81" fmla="*/ 182 h 241"/>
                <a:gd name="T82" fmla="*/ 123 w 329"/>
                <a:gd name="T83" fmla="*/ 182 h 241"/>
                <a:gd name="T84" fmla="*/ 87 w 329"/>
                <a:gd name="T85" fmla="*/ 194 h 241"/>
                <a:gd name="T86" fmla="*/ 42 w 329"/>
                <a:gd name="T87" fmla="*/ 208 h 241"/>
                <a:gd name="T88" fmla="*/ 45 w 329"/>
                <a:gd name="T89" fmla="*/ 217 h 241"/>
                <a:gd name="T90" fmla="*/ 52 w 329"/>
                <a:gd name="T91" fmla="*/ 215 h 241"/>
                <a:gd name="T92" fmla="*/ 57 w 329"/>
                <a:gd name="T93" fmla="*/ 222 h 241"/>
                <a:gd name="T94" fmla="*/ 68 w 329"/>
                <a:gd name="T95" fmla="*/ 225 h 241"/>
                <a:gd name="T96" fmla="*/ 83 w 329"/>
                <a:gd name="T97" fmla="*/ 222 h 241"/>
                <a:gd name="T98" fmla="*/ 99 w 329"/>
                <a:gd name="T99" fmla="*/ 227 h 241"/>
                <a:gd name="T100" fmla="*/ 113 w 329"/>
                <a:gd name="T101" fmla="*/ 213 h 241"/>
                <a:gd name="T102" fmla="*/ 109 w 329"/>
                <a:gd name="T103" fmla="*/ 222 h 241"/>
                <a:gd name="T104" fmla="*/ 97 w 329"/>
                <a:gd name="T105" fmla="*/ 225 h 241"/>
                <a:gd name="T106" fmla="*/ 73 w 329"/>
                <a:gd name="T107" fmla="*/ 227 h 241"/>
                <a:gd name="T108" fmla="*/ 52 w 329"/>
                <a:gd name="T109" fmla="*/ 222 h 241"/>
                <a:gd name="T110" fmla="*/ 42 w 329"/>
                <a:gd name="T111" fmla="*/ 239 h 241"/>
                <a:gd name="T112" fmla="*/ 97 w 329"/>
                <a:gd name="T113" fmla="*/ 234 h 241"/>
                <a:gd name="T114" fmla="*/ 225 w 329"/>
                <a:gd name="T115" fmla="*/ 222 h 241"/>
                <a:gd name="T116" fmla="*/ 236 w 329"/>
                <a:gd name="T117" fmla="*/ 222 h 241"/>
                <a:gd name="T118" fmla="*/ 251 w 329"/>
                <a:gd name="T119" fmla="*/ 229 h 241"/>
                <a:gd name="T120" fmla="*/ 267 w 329"/>
                <a:gd name="T121" fmla="*/ 236 h 241"/>
                <a:gd name="T122" fmla="*/ 300 w 329"/>
                <a:gd name="T123" fmla="*/ 234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29" h="241">
                  <a:moveTo>
                    <a:pt x="329" y="229"/>
                  </a:moveTo>
                  <a:lnTo>
                    <a:pt x="329" y="232"/>
                  </a:lnTo>
                  <a:lnTo>
                    <a:pt x="329" y="232"/>
                  </a:lnTo>
                  <a:lnTo>
                    <a:pt x="329" y="232"/>
                  </a:lnTo>
                  <a:lnTo>
                    <a:pt x="329" y="229"/>
                  </a:lnTo>
                  <a:lnTo>
                    <a:pt x="329" y="229"/>
                  </a:lnTo>
                  <a:lnTo>
                    <a:pt x="326" y="229"/>
                  </a:lnTo>
                  <a:lnTo>
                    <a:pt x="326" y="229"/>
                  </a:lnTo>
                  <a:lnTo>
                    <a:pt x="326" y="229"/>
                  </a:lnTo>
                  <a:lnTo>
                    <a:pt x="326" y="229"/>
                  </a:lnTo>
                  <a:lnTo>
                    <a:pt x="326" y="229"/>
                  </a:lnTo>
                  <a:lnTo>
                    <a:pt x="326" y="229"/>
                  </a:lnTo>
                  <a:lnTo>
                    <a:pt x="326" y="227"/>
                  </a:lnTo>
                  <a:lnTo>
                    <a:pt x="324" y="227"/>
                  </a:lnTo>
                  <a:lnTo>
                    <a:pt x="324" y="227"/>
                  </a:lnTo>
                  <a:lnTo>
                    <a:pt x="326" y="227"/>
                  </a:lnTo>
                  <a:lnTo>
                    <a:pt x="326" y="227"/>
                  </a:lnTo>
                  <a:lnTo>
                    <a:pt x="326" y="227"/>
                  </a:lnTo>
                  <a:lnTo>
                    <a:pt x="326" y="225"/>
                  </a:lnTo>
                  <a:lnTo>
                    <a:pt x="326" y="225"/>
                  </a:lnTo>
                  <a:lnTo>
                    <a:pt x="326" y="222"/>
                  </a:lnTo>
                  <a:lnTo>
                    <a:pt x="326" y="222"/>
                  </a:lnTo>
                  <a:lnTo>
                    <a:pt x="326" y="222"/>
                  </a:lnTo>
                  <a:lnTo>
                    <a:pt x="326" y="222"/>
                  </a:lnTo>
                  <a:lnTo>
                    <a:pt x="326" y="222"/>
                  </a:lnTo>
                  <a:lnTo>
                    <a:pt x="324" y="222"/>
                  </a:lnTo>
                  <a:lnTo>
                    <a:pt x="324" y="220"/>
                  </a:lnTo>
                  <a:lnTo>
                    <a:pt x="326" y="220"/>
                  </a:lnTo>
                  <a:lnTo>
                    <a:pt x="326" y="220"/>
                  </a:lnTo>
                  <a:lnTo>
                    <a:pt x="326" y="217"/>
                  </a:lnTo>
                  <a:lnTo>
                    <a:pt x="326" y="217"/>
                  </a:lnTo>
                  <a:lnTo>
                    <a:pt x="329" y="217"/>
                  </a:lnTo>
                  <a:lnTo>
                    <a:pt x="329" y="217"/>
                  </a:lnTo>
                  <a:lnTo>
                    <a:pt x="329" y="217"/>
                  </a:lnTo>
                  <a:lnTo>
                    <a:pt x="329" y="215"/>
                  </a:lnTo>
                  <a:lnTo>
                    <a:pt x="329" y="215"/>
                  </a:lnTo>
                  <a:lnTo>
                    <a:pt x="329" y="215"/>
                  </a:lnTo>
                  <a:lnTo>
                    <a:pt x="329" y="215"/>
                  </a:lnTo>
                  <a:lnTo>
                    <a:pt x="329" y="215"/>
                  </a:lnTo>
                  <a:lnTo>
                    <a:pt x="329" y="213"/>
                  </a:lnTo>
                  <a:lnTo>
                    <a:pt x="329" y="213"/>
                  </a:lnTo>
                  <a:lnTo>
                    <a:pt x="326" y="213"/>
                  </a:lnTo>
                  <a:lnTo>
                    <a:pt x="326" y="213"/>
                  </a:lnTo>
                  <a:lnTo>
                    <a:pt x="326" y="213"/>
                  </a:lnTo>
                  <a:lnTo>
                    <a:pt x="326" y="213"/>
                  </a:lnTo>
                  <a:lnTo>
                    <a:pt x="326" y="213"/>
                  </a:lnTo>
                  <a:lnTo>
                    <a:pt x="326" y="213"/>
                  </a:lnTo>
                  <a:lnTo>
                    <a:pt x="326" y="213"/>
                  </a:lnTo>
                  <a:lnTo>
                    <a:pt x="326" y="210"/>
                  </a:lnTo>
                  <a:lnTo>
                    <a:pt x="326" y="210"/>
                  </a:lnTo>
                  <a:lnTo>
                    <a:pt x="326" y="210"/>
                  </a:lnTo>
                  <a:lnTo>
                    <a:pt x="326" y="210"/>
                  </a:lnTo>
                  <a:lnTo>
                    <a:pt x="326" y="210"/>
                  </a:lnTo>
                  <a:lnTo>
                    <a:pt x="326" y="208"/>
                  </a:lnTo>
                  <a:lnTo>
                    <a:pt x="326" y="208"/>
                  </a:lnTo>
                  <a:lnTo>
                    <a:pt x="326" y="208"/>
                  </a:lnTo>
                  <a:lnTo>
                    <a:pt x="326" y="208"/>
                  </a:lnTo>
                  <a:lnTo>
                    <a:pt x="326" y="208"/>
                  </a:lnTo>
                  <a:lnTo>
                    <a:pt x="326" y="208"/>
                  </a:lnTo>
                  <a:lnTo>
                    <a:pt x="326" y="208"/>
                  </a:lnTo>
                  <a:lnTo>
                    <a:pt x="329" y="208"/>
                  </a:lnTo>
                  <a:lnTo>
                    <a:pt x="329" y="208"/>
                  </a:lnTo>
                  <a:lnTo>
                    <a:pt x="329" y="208"/>
                  </a:lnTo>
                  <a:lnTo>
                    <a:pt x="329" y="208"/>
                  </a:lnTo>
                  <a:lnTo>
                    <a:pt x="329" y="206"/>
                  </a:lnTo>
                  <a:lnTo>
                    <a:pt x="329" y="206"/>
                  </a:lnTo>
                  <a:lnTo>
                    <a:pt x="329" y="206"/>
                  </a:lnTo>
                  <a:lnTo>
                    <a:pt x="329" y="203"/>
                  </a:lnTo>
                  <a:lnTo>
                    <a:pt x="329" y="203"/>
                  </a:lnTo>
                  <a:lnTo>
                    <a:pt x="329" y="203"/>
                  </a:lnTo>
                  <a:lnTo>
                    <a:pt x="329" y="203"/>
                  </a:lnTo>
                  <a:lnTo>
                    <a:pt x="329" y="206"/>
                  </a:lnTo>
                  <a:lnTo>
                    <a:pt x="326" y="206"/>
                  </a:lnTo>
                  <a:lnTo>
                    <a:pt x="326" y="206"/>
                  </a:lnTo>
                  <a:lnTo>
                    <a:pt x="326" y="206"/>
                  </a:lnTo>
                  <a:lnTo>
                    <a:pt x="326" y="203"/>
                  </a:lnTo>
                  <a:lnTo>
                    <a:pt x="326" y="203"/>
                  </a:lnTo>
                  <a:lnTo>
                    <a:pt x="326" y="203"/>
                  </a:lnTo>
                  <a:lnTo>
                    <a:pt x="326" y="203"/>
                  </a:lnTo>
                  <a:lnTo>
                    <a:pt x="326" y="203"/>
                  </a:lnTo>
                  <a:lnTo>
                    <a:pt x="326" y="201"/>
                  </a:lnTo>
                  <a:lnTo>
                    <a:pt x="326" y="201"/>
                  </a:lnTo>
                  <a:lnTo>
                    <a:pt x="326" y="201"/>
                  </a:lnTo>
                  <a:lnTo>
                    <a:pt x="326" y="201"/>
                  </a:lnTo>
                  <a:lnTo>
                    <a:pt x="326" y="201"/>
                  </a:lnTo>
                  <a:lnTo>
                    <a:pt x="326" y="198"/>
                  </a:lnTo>
                  <a:lnTo>
                    <a:pt x="326" y="198"/>
                  </a:lnTo>
                  <a:lnTo>
                    <a:pt x="326" y="198"/>
                  </a:lnTo>
                  <a:lnTo>
                    <a:pt x="324" y="198"/>
                  </a:lnTo>
                  <a:lnTo>
                    <a:pt x="324" y="198"/>
                  </a:lnTo>
                  <a:lnTo>
                    <a:pt x="324" y="198"/>
                  </a:lnTo>
                  <a:lnTo>
                    <a:pt x="324" y="198"/>
                  </a:lnTo>
                  <a:lnTo>
                    <a:pt x="322" y="196"/>
                  </a:lnTo>
                  <a:lnTo>
                    <a:pt x="322" y="196"/>
                  </a:lnTo>
                  <a:lnTo>
                    <a:pt x="322" y="196"/>
                  </a:lnTo>
                  <a:lnTo>
                    <a:pt x="322" y="194"/>
                  </a:lnTo>
                  <a:lnTo>
                    <a:pt x="319" y="194"/>
                  </a:lnTo>
                  <a:lnTo>
                    <a:pt x="319" y="191"/>
                  </a:lnTo>
                  <a:lnTo>
                    <a:pt x="319" y="191"/>
                  </a:lnTo>
                  <a:lnTo>
                    <a:pt x="319" y="191"/>
                  </a:lnTo>
                  <a:lnTo>
                    <a:pt x="319" y="191"/>
                  </a:lnTo>
                  <a:lnTo>
                    <a:pt x="319" y="189"/>
                  </a:lnTo>
                  <a:lnTo>
                    <a:pt x="319" y="189"/>
                  </a:lnTo>
                  <a:lnTo>
                    <a:pt x="319" y="189"/>
                  </a:lnTo>
                  <a:lnTo>
                    <a:pt x="319" y="187"/>
                  </a:lnTo>
                  <a:lnTo>
                    <a:pt x="317" y="184"/>
                  </a:lnTo>
                  <a:lnTo>
                    <a:pt x="317" y="184"/>
                  </a:lnTo>
                  <a:lnTo>
                    <a:pt x="317" y="182"/>
                  </a:lnTo>
                  <a:lnTo>
                    <a:pt x="317" y="184"/>
                  </a:lnTo>
                  <a:lnTo>
                    <a:pt x="317" y="184"/>
                  </a:lnTo>
                  <a:lnTo>
                    <a:pt x="315" y="184"/>
                  </a:lnTo>
                  <a:lnTo>
                    <a:pt x="315" y="182"/>
                  </a:lnTo>
                  <a:lnTo>
                    <a:pt x="315" y="182"/>
                  </a:lnTo>
                  <a:lnTo>
                    <a:pt x="315" y="182"/>
                  </a:lnTo>
                  <a:lnTo>
                    <a:pt x="315" y="182"/>
                  </a:lnTo>
                  <a:lnTo>
                    <a:pt x="312" y="182"/>
                  </a:lnTo>
                  <a:lnTo>
                    <a:pt x="312" y="182"/>
                  </a:lnTo>
                  <a:lnTo>
                    <a:pt x="312" y="182"/>
                  </a:lnTo>
                  <a:lnTo>
                    <a:pt x="312" y="182"/>
                  </a:lnTo>
                  <a:lnTo>
                    <a:pt x="310" y="180"/>
                  </a:lnTo>
                  <a:lnTo>
                    <a:pt x="310" y="180"/>
                  </a:lnTo>
                  <a:lnTo>
                    <a:pt x="310" y="182"/>
                  </a:lnTo>
                  <a:lnTo>
                    <a:pt x="310" y="182"/>
                  </a:lnTo>
                  <a:lnTo>
                    <a:pt x="307" y="182"/>
                  </a:lnTo>
                  <a:lnTo>
                    <a:pt x="307" y="184"/>
                  </a:lnTo>
                  <a:lnTo>
                    <a:pt x="305" y="187"/>
                  </a:lnTo>
                  <a:lnTo>
                    <a:pt x="305" y="187"/>
                  </a:lnTo>
                  <a:lnTo>
                    <a:pt x="305" y="187"/>
                  </a:lnTo>
                  <a:lnTo>
                    <a:pt x="305" y="187"/>
                  </a:lnTo>
                  <a:lnTo>
                    <a:pt x="305" y="184"/>
                  </a:lnTo>
                  <a:lnTo>
                    <a:pt x="305" y="184"/>
                  </a:lnTo>
                  <a:lnTo>
                    <a:pt x="305" y="184"/>
                  </a:lnTo>
                  <a:lnTo>
                    <a:pt x="303" y="184"/>
                  </a:lnTo>
                  <a:lnTo>
                    <a:pt x="303" y="182"/>
                  </a:lnTo>
                  <a:lnTo>
                    <a:pt x="303" y="182"/>
                  </a:lnTo>
                  <a:lnTo>
                    <a:pt x="303" y="182"/>
                  </a:lnTo>
                  <a:lnTo>
                    <a:pt x="303" y="180"/>
                  </a:lnTo>
                  <a:lnTo>
                    <a:pt x="303" y="177"/>
                  </a:lnTo>
                  <a:lnTo>
                    <a:pt x="303" y="177"/>
                  </a:lnTo>
                  <a:lnTo>
                    <a:pt x="303" y="177"/>
                  </a:lnTo>
                  <a:lnTo>
                    <a:pt x="300" y="177"/>
                  </a:lnTo>
                  <a:lnTo>
                    <a:pt x="300" y="177"/>
                  </a:lnTo>
                  <a:lnTo>
                    <a:pt x="300" y="177"/>
                  </a:lnTo>
                  <a:lnTo>
                    <a:pt x="300" y="175"/>
                  </a:lnTo>
                  <a:lnTo>
                    <a:pt x="300" y="175"/>
                  </a:lnTo>
                  <a:lnTo>
                    <a:pt x="296" y="172"/>
                  </a:lnTo>
                  <a:lnTo>
                    <a:pt x="296" y="172"/>
                  </a:lnTo>
                  <a:lnTo>
                    <a:pt x="293" y="170"/>
                  </a:lnTo>
                  <a:lnTo>
                    <a:pt x="293" y="168"/>
                  </a:lnTo>
                  <a:lnTo>
                    <a:pt x="293" y="165"/>
                  </a:lnTo>
                  <a:lnTo>
                    <a:pt x="291" y="165"/>
                  </a:lnTo>
                  <a:lnTo>
                    <a:pt x="291" y="165"/>
                  </a:lnTo>
                  <a:lnTo>
                    <a:pt x="296" y="161"/>
                  </a:lnTo>
                  <a:lnTo>
                    <a:pt x="298" y="161"/>
                  </a:lnTo>
                  <a:lnTo>
                    <a:pt x="298" y="158"/>
                  </a:lnTo>
                  <a:lnTo>
                    <a:pt x="298" y="156"/>
                  </a:lnTo>
                  <a:lnTo>
                    <a:pt x="298" y="154"/>
                  </a:lnTo>
                  <a:lnTo>
                    <a:pt x="298" y="154"/>
                  </a:lnTo>
                  <a:lnTo>
                    <a:pt x="298" y="151"/>
                  </a:lnTo>
                  <a:lnTo>
                    <a:pt x="296" y="151"/>
                  </a:lnTo>
                  <a:lnTo>
                    <a:pt x="296" y="151"/>
                  </a:lnTo>
                  <a:lnTo>
                    <a:pt x="296" y="149"/>
                  </a:lnTo>
                  <a:lnTo>
                    <a:pt x="296" y="146"/>
                  </a:lnTo>
                  <a:lnTo>
                    <a:pt x="296" y="142"/>
                  </a:lnTo>
                  <a:lnTo>
                    <a:pt x="296" y="139"/>
                  </a:lnTo>
                  <a:lnTo>
                    <a:pt x="296" y="139"/>
                  </a:lnTo>
                  <a:lnTo>
                    <a:pt x="296" y="135"/>
                  </a:lnTo>
                  <a:lnTo>
                    <a:pt x="293" y="135"/>
                  </a:lnTo>
                  <a:lnTo>
                    <a:pt x="293" y="132"/>
                  </a:lnTo>
                  <a:lnTo>
                    <a:pt x="291" y="132"/>
                  </a:lnTo>
                  <a:lnTo>
                    <a:pt x="291" y="132"/>
                  </a:lnTo>
                  <a:lnTo>
                    <a:pt x="291" y="132"/>
                  </a:lnTo>
                  <a:lnTo>
                    <a:pt x="289" y="130"/>
                  </a:lnTo>
                  <a:lnTo>
                    <a:pt x="291" y="130"/>
                  </a:lnTo>
                  <a:lnTo>
                    <a:pt x="291" y="130"/>
                  </a:lnTo>
                  <a:lnTo>
                    <a:pt x="291" y="127"/>
                  </a:lnTo>
                  <a:lnTo>
                    <a:pt x="286" y="127"/>
                  </a:lnTo>
                  <a:lnTo>
                    <a:pt x="284" y="127"/>
                  </a:lnTo>
                  <a:lnTo>
                    <a:pt x="284" y="125"/>
                  </a:lnTo>
                  <a:lnTo>
                    <a:pt x="284" y="123"/>
                  </a:lnTo>
                  <a:lnTo>
                    <a:pt x="284" y="120"/>
                  </a:lnTo>
                  <a:lnTo>
                    <a:pt x="284" y="120"/>
                  </a:lnTo>
                  <a:lnTo>
                    <a:pt x="284" y="118"/>
                  </a:lnTo>
                  <a:lnTo>
                    <a:pt x="286" y="118"/>
                  </a:lnTo>
                  <a:lnTo>
                    <a:pt x="286" y="118"/>
                  </a:lnTo>
                  <a:lnTo>
                    <a:pt x="286" y="118"/>
                  </a:lnTo>
                  <a:lnTo>
                    <a:pt x="286" y="116"/>
                  </a:lnTo>
                  <a:lnTo>
                    <a:pt x="286" y="116"/>
                  </a:lnTo>
                  <a:lnTo>
                    <a:pt x="286" y="116"/>
                  </a:lnTo>
                  <a:lnTo>
                    <a:pt x="286" y="113"/>
                  </a:lnTo>
                  <a:lnTo>
                    <a:pt x="289" y="113"/>
                  </a:lnTo>
                  <a:lnTo>
                    <a:pt x="289" y="113"/>
                  </a:lnTo>
                  <a:lnTo>
                    <a:pt x="286" y="113"/>
                  </a:lnTo>
                  <a:lnTo>
                    <a:pt x="286" y="113"/>
                  </a:lnTo>
                  <a:lnTo>
                    <a:pt x="286" y="113"/>
                  </a:lnTo>
                  <a:lnTo>
                    <a:pt x="286" y="111"/>
                  </a:lnTo>
                  <a:lnTo>
                    <a:pt x="286" y="111"/>
                  </a:lnTo>
                  <a:lnTo>
                    <a:pt x="286" y="111"/>
                  </a:lnTo>
                  <a:lnTo>
                    <a:pt x="286" y="111"/>
                  </a:lnTo>
                  <a:lnTo>
                    <a:pt x="286" y="111"/>
                  </a:lnTo>
                  <a:lnTo>
                    <a:pt x="286" y="111"/>
                  </a:lnTo>
                  <a:lnTo>
                    <a:pt x="284" y="109"/>
                  </a:lnTo>
                  <a:lnTo>
                    <a:pt x="284" y="109"/>
                  </a:lnTo>
                  <a:lnTo>
                    <a:pt x="284" y="109"/>
                  </a:lnTo>
                  <a:lnTo>
                    <a:pt x="281" y="106"/>
                  </a:lnTo>
                  <a:lnTo>
                    <a:pt x="281" y="106"/>
                  </a:lnTo>
                  <a:lnTo>
                    <a:pt x="279" y="104"/>
                  </a:lnTo>
                  <a:lnTo>
                    <a:pt x="277" y="101"/>
                  </a:lnTo>
                  <a:lnTo>
                    <a:pt x="274" y="101"/>
                  </a:lnTo>
                  <a:lnTo>
                    <a:pt x="272" y="99"/>
                  </a:lnTo>
                  <a:lnTo>
                    <a:pt x="272" y="99"/>
                  </a:lnTo>
                  <a:lnTo>
                    <a:pt x="272" y="97"/>
                  </a:lnTo>
                  <a:lnTo>
                    <a:pt x="272" y="94"/>
                  </a:lnTo>
                  <a:lnTo>
                    <a:pt x="272" y="92"/>
                  </a:lnTo>
                  <a:lnTo>
                    <a:pt x="270" y="92"/>
                  </a:lnTo>
                  <a:lnTo>
                    <a:pt x="270" y="92"/>
                  </a:lnTo>
                  <a:lnTo>
                    <a:pt x="270" y="92"/>
                  </a:lnTo>
                  <a:lnTo>
                    <a:pt x="267" y="92"/>
                  </a:lnTo>
                  <a:lnTo>
                    <a:pt x="267" y="90"/>
                  </a:lnTo>
                  <a:lnTo>
                    <a:pt x="265" y="90"/>
                  </a:lnTo>
                  <a:lnTo>
                    <a:pt x="262" y="87"/>
                  </a:lnTo>
                  <a:lnTo>
                    <a:pt x="262" y="87"/>
                  </a:lnTo>
                  <a:lnTo>
                    <a:pt x="262" y="87"/>
                  </a:lnTo>
                  <a:lnTo>
                    <a:pt x="262" y="87"/>
                  </a:lnTo>
                  <a:lnTo>
                    <a:pt x="260" y="87"/>
                  </a:lnTo>
                  <a:lnTo>
                    <a:pt x="260" y="87"/>
                  </a:lnTo>
                  <a:lnTo>
                    <a:pt x="260" y="87"/>
                  </a:lnTo>
                  <a:lnTo>
                    <a:pt x="258" y="87"/>
                  </a:lnTo>
                  <a:lnTo>
                    <a:pt x="255" y="85"/>
                  </a:lnTo>
                  <a:lnTo>
                    <a:pt x="255" y="85"/>
                  </a:lnTo>
                  <a:lnTo>
                    <a:pt x="255" y="85"/>
                  </a:lnTo>
                  <a:lnTo>
                    <a:pt x="255" y="85"/>
                  </a:lnTo>
                  <a:lnTo>
                    <a:pt x="255" y="85"/>
                  </a:lnTo>
                  <a:lnTo>
                    <a:pt x="255" y="85"/>
                  </a:lnTo>
                  <a:lnTo>
                    <a:pt x="255" y="83"/>
                  </a:lnTo>
                  <a:lnTo>
                    <a:pt x="255" y="83"/>
                  </a:lnTo>
                  <a:lnTo>
                    <a:pt x="255" y="83"/>
                  </a:lnTo>
                  <a:lnTo>
                    <a:pt x="253" y="83"/>
                  </a:lnTo>
                  <a:lnTo>
                    <a:pt x="253" y="80"/>
                  </a:lnTo>
                  <a:lnTo>
                    <a:pt x="253" y="80"/>
                  </a:lnTo>
                  <a:lnTo>
                    <a:pt x="253" y="80"/>
                  </a:lnTo>
                  <a:lnTo>
                    <a:pt x="251" y="80"/>
                  </a:lnTo>
                  <a:lnTo>
                    <a:pt x="251" y="80"/>
                  </a:lnTo>
                  <a:lnTo>
                    <a:pt x="251" y="80"/>
                  </a:lnTo>
                  <a:lnTo>
                    <a:pt x="251" y="80"/>
                  </a:lnTo>
                  <a:lnTo>
                    <a:pt x="248" y="80"/>
                  </a:lnTo>
                  <a:lnTo>
                    <a:pt x="248" y="78"/>
                  </a:lnTo>
                  <a:lnTo>
                    <a:pt x="248" y="78"/>
                  </a:lnTo>
                  <a:lnTo>
                    <a:pt x="251" y="78"/>
                  </a:lnTo>
                  <a:lnTo>
                    <a:pt x="251" y="78"/>
                  </a:lnTo>
                  <a:lnTo>
                    <a:pt x="253" y="78"/>
                  </a:lnTo>
                  <a:lnTo>
                    <a:pt x="251" y="78"/>
                  </a:lnTo>
                  <a:lnTo>
                    <a:pt x="251" y="75"/>
                  </a:lnTo>
                  <a:lnTo>
                    <a:pt x="248" y="73"/>
                  </a:lnTo>
                  <a:lnTo>
                    <a:pt x="248" y="73"/>
                  </a:lnTo>
                  <a:lnTo>
                    <a:pt x="246" y="73"/>
                  </a:lnTo>
                  <a:lnTo>
                    <a:pt x="246" y="71"/>
                  </a:lnTo>
                  <a:lnTo>
                    <a:pt x="246" y="68"/>
                  </a:lnTo>
                  <a:lnTo>
                    <a:pt x="246" y="68"/>
                  </a:lnTo>
                  <a:lnTo>
                    <a:pt x="246" y="68"/>
                  </a:lnTo>
                  <a:lnTo>
                    <a:pt x="246" y="68"/>
                  </a:lnTo>
                  <a:lnTo>
                    <a:pt x="246" y="68"/>
                  </a:lnTo>
                  <a:lnTo>
                    <a:pt x="246" y="66"/>
                  </a:lnTo>
                  <a:lnTo>
                    <a:pt x="246" y="66"/>
                  </a:lnTo>
                  <a:lnTo>
                    <a:pt x="244" y="66"/>
                  </a:lnTo>
                  <a:lnTo>
                    <a:pt x="244" y="66"/>
                  </a:lnTo>
                  <a:lnTo>
                    <a:pt x="244" y="66"/>
                  </a:lnTo>
                  <a:lnTo>
                    <a:pt x="241" y="66"/>
                  </a:lnTo>
                  <a:lnTo>
                    <a:pt x="241" y="66"/>
                  </a:lnTo>
                  <a:lnTo>
                    <a:pt x="241" y="66"/>
                  </a:lnTo>
                  <a:lnTo>
                    <a:pt x="239" y="66"/>
                  </a:lnTo>
                  <a:lnTo>
                    <a:pt x="239" y="66"/>
                  </a:lnTo>
                  <a:lnTo>
                    <a:pt x="239" y="66"/>
                  </a:lnTo>
                  <a:lnTo>
                    <a:pt x="239" y="66"/>
                  </a:lnTo>
                  <a:lnTo>
                    <a:pt x="239" y="66"/>
                  </a:lnTo>
                  <a:lnTo>
                    <a:pt x="239" y="64"/>
                  </a:lnTo>
                  <a:lnTo>
                    <a:pt x="239" y="61"/>
                  </a:lnTo>
                  <a:lnTo>
                    <a:pt x="239" y="61"/>
                  </a:lnTo>
                  <a:lnTo>
                    <a:pt x="236" y="61"/>
                  </a:lnTo>
                  <a:lnTo>
                    <a:pt x="236" y="61"/>
                  </a:lnTo>
                  <a:lnTo>
                    <a:pt x="236" y="59"/>
                  </a:lnTo>
                  <a:lnTo>
                    <a:pt x="234" y="59"/>
                  </a:lnTo>
                  <a:lnTo>
                    <a:pt x="234" y="59"/>
                  </a:lnTo>
                  <a:lnTo>
                    <a:pt x="234" y="59"/>
                  </a:lnTo>
                  <a:lnTo>
                    <a:pt x="234" y="59"/>
                  </a:lnTo>
                  <a:lnTo>
                    <a:pt x="232" y="59"/>
                  </a:lnTo>
                  <a:lnTo>
                    <a:pt x="232" y="59"/>
                  </a:lnTo>
                  <a:lnTo>
                    <a:pt x="229" y="59"/>
                  </a:lnTo>
                  <a:lnTo>
                    <a:pt x="229" y="56"/>
                  </a:lnTo>
                  <a:lnTo>
                    <a:pt x="229" y="56"/>
                  </a:lnTo>
                  <a:lnTo>
                    <a:pt x="229" y="56"/>
                  </a:lnTo>
                  <a:lnTo>
                    <a:pt x="229" y="56"/>
                  </a:lnTo>
                  <a:lnTo>
                    <a:pt x="232" y="54"/>
                  </a:lnTo>
                  <a:lnTo>
                    <a:pt x="232" y="54"/>
                  </a:lnTo>
                  <a:lnTo>
                    <a:pt x="232" y="54"/>
                  </a:lnTo>
                  <a:lnTo>
                    <a:pt x="229" y="54"/>
                  </a:lnTo>
                  <a:lnTo>
                    <a:pt x="229" y="52"/>
                  </a:lnTo>
                  <a:lnTo>
                    <a:pt x="229" y="52"/>
                  </a:lnTo>
                  <a:lnTo>
                    <a:pt x="229" y="52"/>
                  </a:lnTo>
                  <a:lnTo>
                    <a:pt x="227" y="52"/>
                  </a:lnTo>
                  <a:lnTo>
                    <a:pt x="227" y="52"/>
                  </a:lnTo>
                  <a:lnTo>
                    <a:pt x="227" y="52"/>
                  </a:lnTo>
                  <a:lnTo>
                    <a:pt x="227" y="49"/>
                  </a:lnTo>
                  <a:lnTo>
                    <a:pt x="227" y="49"/>
                  </a:lnTo>
                  <a:lnTo>
                    <a:pt x="227" y="49"/>
                  </a:lnTo>
                  <a:lnTo>
                    <a:pt x="227" y="49"/>
                  </a:lnTo>
                  <a:lnTo>
                    <a:pt x="227" y="47"/>
                  </a:lnTo>
                  <a:lnTo>
                    <a:pt x="227" y="47"/>
                  </a:lnTo>
                  <a:lnTo>
                    <a:pt x="227" y="47"/>
                  </a:lnTo>
                  <a:lnTo>
                    <a:pt x="227" y="45"/>
                  </a:lnTo>
                  <a:lnTo>
                    <a:pt x="227" y="45"/>
                  </a:lnTo>
                  <a:lnTo>
                    <a:pt x="225" y="45"/>
                  </a:lnTo>
                  <a:lnTo>
                    <a:pt x="225" y="45"/>
                  </a:lnTo>
                  <a:lnTo>
                    <a:pt x="227" y="42"/>
                  </a:lnTo>
                  <a:lnTo>
                    <a:pt x="227" y="42"/>
                  </a:lnTo>
                  <a:lnTo>
                    <a:pt x="227" y="42"/>
                  </a:lnTo>
                  <a:lnTo>
                    <a:pt x="225" y="42"/>
                  </a:lnTo>
                  <a:lnTo>
                    <a:pt x="225" y="40"/>
                  </a:lnTo>
                  <a:lnTo>
                    <a:pt x="225" y="40"/>
                  </a:lnTo>
                  <a:lnTo>
                    <a:pt x="222" y="40"/>
                  </a:lnTo>
                  <a:lnTo>
                    <a:pt x="222" y="40"/>
                  </a:lnTo>
                  <a:lnTo>
                    <a:pt x="222" y="38"/>
                  </a:lnTo>
                  <a:lnTo>
                    <a:pt x="222" y="38"/>
                  </a:lnTo>
                  <a:lnTo>
                    <a:pt x="222" y="35"/>
                  </a:lnTo>
                  <a:lnTo>
                    <a:pt x="222" y="35"/>
                  </a:lnTo>
                  <a:lnTo>
                    <a:pt x="222" y="35"/>
                  </a:lnTo>
                  <a:lnTo>
                    <a:pt x="220" y="33"/>
                  </a:lnTo>
                  <a:lnTo>
                    <a:pt x="220" y="33"/>
                  </a:lnTo>
                  <a:lnTo>
                    <a:pt x="220" y="33"/>
                  </a:lnTo>
                  <a:lnTo>
                    <a:pt x="220" y="33"/>
                  </a:lnTo>
                  <a:lnTo>
                    <a:pt x="218" y="33"/>
                  </a:lnTo>
                  <a:lnTo>
                    <a:pt x="218" y="33"/>
                  </a:lnTo>
                  <a:lnTo>
                    <a:pt x="215" y="33"/>
                  </a:lnTo>
                  <a:lnTo>
                    <a:pt x="215" y="33"/>
                  </a:lnTo>
                  <a:lnTo>
                    <a:pt x="218" y="30"/>
                  </a:lnTo>
                  <a:lnTo>
                    <a:pt x="218" y="30"/>
                  </a:lnTo>
                  <a:lnTo>
                    <a:pt x="218" y="30"/>
                  </a:lnTo>
                  <a:lnTo>
                    <a:pt x="215" y="30"/>
                  </a:lnTo>
                  <a:lnTo>
                    <a:pt x="215" y="30"/>
                  </a:lnTo>
                  <a:lnTo>
                    <a:pt x="215" y="30"/>
                  </a:lnTo>
                  <a:lnTo>
                    <a:pt x="213" y="30"/>
                  </a:lnTo>
                  <a:lnTo>
                    <a:pt x="210" y="30"/>
                  </a:lnTo>
                  <a:lnTo>
                    <a:pt x="210" y="30"/>
                  </a:lnTo>
                  <a:lnTo>
                    <a:pt x="210" y="30"/>
                  </a:lnTo>
                  <a:lnTo>
                    <a:pt x="208" y="30"/>
                  </a:lnTo>
                  <a:lnTo>
                    <a:pt x="208" y="30"/>
                  </a:lnTo>
                  <a:lnTo>
                    <a:pt x="208" y="33"/>
                  </a:lnTo>
                  <a:lnTo>
                    <a:pt x="208" y="33"/>
                  </a:lnTo>
                  <a:lnTo>
                    <a:pt x="206" y="33"/>
                  </a:lnTo>
                  <a:lnTo>
                    <a:pt x="206" y="33"/>
                  </a:lnTo>
                  <a:lnTo>
                    <a:pt x="206" y="33"/>
                  </a:lnTo>
                  <a:lnTo>
                    <a:pt x="206" y="33"/>
                  </a:lnTo>
                  <a:lnTo>
                    <a:pt x="206" y="30"/>
                  </a:lnTo>
                  <a:lnTo>
                    <a:pt x="206" y="30"/>
                  </a:lnTo>
                  <a:lnTo>
                    <a:pt x="206" y="30"/>
                  </a:lnTo>
                  <a:lnTo>
                    <a:pt x="206" y="30"/>
                  </a:lnTo>
                  <a:lnTo>
                    <a:pt x="206" y="30"/>
                  </a:lnTo>
                  <a:lnTo>
                    <a:pt x="206" y="30"/>
                  </a:lnTo>
                  <a:lnTo>
                    <a:pt x="206" y="30"/>
                  </a:lnTo>
                  <a:lnTo>
                    <a:pt x="203" y="30"/>
                  </a:lnTo>
                  <a:lnTo>
                    <a:pt x="203" y="30"/>
                  </a:lnTo>
                  <a:lnTo>
                    <a:pt x="203" y="28"/>
                  </a:lnTo>
                  <a:lnTo>
                    <a:pt x="206" y="28"/>
                  </a:lnTo>
                  <a:lnTo>
                    <a:pt x="206" y="28"/>
                  </a:lnTo>
                  <a:lnTo>
                    <a:pt x="203" y="28"/>
                  </a:lnTo>
                  <a:lnTo>
                    <a:pt x="203" y="28"/>
                  </a:lnTo>
                  <a:lnTo>
                    <a:pt x="203" y="28"/>
                  </a:lnTo>
                  <a:lnTo>
                    <a:pt x="203" y="28"/>
                  </a:lnTo>
                  <a:lnTo>
                    <a:pt x="203" y="28"/>
                  </a:lnTo>
                  <a:lnTo>
                    <a:pt x="201" y="30"/>
                  </a:lnTo>
                  <a:lnTo>
                    <a:pt x="201" y="30"/>
                  </a:lnTo>
                  <a:lnTo>
                    <a:pt x="201" y="30"/>
                  </a:lnTo>
                  <a:lnTo>
                    <a:pt x="199" y="30"/>
                  </a:lnTo>
                  <a:lnTo>
                    <a:pt x="199" y="30"/>
                  </a:lnTo>
                  <a:lnTo>
                    <a:pt x="199" y="30"/>
                  </a:lnTo>
                  <a:lnTo>
                    <a:pt x="199" y="30"/>
                  </a:lnTo>
                  <a:lnTo>
                    <a:pt x="199" y="30"/>
                  </a:lnTo>
                  <a:lnTo>
                    <a:pt x="196" y="30"/>
                  </a:lnTo>
                  <a:lnTo>
                    <a:pt x="196" y="30"/>
                  </a:lnTo>
                  <a:lnTo>
                    <a:pt x="196" y="30"/>
                  </a:lnTo>
                  <a:lnTo>
                    <a:pt x="196" y="28"/>
                  </a:lnTo>
                  <a:lnTo>
                    <a:pt x="196" y="28"/>
                  </a:lnTo>
                  <a:lnTo>
                    <a:pt x="196" y="28"/>
                  </a:lnTo>
                  <a:lnTo>
                    <a:pt x="194" y="26"/>
                  </a:lnTo>
                  <a:lnTo>
                    <a:pt x="194" y="26"/>
                  </a:lnTo>
                  <a:lnTo>
                    <a:pt x="192" y="26"/>
                  </a:lnTo>
                  <a:lnTo>
                    <a:pt x="192" y="26"/>
                  </a:lnTo>
                  <a:lnTo>
                    <a:pt x="192" y="23"/>
                  </a:lnTo>
                  <a:lnTo>
                    <a:pt x="192" y="23"/>
                  </a:lnTo>
                  <a:lnTo>
                    <a:pt x="192" y="23"/>
                  </a:lnTo>
                  <a:lnTo>
                    <a:pt x="192" y="23"/>
                  </a:lnTo>
                  <a:lnTo>
                    <a:pt x="192" y="21"/>
                  </a:lnTo>
                  <a:lnTo>
                    <a:pt x="192" y="21"/>
                  </a:lnTo>
                  <a:lnTo>
                    <a:pt x="192" y="21"/>
                  </a:lnTo>
                  <a:lnTo>
                    <a:pt x="192" y="21"/>
                  </a:lnTo>
                  <a:lnTo>
                    <a:pt x="192" y="19"/>
                  </a:lnTo>
                  <a:lnTo>
                    <a:pt x="192" y="19"/>
                  </a:lnTo>
                  <a:lnTo>
                    <a:pt x="189" y="19"/>
                  </a:lnTo>
                  <a:lnTo>
                    <a:pt x="189" y="19"/>
                  </a:lnTo>
                  <a:lnTo>
                    <a:pt x="189" y="19"/>
                  </a:lnTo>
                  <a:lnTo>
                    <a:pt x="187" y="16"/>
                  </a:lnTo>
                  <a:lnTo>
                    <a:pt x="187" y="16"/>
                  </a:lnTo>
                  <a:lnTo>
                    <a:pt x="184" y="16"/>
                  </a:lnTo>
                  <a:lnTo>
                    <a:pt x="182" y="14"/>
                  </a:lnTo>
                  <a:lnTo>
                    <a:pt x="180" y="12"/>
                  </a:lnTo>
                  <a:lnTo>
                    <a:pt x="180" y="9"/>
                  </a:lnTo>
                  <a:lnTo>
                    <a:pt x="180" y="9"/>
                  </a:lnTo>
                  <a:lnTo>
                    <a:pt x="177" y="9"/>
                  </a:lnTo>
                  <a:lnTo>
                    <a:pt x="177" y="9"/>
                  </a:lnTo>
                  <a:lnTo>
                    <a:pt x="177" y="9"/>
                  </a:lnTo>
                  <a:lnTo>
                    <a:pt x="175" y="9"/>
                  </a:lnTo>
                  <a:lnTo>
                    <a:pt x="175" y="7"/>
                  </a:lnTo>
                  <a:lnTo>
                    <a:pt x="175" y="7"/>
                  </a:lnTo>
                  <a:lnTo>
                    <a:pt x="175" y="7"/>
                  </a:lnTo>
                  <a:lnTo>
                    <a:pt x="175" y="7"/>
                  </a:lnTo>
                  <a:lnTo>
                    <a:pt x="175" y="7"/>
                  </a:lnTo>
                  <a:lnTo>
                    <a:pt x="173" y="7"/>
                  </a:lnTo>
                  <a:lnTo>
                    <a:pt x="173" y="4"/>
                  </a:lnTo>
                  <a:lnTo>
                    <a:pt x="170" y="4"/>
                  </a:lnTo>
                  <a:lnTo>
                    <a:pt x="173" y="4"/>
                  </a:lnTo>
                  <a:lnTo>
                    <a:pt x="173" y="4"/>
                  </a:lnTo>
                  <a:lnTo>
                    <a:pt x="170" y="2"/>
                  </a:lnTo>
                  <a:lnTo>
                    <a:pt x="170" y="2"/>
                  </a:lnTo>
                  <a:lnTo>
                    <a:pt x="168" y="2"/>
                  </a:lnTo>
                  <a:lnTo>
                    <a:pt x="165" y="2"/>
                  </a:lnTo>
                  <a:lnTo>
                    <a:pt x="165" y="2"/>
                  </a:lnTo>
                  <a:lnTo>
                    <a:pt x="165" y="2"/>
                  </a:lnTo>
                  <a:lnTo>
                    <a:pt x="163" y="2"/>
                  </a:lnTo>
                  <a:lnTo>
                    <a:pt x="163" y="2"/>
                  </a:lnTo>
                  <a:lnTo>
                    <a:pt x="163" y="2"/>
                  </a:lnTo>
                  <a:lnTo>
                    <a:pt x="163" y="2"/>
                  </a:lnTo>
                  <a:lnTo>
                    <a:pt x="161" y="2"/>
                  </a:lnTo>
                  <a:lnTo>
                    <a:pt x="161" y="2"/>
                  </a:lnTo>
                  <a:lnTo>
                    <a:pt x="158" y="2"/>
                  </a:lnTo>
                  <a:lnTo>
                    <a:pt x="156" y="2"/>
                  </a:lnTo>
                  <a:lnTo>
                    <a:pt x="156" y="2"/>
                  </a:lnTo>
                  <a:lnTo>
                    <a:pt x="154" y="2"/>
                  </a:lnTo>
                  <a:lnTo>
                    <a:pt x="154" y="2"/>
                  </a:lnTo>
                  <a:lnTo>
                    <a:pt x="154" y="2"/>
                  </a:lnTo>
                  <a:lnTo>
                    <a:pt x="151" y="2"/>
                  </a:lnTo>
                  <a:lnTo>
                    <a:pt x="151" y="2"/>
                  </a:lnTo>
                  <a:lnTo>
                    <a:pt x="142" y="2"/>
                  </a:lnTo>
                  <a:lnTo>
                    <a:pt x="139" y="2"/>
                  </a:lnTo>
                  <a:lnTo>
                    <a:pt x="139" y="2"/>
                  </a:lnTo>
                  <a:lnTo>
                    <a:pt x="139" y="2"/>
                  </a:lnTo>
                  <a:lnTo>
                    <a:pt x="139" y="2"/>
                  </a:lnTo>
                  <a:lnTo>
                    <a:pt x="139" y="0"/>
                  </a:lnTo>
                  <a:lnTo>
                    <a:pt x="137" y="0"/>
                  </a:lnTo>
                  <a:lnTo>
                    <a:pt x="137" y="0"/>
                  </a:lnTo>
                  <a:lnTo>
                    <a:pt x="137" y="0"/>
                  </a:lnTo>
                  <a:lnTo>
                    <a:pt x="135" y="0"/>
                  </a:lnTo>
                  <a:lnTo>
                    <a:pt x="135" y="2"/>
                  </a:lnTo>
                  <a:lnTo>
                    <a:pt x="135" y="2"/>
                  </a:lnTo>
                  <a:lnTo>
                    <a:pt x="135" y="2"/>
                  </a:lnTo>
                  <a:lnTo>
                    <a:pt x="135" y="2"/>
                  </a:lnTo>
                  <a:lnTo>
                    <a:pt x="135" y="2"/>
                  </a:lnTo>
                  <a:lnTo>
                    <a:pt x="135" y="2"/>
                  </a:lnTo>
                  <a:lnTo>
                    <a:pt x="132" y="2"/>
                  </a:lnTo>
                  <a:lnTo>
                    <a:pt x="132" y="2"/>
                  </a:lnTo>
                  <a:lnTo>
                    <a:pt x="132" y="2"/>
                  </a:lnTo>
                  <a:lnTo>
                    <a:pt x="132" y="2"/>
                  </a:lnTo>
                  <a:lnTo>
                    <a:pt x="132" y="2"/>
                  </a:lnTo>
                  <a:lnTo>
                    <a:pt x="130" y="2"/>
                  </a:lnTo>
                  <a:lnTo>
                    <a:pt x="130" y="2"/>
                  </a:lnTo>
                  <a:lnTo>
                    <a:pt x="130" y="2"/>
                  </a:lnTo>
                  <a:lnTo>
                    <a:pt x="130" y="2"/>
                  </a:lnTo>
                  <a:lnTo>
                    <a:pt x="130" y="2"/>
                  </a:lnTo>
                  <a:lnTo>
                    <a:pt x="130" y="4"/>
                  </a:lnTo>
                  <a:lnTo>
                    <a:pt x="130" y="4"/>
                  </a:lnTo>
                  <a:lnTo>
                    <a:pt x="130" y="4"/>
                  </a:lnTo>
                  <a:lnTo>
                    <a:pt x="130" y="4"/>
                  </a:lnTo>
                  <a:lnTo>
                    <a:pt x="130" y="4"/>
                  </a:lnTo>
                  <a:lnTo>
                    <a:pt x="130" y="7"/>
                  </a:lnTo>
                  <a:lnTo>
                    <a:pt x="123" y="7"/>
                  </a:lnTo>
                  <a:lnTo>
                    <a:pt x="123" y="7"/>
                  </a:lnTo>
                  <a:lnTo>
                    <a:pt x="121" y="7"/>
                  </a:lnTo>
                  <a:lnTo>
                    <a:pt x="118" y="7"/>
                  </a:lnTo>
                  <a:lnTo>
                    <a:pt x="118" y="7"/>
                  </a:lnTo>
                  <a:lnTo>
                    <a:pt x="116" y="7"/>
                  </a:lnTo>
                  <a:lnTo>
                    <a:pt x="113" y="7"/>
                  </a:lnTo>
                  <a:lnTo>
                    <a:pt x="113" y="7"/>
                  </a:lnTo>
                  <a:lnTo>
                    <a:pt x="113" y="7"/>
                  </a:lnTo>
                  <a:lnTo>
                    <a:pt x="113" y="7"/>
                  </a:lnTo>
                  <a:lnTo>
                    <a:pt x="113" y="7"/>
                  </a:lnTo>
                  <a:lnTo>
                    <a:pt x="111" y="7"/>
                  </a:lnTo>
                  <a:lnTo>
                    <a:pt x="111" y="7"/>
                  </a:lnTo>
                  <a:lnTo>
                    <a:pt x="111" y="7"/>
                  </a:lnTo>
                  <a:lnTo>
                    <a:pt x="109" y="7"/>
                  </a:lnTo>
                  <a:lnTo>
                    <a:pt x="109" y="9"/>
                  </a:lnTo>
                  <a:lnTo>
                    <a:pt x="109" y="9"/>
                  </a:lnTo>
                  <a:lnTo>
                    <a:pt x="106" y="9"/>
                  </a:lnTo>
                  <a:lnTo>
                    <a:pt x="106" y="9"/>
                  </a:lnTo>
                  <a:lnTo>
                    <a:pt x="104" y="9"/>
                  </a:lnTo>
                  <a:lnTo>
                    <a:pt x="104" y="9"/>
                  </a:lnTo>
                  <a:lnTo>
                    <a:pt x="102" y="9"/>
                  </a:lnTo>
                  <a:lnTo>
                    <a:pt x="102" y="12"/>
                  </a:lnTo>
                  <a:lnTo>
                    <a:pt x="102" y="12"/>
                  </a:lnTo>
                  <a:lnTo>
                    <a:pt x="99" y="12"/>
                  </a:lnTo>
                  <a:lnTo>
                    <a:pt x="99" y="12"/>
                  </a:lnTo>
                  <a:lnTo>
                    <a:pt x="99" y="12"/>
                  </a:lnTo>
                  <a:lnTo>
                    <a:pt x="97" y="12"/>
                  </a:lnTo>
                  <a:lnTo>
                    <a:pt x="97" y="12"/>
                  </a:lnTo>
                  <a:lnTo>
                    <a:pt x="95" y="12"/>
                  </a:lnTo>
                  <a:lnTo>
                    <a:pt x="92" y="9"/>
                  </a:lnTo>
                  <a:lnTo>
                    <a:pt x="92" y="9"/>
                  </a:lnTo>
                  <a:lnTo>
                    <a:pt x="90" y="9"/>
                  </a:lnTo>
                  <a:lnTo>
                    <a:pt x="90" y="9"/>
                  </a:lnTo>
                  <a:lnTo>
                    <a:pt x="87" y="9"/>
                  </a:lnTo>
                  <a:lnTo>
                    <a:pt x="87" y="9"/>
                  </a:lnTo>
                  <a:lnTo>
                    <a:pt x="85" y="12"/>
                  </a:lnTo>
                  <a:lnTo>
                    <a:pt x="85" y="12"/>
                  </a:lnTo>
                  <a:lnTo>
                    <a:pt x="85" y="12"/>
                  </a:lnTo>
                  <a:lnTo>
                    <a:pt x="83" y="9"/>
                  </a:lnTo>
                  <a:lnTo>
                    <a:pt x="83" y="9"/>
                  </a:lnTo>
                  <a:lnTo>
                    <a:pt x="83" y="9"/>
                  </a:lnTo>
                  <a:lnTo>
                    <a:pt x="83" y="9"/>
                  </a:lnTo>
                  <a:lnTo>
                    <a:pt x="83" y="12"/>
                  </a:lnTo>
                  <a:lnTo>
                    <a:pt x="80" y="12"/>
                  </a:lnTo>
                  <a:lnTo>
                    <a:pt x="80" y="12"/>
                  </a:lnTo>
                  <a:lnTo>
                    <a:pt x="78" y="9"/>
                  </a:lnTo>
                  <a:lnTo>
                    <a:pt x="78" y="9"/>
                  </a:lnTo>
                  <a:lnTo>
                    <a:pt x="78" y="9"/>
                  </a:lnTo>
                  <a:lnTo>
                    <a:pt x="76" y="7"/>
                  </a:lnTo>
                  <a:lnTo>
                    <a:pt x="76" y="7"/>
                  </a:lnTo>
                  <a:lnTo>
                    <a:pt x="76" y="7"/>
                  </a:lnTo>
                  <a:lnTo>
                    <a:pt x="76" y="7"/>
                  </a:lnTo>
                  <a:lnTo>
                    <a:pt x="73" y="7"/>
                  </a:lnTo>
                  <a:lnTo>
                    <a:pt x="73" y="9"/>
                  </a:lnTo>
                  <a:lnTo>
                    <a:pt x="71" y="9"/>
                  </a:lnTo>
                  <a:lnTo>
                    <a:pt x="71" y="9"/>
                  </a:lnTo>
                  <a:lnTo>
                    <a:pt x="71" y="9"/>
                  </a:lnTo>
                  <a:lnTo>
                    <a:pt x="68" y="9"/>
                  </a:lnTo>
                  <a:lnTo>
                    <a:pt x="68" y="9"/>
                  </a:lnTo>
                  <a:lnTo>
                    <a:pt x="66" y="9"/>
                  </a:lnTo>
                  <a:lnTo>
                    <a:pt x="66" y="12"/>
                  </a:lnTo>
                  <a:lnTo>
                    <a:pt x="64" y="12"/>
                  </a:lnTo>
                  <a:lnTo>
                    <a:pt x="64" y="14"/>
                  </a:lnTo>
                  <a:lnTo>
                    <a:pt x="64" y="14"/>
                  </a:lnTo>
                  <a:lnTo>
                    <a:pt x="61" y="23"/>
                  </a:lnTo>
                  <a:lnTo>
                    <a:pt x="61" y="26"/>
                  </a:lnTo>
                  <a:lnTo>
                    <a:pt x="61" y="26"/>
                  </a:lnTo>
                  <a:lnTo>
                    <a:pt x="61" y="26"/>
                  </a:lnTo>
                  <a:lnTo>
                    <a:pt x="59" y="26"/>
                  </a:lnTo>
                  <a:lnTo>
                    <a:pt x="59" y="28"/>
                  </a:lnTo>
                  <a:lnTo>
                    <a:pt x="57" y="28"/>
                  </a:lnTo>
                  <a:lnTo>
                    <a:pt x="57" y="33"/>
                  </a:lnTo>
                  <a:lnTo>
                    <a:pt x="57" y="35"/>
                  </a:lnTo>
                  <a:lnTo>
                    <a:pt x="57" y="38"/>
                  </a:lnTo>
                  <a:lnTo>
                    <a:pt x="54" y="38"/>
                  </a:lnTo>
                  <a:lnTo>
                    <a:pt x="54" y="45"/>
                  </a:lnTo>
                  <a:lnTo>
                    <a:pt x="54" y="47"/>
                  </a:lnTo>
                  <a:lnTo>
                    <a:pt x="54" y="49"/>
                  </a:lnTo>
                  <a:lnTo>
                    <a:pt x="54" y="49"/>
                  </a:lnTo>
                  <a:lnTo>
                    <a:pt x="54" y="49"/>
                  </a:lnTo>
                  <a:lnTo>
                    <a:pt x="54" y="49"/>
                  </a:lnTo>
                  <a:lnTo>
                    <a:pt x="54" y="49"/>
                  </a:lnTo>
                  <a:lnTo>
                    <a:pt x="47" y="61"/>
                  </a:lnTo>
                  <a:lnTo>
                    <a:pt x="42" y="68"/>
                  </a:lnTo>
                  <a:lnTo>
                    <a:pt x="35" y="80"/>
                  </a:lnTo>
                  <a:lnTo>
                    <a:pt x="31" y="85"/>
                  </a:lnTo>
                  <a:lnTo>
                    <a:pt x="31" y="87"/>
                  </a:lnTo>
                  <a:lnTo>
                    <a:pt x="21" y="97"/>
                  </a:lnTo>
                  <a:lnTo>
                    <a:pt x="19" y="99"/>
                  </a:lnTo>
                  <a:lnTo>
                    <a:pt x="12" y="101"/>
                  </a:lnTo>
                  <a:lnTo>
                    <a:pt x="9" y="104"/>
                  </a:lnTo>
                  <a:lnTo>
                    <a:pt x="0" y="106"/>
                  </a:lnTo>
                  <a:lnTo>
                    <a:pt x="2" y="106"/>
                  </a:lnTo>
                  <a:lnTo>
                    <a:pt x="5" y="111"/>
                  </a:lnTo>
                  <a:lnTo>
                    <a:pt x="5" y="113"/>
                  </a:lnTo>
                  <a:lnTo>
                    <a:pt x="5" y="111"/>
                  </a:lnTo>
                  <a:lnTo>
                    <a:pt x="7" y="111"/>
                  </a:lnTo>
                  <a:lnTo>
                    <a:pt x="7" y="111"/>
                  </a:lnTo>
                  <a:lnTo>
                    <a:pt x="7" y="111"/>
                  </a:lnTo>
                  <a:lnTo>
                    <a:pt x="5" y="111"/>
                  </a:lnTo>
                  <a:lnTo>
                    <a:pt x="5" y="111"/>
                  </a:lnTo>
                  <a:lnTo>
                    <a:pt x="7" y="111"/>
                  </a:lnTo>
                  <a:lnTo>
                    <a:pt x="7" y="109"/>
                  </a:lnTo>
                  <a:lnTo>
                    <a:pt x="7" y="109"/>
                  </a:lnTo>
                  <a:lnTo>
                    <a:pt x="5" y="109"/>
                  </a:lnTo>
                  <a:lnTo>
                    <a:pt x="7" y="109"/>
                  </a:lnTo>
                  <a:lnTo>
                    <a:pt x="7" y="109"/>
                  </a:lnTo>
                  <a:lnTo>
                    <a:pt x="9" y="109"/>
                  </a:lnTo>
                  <a:lnTo>
                    <a:pt x="12" y="109"/>
                  </a:lnTo>
                  <a:lnTo>
                    <a:pt x="12" y="109"/>
                  </a:lnTo>
                  <a:lnTo>
                    <a:pt x="14" y="109"/>
                  </a:lnTo>
                  <a:lnTo>
                    <a:pt x="14" y="109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9" y="111"/>
                  </a:lnTo>
                  <a:lnTo>
                    <a:pt x="19" y="113"/>
                  </a:lnTo>
                  <a:lnTo>
                    <a:pt x="21" y="116"/>
                  </a:lnTo>
                  <a:lnTo>
                    <a:pt x="24" y="118"/>
                  </a:lnTo>
                  <a:lnTo>
                    <a:pt x="26" y="123"/>
                  </a:lnTo>
                  <a:lnTo>
                    <a:pt x="26" y="123"/>
                  </a:lnTo>
                  <a:lnTo>
                    <a:pt x="26" y="123"/>
                  </a:lnTo>
                  <a:lnTo>
                    <a:pt x="31" y="125"/>
                  </a:lnTo>
                  <a:lnTo>
                    <a:pt x="31" y="127"/>
                  </a:lnTo>
                  <a:lnTo>
                    <a:pt x="33" y="127"/>
                  </a:lnTo>
                  <a:lnTo>
                    <a:pt x="33" y="127"/>
                  </a:lnTo>
                  <a:lnTo>
                    <a:pt x="33" y="130"/>
                  </a:lnTo>
                  <a:lnTo>
                    <a:pt x="33" y="130"/>
                  </a:lnTo>
                  <a:lnTo>
                    <a:pt x="31" y="130"/>
                  </a:lnTo>
                  <a:lnTo>
                    <a:pt x="33" y="132"/>
                  </a:lnTo>
                  <a:lnTo>
                    <a:pt x="33" y="132"/>
                  </a:lnTo>
                  <a:lnTo>
                    <a:pt x="33" y="132"/>
                  </a:lnTo>
                  <a:lnTo>
                    <a:pt x="33" y="132"/>
                  </a:lnTo>
                  <a:lnTo>
                    <a:pt x="33" y="132"/>
                  </a:lnTo>
                  <a:lnTo>
                    <a:pt x="35" y="135"/>
                  </a:lnTo>
                  <a:lnTo>
                    <a:pt x="35" y="135"/>
                  </a:lnTo>
                  <a:lnTo>
                    <a:pt x="35" y="137"/>
                  </a:lnTo>
                  <a:lnTo>
                    <a:pt x="35" y="139"/>
                  </a:lnTo>
                  <a:lnTo>
                    <a:pt x="35" y="139"/>
                  </a:lnTo>
                  <a:lnTo>
                    <a:pt x="38" y="139"/>
                  </a:lnTo>
                  <a:lnTo>
                    <a:pt x="38" y="139"/>
                  </a:lnTo>
                  <a:lnTo>
                    <a:pt x="38" y="139"/>
                  </a:lnTo>
                  <a:lnTo>
                    <a:pt x="40" y="142"/>
                  </a:lnTo>
                  <a:lnTo>
                    <a:pt x="40" y="144"/>
                  </a:lnTo>
                  <a:lnTo>
                    <a:pt x="40" y="146"/>
                  </a:lnTo>
                  <a:lnTo>
                    <a:pt x="40" y="156"/>
                  </a:lnTo>
                  <a:lnTo>
                    <a:pt x="42" y="156"/>
                  </a:lnTo>
                  <a:lnTo>
                    <a:pt x="40" y="151"/>
                  </a:lnTo>
                  <a:lnTo>
                    <a:pt x="42" y="151"/>
                  </a:lnTo>
                  <a:lnTo>
                    <a:pt x="42" y="149"/>
                  </a:lnTo>
                  <a:lnTo>
                    <a:pt x="42" y="149"/>
                  </a:lnTo>
                  <a:lnTo>
                    <a:pt x="42" y="149"/>
                  </a:lnTo>
                  <a:lnTo>
                    <a:pt x="42" y="146"/>
                  </a:lnTo>
                  <a:lnTo>
                    <a:pt x="42" y="146"/>
                  </a:lnTo>
                  <a:lnTo>
                    <a:pt x="45" y="146"/>
                  </a:lnTo>
                  <a:lnTo>
                    <a:pt x="45" y="146"/>
                  </a:lnTo>
                  <a:lnTo>
                    <a:pt x="42" y="144"/>
                  </a:lnTo>
                  <a:lnTo>
                    <a:pt x="45" y="144"/>
                  </a:lnTo>
                  <a:lnTo>
                    <a:pt x="45" y="144"/>
                  </a:lnTo>
                  <a:lnTo>
                    <a:pt x="45" y="144"/>
                  </a:lnTo>
                  <a:lnTo>
                    <a:pt x="47" y="144"/>
                  </a:lnTo>
                  <a:lnTo>
                    <a:pt x="47" y="144"/>
                  </a:lnTo>
                  <a:lnTo>
                    <a:pt x="47" y="142"/>
                  </a:lnTo>
                  <a:lnTo>
                    <a:pt x="47" y="144"/>
                  </a:lnTo>
                  <a:lnTo>
                    <a:pt x="45" y="144"/>
                  </a:lnTo>
                  <a:lnTo>
                    <a:pt x="45" y="144"/>
                  </a:lnTo>
                  <a:lnTo>
                    <a:pt x="45" y="146"/>
                  </a:lnTo>
                  <a:lnTo>
                    <a:pt x="45" y="146"/>
                  </a:lnTo>
                  <a:lnTo>
                    <a:pt x="47" y="149"/>
                  </a:lnTo>
                  <a:lnTo>
                    <a:pt x="47" y="149"/>
                  </a:lnTo>
                  <a:lnTo>
                    <a:pt x="50" y="146"/>
                  </a:lnTo>
                  <a:lnTo>
                    <a:pt x="50" y="146"/>
                  </a:lnTo>
                  <a:lnTo>
                    <a:pt x="50" y="146"/>
                  </a:lnTo>
                  <a:lnTo>
                    <a:pt x="50" y="144"/>
                  </a:lnTo>
                  <a:lnTo>
                    <a:pt x="52" y="144"/>
                  </a:lnTo>
                  <a:lnTo>
                    <a:pt x="52" y="144"/>
                  </a:lnTo>
                  <a:lnTo>
                    <a:pt x="52" y="144"/>
                  </a:lnTo>
                  <a:lnTo>
                    <a:pt x="54" y="144"/>
                  </a:lnTo>
                  <a:lnTo>
                    <a:pt x="54" y="142"/>
                  </a:lnTo>
                  <a:lnTo>
                    <a:pt x="54" y="142"/>
                  </a:lnTo>
                  <a:lnTo>
                    <a:pt x="54" y="139"/>
                  </a:lnTo>
                  <a:lnTo>
                    <a:pt x="54" y="139"/>
                  </a:lnTo>
                  <a:lnTo>
                    <a:pt x="54" y="139"/>
                  </a:lnTo>
                  <a:lnTo>
                    <a:pt x="57" y="139"/>
                  </a:lnTo>
                  <a:lnTo>
                    <a:pt x="57" y="139"/>
                  </a:lnTo>
                  <a:lnTo>
                    <a:pt x="57" y="139"/>
                  </a:lnTo>
                  <a:lnTo>
                    <a:pt x="57" y="139"/>
                  </a:lnTo>
                  <a:lnTo>
                    <a:pt x="57" y="139"/>
                  </a:lnTo>
                  <a:lnTo>
                    <a:pt x="57" y="139"/>
                  </a:lnTo>
                  <a:lnTo>
                    <a:pt x="57" y="137"/>
                  </a:lnTo>
                  <a:lnTo>
                    <a:pt x="59" y="137"/>
                  </a:lnTo>
                  <a:lnTo>
                    <a:pt x="59" y="139"/>
                  </a:lnTo>
                  <a:lnTo>
                    <a:pt x="59" y="139"/>
                  </a:lnTo>
                  <a:lnTo>
                    <a:pt x="64" y="139"/>
                  </a:lnTo>
                  <a:lnTo>
                    <a:pt x="61" y="139"/>
                  </a:lnTo>
                  <a:lnTo>
                    <a:pt x="61" y="139"/>
                  </a:lnTo>
                  <a:lnTo>
                    <a:pt x="61" y="139"/>
                  </a:lnTo>
                  <a:lnTo>
                    <a:pt x="61" y="139"/>
                  </a:lnTo>
                  <a:lnTo>
                    <a:pt x="61" y="139"/>
                  </a:lnTo>
                  <a:lnTo>
                    <a:pt x="59" y="139"/>
                  </a:lnTo>
                  <a:lnTo>
                    <a:pt x="59" y="139"/>
                  </a:lnTo>
                  <a:lnTo>
                    <a:pt x="59" y="139"/>
                  </a:lnTo>
                  <a:lnTo>
                    <a:pt x="59" y="142"/>
                  </a:lnTo>
                  <a:lnTo>
                    <a:pt x="57" y="142"/>
                  </a:lnTo>
                  <a:lnTo>
                    <a:pt x="57" y="142"/>
                  </a:lnTo>
                  <a:lnTo>
                    <a:pt x="54" y="144"/>
                  </a:lnTo>
                  <a:lnTo>
                    <a:pt x="54" y="144"/>
                  </a:lnTo>
                  <a:lnTo>
                    <a:pt x="52" y="146"/>
                  </a:lnTo>
                  <a:lnTo>
                    <a:pt x="52" y="146"/>
                  </a:lnTo>
                  <a:lnTo>
                    <a:pt x="52" y="146"/>
                  </a:lnTo>
                  <a:lnTo>
                    <a:pt x="52" y="146"/>
                  </a:lnTo>
                  <a:lnTo>
                    <a:pt x="54" y="146"/>
                  </a:lnTo>
                  <a:lnTo>
                    <a:pt x="52" y="146"/>
                  </a:lnTo>
                  <a:lnTo>
                    <a:pt x="52" y="146"/>
                  </a:lnTo>
                  <a:lnTo>
                    <a:pt x="52" y="146"/>
                  </a:lnTo>
                  <a:lnTo>
                    <a:pt x="52" y="149"/>
                  </a:lnTo>
                  <a:lnTo>
                    <a:pt x="50" y="149"/>
                  </a:lnTo>
                  <a:lnTo>
                    <a:pt x="50" y="149"/>
                  </a:lnTo>
                  <a:lnTo>
                    <a:pt x="50" y="149"/>
                  </a:lnTo>
                  <a:lnTo>
                    <a:pt x="47" y="151"/>
                  </a:lnTo>
                  <a:lnTo>
                    <a:pt x="47" y="149"/>
                  </a:lnTo>
                  <a:lnTo>
                    <a:pt x="47" y="149"/>
                  </a:lnTo>
                  <a:lnTo>
                    <a:pt x="47" y="149"/>
                  </a:lnTo>
                  <a:lnTo>
                    <a:pt x="45" y="149"/>
                  </a:lnTo>
                  <a:lnTo>
                    <a:pt x="45" y="149"/>
                  </a:lnTo>
                  <a:lnTo>
                    <a:pt x="45" y="149"/>
                  </a:lnTo>
                  <a:lnTo>
                    <a:pt x="42" y="149"/>
                  </a:lnTo>
                  <a:lnTo>
                    <a:pt x="42" y="151"/>
                  </a:lnTo>
                  <a:lnTo>
                    <a:pt x="42" y="151"/>
                  </a:lnTo>
                  <a:lnTo>
                    <a:pt x="42" y="151"/>
                  </a:lnTo>
                  <a:lnTo>
                    <a:pt x="42" y="154"/>
                  </a:lnTo>
                  <a:lnTo>
                    <a:pt x="42" y="154"/>
                  </a:lnTo>
                  <a:lnTo>
                    <a:pt x="42" y="156"/>
                  </a:lnTo>
                  <a:lnTo>
                    <a:pt x="42" y="156"/>
                  </a:lnTo>
                  <a:lnTo>
                    <a:pt x="42" y="156"/>
                  </a:lnTo>
                  <a:lnTo>
                    <a:pt x="42" y="158"/>
                  </a:lnTo>
                  <a:lnTo>
                    <a:pt x="45" y="158"/>
                  </a:lnTo>
                  <a:lnTo>
                    <a:pt x="45" y="158"/>
                  </a:lnTo>
                  <a:lnTo>
                    <a:pt x="45" y="158"/>
                  </a:lnTo>
                  <a:lnTo>
                    <a:pt x="45" y="161"/>
                  </a:lnTo>
                  <a:lnTo>
                    <a:pt x="45" y="161"/>
                  </a:lnTo>
                  <a:lnTo>
                    <a:pt x="45" y="161"/>
                  </a:lnTo>
                  <a:lnTo>
                    <a:pt x="45" y="161"/>
                  </a:lnTo>
                  <a:lnTo>
                    <a:pt x="45" y="158"/>
                  </a:lnTo>
                  <a:lnTo>
                    <a:pt x="47" y="158"/>
                  </a:lnTo>
                  <a:lnTo>
                    <a:pt x="47" y="158"/>
                  </a:lnTo>
                  <a:lnTo>
                    <a:pt x="47" y="158"/>
                  </a:lnTo>
                  <a:lnTo>
                    <a:pt x="47" y="158"/>
                  </a:lnTo>
                  <a:lnTo>
                    <a:pt x="47" y="158"/>
                  </a:lnTo>
                  <a:lnTo>
                    <a:pt x="47" y="156"/>
                  </a:lnTo>
                  <a:lnTo>
                    <a:pt x="47" y="156"/>
                  </a:lnTo>
                  <a:lnTo>
                    <a:pt x="50" y="156"/>
                  </a:lnTo>
                  <a:lnTo>
                    <a:pt x="50" y="156"/>
                  </a:lnTo>
                  <a:lnTo>
                    <a:pt x="52" y="156"/>
                  </a:lnTo>
                  <a:lnTo>
                    <a:pt x="52" y="156"/>
                  </a:lnTo>
                  <a:lnTo>
                    <a:pt x="52" y="156"/>
                  </a:lnTo>
                  <a:lnTo>
                    <a:pt x="52" y="156"/>
                  </a:lnTo>
                  <a:lnTo>
                    <a:pt x="54" y="154"/>
                  </a:lnTo>
                  <a:lnTo>
                    <a:pt x="54" y="154"/>
                  </a:lnTo>
                  <a:lnTo>
                    <a:pt x="54" y="151"/>
                  </a:lnTo>
                  <a:lnTo>
                    <a:pt x="54" y="149"/>
                  </a:lnTo>
                  <a:lnTo>
                    <a:pt x="57" y="149"/>
                  </a:lnTo>
                  <a:lnTo>
                    <a:pt x="57" y="149"/>
                  </a:lnTo>
                  <a:lnTo>
                    <a:pt x="54" y="154"/>
                  </a:lnTo>
                  <a:lnTo>
                    <a:pt x="54" y="154"/>
                  </a:lnTo>
                  <a:lnTo>
                    <a:pt x="57" y="156"/>
                  </a:lnTo>
                  <a:lnTo>
                    <a:pt x="57" y="156"/>
                  </a:lnTo>
                  <a:lnTo>
                    <a:pt x="57" y="158"/>
                  </a:lnTo>
                  <a:lnTo>
                    <a:pt x="57" y="158"/>
                  </a:lnTo>
                  <a:lnTo>
                    <a:pt x="57" y="158"/>
                  </a:lnTo>
                  <a:lnTo>
                    <a:pt x="54" y="158"/>
                  </a:lnTo>
                  <a:lnTo>
                    <a:pt x="54" y="158"/>
                  </a:lnTo>
                  <a:lnTo>
                    <a:pt x="54" y="156"/>
                  </a:lnTo>
                  <a:lnTo>
                    <a:pt x="52" y="156"/>
                  </a:lnTo>
                  <a:lnTo>
                    <a:pt x="52" y="158"/>
                  </a:lnTo>
                  <a:lnTo>
                    <a:pt x="52" y="158"/>
                  </a:lnTo>
                  <a:lnTo>
                    <a:pt x="52" y="158"/>
                  </a:lnTo>
                  <a:lnTo>
                    <a:pt x="52" y="158"/>
                  </a:lnTo>
                  <a:lnTo>
                    <a:pt x="52" y="156"/>
                  </a:lnTo>
                  <a:lnTo>
                    <a:pt x="52" y="158"/>
                  </a:lnTo>
                  <a:lnTo>
                    <a:pt x="50" y="161"/>
                  </a:lnTo>
                  <a:lnTo>
                    <a:pt x="50" y="161"/>
                  </a:lnTo>
                  <a:lnTo>
                    <a:pt x="50" y="161"/>
                  </a:lnTo>
                  <a:lnTo>
                    <a:pt x="50" y="163"/>
                  </a:lnTo>
                  <a:lnTo>
                    <a:pt x="47" y="165"/>
                  </a:lnTo>
                  <a:lnTo>
                    <a:pt x="50" y="165"/>
                  </a:lnTo>
                  <a:lnTo>
                    <a:pt x="50" y="168"/>
                  </a:lnTo>
                  <a:lnTo>
                    <a:pt x="50" y="168"/>
                  </a:lnTo>
                  <a:lnTo>
                    <a:pt x="52" y="168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54" y="165"/>
                  </a:lnTo>
                  <a:lnTo>
                    <a:pt x="54" y="163"/>
                  </a:lnTo>
                  <a:lnTo>
                    <a:pt x="54" y="163"/>
                  </a:lnTo>
                  <a:lnTo>
                    <a:pt x="54" y="163"/>
                  </a:lnTo>
                  <a:lnTo>
                    <a:pt x="54" y="163"/>
                  </a:lnTo>
                  <a:lnTo>
                    <a:pt x="54" y="163"/>
                  </a:lnTo>
                  <a:lnTo>
                    <a:pt x="54" y="163"/>
                  </a:lnTo>
                  <a:lnTo>
                    <a:pt x="54" y="165"/>
                  </a:lnTo>
                  <a:lnTo>
                    <a:pt x="54" y="165"/>
                  </a:lnTo>
                  <a:lnTo>
                    <a:pt x="54" y="165"/>
                  </a:lnTo>
                  <a:lnTo>
                    <a:pt x="54" y="165"/>
                  </a:lnTo>
                  <a:lnTo>
                    <a:pt x="54" y="165"/>
                  </a:lnTo>
                  <a:lnTo>
                    <a:pt x="52" y="168"/>
                  </a:lnTo>
                  <a:lnTo>
                    <a:pt x="52" y="168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57" y="170"/>
                  </a:lnTo>
                  <a:lnTo>
                    <a:pt x="59" y="170"/>
                  </a:lnTo>
                  <a:lnTo>
                    <a:pt x="61" y="170"/>
                  </a:lnTo>
                  <a:lnTo>
                    <a:pt x="66" y="170"/>
                  </a:lnTo>
                  <a:lnTo>
                    <a:pt x="68" y="170"/>
                  </a:lnTo>
                  <a:lnTo>
                    <a:pt x="73" y="170"/>
                  </a:lnTo>
                  <a:lnTo>
                    <a:pt x="76" y="170"/>
                  </a:lnTo>
                  <a:lnTo>
                    <a:pt x="78" y="170"/>
                  </a:lnTo>
                  <a:lnTo>
                    <a:pt x="78" y="170"/>
                  </a:lnTo>
                  <a:lnTo>
                    <a:pt x="83" y="170"/>
                  </a:lnTo>
                  <a:lnTo>
                    <a:pt x="85" y="170"/>
                  </a:lnTo>
                  <a:lnTo>
                    <a:pt x="90" y="170"/>
                  </a:lnTo>
                  <a:lnTo>
                    <a:pt x="92" y="170"/>
                  </a:lnTo>
                  <a:lnTo>
                    <a:pt x="95" y="170"/>
                  </a:lnTo>
                  <a:lnTo>
                    <a:pt x="99" y="170"/>
                  </a:lnTo>
                  <a:lnTo>
                    <a:pt x="102" y="170"/>
                  </a:lnTo>
                  <a:lnTo>
                    <a:pt x="106" y="170"/>
                  </a:lnTo>
                  <a:lnTo>
                    <a:pt x="109" y="170"/>
                  </a:lnTo>
                  <a:lnTo>
                    <a:pt x="109" y="170"/>
                  </a:lnTo>
                  <a:lnTo>
                    <a:pt x="109" y="168"/>
                  </a:lnTo>
                  <a:lnTo>
                    <a:pt x="109" y="168"/>
                  </a:lnTo>
                  <a:lnTo>
                    <a:pt x="109" y="168"/>
                  </a:lnTo>
                  <a:lnTo>
                    <a:pt x="109" y="165"/>
                  </a:lnTo>
                  <a:lnTo>
                    <a:pt x="111" y="165"/>
                  </a:lnTo>
                  <a:lnTo>
                    <a:pt x="111" y="163"/>
                  </a:lnTo>
                  <a:lnTo>
                    <a:pt x="113" y="163"/>
                  </a:lnTo>
                  <a:lnTo>
                    <a:pt x="116" y="161"/>
                  </a:lnTo>
                  <a:lnTo>
                    <a:pt x="118" y="161"/>
                  </a:lnTo>
                  <a:lnTo>
                    <a:pt x="121" y="161"/>
                  </a:lnTo>
                  <a:lnTo>
                    <a:pt x="121" y="161"/>
                  </a:lnTo>
                  <a:lnTo>
                    <a:pt x="121" y="163"/>
                  </a:lnTo>
                  <a:lnTo>
                    <a:pt x="121" y="163"/>
                  </a:lnTo>
                  <a:lnTo>
                    <a:pt x="123" y="163"/>
                  </a:lnTo>
                  <a:lnTo>
                    <a:pt x="128" y="158"/>
                  </a:lnTo>
                  <a:lnTo>
                    <a:pt x="130" y="158"/>
                  </a:lnTo>
                  <a:lnTo>
                    <a:pt x="132" y="158"/>
                  </a:lnTo>
                  <a:lnTo>
                    <a:pt x="135" y="158"/>
                  </a:lnTo>
                  <a:lnTo>
                    <a:pt x="139" y="161"/>
                  </a:lnTo>
                  <a:lnTo>
                    <a:pt x="142" y="161"/>
                  </a:lnTo>
                  <a:lnTo>
                    <a:pt x="144" y="161"/>
                  </a:lnTo>
                  <a:lnTo>
                    <a:pt x="144" y="161"/>
                  </a:lnTo>
                  <a:lnTo>
                    <a:pt x="144" y="163"/>
                  </a:lnTo>
                  <a:lnTo>
                    <a:pt x="144" y="163"/>
                  </a:lnTo>
                  <a:lnTo>
                    <a:pt x="147" y="168"/>
                  </a:lnTo>
                  <a:lnTo>
                    <a:pt x="147" y="168"/>
                  </a:lnTo>
                  <a:lnTo>
                    <a:pt x="149" y="168"/>
                  </a:lnTo>
                  <a:lnTo>
                    <a:pt x="149" y="170"/>
                  </a:lnTo>
                  <a:lnTo>
                    <a:pt x="151" y="170"/>
                  </a:lnTo>
                  <a:lnTo>
                    <a:pt x="154" y="168"/>
                  </a:lnTo>
                  <a:lnTo>
                    <a:pt x="156" y="165"/>
                  </a:lnTo>
                  <a:lnTo>
                    <a:pt x="158" y="168"/>
                  </a:lnTo>
                  <a:lnTo>
                    <a:pt x="161" y="168"/>
                  </a:lnTo>
                  <a:lnTo>
                    <a:pt x="161" y="168"/>
                  </a:lnTo>
                  <a:lnTo>
                    <a:pt x="163" y="170"/>
                  </a:lnTo>
                  <a:lnTo>
                    <a:pt x="163" y="170"/>
                  </a:lnTo>
                  <a:lnTo>
                    <a:pt x="163" y="172"/>
                  </a:lnTo>
                  <a:lnTo>
                    <a:pt x="163" y="175"/>
                  </a:lnTo>
                  <a:lnTo>
                    <a:pt x="163" y="175"/>
                  </a:lnTo>
                  <a:lnTo>
                    <a:pt x="165" y="175"/>
                  </a:lnTo>
                  <a:lnTo>
                    <a:pt x="168" y="177"/>
                  </a:lnTo>
                  <a:lnTo>
                    <a:pt x="170" y="177"/>
                  </a:lnTo>
                  <a:lnTo>
                    <a:pt x="170" y="177"/>
                  </a:lnTo>
                  <a:lnTo>
                    <a:pt x="173" y="177"/>
                  </a:lnTo>
                  <a:lnTo>
                    <a:pt x="175" y="177"/>
                  </a:lnTo>
                  <a:lnTo>
                    <a:pt x="177" y="175"/>
                  </a:lnTo>
                  <a:lnTo>
                    <a:pt x="180" y="175"/>
                  </a:lnTo>
                  <a:lnTo>
                    <a:pt x="182" y="175"/>
                  </a:lnTo>
                  <a:lnTo>
                    <a:pt x="184" y="172"/>
                  </a:lnTo>
                  <a:lnTo>
                    <a:pt x="184" y="172"/>
                  </a:lnTo>
                  <a:lnTo>
                    <a:pt x="187" y="172"/>
                  </a:lnTo>
                  <a:lnTo>
                    <a:pt x="187" y="172"/>
                  </a:lnTo>
                  <a:lnTo>
                    <a:pt x="187" y="172"/>
                  </a:lnTo>
                  <a:lnTo>
                    <a:pt x="189" y="172"/>
                  </a:lnTo>
                  <a:lnTo>
                    <a:pt x="189" y="170"/>
                  </a:lnTo>
                  <a:lnTo>
                    <a:pt x="189" y="170"/>
                  </a:lnTo>
                  <a:lnTo>
                    <a:pt x="192" y="172"/>
                  </a:lnTo>
                  <a:lnTo>
                    <a:pt x="192" y="172"/>
                  </a:lnTo>
                  <a:lnTo>
                    <a:pt x="194" y="172"/>
                  </a:lnTo>
                  <a:lnTo>
                    <a:pt x="194" y="172"/>
                  </a:lnTo>
                  <a:lnTo>
                    <a:pt x="194" y="175"/>
                  </a:lnTo>
                  <a:lnTo>
                    <a:pt x="196" y="175"/>
                  </a:lnTo>
                  <a:lnTo>
                    <a:pt x="196" y="175"/>
                  </a:lnTo>
                  <a:lnTo>
                    <a:pt x="196" y="175"/>
                  </a:lnTo>
                  <a:lnTo>
                    <a:pt x="196" y="175"/>
                  </a:lnTo>
                  <a:lnTo>
                    <a:pt x="196" y="177"/>
                  </a:lnTo>
                  <a:lnTo>
                    <a:pt x="199" y="177"/>
                  </a:lnTo>
                  <a:lnTo>
                    <a:pt x="199" y="180"/>
                  </a:lnTo>
                  <a:lnTo>
                    <a:pt x="199" y="182"/>
                  </a:lnTo>
                  <a:lnTo>
                    <a:pt x="196" y="184"/>
                  </a:lnTo>
                  <a:lnTo>
                    <a:pt x="194" y="187"/>
                  </a:lnTo>
                  <a:lnTo>
                    <a:pt x="192" y="187"/>
                  </a:lnTo>
                  <a:lnTo>
                    <a:pt x="189" y="187"/>
                  </a:lnTo>
                  <a:lnTo>
                    <a:pt x="187" y="187"/>
                  </a:lnTo>
                  <a:lnTo>
                    <a:pt x="184" y="187"/>
                  </a:lnTo>
                  <a:lnTo>
                    <a:pt x="182" y="187"/>
                  </a:lnTo>
                  <a:lnTo>
                    <a:pt x="182" y="187"/>
                  </a:lnTo>
                  <a:lnTo>
                    <a:pt x="180" y="189"/>
                  </a:lnTo>
                  <a:lnTo>
                    <a:pt x="180" y="191"/>
                  </a:lnTo>
                  <a:lnTo>
                    <a:pt x="177" y="191"/>
                  </a:lnTo>
                  <a:lnTo>
                    <a:pt x="175" y="189"/>
                  </a:lnTo>
                  <a:lnTo>
                    <a:pt x="170" y="189"/>
                  </a:lnTo>
                  <a:lnTo>
                    <a:pt x="170" y="189"/>
                  </a:lnTo>
                  <a:lnTo>
                    <a:pt x="168" y="189"/>
                  </a:lnTo>
                  <a:lnTo>
                    <a:pt x="165" y="189"/>
                  </a:lnTo>
                  <a:lnTo>
                    <a:pt x="165" y="189"/>
                  </a:lnTo>
                  <a:lnTo>
                    <a:pt x="165" y="187"/>
                  </a:lnTo>
                  <a:lnTo>
                    <a:pt x="165" y="187"/>
                  </a:lnTo>
                  <a:lnTo>
                    <a:pt x="163" y="187"/>
                  </a:lnTo>
                  <a:lnTo>
                    <a:pt x="163" y="187"/>
                  </a:lnTo>
                  <a:lnTo>
                    <a:pt x="161" y="187"/>
                  </a:lnTo>
                  <a:lnTo>
                    <a:pt x="161" y="187"/>
                  </a:lnTo>
                  <a:lnTo>
                    <a:pt x="161" y="187"/>
                  </a:lnTo>
                  <a:lnTo>
                    <a:pt x="161" y="184"/>
                  </a:lnTo>
                  <a:lnTo>
                    <a:pt x="158" y="184"/>
                  </a:lnTo>
                  <a:lnTo>
                    <a:pt x="158" y="184"/>
                  </a:lnTo>
                  <a:lnTo>
                    <a:pt x="156" y="184"/>
                  </a:lnTo>
                  <a:lnTo>
                    <a:pt x="154" y="184"/>
                  </a:lnTo>
                  <a:lnTo>
                    <a:pt x="151" y="184"/>
                  </a:lnTo>
                  <a:lnTo>
                    <a:pt x="151" y="184"/>
                  </a:lnTo>
                  <a:lnTo>
                    <a:pt x="149" y="182"/>
                  </a:lnTo>
                  <a:lnTo>
                    <a:pt x="147" y="180"/>
                  </a:lnTo>
                  <a:lnTo>
                    <a:pt x="147" y="180"/>
                  </a:lnTo>
                  <a:lnTo>
                    <a:pt x="147" y="180"/>
                  </a:lnTo>
                  <a:lnTo>
                    <a:pt x="144" y="180"/>
                  </a:lnTo>
                  <a:lnTo>
                    <a:pt x="144" y="177"/>
                  </a:lnTo>
                  <a:lnTo>
                    <a:pt x="142" y="177"/>
                  </a:lnTo>
                  <a:lnTo>
                    <a:pt x="139" y="177"/>
                  </a:lnTo>
                  <a:lnTo>
                    <a:pt x="139" y="177"/>
                  </a:lnTo>
                  <a:lnTo>
                    <a:pt x="135" y="175"/>
                  </a:lnTo>
                  <a:lnTo>
                    <a:pt x="135" y="175"/>
                  </a:lnTo>
                  <a:lnTo>
                    <a:pt x="135" y="175"/>
                  </a:lnTo>
                  <a:lnTo>
                    <a:pt x="135" y="175"/>
                  </a:lnTo>
                  <a:lnTo>
                    <a:pt x="132" y="175"/>
                  </a:lnTo>
                  <a:lnTo>
                    <a:pt x="130" y="172"/>
                  </a:lnTo>
                  <a:lnTo>
                    <a:pt x="128" y="170"/>
                  </a:lnTo>
                  <a:lnTo>
                    <a:pt x="128" y="170"/>
                  </a:lnTo>
                  <a:lnTo>
                    <a:pt x="125" y="172"/>
                  </a:lnTo>
                  <a:lnTo>
                    <a:pt x="125" y="172"/>
                  </a:lnTo>
                  <a:lnTo>
                    <a:pt x="125" y="175"/>
                  </a:lnTo>
                  <a:lnTo>
                    <a:pt x="123" y="177"/>
                  </a:lnTo>
                  <a:lnTo>
                    <a:pt x="123" y="180"/>
                  </a:lnTo>
                  <a:lnTo>
                    <a:pt x="123" y="182"/>
                  </a:lnTo>
                  <a:lnTo>
                    <a:pt x="121" y="182"/>
                  </a:lnTo>
                  <a:lnTo>
                    <a:pt x="118" y="182"/>
                  </a:lnTo>
                  <a:lnTo>
                    <a:pt x="118" y="182"/>
                  </a:lnTo>
                  <a:lnTo>
                    <a:pt x="116" y="182"/>
                  </a:lnTo>
                  <a:lnTo>
                    <a:pt x="109" y="182"/>
                  </a:lnTo>
                  <a:lnTo>
                    <a:pt x="109" y="182"/>
                  </a:lnTo>
                  <a:lnTo>
                    <a:pt x="106" y="182"/>
                  </a:lnTo>
                  <a:lnTo>
                    <a:pt x="106" y="182"/>
                  </a:lnTo>
                  <a:lnTo>
                    <a:pt x="104" y="184"/>
                  </a:lnTo>
                  <a:lnTo>
                    <a:pt x="104" y="184"/>
                  </a:lnTo>
                  <a:lnTo>
                    <a:pt x="99" y="182"/>
                  </a:lnTo>
                  <a:lnTo>
                    <a:pt x="99" y="182"/>
                  </a:lnTo>
                  <a:lnTo>
                    <a:pt x="97" y="184"/>
                  </a:lnTo>
                  <a:lnTo>
                    <a:pt x="92" y="184"/>
                  </a:lnTo>
                  <a:lnTo>
                    <a:pt x="92" y="184"/>
                  </a:lnTo>
                  <a:lnTo>
                    <a:pt x="92" y="184"/>
                  </a:lnTo>
                  <a:lnTo>
                    <a:pt x="92" y="189"/>
                  </a:lnTo>
                  <a:lnTo>
                    <a:pt x="92" y="189"/>
                  </a:lnTo>
                  <a:lnTo>
                    <a:pt x="92" y="194"/>
                  </a:lnTo>
                  <a:lnTo>
                    <a:pt x="92" y="194"/>
                  </a:lnTo>
                  <a:lnTo>
                    <a:pt x="90" y="194"/>
                  </a:lnTo>
                  <a:lnTo>
                    <a:pt x="87" y="194"/>
                  </a:lnTo>
                  <a:lnTo>
                    <a:pt x="85" y="194"/>
                  </a:lnTo>
                  <a:lnTo>
                    <a:pt x="78" y="194"/>
                  </a:lnTo>
                  <a:lnTo>
                    <a:pt x="66" y="194"/>
                  </a:lnTo>
                  <a:lnTo>
                    <a:pt x="57" y="194"/>
                  </a:lnTo>
                  <a:lnTo>
                    <a:pt x="50" y="194"/>
                  </a:lnTo>
                  <a:lnTo>
                    <a:pt x="47" y="194"/>
                  </a:lnTo>
                  <a:lnTo>
                    <a:pt x="45" y="194"/>
                  </a:lnTo>
                  <a:lnTo>
                    <a:pt x="45" y="196"/>
                  </a:lnTo>
                  <a:lnTo>
                    <a:pt x="42" y="196"/>
                  </a:lnTo>
                  <a:lnTo>
                    <a:pt x="42" y="196"/>
                  </a:lnTo>
                  <a:lnTo>
                    <a:pt x="42" y="198"/>
                  </a:lnTo>
                  <a:lnTo>
                    <a:pt x="42" y="198"/>
                  </a:lnTo>
                  <a:lnTo>
                    <a:pt x="42" y="198"/>
                  </a:lnTo>
                  <a:lnTo>
                    <a:pt x="42" y="201"/>
                  </a:lnTo>
                  <a:lnTo>
                    <a:pt x="42" y="201"/>
                  </a:lnTo>
                  <a:lnTo>
                    <a:pt x="42" y="201"/>
                  </a:lnTo>
                  <a:lnTo>
                    <a:pt x="42" y="203"/>
                  </a:lnTo>
                  <a:lnTo>
                    <a:pt x="42" y="206"/>
                  </a:lnTo>
                  <a:lnTo>
                    <a:pt x="42" y="206"/>
                  </a:lnTo>
                  <a:lnTo>
                    <a:pt x="42" y="208"/>
                  </a:lnTo>
                  <a:lnTo>
                    <a:pt x="42" y="208"/>
                  </a:lnTo>
                  <a:lnTo>
                    <a:pt x="42" y="208"/>
                  </a:lnTo>
                  <a:lnTo>
                    <a:pt x="40" y="213"/>
                  </a:lnTo>
                  <a:lnTo>
                    <a:pt x="40" y="213"/>
                  </a:lnTo>
                  <a:lnTo>
                    <a:pt x="40" y="213"/>
                  </a:lnTo>
                  <a:lnTo>
                    <a:pt x="40" y="213"/>
                  </a:lnTo>
                  <a:lnTo>
                    <a:pt x="40" y="215"/>
                  </a:lnTo>
                  <a:lnTo>
                    <a:pt x="40" y="213"/>
                  </a:lnTo>
                  <a:lnTo>
                    <a:pt x="40" y="213"/>
                  </a:lnTo>
                  <a:lnTo>
                    <a:pt x="40" y="213"/>
                  </a:lnTo>
                  <a:lnTo>
                    <a:pt x="40" y="215"/>
                  </a:lnTo>
                  <a:lnTo>
                    <a:pt x="40" y="215"/>
                  </a:lnTo>
                  <a:lnTo>
                    <a:pt x="40" y="217"/>
                  </a:lnTo>
                  <a:lnTo>
                    <a:pt x="40" y="217"/>
                  </a:lnTo>
                  <a:lnTo>
                    <a:pt x="40" y="217"/>
                  </a:lnTo>
                  <a:lnTo>
                    <a:pt x="40" y="217"/>
                  </a:lnTo>
                  <a:lnTo>
                    <a:pt x="40" y="217"/>
                  </a:lnTo>
                  <a:lnTo>
                    <a:pt x="40" y="217"/>
                  </a:lnTo>
                  <a:lnTo>
                    <a:pt x="40" y="217"/>
                  </a:lnTo>
                  <a:lnTo>
                    <a:pt x="42" y="217"/>
                  </a:lnTo>
                  <a:lnTo>
                    <a:pt x="42" y="217"/>
                  </a:lnTo>
                  <a:lnTo>
                    <a:pt x="45" y="217"/>
                  </a:lnTo>
                  <a:lnTo>
                    <a:pt x="45" y="217"/>
                  </a:lnTo>
                  <a:lnTo>
                    <a:pt x="45" y="217"/>
                  </a:lnTo>
                  <a:lnTo>
                    <a:pt x="42" y="217"/>
                  </a:lnTo>
                  <a:lnTo>
                    <a:pt x="42" y="217"/>
                  </a:lnTo>
                  <a:lnTo>
                    <a:pt x="40" y="220"/>
                  </a:lnTo>
                  <a:lnTo>
                    <a:pt x="40" y="222"/>
                  </a:lnTo>
                  <a:lnTo>
                    <a:pt x="40" y="225"/>
                  </a:lnTo>
                  <a:lnTo>
                    <a:pt x="40" y="225"/>
                  </a:lnTo>
                  <a:lnTo>
                    <a:pt x="42" y="227"/>
                  </a:lnTo>
                  <a:lnTo>
                    <a:pt x="45" y="225"/>
                  </a:lnTo>
                  <a:lnTo>
                    <a:pt x="47" y="225"/>
                  </a:lnTo>
                  <a:lnTo>
                    <a:pt x="47" y="222"/>
                  </a:lnTo>
                  <a:lnTo>
                    <a:pt x="47" y="222"/>
                  </a:lnTo>
                  <a:lnTo>
                    <a:pt x="47" y="220"/>
                  </a:lnTo>
                  <a:lnTo>
                    <a:pt x="47" y="220"/>
                  </a:lnTo>
                  <a:lnTo>
                    <a:pt x="47" y="217"/>
                  </a:lnTo>
                  <a:lnTo>
                    <a:pt x="47" y="217"/>
                  </a:lnTo>
                  <a:lnTo>
                    <a:pt x="50" y="217"/>
                  </a:lnTo>
                  <a:lnTo>
                    <a:pt x="50" y="217"/>
                  </a:lnTo>
                  <a:lnTo>
                    <a:pt x="50" y="215"/>
                  </a:lnTo>
                  <a:lnTo>
                    <a:pt x="50" y="215"/>
                  </a:lnTo>
                  <a:lnTo>
                    <a:pt x="50" y="215"/>
                  </a:lnTo>
                  <a:lnTo>
                    <a:pt x="50" y="213"/>
                  </a:lnTo>
                  <a:lnTo>
                    <a:pt x="52" y="215"/>
                  </a:lnTo>
                  <a:lnTo>
                    <a:pt x="50" y="217"/>
                  </a:lnTo>
                  <a:lnTo>
                    <a:pt x="50" y="217"/>
                  </a:lnTo>
                  <a:lnTo>
                    <a:pt x="47" y="220"/>
                  </a:lnTo>
                  <a:lnTo>
                    <a:pt x="47" y="220"/>
                  </a:lnTo>
                  <a:lnTo>
                    <a:pt x="50" y="220"/>
                  </a:lnTo>
                  <a:lnTo>
                    <a:pt x="50" y="222"/>
                  </a:lnTo>
                  <a:lnTo>
                    <a:pt x="50" y="222"/>
                  </a:lnTo>
                  <a:lnTo>
                    <a:pt x="50" y="222"/>
                  </a:lnTo>
                  <a:lnTo>
                    <a:pt x="52" y="220"/>
                  </a:lnTo>
                  <a:lnTo>
                    <a:pt x="52" y="220"/>
                  </a:lnTo>
                  <a:lnTo>
                    <a:pt x="52" y="220"/>
                  </a:lnTo>
                  <a:lnTo>
                    <a:pt x="52" y="220"/>
                  </a:lnTo>
                  <a:lnTo>
                    <a:pt x="54" y="222"/>
                  </a:lnTo>
                  <a:lnTo>
                    <a:pt x="54" y="222"/>
                  </a:lnTo>
                  <a:lnTo>
                    <a:pt x="54" y="222"/>
                  </a:lnTo>
                  <a:lnTo>
                    <a:pt x="57" y="220"/>
                  </a:lnTo>
                  <a:lnTo>
                    <a:pt x="57" y="220"/>
                  </a:lnTo>
                  <a:lnTo>
                    <a:pt x="57" y="220"/>
                  </a:lnTo>
                  <a:lnTo>
                    <a:pt x="57" y="220"/>
                  </a:lnTo>
                  <a:lnTo>
                    <a:pt x="57" y="220"/>
                  </a:lnTo>
                  <a:lnTo>
                    <a:pt x="57" y="220"/>
                  </a:lnTo>
                  <a:lnTo>
                    <a:pt x="57" y="222"/>
                  </a:lnTo>
                  <a:lnTo>
                    <a:pt x="57" y="222"/>
                  </a:lnTo>
                  <a:lnTo>
                    <a:pt x="57" y="222"/>
                  </a:lnTo>
                  <a:lnTo>
                    <a:pt x="57" y="222"/>
                  </a:lnTo>
                  <a:lnTo>
                    <a:pt x="57" y="222"/>
                  </a:lnTo>
                  <a:lnTo>
                    <a:pt x="57" y="222"/>
                  </a:lnTo>
                  <a:lnTo>
                    <a:pt x="57" y="222"/>
                  </a:lnTo>
                  <a:lnTo>
                    <a:pt x="57" y="225"/>
                  </a:lnTo>
                  <a:lnTo>
                    <a:pt x="57" y="225"/>
                  </a:lnTo>
                  <a:lnTo>
                    <a:pt x="59" y="225"/>
                  </a:lnTo>
                  <a:lnTo>
                    <a:pt x="61" y="227"/>
                  </a:lnTo>
                  <a:lnTo>
                    <a:pt x="64" y="227"/>
                  </a:lnTo>
                  <a:lnTo>
                    <a:pt x="64" y="227"/>
                  </a:lnTo>
                  <a:lnTo>
                    <a:pt x="64" y="225"/>
                  </a:lnTo>
                  <a:lnTo>
                    <a:pt x="64" y="225"/>
                  </a:lnTo>
                  <a:lnTo>
                    <a:pt x="64" y="225"/>
                  </a:lnTo>
                  <a:lnTo>
                    <a:pt x="64" y="225"/>
                  </a:lnTo>
                  <a:lnTo>
                    <a:pt x="66" y="225"/>
                  </a:lnTo>
                  <a:lnTo>
                    <a:pt x="66" y="225"/>
                  </a:lnTo>
                  <a:lnTo>
                    <a:pt x="68" y="225"/>
                  </a:lnTo>
                  <a:lnTo>
                    <a:pt x="68" y="225"/>
                  </a:lnTo>
                  <a:lnTo>
                    <a:pt x="68" y="225"/>
                  </a:lnTo>
                  <a:lnTo>
                    <a:pt x="68" y="225"/>
                  </a:lnTo>
                  <a:lnTo>
                    <a:pt x="71" y="225"/>
                  </a:lnTo>
                  <a:lnTo>
                    <a:pt x="73" y="225"/>
                  </a:lnTo>
                  <a:lnTo>
                    <a:pt x="73" y="225"/>
                  </a:lnTo>
                  <a:lnTo>
                    <a:pt x="73" y="225"/>
                  </a:lnTo>
                  <a:lnTo>
                    <a:pt x="76" y="225"/>
                  </a:lnTo>
                  <a:lnTo>
                    <a:pt x="76" y="222"/>
                  </a:lnTo>
                  <a:lnTo>
                    <a:pt x="76" y="222"/>
                  </a:lnTo>
                  <a:lnTo>
                    <a:pt x="78" y="222"/>
                  </a:lnTo>
                  <a:lnTo>
                    <a:pt x="80" y="222"/>
                  </a:lnTo>
                  <a:lnTo>
                    <a:pt x="80" y="220"/>
                  </a:lnTo>
                  <a:lnTo>
                    <a:pt x="80" y="220"/>
                  </a:lnTo>
                  <a:lnTo>
                    <a:pt x="80" y="217"/>
                  </a:lnTo>
                  <a:lnTo>
                    <a:pt x="80" y="217"/>
                  </a:lnTo>
                  <a:lnTo>
                    <a:pt x="80" y="217"/>
                  </a:lnTo>
                  <a:lnTo>
                    <a:pt x="80" y="217"/>
                  </a:lnTo>
                  <a:lnTo>
                    <a:pt x="83" y="217"/>
                  </a:lnTo>
                  <a:lnTo>
                    <a:pt x="83" y="220"/>
                  </a:lnTo>
                  <a:lnTo>
                    <a:pt x="83" y="220"/>
                  </a:lnTo>
                  <a:lnTo>
                    <a:pt x="83" y="220"/>
                  </a:lnTo>
                  <a:lnTo>
                    <a:pt x="83" y="220"/>
                  </a:lnTo>
                  <a:lnTo>
                    <a:pt x="83" y="222"/>
                  </a:lnTo>
                  <a:lnTo>
                    <a:pt x="83" y="222"/>
                  </a:lnTo>
                  <a:lnTo>
                    <a:pt x="83" y="222"/>
                  </a:lnTo>
                  <a:lnTo>
                    <a:pt x="85" y="222"/>
                  </a:lnTo>
                  <a:lnTo>
                    <a:pt x="85" y="222"/>
                  </a:lnTo>
                  <a:lnTo>
                    <a:pt x="85" y="222"/>
                  </a:lnTo>
                  <a:lnTo>
                    <a:pt x="85" y="222"/>
                  </a:lnTo>
                  <a:lnTo>
                    <a:pt x="85" y="222"/>
                  </a:lnTo>
                  <a:lnTo>
                    <a:pt x="85" y="222"/>
                  </a:lnTo>
                  <a:lnTo>
                    <a:pt x="87" y="225"/>
                  </a:lnTo>
                  <a:lnTo>
                    <a:pt x="87" y="225"/>
                  </a:lnTo>
                  <a:lnTo>
                    <a:pt x="87" y="225"/>
                  </a:lnTo>
                  <a:lnTo>
                    <a:pt x="87" y="225"/>
                  </a:lnTo>
                  <a:lnTo>
                    <a:pt x="90" y="225"/>
                  </a:lnTo>
                  <a:lnTo>
                    <a:pt x="90" y="225"/>
                  </a:lnTo>
                  <a:lnTo>
                    <a:pt x="90" y="225"/>
                  </a:lnTo>
                  <a:lnTo>
                    <a:pt x="90" y="225"/>
                  </a:lnTo>
                  <a:lnTo>
                    <a:pt x="92" y="225"/>
                  </a:lnTo>
                  <a:lnTo>
                    <a:pt x="92" y="225"/>
                  </a:lnTo>
                  <a:lnTo>
                    <a:pt x="92" y="225"/>
                  </a:lnTo>
                  <a:lnTo>
                    <a:pt x="95" y="222"/>
                  </a:lnTo>
                  <a:lnTo>
                    <a:pt x="99" y="225"/>
                  </a:lnTo>
                  <a:lnTo>
                    <a:pt x="99" y="225"/>
                  </a:lnTo>
                  <a:lnTo>
                    <a:pt x="99" y="227"/>
                  </a:lnTo>
                  <a:lnTo>
                    <a:pt x="99" y="227"/>
                  </a:lnTo>
                  <a:lnTo>
                    <a:pt x="102" y="227"/>
                  </a:lnTo>
                  <a:lnTo>
                    <a:pt x="102" y="227"/>
                  </a:lnTo>
                  <a:lnTo>
                    <a:pt x="102" y="227"/>
                  </a:lnTo>
                  <a:lnTo>
                    <a:pt x="104" y="225"/>
                  </a:lnTo>
                  <a:lnTo>
                    <a:pt x="106" y="225"/>
                  </a:lnTo>
                  <a:lnTo>
                    <a:pt x="106" y="222"/>
                  </a:lnTo>
                  <a:lnTo>
                    <a:pt x="106" y="222"/>
                  </a:lnTo>
                  <a:lnTo>
                    <a:pt x="106" y="222"/>
                  </a:lnTo>
                  <a:lnTo>
                    <a:pt x="106" y="220"/>
                  </a:lnTo>
                  <a:lnTo>
                    <a:pt x="106" y="220"/>
                  </a:lnTo>
                  <a:lnTo>
                    <a:pt x="106" y="217"/>
                  </a:lnTo>
                  <a:lnTo>
                    <a:pt x="106" y="215"/>
                  </a:lnTo>
                  <a:lnTo>
                    <a:pt x="106" y="215"/>
                  </a:lnTo>
                  <a:lnTo>
                    <a:pt x="106" y="213"/>
                  </a:lnTo>
                  <a:lnTo>
                    <a:pt x="109" y="213"/>
                  </a:lnTo>
                  <a:lnTo>
                    <a:pt x="109" y="213"/>
                  </a:lnTo>
                  <a:lnTo>
                    <a:pt x="109" y="213"/>
                  </a:lnTo>
                  <a:lnTo>
                    <a:pt x="111" y="213"/>
                  </a:lnTo>
                  <a:lnTo>
                    <a:pt x="111" y="213"/>
                  </a:lnTo>
                  <a:lnTo>
                    <a:pt x="113" y="213"/>
                  </a:lnTo>
                  <a:lnTo>
                    <a:pt x="113" y="213"/>
                  </a:lnTo>
                  <a:lnTo>
                    <a:pt x="113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13" y="213"/>
                  </a:lnTo>
                  <a:lnTo>
                    <a:pt x="113" y="213"/>
                  </a:lnTo>
                  <a:lnTo>
                    <a:pt x="111" y="213"/>
                  </a:lnTo>
                  <a:lnTo>
                    <a:pt x="111" y="213"/>
                  </a:lnTo>
                  <a:lnTo>
                    <a:pt x="111" y="213"/>
                  </a:lnTo>
                  <a:lnTo>
                    <a:pt x="111" y="213"/>
                  </a:lnTo>
                  <a:lnTo>
                    <a:pt x="111" y="215"/>
                  </a:lnTo>
                  <a:lnTo>
                    <a:pt x="109" y="215"/>
                  </a:lnTo>
                  <a:lnTo>
                    <a:pt x="109" y="215"/>
                  </a:lnTo>
                  <a:lnTo>
                    <a:pt x="109" y="215"/>
                  </a:lnTo>
                  <a:lnTo>
                    <a:pt x="106" y="215"/>
                  </a:lnTo>
                  <a:lnTo>
                    <a:pt x="106" y="215"/>
                  </a:lnTo>
                  <a:lnTo>
                    <a:pt x="106" y="217"/>
                  </a:lnTo>
                  <a:lnTo>
                    <a:pt x="106" y="220"/>
                  </a:lnTo>
                  <a:lnTo>
                    <a:pt x="109" y="220"/>
                  </a:lnTo>
                  <a:lnTo>
                    <a:pt x="109" y="222"/>
                  </a:lnTo>
                  <a:lnTo>
                    <a:pt x="109" y="222"/>
                  </a:lnTo>
                  <a:lnTo>
                    <a:pt x="109" y="222"/>
                  </a:lnTo>
                  <a:lnTo>
                    <a:pt x="109" y="222"/>
                  </a:lnTo>
                  <a:lnTo>
                    <a:pt x="109" y="222"/>
                  </a:lnTo>
                  <a:lnTo>
                    <a:pt x="109" y="222"/>
                  </a:lnTo>
                  <a:lnTo>
                    <a:pt x="109" y="222"/>
                  </a:lnTo>
                  <a:lnTo>
                    <a:pt x="106" y="225"/>
                  </a:lnTo>
                  <a:lnTo>
                    <a:pt x="106" y="227"/>
                  </a:lnTo>
                  <a:lnTo>
                    <a:pt x="104" y="227"/>
                  </a:lnTo>
                  <a:lnTo>
                    <a:pt x="102" y="227"/>
                  </a:lnTo>
                  <a:lnTo>
                    <a:pt x="102" y="227"/>
                  </a:lnTo>
                  <a:lnTo>
                    <a:pt x="102" y="227"/>
                  </a:lnTo>
                  <a:lnTo>
                    <a:pt x="99" y="227"/>
                  </a:lnTo>
                  <a:lnTo>
                    <a:pt x="99" y="227"/>
                  </a:lnTo>
                  <a:lnTo>
                    <a:pt x="99" y="227"/>
                  </a:lnTo>
                  <a:lnTo>
                    <a:pt x="99" y="227"/>
                  </a:lnTo>
                  <a:lnTo>
                    <a:pt x="99" y="227"/>
                  </a:lnTo>
                  <a:lnTo>
                    <a:pt x="99" y="225"/>
                  </a:lnTo>
                  <a:lnTo>
                    <a:pt x="99" y="225"/>
                  </a:lnTo>
                  <a:lnTo>
                    <a:pt x="97" y="225"/>
                  </a:lnTo>
                  <a:lnTo>
                    <a:pt x="97" y="225"/>
                  </a:lnTo>
                  <a:lnTo>
                    <a:pt x="97" y="225"/>
                  </a:lnTo>
                  <a:lnTo>
                    <a:pt x="97" y="225"/>
                  </a:lnTo>
                  <a:lnTo>
                    <a:pt x="97" y="225"/>
                  </a:lnTo>
                  <a:lnTo>
                    <a:pt x="97" y="225"/>
                  </a:lnTo>
                  <a:lnTo>
                    <a:pt x="95" y="225"/>
                  </a:lnTo>
                  <a:lnTo>
                    <a:pt x="95" y="225"/>
                  </a:lnTo>
                  <a:lnTo>
                    <a:pt x="95" y="227"/>
                  </a:lnTo>
                  <a:lnTo>
                    <a:pt x="92" y="227"/>
                  </a:lnTo>
                  <a:lnTo>
                    <a:pt x="92" y="227"/>
                  </a:lnTo>
                  <a:lnTo>
                    <a:pt x="92" y="227"/>
                  </a:lnTo>
                  <a:lnTo>
                    <a:pt x="90" y="227"/>
                  </a:lnTo>
                  <a:lnTo>
                    <a:pt x="90" y="227"/>
                  </a:lnTo>
                  <a:lnTo>
                    <a:pt x="90" y="227"/>
                  </a:lnTo>
                  <a:lnTo>
                    <a:pt x="87" y="227"/>
                  </a:lnTo>
                  <a:lnTo>
                    <a:pt x="85" y="225"/>
                  </a:lnTo>
                  <a:lnTo>
                    <a:pt x="85" y="225"/>
                  </a:lnTo>
                  <a:lnTo>
                    <a:pt x="85" y="225"/>
                  </a:lnTo>
                  <a:lnTo>
                    <a:pt x="83" y="222"/>
                  </a:lnTo>
                  <a:lnTo>
                    <a:pt x="83" y="222"/>
                  </a:lnTo>
                  <a:lnTo>
                    <a:pt x="80" y="222"/>
                  </a:lnTo>
                  <a:lnTo>
                    <a:pt x="80" y="222"/>
                  </a:lnTo>
                  <a:lnTo>
                    <a:pt x="80" y="225"/>
                  </a:lnTo>
                  <a:lnTo>
                    <a:pt x="78" y="225"/>
                  </a:lnTo>
                  <a:lnTo>
                    <a:pt x="78" y="225"/>
                  </a:lnTo>
                  <a:lnTo>
                    <a:pt x="76" y="225"/>
                  </a:lnTo>
                  <a:lnTo>
                    <a:pt x="73" y="227"/>
                  </a:lnTo>
                  <a:lnTo>
                    <a:pt x="71" y="225"/>
                  </a:lnTo>
                  <a:lnTo>
                    <a:pt x="71" y="225"/>
                  </a:lnTo>
                  <a:lnTo>
                    <a:pt x="71" y="225"/>
                  </a:lnTo>
                  <a:lnTo>
                    <a:pt x="71" y="225"/>
                  </a:lnTo>
                  <a:lnTo>
                    <a:pt x="68" y="225"/>
                  </a:lnTo>
                  <a:lnTo>
                    <a:pt x="68" y="225"/>
                  </a:lnTo>
                  <a:lnTo>
                    <a:pt x="66" y="225"/>
                  </a:lnTo>
                  <a:lnTo>
                    <a:pt x="66" y="225"/>
                  </a:lnTo>
                  <a:lnTo>
                    <a:pt x="64" y="225"/>
                  </a:lnTo>
                  <a:lnTo>
                    <a:pt x="64" y="227"/>
                  </a:lnTo>
                  <a:lnTo>
                    <a:pt x="64" y="227"/>
                  </a:lnTo>
                  <a:lnTo>
                    <a:pt x="61" y="227"/>
                  </a:lnTo>
                  <a:lnTo>
                    <a:pt x="59" y="227"/>
                  </a:lnTo>
                  <a:lnTo>
                    <a:pt x="59" y="227"/>
                  </a:lnTo>
                  <a:lnTo>
                    <a:pt x="57" y="225"/>
                  </a:lnTo>
                  <a:lnTo>
                    <a:pt x="54" y="225"/>
                  </a:lnTo>
                  <a:lnTo>
                    <a:pt x="54" y="225"/>
                  </a:lnTo>
                  <a:lnTo>
                    <a:pt x="54" y="225"/>
                  </a:lnTo>
                  <a:lnTo>
                    <a:pt x="54" y="227"/>
                  </a:lnTo>
                  <a:lnTo>
                    <a:pt x="54" y="227"/>
                  </a:lnTo>
                  <a:lnTo>
                    <a:pt x="52" y="225"/>
                  </a:lnTo>
                  <a:lnTo>
                    <a:pt x="52" y="222"/>
                  </a:lnTo>
                  <a:lnTo>
                    <a:pt x="50" y="225"/>
                  </a:lnTo>
                  <a:lnTo>
                    <a:pt x="50" y="225"/>
                  </a:lnTo>
                  <a:lnTo>
                    <a:pt x="50" y="225"/>
                  </a:lnTo>
                  <a:lnTo>
                    <a:pt x="50" y="225"/>
                  </a:lnTo>
                  <a:lnTo>
                    <a:pt x="47" y="227"/>
                  </a:lnTo>
                  <a:lnTo>
                    <a:pt x="47" y="227"/>
                  </a:lnTo>
                  <a:lnTo>
                    <a:pt x="45" y="227"/>
                  </a:lnTo>
                  <a:lnTo>
                    <a:pt x="42" y="227"/>
                  </a:lnTo>
                  <a:lnTo>
                    <a:pt x="40" y="229"/>
                  </a:lnTo>
                  <a:lnTo>
                    <a:pt x="40" y="229"/>
                  </a:lnTo>
                  <a:lnTo>
                    <a:pt x="40" y="229"/>
                  </a:lnTo>
                  <a:lnTo>
                    <a:pt x="40" y="229"/>
                  </a:lnTo>
                  <a:lnTo>
                    <a:pt x="40" y="232"/>
                  </a:lnTo>
                  <a:lnTo>
                    <a:pt x="40" y="234"/>
                  </a:lnTo>
                  <a:lnTo>
                    <a:pt x="40" y="234"/>
                  </a:lnTo>
                  <a:lnTo>
                    <a:pt x="40" y="234"/>
                  </a:lnTo>
                  <a:lnTo>
                    <a:pt x="42" y="236"/>
                  </a:lnTo>
                  <a:lnTo>
                    <a:pt x="42" y="236"/>
                  </a:lnTo>
                  <a:lnTo>
                    <a:pt x="42" y="236"/>
                  </a:lnTo>
                  <a:lnTo>
                    <a:pt x="42" y="239"/>
                  </a:lnTo>
                  <a:lnTo>
                    <a:pt x="42" y="239"/>
                  </a:lnTo>
                  <a:lnTo>
                    <a:pt x="42" y="239"/>
                  </a:lnTo>
                  <a:lnTo>
                    <a:pt x="45" y="239"/>
                  </a:lnTo>
                  <a:lnTo>
                    <a:pt x="47" y="239"/>
                  </a:lnTo>
                  <a:lnTo>
                    <a:pt x="54" y="239"/>
                  </a:lnTo>
                  <a:lnTo>
                    <a:pt x="54" y="239"/>
                  </a:lnTo>
                  <a:lnTo>
                    <a:pt x="57" y="239"/>
                  </a:lnTo>
                  <a:lnTo>
                    <a:pt x="61" y="236"/>
                  </a:lnTo>
                  <a:lnTo>
                    <a:pt x="61" y="236"/>
                  </a:lnTo>
                  <a:lnTo>
                    <a:pt x="66" y="234"/>
                  </a:lnTo>
                  <a:lnTo>
                    <a:pt x="71" y="232"/>
                  </a:lnTo>
                  <a:lnTo>
                    <a:pt x="71" y="232"/>
                  </a:lnTo>
                  <a:lnTo>
                    <a:pt x="71" y="232"/>
                  </a:lnTo>
                  <a:lnTo>
                    <a:pt x="73" y="234"/>
                  </a:lnTo>
                  <a:lnTo>
                    <a:pt x="73" y="234"/>
                  </a:lnTo>
                  <a:lnTo>
                    <a:pt x="73" y="234"/>
                  </a:lnTo>
                  <a:lnTo>
                    <a:pt x="73" y="234"/>
                  </a:lnTo>
                  <a:lnTo>
                    <a:pt x="73" y="232"/>
                  </a:lnTo>
                  <a:lnTo>
                    <a:pt x="78" y="232"/>
                  </a:lnTo>
                  <a:lnTo>
                    <a:pt x="80" y="232"/>
                  </a:lnTo>
                  <a:lnTo>
                    <a:pt x="83" y="234"/>
                  </a:lnTo>
                  <a:lnTo>
                    <a:pt x="83" y="234"/>
                  </a:lnTo>
                  <a:lnTo>
                    <a:pt x="87" y="234"/>
                  </a:lnTo>
                  <a:lnTo>
                    <a:pt x="97" y="234"/>
                  </a:lnTo>
                  <a:lnTo>
                    <a:pt x="99" y="234"/>
                  </a:lnTo>
                  <a:lnTo>
                    <a:pt x="113" y="227"/>
                  </a:lnTo>
                  <a:lnTo>
                    <a:pt x="113" y="227"/>
                  </a:lnTo>
                  <a:lnTo>
                    <a:pt x="116" y="225"/>
                  </a:lnTo>
                  <a:lnTo>
                    <a:pt x="121" y="222"/>
                  </a:lnTo>
                  <a:lnTo>
                    <a:pt x="123" y="222"/>
                  </a:lnTo>
                  <a:lnTo>
                    <a:pt x="123" y="220"/>
                  </a:lnTo>
                  <a:lnTo>
                    <a:pt x="125" y="220"/>
                  </a:lnTo>
                  <a:lnTo>
                    <a:pt x="128" y="220"/>
                  </a:lnTo>
                  <a:lnTo>
                    <a:pt x="142" y="220"/>
                  </a:lnTo>
                  <a:lnTo>
                    <a:pt x="147" y="220"/>
                  </a:lnTo>
                  <a:lnTo>
                    <a:pt x="165" y="220"/>
                  </a:lnTo>
                  <a:lnTo>
                    <a:pt x="170" y="220"/>
                  </a:lnTo>
                  <a:lnTo>
                    <a:pt x="184" y="220"/>
                  </a:lnTo>
                  <a:lnTo>
                    <a:pt x="203" y="220"/>
                  </a:lnTo>
                  <a:lnTo>
                    <a:pt x="222" y="222"/>
                  </a:lnTo>
                  <a:lnTo>
                    <a:pt x="225" y="222"/>
                  </a:lnTo>
                  <a:lnTo>
                    <a:pt x="225" y="222"/>
                  </a:lnTo>
                  <a:lnTo>
                    <a:pt x="225" y="222"/>
                  </a:lnTo>
                  <a:lnTo>
                    <a:pt x="225" y="222"/>
                  </a:lnTo>
                  <a:lnTo>
                    <a:pt x="225" y="222"/>
                  </a:lnTo>
                  <a:lnTo>
                    <a:pt x="225" y="222"/>
                  </a:lnTo>
                  <a:lnTo>
                    <a:pt x="225" y="222"/>
                  </a:lnTo>
                  <a:lnTo>
                    <a:pt x="225" y="222"/>
                  </a:lnTo>
                  <a:lnTo>
                    <a:pt x="225" y="222"/>
                  </a:lnTo>
                  <a:lnTo>
                    <a:pt x="227" y="222"/>
                  </a:lnTo>
                  <a:lnTo>
                    <a:pt x="227" y="222"/>
                  </a:lnTo>
                  <a:lnTo>
                    <a:pt x="227" y="222"/>
                  </a:lnTo>
                  <a:lnTo>
                    <a:pt x="229" y="222"/>
                  </a:lnTo>
                  <a:lnTo>
                    <a:pt x="229" y="222"/>
                  </a:lnTo>
                  <a:lnTo>
                    <a:pt x="229" y="222"/>
                  </a:lnTo>
                  <a:lnTo>
                    <a:pt x="232" y="222"/>
                  </a:lnTo>
                  <a:lnTo>
                    <a:pt x="232" y="222"/>
                  </a:lnTo>
                  <a:lnTo>
                    <a:pt x="232" y="222"/>
                  </a:lnTo>
                  <a:lnTo>
                    <a:pt x="232" y="222"/>
                  </a:lnTo>
                  <a:lnTo>
                    <a:pt x="232" y="222"/>
                  </a:lnTo>
                  <a:lnTo>
                    <a:pt x="232" y="222"/>
                  </a:lnTo>
                  <a:lnTo>
                    <a:pt x="232" y="222"/>
                  </a:lnTo>
                  <a:lnTo>
                    <a:pt x="234" y="222"/>
                  </a:lnTo>
                  <a:lnTo>
                    <a:pt x="234" y="222"/>
                  </a:lnTo>
                  <a:lnTo>
                    <a:pt x="234" y="222"/>
                  </a:lnTo>
                  <a:lnTo>
                    <a:pt x="234" y="222"/>
                  </a:lnTo>
                  <a:lnTo>
                    <a:pt x="234" y="222"/>
                  </a:lnTo>
                  <a:lnTo>
                    <a:pt x="236" y="222"/>
                  </a:lnTo>
                  <a:lnTo>
                    <a:pt x="236" y="222"/>
                  </a:lnTo>
                  <a:lnTo>
                    <a:pt x="239" y="222"/>
                  </a:lnTo>
                  <a:lnTo>
                    <a:pt x="239" y="222"/>
                  </a:lnTo>
                  <a:lnTo>
                    <a:pt x="239" y="225"/>
                  </a:lnTo>
                  <a:lnTo>
                    <a:pt x="239" y="225"/>
                  </a:lnTo>
                  <a:lnTo>
                    <a:pt x="239" y="225"/>
                  </a:lnTo>
                  <a:lnTo>
                    <a:pt x="239" y="227"/>
                  </a:lnTo>
                  <a:lnTo>
                    <a:pt x="239" y="229"/>
                  </a:lnTo>
                  <a:lnTo>
                    <a:pt x="239" y="229"/>
                  </a:lnTo>
                  <a:lnTo>
                    <a:pt x="239" y="229"/>
                  </a:lnTo>
                  <a:lnTo>
                    <a:pt x="239" y="232"/>
                  </a:lnTo>
                  <a:lnTo>
                    <a:pt x="241" y="232"/>
                  </a:lnTo>
                  <a:lnTo>
                    <a:pt x="241" y="232"/>
                  </a:lnTo>
                  <a:lnTo>
                    <a:pt x="241" y="232"/>
                  </a:lnTo>
                  <a:lnTo>
                    <a:pt x="244" y="232"/>
                  </a:lnTo>
                  <a:lnTo>
                    <a:pt x="244" y="232"/>
                  </a:lnTo>
                  <a:lnTo>
                    <a:pt x="244" y="232"/>
                  </a:lnTo>
                  <a:lnTo>
                    <a:pt x="244" y="229"/>
                  </a:lnTo>
                  <a:lnTo>
                    <a:pt x="246" y="227"/>
                  </a:lnTo>
                  <a:lnTo>
                    <a:pt x="248" y="227"/>
                  </a:lnTo>
                  <a:lnTo>
                    <a:pt x="251" y="229"/>
                  </a:lnTo>
                  <a:lnTo>
                    <a:pt x="251" y="229"/>
                  </a:lnTo>
                  <a:lnTo>
                    <a:pt x="251" y="232"/>
                  </a:lnTo>
                  <a:lnTo>
                    <a:pt x="251" y="232"/>
                  </a:lnTo>
                  <a:lnTo>
                    <a:pt x="251" y="232"/>
                  </a:lnTo>
                  <a:lnTo>
                    <a:pt x="251" y="232"/>
                  </a:lnTo>
                  <a:lnTo>
                    <a:pt x="253" y="232"/>
                  </a:lnTo>
                  <a:lnTo>
                    <a:pt x="253" y="232"/>
                  </a:lnTo>
                  <a:lnTo>
                    <a:pt x="255" y="232"/>
                  </a:lnTo>
                  <a:lnTo>
                    <a:pt x="255" y="234"/>
                  </a:lnTo>
                  <a:lnTo>
                    <a:pt x="255" y="234"/>
                  </a:lnTo>
                  <a:lnTo>
                    <a:pt x="255" y="234"/>
                  </a:lnTo>
                  <a:lnTo>
                    <a:pt x="260" y="234"/>
                  </a:lnTo>
                  <a:lnTo>
                    <a:pt x="260" y="234"/>
                  </a:lnTo>
                  <a:lnTo>
                    <a:pt x="262" y="234"/>
                  </a:lnTo>
                  <a:lnTo>
                    <a:pt x="262" y="234"/>
                  </a:lnTo>
                  <a:lnTo>
                    <a:pt x="265" y="236"/>
                  </a:lnTo>
                  <a:lnTo>
                    <a:pt x="265" y="236"/>
                  </a:lnTo>
                  <a:lnTo>
                    <a:pt x="265" y="236"/>
                  </a:lnTo>
                  <a:lnTo>
                    <a:pt x="265" y="239"/>
                  </a:lnTo>
                  <a:lnTo>
                    <a:pt x="265" y="239"/>
                  </a:lnTo>
                  <a:lnTo>
                    <a:pt x="265" y="239"/>
                  </a:lnTo>
                  <a:lnTo>
                    <a:pt x="265" y="236"/>
                  </a:lnTo>
                  <a:lnTo>
                    <a:pt x="267" y="236"/>
                  </a:lnTo>
                  <a:lnTo>
                    <a:pt x="267" y="236"/>
                  </a:lnTo>
                  <a:lnTo>
                    <a:pt x="270" y="236"/>
                  </a:lnTo>
                  <a:lnTo>
                    <a:pt x="270" y="236"/>
                  </a:lnTo>
                  <a:lnTo>
                    <a:pt x="272" y="236"/>
                  </a:lnTo>
                  <a:lnTo>
                    <a:pt x="274" y="236"/>
                  </a:lnTo>
                  <a:lnTo>
                    <a:pt x="274" y="239"/>
                  </a:lnTo>
                  <a:lnTo>
                    <a:pt x="277" y="241"/>
                  </a:lnTo>
                  <a:lnTo>
                    <a:pt x="277" y="241"/>
                  </a:lnTo>
                  <a:lnTo>
                    <a:pt x="286" y="239"/>
                  </a:lnTo>
                  <a:lnTo>
                    <a:pt x="289" y="236"/>
                  </a:lnTo>
                  <a:lnTo>
                    <a:pt x="291" y="236"/>
                  </a:lnTo>
                  <a:lnTo>
                    <a:pt x="291" y="234"/>
                  </a:lnTo>
                  <a:lnTo>
                    <a:pt x="291" y="234"/>
                  </a:lnTo>
                  <a:lnTo>
                    <a:pt x="296" y="236"/>
                  </a:lnTo>
                  <a:lnTo>
                    <a:pt x="296" y="236"/>
                  </a:lnTo>
                  <a:lnTo>
                    <a:pt x="298" y="236"/>
                  </a:lnTo>
                  <a:lnTo>
                    <a:pt x="298" y="234"/>
                  </a:lnTo>
                  <a:lnTo>
                    <a:pt x="300" y="234"/>
                  </a:lnTo>
                  <a:lnTo>
                    <a:pt x="300" y="234"/>
                  </a:lnTo>
                  <a:lnTo>
                    <a:pt x="300" y="234"/>
                  </a:lnTo>
                  <a:lnTo>
                    <a:pt x="300" y="234"/>
                  </a:lnTo>
                  <a:lnTo>
                    <a:pt x="300" y="234"/>
                  </a:lnTo>
                  <a:lnTo>
                    <a:pt x="303" y="236"/>
                  </a:lnTo>
                  <a:lnTo>
                    <a:pt x="305" y="236"/>
                  </a:lnTo>
                  <a:lnTo>
                    <a:pt x="310" y="236"/>
                  </a:lnTo>
                  <a:lnTo>
                    <a:pt x="312" y="236"/>
                  </a:lnTo>
                  <a:lnTo>
                    <a:pt x="315" y="234"/>
                  </a:lnTo>
                  <a:lnTo>
                    <a:pt x="317" y="234"/>
                  </a:lnTo>
                  <a:lnTo>
                    <a:pt x="322" y="234"/>
                  </a:lnTo>
                  <a:lnTo>
                    <a:pt x="324" y="234"/>
                  </a:lnTo>
                  <a:lnTo>
                    <a:pt x="326" y="236"/>
                  </a:lnTo>
                  <a:lnTo>
                    <a:pt x="329" y="236"/>
                  </a:lnTo>
                  <a:lnTo>
                    <a:pt x="329" y="234"/>
                  </a:lnTo>
                  <a:lnTo>
                    <a:pt x="329" y="232"/>
                  </a:lnTo>
                  <a:lnTo>
                    <a:pt x="329" y="232"/>
                  </a:lnTo>
                  <a:lnTo>
                    <a:pt x="329" y="229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0">
              <a:extLst>
                <a:ext uri="{FF2B5EF4-FFF2-40B4-BE49-F238E27FC236}">
                  <a16:creationId xmlns:a16="http://schemas.microsoft.com/office/drawing/2014/main" id="{3B475D9D-4545-6A27-8890-99561D5F51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61142" y="3215731"/>
              <a:ext cx="70042" cy="114613"/>
            </a:xfrm>
            <a:custGeom>
              <a:avLst/>
              <a:gdLst>
                <a:gd name="T0" fmla="*/ 14 w 55"/>
                <a:gd name="T1" fmla="*/ 71 h 90"/>
                <a:gd name="T2" fmla="*/ 12 w 55"/>
                <a:gd name="T3" fmla="*/ 69 h 90"/>
                <a:gd name="T4" fmla="*/ 10 w 55"/>
                <a:gd name="T5" fmla="*/ 69 h 90"/>
                <a:gd name="T6" fmla="*/ 5 w 55"/>
                <a:gd name="T7" fmla="*/ 71 h 90"/>
                <a:gd name="T8" fmla="*/ 3 w 55"/>
                <a:gd name="T9" fmla="*/ 73 h 90"/>
                <a:gd name="T10" fmla="*/ 3 w 55"/>
                <a:gd name="T11" fmla="*/ 73 h 90"/>
                <a:gd name="T12" fmla="*/ 3 w 55"/>
                <a:gd name="T13" fmla="*/ 76 h 90"/>
                <a:gd name="T14" fmla="*/ 3 w 55"/>
                <a:gd name="T15" fmla="*/ 78 h 90"/>
                <a:gd name="T16" fmla="*/ 0 w 55"/>
                <a:gd name="T17" fmla="*/ 78 h 90"/>
                <a:gd name="T18" fmla="*/ 3 w 55"/>
                <a:gd name="T19" fmla="*/ 85 h 90"/>
                <a:gd name="T20" fmla="*/ 5 w 55"/>
                <a:gd name="T21" fmla="*/ 85 h 90"/>
                <a:gd name="T22" fmla="*/ 5 w 55"/>
                <a:gd name="T23" fmla="*/ 85 h 90"/>
                <a:gd name="T24" fmla="*/ 5 w 55"/>
                <a:gd name="T25" fmla="*/ 88 h 90"/>
                <a:gd name="T26" fmla="*/ 5 w 55"/>
                <a:gd name="T27" fmla="*/ 88 h 90"/>
                <a:gd name="T28" fmla="*/ 5 w 55"/>
                <a:gd name="T29" fmla="*/ 90 h 90"/>
                <a:gd name="T30" fmla="*/ 7 w 55"/>
                <a:gd name="T31" fmla="*/ 90 h 90"/>
                <a:gd name="T32" fmla="*/ 7 w 55"/>
                <a:gd name="T33" fmla="*/ 85 h 90"/>
                <a:gd name="T34" fmla="*/ 10 w 55"/>
                <a:gd name="T35" fmla="*/ 85 h 90"/>
                <a:gd name="T36" fmla="*/ 10 w 55"/>
                <a:gd name="T37" fmla="*/ 85 h 90"/>
                <a:gd name="T38" fmla="*/ 12 w 55"/>
                <a:gd name="T39" fmla="*/ 85 h 90"/>
                <a:gd name="T40" fmla="*/ 12 w 55"/>
                <a:gd name="T41" fmla="*/ 83 h 90"/>
                <a:gd name="T42" fmla="*/ 12 w 55"/>
                <a:gd name="T43" fmla="*/ 83 h 90"/>
                <a:gd name="T44" fmla="*/ 14 w 55"/>
                <a:gd name="T45" fmla="*/ 81 h 90"/>
                <a:gd name="T46" fmla="*/ 17 w 55"/>
                <a:gd name="T47" fmla="*/ 78 h 90"/>
                <a:gd name="T48" fmla="*/ 17 w 55"/>
                <a:gd name="T49" fmla="*/ 78 h 90"/>
                <a:gd name="T50" fmla="*/ 17 w 55"/>
                <a:gd name="T51" fmla="*/ 76 h 90"/>
                <a:gd name="T52" fmla="*/ 17 w 55"/>
                <a:gd name="T53" fmla="*/ 73 h 90"/>
                <a:gd name="T54" fmla="*/ 52 w 55"/>
                <a:gd name="T55" fmla="*/ 2 h 90"/>
                <a:gd name="T56" fmla="*/ 55 w 55"/>
                <a:gd name="T57" fmla="*/ 2 h 90"/>
                <a:gd name="T58" fmla="*/ 55 w 55"/>
                <a:gd name="T59" fmla="*/ 2 h 90"/>
                <a:gd name="T60" fmla="*/ 55 w 55"/>
                <a:gd name="T61" fmla="*/ 0 h 90"/>
                <a:gd name="T62" fmla="*/ 52 w 55"/>
                <a:gd name="T63" fmla="*/ 0 h 90"/>
                <a:gd name="T64" fmla="*/ 50 w 55"/>
                <a:gd name="T65" fmla="*/ 2 h 90"/>
                <a:gd name="T66" fmla="*/ 50 w 55"/>
                <a:gd name="T67" fmla="*/ 2 h 90"/>
                <a:gd name="T68" fmla="*/ 50 w 55"/>
                <a:gd name="T69" fmla="*/ 5 h 90"/>
                <a:gd name="T70" fmla="*/ 48 w 55"/>
                <a:gd name="T71" fmla="*/ 5 h 90"/>
                <a:gd name="T72" fmla="*/ 48 w 55"/>
                <a:gd name="T73" fmla="*/ 7 h 90"/>
                <a:gd name="T74" fmla="*/ 50 w 55"/>
                <a:gd name="T75" fmla="*/ 7 h 90"/>
                <a:gd name="T76" fmla="*/ 50 w 55"/>
                <a:gd name="T77" fmla="*/ 10 h 90"/>
                <a:gd name="T78" fmla="*/ 52 w 55"/>
                <a:gd name="T79" fmla="*/ 7 h 90"/>
                <a:gd name="T80" fmla="*/ 52 w 55"/>
                <a:gd name="T81" fmla="*/ 10 h 90"/>
                <a:gd name="T82" fmla="*/ 52 w 55"/>
                <a:gd name="T83" fmla="*/ 10 h 90"/>
                <a:gd name="T84" fmla="*/ 52 w 55"/>
                <a:gd name="T85" fmla="*/ 7 h 90"/>
                <a:gd name="T86" fmla="*/ 52 w 55"/>
                <a:gd name="T87" fmla="*/ 7 h 90"/>
                <a:gd name="T88" fmla="*/ 52 w 55"/>
                <a:gd name="T89" fmla="*/ 5 h 90"/>
                <a:gd name="T90" fmla="*/ 55 w 55"/>
                <a:gd name="T91" fmla="*/ 5 h 90"/>
                <a:gd name="T92" fmla="*/ 55 w 55"/>
                <a:gd name="T93" fmla="*/ 5 h 90"/>
                <a:gd name="T94" fmla="*/ 55 w 55"/>
                <a:gd name="T95" fmla="*/ 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5" h="90">
                  <a:moveTo>
                    <a:pt x="17" y="73"/>
                  </a:moveTo>
                  <a:lnTo>
                    <a:pt x="14" y="71"/>
                  </a:lnTo>
                  <a:lnTo>
                    <a:pt x="14" y="69"/>
                  </a:lnTo>
                  <a:lnTo>
                    <a:pt x="12" y="69"/>
                  </a:lnTo>
                  <a:lnTo>
                    <a:pt x="12" y="69"/>
                  </a:lnTo>
                  <a:lnTo>
                    <a:pt x="10" y="69"/>
                  </a:lnTo>
                  <a:lnTo>
                    <a:pt x="7" y="71"/>
                  </a:lnTo>
                  <a:lnTo>
                    <a:pt x="5" y="71"/>
                  </a:lnTo>
                  <a:lnTo>
                    <a:pt x="5" y="71"/>
                  </a:lnTo>
                  <a:lnTo>
                    <a:pt x="3" y="73"/>
                  </a:lnTo>
                  <a:lnTo>
                    <a:pt x="3" y="73"/>
                  </a:lnTo>
                  <a:lnTo>
                    <a:pt x="3" y="73"/>
                  </a:lnTo>
                  <a:lnTo>
                    <a:pt x="3" y="76"/>
                  </a:lnTo>
                  <a:lnTo>
                    <a:pt x="3" y="76"/>
                  </a:lnTo>
                  <a:lnTo>
                    <a:pt x="3" y="76"/>
                  </a:lnTo>
                  <a:lnTo>
                    <a:pt x="3" y="78"/>
                  </a:lnTo>
                  <a:lnTo>
                    <a:pt x="3" y="78"/>
                  </a:lnTo>
                  <a:lnTo>
                    <a:pt x="0" y="78"/>
                  </a:lnTo>
                  <a:lnTo>
                    <a:pt x="3" y="78"/>
                  </a:lnTo>
                  <a:lnTo>
                    <a:pt x="3" y="85"/>
                  </a:lnTo>
                  <a:lnTo>
                    <a:pt x="3" y="85"/>
                  </a:lnTo>
                  <a:lnTo>
                    <a:pt x="5" y="85"/>
                  </a:lnTo>
                  <a:lnTo>
                    <a:pt x="5" y="85"/>
                  </a:lnTo>
                  <a:lnTo>
                    <a:pt x="5" y="85"/>
                  </a:lnTo>
                  <a:lnTo>
                    <a:pt x="5" y="88"/>
                  </a:lnTo>
                  <a:lnTo>
                    <a:pt x="5" y="88"/>
                  </a:lnTo>
                  <a:lnTo>
                    <a:pt x="5" y="88"/>
                  </a:lnTo>
                  <a:lnTo>
                    <a:pt x="5" y="88"/>
                  </a:lnTo>
                  <a:lnTo>
                    <a:pt x="5" y="90"/>
                  </a:lnTo>
                  <a:lnTo>
                    <a:pt x="5" y="90"/>
                  </a:lnTo>
                  <a:lnTo>
                    <a:pt x="5" y="88"/>
                  </a:lnTo>
                  <a:lnTo>
                    <a:pt x="7" y="90"/>
                  </a:lnTo>
                  <a:lnTo>
                    <a:pt x="7" y="88"/>
                  </a:lnTo>
                  <a:lnTo>
                    <a:pt x="7" y="85"/>
                  </a:lnTo>
                  <a:lnTo>
                    <a:pt x="7" y="85"/>
                  </a:lnTo>
                  <a:lnTo>
                    <a:pt x="10" y="85"/>
                  </a:lnTo>
                  <a:lnTo>
                    <a:pt x="10" y="85"/>
                  </a:lnTo>
                  <a:lnTo>
                    <a:pt x="10" y="85"/>
                  </a:lnTo>
                  <a:lnTo>
                    <a:pt x="12" y="85"/>
                  </a:lnTo>
                  <a:lnTo>
                    <a:pt x="12" y="85"/>
                  </a:lnTo>
                  <a:lnTo>
                    <a:pt x="12" y="85"/>
                  </a:lnTo>
                  <a:lnTo>
                    <a:pt x="12" y="83"/>
                  </a:lnTo>
                  <a:lnTo>
                    <a:pt x="12" y="83"/>
                  </a:lnTo>
                  <a:lnTo>
                    <a:pt x="12" y="83"/>
                  </a:lnTo>
                  <a:lnTo>
                    <a:pt x="12" y="83"/>
                  </a:lnTo>
                  <a:lnTo>
                    <a:pt x="14" y="81"/>
                  </a:lnTo>
                  <a:lnTo>
                    <a:pt x="14" y="81"/>
                  </a:lnTo>
                  <a:lnTo>
                    <a:pt x="17" y="78"/>
                  </a:lnTo>
                  <a:lnTo>
                    <a:pt x="17" y="78"/>
                  </a:lnTo>
                  <a:lnTo>
                    <a:pt x="17" y="78"/>
                  </a:lnTo>
                  <a:lnTo>
                    <a:pt x="17" y="76"/>
                  </a:lnTo>
                  <a:lnTo>
                    <a:pt x="17" y="76"/>
                  </a:lnTo>
                  <a:lnTo>
                    <a:pt x="17" y="73"/>
                  </a:lnTo>
                  <a:lnTo>
                    <a:pt x="17" y="73"/>
                  </a:lnTo>
                  <a:close/>
                  <a:moveTo>
                    <a:pt x="55" y="2"/>
                  </a:moveTo>
                  <a:lnTo>
                    <a:pt x="52" y="2"/>
                  </a:lnTo>
                  <a:lnTo>
                    <a:pt x="52" y="2"/>
                  </a:lnTo>
                  <a:lnTo>
                    <a:pt x="55" y="2"/>
                  </a:lnTo>
                  <a:lnTo>
                    <a:pt x="55" y="2"/>
                  </a:lnTo>
                  <a:lnTo>
                    <a:pt x="55" y="2"/>
                  </a:lnTo>
                  <a:lnTo>
                    <a:pt x="55" y="0"/>
                  </a:lnTo>
                  <a:lnTo>
                    <a:pt x="55" y="0"/>
                  </a:lnTo>
                  <a:lnTo>
                    <a:pt x="52" y="0"/>
                  </a:lnTo>
                  <a:lnTo>
                    <a:pt x="52" y="0"/>
                  </a:lnTo>
                  <a:lnTo>
                    <a:pt x="50" y="0"/>
                  </a:lnTo>
                  <a:lnTo>
                    <a:pt x="50" y="2"/>
                  </a:lnTo>
                  <a:lnTo>
                    <a:pt x="50" y="2"/>
                  </a:lnTo>
                  <a:lnTo>
                    <a:pt x="50" y="2"/>
                  </a:lnTo>
                  <a:lnTo>
                    <a:pt x="50" y="5"/>
                  </a:lnTo>
                  <a:lnTo>
                    <a:pt x="50" y="5"/>
                  </a:lnTo>
                  <a:lnTo>
                    <a:pt x="48" y="5"/>
                  </a:lnTo>
                  <a:lnTo>
                    <a:pt x="48" y="5"/>
                  </a:lnTo>
                  <a:lnTo>
                    <a:pt x="48" y="5"/>
                  </a:lnTo>
                  <a:lnTo>
                    <a:pt x="48" y="7"/>
                  </a:lnTo>
                  <a:lnTo>
                    <a:pt x="48" y="7"/>
                  </a:lnTo>
                  <a:lnTo>
                    <a:pt x="50" y="7"/>
                  </a:lnTo>
                  <a:lnTo>
                    <a:pt x="50" y="7"/>
                  </a:lnTo>
                  <a:lnTo>
                    <a:pt x="50" y="10"/>
                  </a:lnTo>
                  <a:lnTo>
                    <a:pt x="50" y="10"/>
                  </a:lnTo>
                  <a:lnTo>
                    <a:pt x="52" y="7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52" y="7"/>
                  </a:lnTo>
                  <a:lnTo>
                    <a:pt x="52" y="7"/>
                  </a:lnTo>
                  <a:lnTo>
                    <a:pt x="52" y="7"/>
                  </a:lnTo>
                  <a:lnTo>
                    <a:pt x="52" y="7"/>
                  </a:lnTo>
                  <a:lnTo>
                    <a:pt x="52" y="7"/>
                  </a:lnTo>
                  <a:lnTo>
                    <a:pt x="52" y="5"/>
                  </a:lnTo>
                  <a:lnTo>
                    <a:pt x="52" y="5"/>
                  </a:lnTo>
                  <a:lnTo>
                    <a:pt x="55" y="5"/>
                  </a:lnTo>
                  <a:lnTo>
                    <a:pt x="55" y="5"/>
                  </a:lnTo>
                  <a:lnTo>
                    <a:pt x="55" y="5"/>
                  </a:lnTo>
                  <a:lnTo>
                    <a:pt x="55" y="2"/>
                  </a:lnTo>
                  <a:lnTo>
                    <a:pt x="55" y="2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5DBE1AFB-8BE0-3459-8879-8AF76EE39893}"/>
                </a:ext>
              </a:extLst>
            </p:cNvPr>
            <p:cNvSpPr>
              <a:spLocks/>
            </p:cNvSpPr>
            <p:nvPr/>
          </p:nvSpPr>
          <p:spPr bwMode="auto">
            <a:xfrm>
              <a:off x="9089312" y="3402932"/>
              <a:ext cx="134988" cy="119707"/>
            </a:xfrm>
            <a:custGeom>
              <a:avLst/>
              <a:gdLst>
                <a:gd name="T0" fmla="*/ 104 w 106"/>
                <a:gd name="T1" fmla="*/ 52 h 94"/>
                <a:gd name="T2" fmla="*/ 104 w 106"/>
                <a:gd name="T3" fmla="*/ 45 h 94"/>
                <a:gd name="T4" fmla="*/ 104 w 106"/>
                <a:gd name="T5" fmla="*/ 38 h 94"/>
                <a:gd name="T6" fmla="*/ 104 w 106"/>
                <a:gd name="T7" fmla="*/ 31 h 94"/>
                <a:gd name="T8" fmla="*/ 102 w 106"/>
                <a:gd name="T9" fmla="*/ 26 h 94"/>
                <a:gd name="T10" fmla="*/ 99 w 106"/>
                <a:gd name="T11" fmla="*/ 21 h 94"/>
                <a:gd name="T12" fmla="*/ 92 w 106"/>
                <a:gd name="T13" fmla="*/ 16 h 94"/>
                <a:gd name="T14" fmla="*/ 90 w 106"/>
                <a:gd name="T15" fmla="*/ 12 h 94"/>
                <a:gd name="T16" fmla="*/ 90 w 106"/>
                <a:gd name="T17" fmla="*/ 9 h 94"/>
                <a:gd name="T18" fmla="*/ 87 w 106"/>
                <a:gd name="T19" fmla="*/ 5 h 94"/>
                <a:gd name="T20" fmla="*/ 85 w 106"/>
                <a:gd name="T21" fmla="*/ 5 h 94"/>
                <a:gd name="T22" fmla="*/ 85 w 106"/>
                <a:gd name="T23" fmla="*/ 0 h 94"/>
                <a:gd name="T24" fmla="*/ 83 w 106"/>
                <a:gd name="T25" fmla="*/ 0 h 94"/>
                <a:gd name="T26" fmla="*/ 78 w 106"/>
                <a:gd name="T27" fmla="*/ 2 h 94"/>
                <a:gd name="T28" fmla="*/ 76 w 106"/>
                <a:gd name="T29" fmla="*/ 5 h 94"/>
                <a:gd name="T30" fmla="*/ 71 w 106"/>
                <a:gd name="T31" fmla="*/ 12 h 94"/>
                <a:gd name="T32" fmla="*/ 69 w 106"/>
                <a:gd name="T33" fmla="*/ 14 h 94"/>
                <a:gd name="T34" fmla="*/ 61 w 106"/>
                <a:gd name="T35" fmla="*/ 19 h 94"/>
                <a:gd name="T36" fmla="*/ 54 w 106"/>
                <a:gd name="T37" fmla="*/ 21 h 94"/>
                <a:gd name="T38" fmla="*/ 50 w 106"/>
                <a:gd name="T39" fmla="*/ 14 h 94"/>
                <a:gd name="T40" fmla="*/ 50 w 106"/>
                <a:gd name="T41" fmla="*/ 16 h 94"/>
                <a:gd name="T42" fmla="*/ 43 w 106"/>
                <a:gd name="T43" fmla="*/ 16 h 94"/>
                <a:gd name="T44" fmla="*/ 35 w 106"/>
                <a:gd name="T45" fmla="*/ 19 h 94"/>
                <a:gd name="T46" fmla="*/ 31 w 106"/>
                <a:gd name="T47" fmla="*/ 23 h 94"/>
                <a:gd name="T48" fmla="*/ 21 w 106"/>
                <a:gd name="T49" fmla="*/ 28 h 94"/>
                <a:gd name="T50" fmla="*/ 14 w 106"/>
                <a:gd name="T51" fmla="*/ 42 h 94"/>
                <a:gd name="T52" fmla="*/ 14 w 106"/>
                <a:gd name="T53" fmla="*/ 61 h 94"/>
                <a:gd name="T54" fmla="*/ 5 w 106"/>
                <a:gd name="T55" fmla="*/ 66 h 94"/>
                <a:gd name="T56" fmla="*/ 2 w 106"/>
                <a:gd name="T57" fmla="*/ 68 h 94"/>
                <a:gd name="T58" fmla="*/ 0 w 106"/>
                <a:gd name="T59" fmla="*/ 73 h 94"/>
                <a:gd name="T60" fmla="*/ 0 w 106"/>
                <a:gd name="T61" fmla="*/ 78 h 94"/>
                <a:gd name="T62" fmla="*/ 2 w 106"/>
                <a:gd name="T63" fmla="*/ 85 h 94"/>
                <a:gd name="T64" fmla="*/ 9 w 106"/>
                <a:gd name="T65" fmla="*/ 83 h 94"/>
                <a:gd name="T66" fmla="*/ 21 w 106"/>
                <a:gd name="T67" fmla="*/ 83 h 94"/>
                <a:gd name="T68" fmla="*/ 24 w 106"/>
                <a:gd name="T69" fmla="*/ 87 h 94"/>
                <a:gd name="T70" fmla="*/ 24 w 106"/>
                <a:gd name="T71" fmla="*/ 90 h 94"/>
                <a:gd name="T72" fmla="*/ 28 w 106"/>
                <a:gd name="T73" fmla="*/ 92 h 94"/>
                <a:gd name="T74" fmla="*/ 38 w 106"/>
                <a:gd name="T75" fmla="*/ 92 h 94"/>
                <a:gd name="T76" fmla="*/ 40 w 106"/>
                <a:gd name="T77" fmla="*/ 92 h 94"/>
                <a:gd name="T78" fmla="*/ 45 w 106"/>
                <a:gd name="T79" fmla="*/ 90 h 94"/>
                <a:gd name="T80" fmla="*/ 52 w 106"/>
                <a:gd name="T81" fmla="*/ 90 h 94"/>
                <a:gd name="T82" fmla="*/ 54 w 106"/>
                <a:gd name="T83" fmla="*/ 83 h 94"/>
                <a:gd name="T84" fmla="*/ 57 w 106"/>
                <a:gd name="T85" fmla="*/ 66 h 94"/>
                <a:gd name="T86" fmla="*/ 59 w 106"/>
                <a:gd name="T87" fmla="*/ 68 h 94"/>
                <a:gd name="T88" fmla="*/ 64 w 106"/>
                <a:gd name="T89" fmla="*/ 71 h 94"/>
                <a:gd name="T90" fmla="*/ 71 w 106"/>
                <a:gd name="T91" fmla="*/ 68 h 94"/>
                <a:gd name="T92" fmla="*/ 76 w 106"/>
                <a:gd name="T93" fmla="*/ 68 h 94"/>
                <a:gd name="T94" fmla="*/ 78 w 106"/>
                <a:gd name="T95" fmla="*/ 66 h 94"/>
                <a:gd name="T96" fmla="*/ 83 w 106"/>
                <a:gd name="T97" fmla="*/ 66 h 94"/>
                <a:gd name="T98" fmla="*/ 90 w 106"/>
                <a:gd name="T99" fmla="*/ 71 h 94"/>
                <a:gd name="T100" fmla="*/ 97 w 106"/>
                <a:gd name="T101" fmla="*/ 68 h 94"/>
                <a:gd name="T102" fmla="*/ 102 w 106"/>
                <a:gd name="T103" fmla="*/ 71 h 94"/>
                <a:gd name="T104" fmla="*/ 106 w 106"/>
                <a:gd name="T105" fmla="*/ 66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6" h="94">
                  <a:moveTo>
                    <a:pt x="106" y="54"/>
                  </a:moveTo>
                  <a:lnTo>
                    <a:pt x="106" y="52"/>
                  </a:lnTo>
                  <a:lnTo>
                    <a:pt x="106" y="52"/>
                  </a:lnTo>
                  <a:lnTo>
                    <a:pt x="106" y="52"/>
                  </a:lnTo>
                  <a:lnTo>
                    <a:pt x="104" y="50"/>
                  </a:lnTo>
                  <a:lnTo>
                    <a:pt x="104" y="52"/>
                  </a:lnTo>
                  <a:lnTo>
                    <a:pt x="104" y="47"/>
                  </a:lnTo>
                  <a:lnTo>
                    <a:pt x="104" y="47"/>
                  </a:lnTo>
                  <a:lnTo>
                    <a:pt x="102" y="47"/>
                  </a:lnTo>
                  <a:lnTo>
                    <a:pt x="104" y="45"/>
                  </a:lnTo>
                  <a:lnTo>
                    <a:pt x="104" y="45"/>
                  </a:lnTo>
                  <a:lnTo>
                    <a:pt x="104" y="45"/>
                  </a:lnTo>
                  <a:lnTo>
                    <a:pt x="104" y="42"/>
                  </a:lnTo>
                  <a:lnTo>
                    <a:pt x="104" y="42"/>
                  </a:lnTo>
                  <a:lnTo>
                    <a:pt x="104" y="42"/>
                  </a:lnTo>
                  <a:lnTo>
                    <a:pt x="104" y="40"/>
                  </a:lnTo>
                  <a:lnTo>
                    <a:pt x="104" y="40"/>
                  </a:lnTo>
                  <a:lnTo>
                    <a:pt x="104" y="38"/>
                  </a:lnTo>
                  <a:lnTo>
                    <a:pt x="104" y="38"/>
                  </a:lnTo>
                  <a:lnTo>
                    <a:pt x="104" y="35"/>
                  </a:lnTo>
                  <a:lnTo>
                    <a:pt x="104" y="35"/>
                  </a:lnTo>
                  <a:lnTo>
                    <a:pt x="104" y="35"/>
                  </a:lnTo>
                  <a:lnTo>
                    <a:pt x="104" y="35"/>
                  </a:lnTo>
                  <a:lnTo>
                    <a:pt x="104" y="31"/>
                  </a:lnTo>
                  <a:lnTo>
                    <a:pt x="104" y="28"/>
                  </a:lnTo>
                  <a:lnTo>
                    <a:pt x="104" y="28"/>
                  </a:lnTo>
                  <a:lnTo>
                    <a:pt x="104" y="28"/>
                  </a:lnTo>
                  <a:lnTo>
                    <a:pt x="102" y="28"/>
                  </a:lnTo>
                  <a:lnTo>
                    <a:pt x="102" y="26"/>
                  </a:lnTo>
                  <a:lnTo>
                    <a:pt x="102" y="26"/>
                  </a:lnTo>
                  <a:lnTo>
                    <a:pt x="102" y="23"/>
                  </a:lnTo>
                  <a:lnTo>
                    <a:pt x="99" y="23"/>
                  </a:lnTo>
                  <a:lnTo>
                    <a:pt x="99" y="23"/>
                  </a:lnTo>
                  <a:lnTo>
                    <a:pt x="99" y="21"/>
                  </a:lnTo>
                  <a:lnTo>
                    <a:pt x="99" y="21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9" y="19"/>
                  </a:lnTo>
                  <a:lnTo>
                    <a:pt x="99" y="19"/>
                  </a:lnTo>
                  <a:lnTo>
                    <a:pt x="97" y="16"/>
                  </a:lnTo>
                  <a:lnTo>
                    <a:pt x="95" y="16"/>
                  </a:lnTo>
                  <a:lnTo>
                    <a:pt x="92" y="16"/>
                  </a:lnTo>
                  <a:lnTo>
                    <a:pt x="92" y="14"/>
                  </a:lnTo>
                  <a:lnTo>
                    <a:pt x="92" y="14"/>
                  </a:lnTo>
                  <a:lnTo>
                    <a:pt x="90" y="14"/>
                  </a:lnTo>
                  <a:lnTo>
                    <a:pt x="90" y="14"/>
                  </a:lnTo>
                  <a:lnTo>
                    <a:pt x="90" y="12"/>
                  </a:lnTo>
                  <a:lnTo>
                    <a:pt x="90" y="12"/>
                  </a:lnTo>
                  <a:lnTo>
                    <a:pt x="90" y="12"/>
                  </a:lnTo>
                  <a:lnTo>
                    <a:pt x="90" y="12"/>
                  </a:lnTo>
                  <a:lnTo>
                    <a:pt x="90" y="12"/>
                  </a:lnTo>
                  <a:lnTo>
                    <a:pt x="90" y="12"/>
                  </a:lnTo>
                  <a:lnTo>
                    <a:pt x="90" y="12"/>
                  </a:lnTo>
                  <a:lnTo>
                    <a:pt x="90" y="9"/>
                  </a:lnTo>
                  <a:lnTo>
                    <a:pt x="87" y="7"/>
                  </a:lnTo>
                  <a:lnTo>
                    <a:pt x="87" y="7"/>
                  </a:lnTo>
                  <a:lnTo>
                    <a:pt x="87" y="5"/>
                  </a:lnTo>
                  <a:lnTo>
                    <a:pt x="87" y="5"/>
                  </a:lnTo>
                  <a:lnTo>
                    <a:pt x="87" y="5"/>
                  </a:lnTo>
                  <a:lnTo>
                    <a:pt x="87" y="5"/>
                  </a:lnTo>
                  <a:lnTo>
                    <a:pt x="85" y="5"/>
                  </a:lnTo>
                  <a:lnTo>
                    <a:pt x="85" y="5"/>
                  </a:lnTo>
                  <a:lnTo>
                    <a:pt x="85" y="5"/>
                  </a:lnTo>
                  <a:lnTo>
                    <a:pt x="85" y="5"/>
                  </a:lnTo>
                  <a:lnTo>
                    <a:pt x="85" y="5"/>
                  </a:lnTo>
                  <a:lnTo>
                    <a:pt x="85" y="5"/>
                  </a:lnTo>
                  <a:lnTo>
                    <a:pt x="85" y="5"/>
                  </a:lnTo>
                  <a:lnTo>
                    <a:pt x="85" y="2"/>
                  </a:lnTo>
                  <a:lnTo>
                    <a:pt x="85" y="2"/>
                  </a:lnTo>
                  <a:lnTo>
                    <a:pt x="85" y="2"/>
                  </a:lnTo>
                  <a:lnTo>
                    <a:pt x="85" y="2"/>
                  </a:lnTo>
                  <a:lnTo>
                    <a:pt x="85" y="0"/>
                  </a:lnTo>
                  <a:lnTo>
                    <a:pt x="85" y="0"/>
                  </a:lnTo>
                  <a:lnTo>
                    <a:pt x="85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8" y="2"/>
                  </a:lnTo>
                  <a:lnTo>
                    <a:pt x="78" y="5"/>
                  </a:lnTo>
                  <a:lnTo>
                    <a:pt x="76" y="5"/>
                  </a:lnTo>
                  <a:lnTo>
                    <a:pt x="76" y="5"/>
                  </a:lnTo>
                  <a:lnTo>
                    <a:pt x="76" y="5"/>
                  </a:lnTo>
                  <a:lnTo>
                    <a:pt x="76" y="5"/>
                  </a:lnTo>
                  <a:lnTo>
                    <a:pt x="76" y="5"/>
                  </a:lnTo>
                  <a:lnTo>
                    <a:pt x="76" y="7"/>
                  </a:lnTo>
                  <a:lnTo>
                    <a:pt x="76" y="7"/>
                  </a:lnTo>
                  <a:lnTo>
                    <a:pt x="76" y="7"/>
                  </a:lnTo>
                  <a:lnTo>
                    <a:pt x="73" y="9"/>
                  </a:lnTo>
                  <a:lnTo>
                    <a:pt x="71" y="9"/>
                  </a:lnTo>
                  <a:lnTo>
                    <a:pt x="71" y="12"/>
                  </a:lnTo>
                  <a:lnTo>
                    <a:pt x="71" y="12"/>
                  </a:lnTo>
                  <a:lnTo>
                    <a:pt x="71" y="12"/>
                  </a:lnTo>
                  <a:lnTo>
                    <a:pt x="69" y="12"/>
                  </a:lnTo>
                  <a:lnTo>
                    <a:pt x="69" y="12"/>
                  </a:lnTo>
                  <a:lnTo>
                    <a:pt x="69" y="12"/>
                  </a:lnTo>
                  <a:lnTo>
                    <a:pt x="69" y="14"/>
                  </a:lnTo>
                  <a:lnTo>
                    <a:pt x="69" y="14"/>
                  </a:lnTo>
                  <a:lnTo>
                    <a:pt x="66" y="16"/>
                  </a:lnTo>
                  <a:lnTo>
                    <a:pt x="66" y="16"/>
                  </a:lnTo>
                  <a:lnTo>
                    <a:pt x="64" y="16"/>
                  </a:lnTo>
                  <a:lnTo>
                    <a:pt x="64" y="16"/>
                  </a:lnTo>
                  <a:lnTo>
                    <a:pt x="61" y="19"/>
                  </a:lnTo>
                  <a:lnTo>
                    <a:pt x="61" y="19"/>
                  </a:lnTo>
                  <a:lnTo>
                    <a:pt x="61" y="19"/>
                  </a:lnTo>
                  <a:lnTo>
                    <a:pt x="59" y="21"/>
                  </a:lnTo>
                  <a:lnTo>
                    <a:pt x="57" y="21"/>
                  </a:lnTo>
                  <a:lnTo>
                    <a:pt x="57" y="21"/>
                  </a:lnTo>
                  <a:lnTo>
                    <a:pt x="54" y="21"/>
                  </a:lnTo>
                  <a:lnTo>
                    <a:pt x="54" y="21"/>
                  </a:lnTo>
                  <a:lnTo>
                    <a:pt x="54" y="19"/>
                  </a:lnTo>
                  <a:lnTo>
                    <a:pt x="52" y="16"/>
                  </a:lnTo>
                  <a:lnTo>
                    <a:pt x="52" y="16"/>
                  </a:lnTo>
                  <a:lnTo>
                    <a:pt x="52" y="14"/>
                  </a:lnTo>
                  <a:lnTo>
                    <a:pt x="50" y="14"/>
                  </a:lnTo>
                  <a:lnTo>
                    <a:pt x="50" y="14"/>
                  </a:lnTo>
                  <a:lnTo>
                    <a:pt x="50" y="14"/>
                  </a:lnTo>
                  <a:lnTo>
                    <a:pt x="50" y="14"/>
                  </a:lnTo>
                  <a:lnTo>
                    <a:pt x="50" y="14"/>
                  </a:lnTo>
                  <a:lnTo>
                    <a:pt x="50" y="14"/>
                  </a:lnTo>
                  <a:lnTo>
                    <a:pt x="50" y="16"/>
                  </a:lnTo>
                  <a:lnTo>
                    <a:pt x="47" y="16"/>
                  </a:lnTo>
                  <a:lnTo>
                    <a:pt x="47" y="16"/>
                  </a:lnTo>
                  <a:lnTo>
                    <a:pt x="47" y="16"/>
                  </a:lnTo>
                  <a:lnTo>
                    <a:pt x="45" y="14"/>
                  </a:lnTo>
                  <a:lnTo>
                    <a:pt x="45" y="16"/>
                  </a:lnTo>
                  <a:lnTo>
                    <a:pt x="43" y="16"/>
                  </a:lnTo>
                  <a:lnTo>
                    <a:pt x="43" y="16"/>
                  </a:lnTo>
                  <a:lnTo>
                    <a:pt x="43" y="16"/>
                  </a:lnTo>
                  <a:lnTo>
                    <a:pt x="40" y="16"/>
                  </a:lnTo>
                  <a:lnTo>
                    <a:pt x="40" y="16"/>
                  </a:lnTo>
                  <a:lnTo>
                    <a:pt x="38" y="16"/>
                  </a:lnTo>
                  <a:lnTo>
                    <a:pt x="35" y="19"/>
                  </a:lnTo>
                  <a:lnTo>
                    <a:pt x="33" y="19"/>
                  </a:lnTo>
                  <a:lnTo>
                    <a:pt x="31" y="21"/>
                  </a:lnTo>
                  <a:lnTo>
                    <a:pt x="31" y="23"/>
                  </a:lnTo>
                  <a:lnTo>
                    <a:pt x="31" y="23"/>
                  </a:lnTo>
                  <a:lnTo>
                    <a:pt x="31" y="23"/>
                  </a:lnTo>
                  <a:lnTo>
                    <a:pt x="31" y="23"/>
                  </a:lnTo>
                  <a:lnTo>
                    <a:pt x="31" y="23"/>
                  </a:lnTo>
                  <a:lnTo>
                    <a:pt x="26" y="23"/>
                  </a:lnTo>
                  <a:lnTo>
                    <a:pt x="26" y="23"/>
                  </a:lnTo>
                  <a:lnTo>
                    <a:pt x="24" y="26"/>
                  </a:lnTo>
                  <a:lnTo>
                    <a:pt x="24" y="28"/>
                  </a:lnTo>
                  <a:lnTo>
                    <a:pt x="21" y="28"/>
                  </a:lnTo>
                  <a:lnTo>
                    <a:pt x="19" y="31"/>
                  </a:lnTo>
                  <a:lnTo>
                    <a:pt x="19" y="31"/>
                  </a:lnTo>
                  <a:lnTo>
                    <a:pt x="19" y="33"/>
                  </a:lnTo>
                  <a:lnTo>
                    <a:pt x="16" y="35"/>
                  </a:lnTo>
                  <a:lnTo>
                    <a:pt x="14" y="40"/>
                  </a:lnTo>
                  <a:lnTo>
                    <a:pt x="14" y="42"/>
                  </a:lnTo>
                  <a:lnTo>
                    <a:pt x="14" y="42"/>
                  </a:lnTo>
                  <a:lnTo>
                    <a:pt x="14" y="45"/>
                  </a:lnTo>
                  <a:lnTo>
                    <a:pt x="14" y="54"/>
                  </a:lnTo>
                  <a:lnTo>
                    <a:pt x="14" y="57"/>
                  </a:lnTo>
                  <a:lnTo>
                    <a:pt x="14" y="57"/>
                  </a:lnTo>
                  <a:lnTo>
                    <a:pt x="14" y="61"/>
                  </a:lnTo>
                  <a:lnTo>
                    <a:pt x="12" y="61"/>
                  </a:lnTo>
                  <a:lnTo>
                    <a:pt x="12" y="64"/>
                  </a:lnTo>
                  <a:lnTo>
                    <a:pt x="9" y="64"/>
                  </a:lnTo>
                  <a:lnTo>
                    <a:pt x="7" y="64"/>
                  </a:lnTo>
                  <a:lnTo>
                    <a:pt x="7" y="64"/>
                  </a:lnTo>
                  <a:lnTo>
                    <a:pt x="5" y="66"/>
                  </a:lnTo>
                  <a:lnTo>
                    <a:pt x="5" y="66"/>
                  </a:lnTo>
                  <a:lnTo>
                    <a:pt x="5" y="66"/>
                  </a:lnTo>
                  <a:lnTo>
                    <a:pt x="5" y="66"/>
                  </a:lnTo>
                  <a:lnTo>
                    <a:pt x="5" y="68"/>
                  </a:lnTo>
                  <a:lnTo>
                    <a:pt x="5" y="68"/>
                  </a:lnTo>
                  <a:lnTo>
                    <a:pt x="2" y="68"/>
                  </a:lnTo>
                  <a:lnTo>
                    <a:pt x="2" y="68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0" y="76"/>
                  </a:lnTo>
                  <a:lnTo>
                    <a:pt x="0" y="76"/>
                  </a:lnTo>
                  <a:lnTo>
                    <a:pt x="0" y="76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0" y="80"/>
                  </a:lnTo>
                  <a:lnTo>
                    <a:pt x="2" y="80"/>
                  </a:lnTo>
                  <a:lnTo>
                    <a:pt x="0" y="85"/>
                  </a:lnTo>
                  <a:lnTo>
                    <a:pt x="2" y="85"/>
                  </a:lnTo>
                  <a:lnTo>
                    <a:pt x="2" y="85"/>
                  </a:lnTo>
                  <a:lnTo>
                    <a:pt x="5" y="87"/>
                  </a:lnTo>
                  <a:lnTo>
                    <a:pt x="5" y="87"/>
                  </a:lnTo>
                  <a:lnTo>
                    <a:pt x="7" y="87"/>
                  </a:lnTo>
                  <a:lnTo>
                    <a:pt x="7" y="87"/>
                  </a:lnTo>
                  <a:lnTo>
                    <a:pt x="9" y="83"/>
                  </a:lnTo>
                  <a:lnTo>
                    <a:pt x="9" y="83"/>
                  </a:lnTo>
                  <a:lnTo>
                    <a:pt x="12" y="80"/>
                  </a:lnTo>
                  <a:lnTo>
                    <a:pt x="14" y="83"/>
                  </a:lnTo>
                  <a:lnTo>
                    <a:pt x="16" y="83"/>
                  </a:lnTo>
                  <a:lnTo>
                    <a:pt x="19" y="83"/>
                  </a:lnTo>
                  <a:lnTo>
                    <a:pt x="21" y="83"/>
                  </a:lnTo>
                  <a:lnTo>
                    <a:pt x="21" y="83"/>
                  </a:lnTo>
                  <a:lnTo>
                    <a:pt x="21" y="85"/>
                  </a:lnTo>
                  <a:lnTo>
                    <a:pt x="24" y="85"/>
                  </a:lnTo>
                  <a:lnTo>
                    <a:pt x="24" y="85"/>
                  </a:lnTo>
                  <a:lnTo>
                    <a:pt x="24" y="85"/>
                  </a:lnTo>
                  <a:lnTo>
                    <a:pt x="24" y="87"/>
                  </a:lnTo>
                  <a:lnTo>
                    <a:pt x="24" y="87"/>
                  </a:lnTo>
                  <a:lnTo>
                    <a:pt x="24" y="87"/>
                  </a:lnTo>
                  <a:lnTo>
                    <a:pt x="24" y="87"/>
                  </a:lnTo>
                  <a:lnTo>
                    <a:pt x="24" y="90"/>
                  </a:lnTo>
                  <a:lnTo>
                    <a:pt x="24" y="90"/>
                  </a:lnTo>
                  <a:lnTo>
                    <a:pt x="24" y="90"/>
                  </a:lnTo>
                  <a:lnTo>
                    <a:pt x="24" y="90"/>
                  </a:lnTo>
                  <a:lnTo>
                    <a:pt x="24" y="92"/>
                  </a:lnTo>
                  <a:lnTo>
                    <a:pt x="24" y="92"/>
                  </a:lnTo>
                  <a:lnTo>
                    <a:pt x="24" y="94"/>
                  </a:lnTo>
                  <a:lnTo>
                    <a:pt x="26" y="94"/>
                  </a:lnTo>
                  <a:lnTo>
                    <a:pt x="28" y="92"/>
                  </a:lnTo>
                  <a:lnTo>
                    <a:pt x="28" y="92"/>
                  </a:lnTo>
                  <a:lnTo>
                    <a:pt x="31" y="92"/>
                  </a:lnTo>
                  <a:lnTo>
                    <a:pt x="33" y="92"/>
                  </a:lnTo>
                  <a:lnTo>
                    <a:pt x="33" y="94"/>
                  </a:lnTo>
                  <a:lnTo>
                    <a:pt x="35" y="94"/>
                  </a:lnTo>
                  <a:lnTo>
                    <a:pt x="35" y="92"/>
                  </a:lnTo>
                  <a:lnTo>
                    <a:pt x="38" y="92"/>
                  </a:lnTo>
                  <a:lnTo>
                    <a:pt x="38" y="92"/>
                  </a:lnTo>
                  <a:lnTo>
                    <a:pt x="38" y="92"/>
                  </a:lnTo>
                  <a:lnTo>
                    <a:pt x="38" y="92"/>
                  </a:lnTo>
                  <a:lnTo>
                    <a:pt x="40" y="92"/>
                  </a:lnTo>
                  <a:lnTo>
                    <a:pt x="40" y="92"/>
                  </a:lnTo>
                  <a:lnTo>
                    <a:pt x="40" y="92"/>
                  </a:lnTo>
                  <a:lnTo>
                    <a:pt x="43" y="92"/>
                  </a:lnTo>
                  <a:lnTo>
                    <a:pt x="45" y="92"/>
                  </a:lnTo>
                  <a:lnTo>
                    <a:pt x="45" y="92"/>
                  </a:lnTo>
                  <a:lnTo>
                    <a:pt x="45" y="92"/>
                  </a:lnTo>
                  <a:lnTo>
                    <a:pt x="45" y="92"/>
                  </a:lnTo>
                  <a:lnTo>
                    <a:pt x="45" y="90"/>
                  </a:lnTo>
                  <a:lnTo>
                    <a:pt x="47" y="90"/>
                  </a:lnTo>
                  <a:lnTo>
                    <a:pt x="47" y="90"/>
                  </a:lnTo>
                  <a:lnTo>
                    <a:pt x="47" y="90"/>
                  </a:lnTo>
                  <a:lnTo>
                    <a:pt x="50" y="90"/>
                  </a:lnTo>
                  <a:lnTo>
                    <a:pt x="50" y="90"/>
                  </a:lnTo>
                  <a:lnTo>
                    <a:pt x="52" y="90"/>
                  </a:lnTo>
                  <a:lnTo>
                    <a:pt x="52" y="90"/>
                  </a:lnTo>
                  <a:lnTo>
                    <a:pt x="54" y="87"/>
                  </a:lnTo>
                  <a:lnTo>
                    <a:pt x="54" y="87"/>
                  </a:lnTo>
                  <a:lnTo>
                    <a:pt x="54" y="85"/>
                  </a:lnTo>
                  <a:lnTo>
                    <a:pt x="54" y="85"/>
                  </a:lnTo>
                  <a:lnTo>
                    <a:pt x="54" y="83"/>
                  </a:lnTo>
                  <a:lnTo>
                    <a:pt x="54" y="78"/>
                  </a:lnTo>
                  <a:lnTo>
                    <a:pt x="57" y="73"/>
                  </a:lnTo>
                  <a:lnTo>
                    <a:pt x="57" y="71"/>
                  </a:lnTo>
                  <a:lnTo>
                    <a:pt x="57" y="68"/>
                  </a:lnTo>
                  <a:lnTo>
                    <a:pt x="57" y="66"/>
                  </a:lnTo>
                  <a:lnTo>
                    <a:pt x="57" y="66"/>
                  </a:lnTo>
                  <a:lnTo>
                    <a:pt x="57" y="66"/>
                  </a:lnTo>
                  <a:lnTo>
                    <a:pt x="57" y="66"/>
                  </a:lnTo>
                  <a:lnTo>
                    <a:pt x="57" y="66"/>
                  </a:lnTo>
                  <a:lnTo>
                    <a:pt x="57" y="66"/>
                  </a:lnTo>
                  <a:lnTo>
                    <a:pt x="59" y="68"/>
                  </a:lnTo>
                  <a:lnTo>
                    <a:pt x="59" y="68"/>
                  </a:lnTo>
                  <a:lnTo>
                    <a:pt x="59" y="68"/>
                  </a:lnTo>
                  <a:lnTo>
                    <a:pt x="59" y="68"/>
                  </a:lnTo>
                  <a:lnTo>
                    <a:pt x="61" y="68"/>
                  </a:lnTo>
                  <a:lnTo>
                    <a:pt x="61" y="68"/>
                  </a:lnTo>
                  <a:lnTo>
                    <a:pt x="64" y="71"/>
                  </a:lnTo>
                  <a:lnTo>
                    <a:pt x="64" y="71"/>
                  </a:lnTo>
                  <a:lnTo>
                    <a:pt x="66" y="73"/>
                  </a:lnTo>
                  <a:lnTo>
                    <a:pt x="66" y="73"/>
                  </a:lnTo>
                  <a:lnTo>
                    <a:pt x="69" y="73"/>
                  </a:lnTo>
                  <a:lnTo>
                    <a:pt x="69" y="73"/>
                  </a:lnTo>
                  <a:lnTo>
                    <a:pt x="71" y="68"/>
                  </a:lnTo>
                  <a:lnTo>
                    <a:pt x="71" y="68"/>
                  </a:lnTo>
                  <a:lnTo>
                    <a:pt x="71" y="68"/>
                  </a:lnTo>
                  <a:lnTo>
                    <a:pt x="71" y="68"/>
                  </a:lnTo>
                  <a:lnTo>
                    <a:pt x="71" y="68"/>
                  </a:lnTo>
                  <a:lnTo>
                    <a:pt x="73" y="68"/>
                  </a:lnTo>
                  <a:lnTo>
                    <a:pt x="73" y="68"/>
                  </a:lnTo>
                  <a:lnTo>
                    <a:pt x="76" y="68"/>
                  </a:lnTo>
                  <a:lnTo>
                    <a:pt x="76" y="68"/>
                  </a:lnTo>
                  <a:lnTo>
                    <a:pt x="78" y="68"/>
                  </a:lnTo>
                  <a:lnTo>
                    <a:pt x="78" y="68"/>
                  </a:lnTo>
                  <a:lnTo>
                    <a:pt x="78" y="66"/>
                  </a:lnTo>
                  <a:lnTo>
                    <a:pt x="78" y="66"/>
                  </a:lnTo>
                  <a:lnTo>
                    <a:pt x="78" y="66"/>
                  </a:lnTo>
                  <a:lnTo>
                    <a:pt x="80" y="66"/>
                  </a:lnTo>
                  <a:lnTo>
                    <a:pt x="80" y="66"/>
                  </a:lnTo>
                  <a:lnTo>
                    <a:pt x="80" y="66"/>
                  </a:lnTo>
                  <a:lnTo>
                    <a:pt x="83" y="66"/>
                  </a:lnTo>
                  <a:lnTo>
                    <a:pt x="83" y="66"/>
                  </a:lnTo>
                  <a:lnTo>
                    <a:pt x="83" y="66"/>
                  </a:lnTo>
                  <a:lnTo>
                    <a:pt x="83" y="68"/>
                  </a:lnTo>
                  <a:lnTo>
                    <a:pt x="83" y="68"/>
                  </a:lnTo>
                  <a:lnTo>
                    <a:pt x="85" y="71"/>
                  </a:lnTo>
                  <a:lnTo>
                    <a:pt x="87" y="71"/>
                  </a:lnTo>
                  <a:lnTo>
                    <a:pt x="90" y="71"/>
                  </a:lnTo>
                  <a:lnTo>
                    <a:pt x="90" y="71"/>
                  </a:lnTo>
                  <a:lnTo>
                    <a:pt x="92" y="71"/>
                  </a:lnTo>
                  <a:lnTo>
                    <a:pt x="92" y="71"/>
                  </a:lnTo>
                  <a:lnTo>
                    <a:pt x="95" y="71"/>
                  </a:lnTo>
                  <a:lnTo>
                    <a:pt x="95" y="71"/>
                  </a:lnTo>
                  <a:lnTo>
                    <a:pt x="95" y="68"/>
                  </a:lnTo>
                  <a:lnTo>
                    <a:pt x="97" y="68"/>
                  </a:lnTo>
                  <a:lnTo>
                    <a:pt x="97" y="68"/>
                  </a:lnTo>
                  <a:lnTo>
                    <a:pt x="97" y="68"/>
                  </a:lnTo>
                  <a:lnTo>
                    <a:pt x="99" y="71"/>
                  </a:lnTo>
                  <a:lnTo>
                    <a:pt x="102" y="71"/>
                  </a:lnTo>
                  <a:lnTo>
                    <a:pt x="102" y="71"/>
                  </a:lnTo>
                  <a:lnTo>
                    <a:pt x="102" y="71"/>
                  </a:lnTo>
                  <a:lnTo>
                    <a:pt x="102" y="68"/>
                  </a:lnTo>
                  <a:lnTo>
                    <a:pt x="104" y="68"/>
                  </a:lnTo>
                  <a:lnTo>
                    <a:pt x="104" y="68"/>
                  </a:lnTo>
                  <a:lnTo>
                    <a:pt x="104" y="68"/>
                  </a:lnTo>
                  <a:lnTo>
                    <a:pt x="106" y="66"/>
                  </a:lnTo>
                  <a:lnTo>
                    <a:pt x="106" y="66"/>
                  </a:lnTo>
                  <a:lnTo>
                    <a:pt x="106" y="61"/>
                  </a:lnTo>
                  <a:lnTo>
                    <a:pt x="106" y="59"/>
                  </a:lnTo>
                  <a:lnTo>
                    <a:pt x="106" y="54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2">
              <a:extLst>
                <a:ext uri="{FF2B5EF4-FFF2-40B4-BE49-F238E27FC236}">
                  <a16:creationId xmlns:a16="http://schemas.microsoft.com/office/drawing/2014/main" id="{8F3A65FE-0372-9EF6-2B8E-CED1FAE87F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2365" y="4774464"/>
              <a:ext cx="44572" cy="38204"/>
            </a:xfrm>
            <a:custGeom>
              <a:avLst/>
              <a:gdLst>
                <a:gd name="T0" fmla="*/ 33 w 35"/>
                <a:gd name="T1" fmla="*/ 16 h 30"/>
                <a:gd name="T2" fmla="*/ 31 w 35"/>
                <a:gd name="T3" fmla="*/ 14 h 30"/>
                <a:gd name="T4" fmla="*/ 31 w 35"/>
                <a:gd name="T5" fmla="*/ 14 h 30"/>
                <a:gd name="T6" fmla="*/ 28 w 35"/>
                <a:gd name="T7" fmla="*/ 11 h 30"/>
                <a:gd name="T8" fmla="*/ 28 w 35"/>
                <a:gd name="T9" fmla="*/ 11 h 30"/>
                <a:gd name="T10" fmla="*/ 28 w 35"/>
                <a:gd name="T11" fmla="*/ 9 h 30"/>
                <a:gd name="T12" fmla="*/ 26 w 35"/>
                <a:gd name="T13" fmla="*/ 7 h 30"/>
                <a:gd name="T14" fmla="*/ 26 w 35"/>
                <a:gd name="T15" fmla="*/ 4 h 30"/>
                <a:gd name="T16" fmla="*/ 26 w 35"/>
                <a:gd name="T17" fmla="*/ 4 h 30"/>
                <a:gd name="T18" fmla="*/ 23 w 35"/>
                <a:gd name="T19" fmla="*/ 2 h 30"/>
                <a:gd name="T20" fmla="*/ 21 w 35"/>
                <a:gd name="T21" fmla="*/ 2 h 30"/>
                <a:gd name="T22" fmla="*/ 19 w 35"/>
                <a:gd name="T23" fmla="*/ 2 h 30"/>
                <a:gd name="T24" fmla="*/ 16 w 35"/>
                <a:gd name="T25" fmla="*/ 2 h 30"/>
                <a:gd name="T26" fmla="*/ 14 w 35"/>
                <a:gd name="T27" fmla="*/ 0 h 30"/>
                <a:gd name="T28" fmla="*/ 12 w 35"/>
                <a:gd name="T29" fmla="*/ 0 h 30"/>
                <a:gd name="T30" fmla="*/ 7 w 35"/>
                <a:gd name="T31" fmla="*/ 2 h 30"/>
                <a:gd name="T32" fmla="*/ 4 w 35"/>
                <a:gd name="T33" fmla="*/ 4 h 30"/>
                <a:gd name="T34" fmla="*/ 4 w 35"/>
                <a:gd name="T35" fmla="*/ 4 h 30"/>
                <a:gd name="T36" fmla="*/ 4 w 35"/>
                <a:gd name="T37" fmla="*/ 4 h 30"/>
                <a:gd name="T38" fmla="*/ 4 w 35"/>
                <a:gd name="T39" fmla="*/ 7 h 30"/>
                <a:gd name="T40" fmla="*/ 2 w 35"/>
                <a:gd name="T41" fmla="*/ 7 h 30"/>
                <a:gd name="T42" fmla="*/ 0 w 35"/>
                <a:gd name="T43" fmla="*/ 9 h 30"/>
                <a:gd name="T44" fmla="*/ 2 w 35"/>
                <a:gd name="T45" fmla="*/ 11 h 30"/>
                <a:gd name="T46" fmla="*/ 4 w 35"/>
                <a:gd name="T47" fmla="*/ 16 h 30"/>
                <a:gd name="T48" fmla="*/ 4 w 35"/>
                <a:gd name="T49" fmla="*/ 19 h 30"/>
                <a:gd name="T50" fmla="*/ 4 w 35"/>
                <a:gd name="T51" fmla="*/ 21 h 30"/>
                <a:gd name="T52" fmla="*/ 7 w 35"/>
                <a:gd name="T53" fmla="*/ 23 h 30"/>
                <a:gd name="T54" fmla="*/ 9 w 35"/>
                <a:gd name="T55" fmla="*/ 23 h 30"/>
                <a:gd name="T56" fmla="*/ 12 w 35"/>
                <a:gd name="T57" fmla="*/ 23 h 30"/>
                <a:gd name="T58" fmla="*/ 12 w 35"/>
                <a:gd name="T59" fmla="*/ 26 h 30"/>
                <a:gd name="T60" fmla="*/ 14 w 35"/>
                <a:gd name="T61" fmla="*/ 28 h 30"/>
                <a:gd name="T62" fmla="*/ 19 w 35"/>
                <a:gd name="T63" fmla="*/ 28 h 30"/>
                <a:gd name="T64" fmla="*/ 19 w 35"/>
                <a:gd name="T65" fmla="*/ 30 h 30"/>
                <a:gd name="T66" fmla="*/ 23 w 35"/>
                <a:gd name="T67" fmla="*/ 30 h 30"/>
                <a:gd name="T68" fmla="*/ 23 w 35"/>
                <a:gd name="T69" fmla="*/ 30 h 30"/>
                <a:gd name="T70" fmla="*/ 26 w 35"/>
                <a:gd name="T71" fmla="*/ 30 h 30"/>
                <a:gd name="T72" fmla="*/ 28 w 35"/>
                <a:gd name="T73" fmla="*/ 28 h 30"/>
                <a:gd name="T74" fmla="*/ 33 w 35"/>
                <a:gd name="T75" fmla="*/ 28 h 30"/>
                <a:gd name="T76" fmla="*/ 33 w 35"/>
                <a:gd name="T77" fmla="*/ 26 h 30"/>
                <a:gd name="T78" fmla="*/ 33 w 35"/>
                <a:gd name="T79" fmla="*/ 23 h 30"/>
                <a:gd name="T80" fmla="*/ 35 w 35"/>
                <a:gd name="T81" fmla="*/ 19 h 30"/>
                <a:gd name="T82" fmla="*/ 35 w 35"/>
                <a:gd name="T83" fmla="*/ 16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5" h="30">
                  <a:moveTo>
                    <a:pt x="35" y="16"/>
                  </a:moveTo>
                  <a:lnTo>
                    <a:pt x="33" y="16"/>
                  </a:lnTo>
                  <a:lnTo>
                    <a:pt x="31" y="14"/>
                  </a:lnTo>
                  <a:lnTo>
                    <a:pt x="31" y="14"/>
                  </a:lnTo>
                  <a:lnTo>
                    <a:pt x="31" y="14"/>
                  </a:lnTo>
                  <a:lnTo>
                    <a:pt x="31" y="14"/>
                  </a:lnTo>
                  <a:lnTo>
                    <a:pt x="31" y="11"/>
                  </a:lnTo>
                  <a:lnTo>
                    <a:pt x="28" y="11"/>
                  </a:lnTo>
                  <a:lnTo>
                    <a:pt x="28" y="11"/>
                  </a:lnTo>
                  <a:lnTo>
                    <a:pt x="28" y="11"/>
                  </a:lnTo>
                  <a:lnTo>
                    <a:pt x="28" y="11"/>
                  </a:lnTo>
                  <a:lnTo>
                    <a:pt x="28" y="9"/>
                  </a:lnTo>
                  <a:lnTo>
                    <a:pt x="28" y="9"/>
                  </a:lnTo>
                  <a:lnTo>
                    <a:pt x="26" y="7"/>
                  </a:lnTo>
                  <a:lnTo>
                    <a:pt x="26" y="7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3" y="2"/>
                  </a:lnTo>
                  <a:lnTo>
                    <a:pt x="23" y="2"/>
                  </a:lnTo>
                  <a:lnTo>
                    <a:pt x="21" y="2"/>
                  </a:lnTo>
                  <a:lnTo>
                    <a:pt x="21" y="2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6" y="2"/>
                  </a:lnTo>
                  <a:lnTo>
                    <a:pt x="16" y="2"/>
                  </a:lnTo>
                  <a:lnTo>
                    <a:pt x="16" y="2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9" y="2"/>
                  </a:lnTo>
                  <a:lnTo>
                    <a:pt x="7" y="2"/>
                  </a:lnTo>
                  <a:lnTo>
                    <a:pt x="4" y="2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4"/>
                  </a:lnTo>
                  <a:lnTo>
                    <a:pt x="4" y="7"/>
                  </a:lnTo>
                  <a:lnTo>
                    <a:pt x="4" y="7"/>
                  </a:lnTo>
                  <a:lnTo>
                    <a:pt x="2" y="7"/>
                  </a:lnTo>
                  <a:lnTo>
                    <a:pt x="2" y="9"/>
                  </a:lnTo>
                  <a:lnTo>
                    <a:pt x="0" y="9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14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4" y="21"/>
                  </a:lnTo>
                  <a:lnTo>
                    <a:pt x="7" y="23"/>
                  </a:lnTo>
                  <a:lnTo>
                    <a:pt x="7" y="23"/>
                  </a:lnTo>
                  <a:lnTo>
                    <a:pt x="7" y="23"/>
                  </a:lnTo>
                  <a:lnTo>
                    <a:pt x="9" y="23"/>
                  </a:lnTo>
                  <a:lnTo>
                    <a:pt x="9" y="23"/>
                  </a:lnTo>
                  <a:lnTo>
                    <a:pt x="12" y="23"/>
                  </a:lnTo>
                  <a:lnTo>
                    <a:pt x="12" y="26"/>
                  </a:lnTo>
                  <a:lnTo>
                    <a:pt x="12" y="26"/>
                  </a:lnTo>
                  <a:lnTo>
                    <a:pt x="12" y="26"/>
                  </a:lnTo>
                  <a:lnTo>
                    <a:pt x="14" y="28"/>
                  </a:lnTo>
                  <a:lnTo>
                    <a:pt x="16" y="28"/>
                  </a:lnTo>
                  <a:lnTo>
                    <a:pt x="19" y="28"/>
                  </a:lnTo>
                  <a:lnTo>
                    <a:pt x="19" y="28"/>
                  </a:lnTo>
                  <a:lnTo>
                    <a:pt x="19" y="30"/>
                  </a:lnTo>
                  <a:lnTo>
                    <a:pt x="21" y="30"/>
                  </a:lnTo>
                  <a:lnTo>
                    <a:pt x="23" y="30"/>
                  </a:lnTo>
                  <a:lnTo>
                    <a:pt x="23" y="28"/>
                  </a:lnTo>
                  <a:lnTo>
                    <a:pt x="23" y="30"/>
                  </a:lnTo>
                  <a:lnTo>
                    <a:pt x="26" y="30"/>
                  </a:lnTo>
                  <a:lnTo>
                    <a:pt x="26" y="30"/>
                  </a:lnTo>
                  <a:lnTo>
                    <a:pt x="28" y="28"/>
                  </a:lnTo>
                  <a:lnTo>
                    <a:pt x="28" y="28"/>
                  </a:lnTo>
                  <a:lnTo>
                    <a:pt x="31" y="28"/>
                  </a:lnTo>
                  <a:lnTo>
                    <a:pt x="33" y="28"/>
                  </a:lnTo>
                  <a:lnTo>
                    <a:pt x="33" y="26"/>
                  </a:lnTo>
                  <a:lnTo>
                    <a:pt x="33" y="26"/>
                  </a:lnTo>
                  <a:lnTo>
                    <a:pt x="33" y="26"/>
                  </a:lnTo>
                  <a:lnTo>
                    <a:pt x="33" y="23"/>
                  </a:lnTo>
                  <a:lnTo>
                    <a:pt x="33" y="19"/>
                  </a:lnTo>
                  <a:lnTo>
                    <a:pt x="35" y="19"/>
                  </a:lnTo>
                  <a:lnTo>
                    <a:pt x="35" y="16"/>
                  </a:lnTo>
                  <a:lnTo>
                    <a:pt x="35" y="16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">
              <a:extLst>
                <a:ext uri="{FF2B5EF4-FFF2-40B4-BE49-F238E27FC236}">
                  <a16:creationId xmlns:a16="http://schemas.microsoft.com/office/drawing/2014/main" id="{9151F938-5E77-9002-02F8-4C3FD6F581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05173" y="2381605"/>
              <a:ext cx="816298" cy="659660"/>
            </a:xfrm>
            <a:custGeom>
              <a:avLst/>
              <a:gdLst>
                <a:gd name="T0" fmla="*/ 244 w 641"/>
                <a:gd name="T1" fmla="*/ 506 h 518"/>
                <a:gd name="T2" fmla="*/ 634 w 641"/>
                <a:gd name="T3" fmla="*/ 89 h 518"/>
                <a:gd name="T4" fmla="*/ 570 w 641"/>
                <a:gd name="T5" fmla="*/ 9 h 518"/>
                <a:gd name="T6" fmla="*/ 559 w 641"/>
                <a:gd name="T7" fmla="*/ 21 h 518"/>
                <a:gd name="T8" fmla="*/ 542 w 641"/>
                <a:gd name="T9" fmla="*/ 26 h 518"/>
                <a:gd name="T10" fmla="*/ 530 w 641"/>
                <a:gd name="T11" fmla="*/ 33 h 518"/>
                <a:gd name="T12" fmla="*/ 514 w 641"/>
                <a:gd name="T13" fmla="*/ 44 h 518"/>
                <a:gd name="T14" fmla="*/ 386 w 641"/>
                <a:gd name="T15" fmla="*/ 44 h 518"/>
                <a:gd name="T16" fmla="*/ 310 w 641"/>
                <a:gd name="T17" fmla="*/ 44 h 518"/>
                <a:gd name="T18" fmla="*/ 239 w 641"/>
                <a:gd name="T19" fmla="*/ 47 h 518"/>
                <a:gd name="T20" fmla="*/ 142 w 641"/>
                <a:gd name="T21" fmla="*/ 2 h 518"/>
                <a:gd name="T22" fmla="*/ 52 w 641"/>
                <a:gd name="T23" fmla="*/ 75 h 518"/>
                <a:gd name="T24" fmla="*/ 52 w 641"/>
                <a:gd name="T25" fmla="*/ 149 h 518"/>
                <a:gd name="T26" fmla="*/ 62 w 641"/>
                <a:gd name="T27" fmla="*/ 177 h 518"/>
                <a:gd name="T28" fmla="*/ 52 w 641"/>
                <a:gd name="T29" fmla="*/ 205 h 518"/>
                <a:gd name="T30" fmla="*/ 26 w 641"/>
                <a:gd name="T31" fmla="*/ 239 h 518"/>
                <a:gd name="T32" fmla="*/ 5 w 641"/>
                <a:gd name="T33" fmla="*/ 267 h 518"/>
                <a:gd name="T34" fmla="*/ 3 w 641"/>
                <a:gd name="T35" fmla="*/ 298 h 518"/>
                <a:gd name="T36" fmla="*/ 3 w 641"/>
                <a:gd name="T37" fmla="*/ 343 h 518"/>
                <a:gd name="T38" fmla="*/ 3 w 641"/>
                <a:gd name="T39" fmla="*/ 378 h 518"/>
                <a:gd name="T40" fmla="*/ 36 w 641"/>
                <a:gd name="T41" fmla="*/ 404 h 518"/>
                <a:gd name="T42" fmla="*/ 43 w 641"/>
                <a:gd name="T43" fmla="*/ 397 h 518"/>
                <a:gd name="T44" fmla="*/ 47 w 641"/>
                <a:gd name="T45" fmla="*/ 399 h 518"/>
                <a:gd name="T46" fmla="*/ 90 w 641"/>
                <a:gd name="T47" fmla="*/ 407 h 518"/>
                <a:gd name="T48" fmla="*/ 133 w 641"/>
                <a:gd name="T49" fmla="*/ 437 h 518"/>
                <a:gd name="T50" fmla="*/ 142 w 641"/>
                <a:gd name="T51" fmla="*/ 442 h 518"/>
                <a:gd name="T52" fmla="*/ 147 w 641"/>
                <a:gd name="T53" fmla="*/ 449 h 518"/>
                <a:gd name="T54" fmla="*/ 149 w 641"/>
                <a:gd name="T55" fmla="*/ 459 h 518"/>
                <a:gd name="T56" fmla="*/ 154 w 641"/>
                <a:gd name="T57" fmla="*/ 459 h 518"/>
                <a:gd name="T58" fmla="*/ 149 w 641"/>
                <a:gd name="T59" fmla="*/ 470 h 518"/>
                <a:gd name="T60" fmla="*/ 149 w 641"/>
                <a:gd name="T61" fmla="*/ 489 h 518"/>
                <a:gd name="T62" fmla="*/ 171 w 641"/>
                <a:gd name="T63" fmla="*/ 511 h 518"/>
                <a:gd name="T64" fmla="*/ 180 w 641"/>
                <a:gd name="T65" fmla="*/ 518 h 518"/>
                <a:gd name="T66" fmla="*/ 185 w 641"/>
                <a:gd name="T67" fmla="*/ 518 h 518"/>
                <a:gd name="T68" fmla="*/ 192 w 641"/>
                <a:gd name="T69" fmla="*/ 508 h 518"/>
                <a:gd name="T70" fmla="*/ 211 w 641"/>
                <a:gd name="T71" fmla="*/ 506 h 518"/>
                <a:gd name="T72" fmla="*/ 215 w 641"/>
                <a:gd name="T73" fmla="*/ 506 h 518"/>
                <a:gd name="T74" fmla="*/ 220 w 641"/>
                <a:gd name="T75" fmla="*/ 501 h 518"/>
                <a:gd name="T76" fmla="*/ 218 w 641"/>
                <a:gd name="T77" fmla="*/ 494 h 518"/>
                <a:gd name="T78" fmla="*/ 232 w 641"/>
                <a:gd name="T79" fmla="*/ 513 h 518"/>
                <a:gd name="T80" fmla="*/ 230 w 641"/>
                <a:gd name="T81" fmla="*/ 501 h 518"/>
                <a:gd name="T82" fmla="*/ 232 w 641"/>
                <a:gd name="T83" fmla="*/ 506 h 518"/>
                <a:gd name="T84" fmla="*/ 234 w 641"/>
                <a:gd name="T85" fmla="*/ 494 h 518"/>
                <a:gd name="T86" fmla="*/ 246 w 641"/>
                <a:gd name="T87" fmla="*/ 504 h 518"/>
                <a:gd name="T88" fmla="*/ 260 w 641"/>
                <a:gd name="T89" fmla="*/ 501 h 518"/>
                <a:gd name="T90" fmla="*/ 260 w 641"/>
                <a:gd name="T91" fmla="*/ 504 h 518"/>
                <a:gd name="T92" fmla="*/ 301 w 641"/>
                <a:gd name="T93" fmla="*/ 501 h 518"/>
                <a:gd name="T94" fmla="*/ 296 w 641"/>
                <a:gd name="T95" fmla="*/ 482 h 518"/>
                <a:gd name="T96" fmla="*/ 310 w 641"/>
                <a:gd name="T97" fmla="*/ 494 h 518"/>
                <a:gd name="T98" fmla="*/ 317 w 641"/>
                <a:gd name="T99" fmla="*/ 487 h 518"/>
                <a:gd name="T100" fmla="*/ 329 w 641"/>
                <a:gd name="T101" fmla="*/ 452 h 518"/>
                <a:gd name="T102" fmla="*/ 339 w 641"/>
                <a:gd name="T103" fmla="*/ 428 h 518"/>
                <a:gd name="T104" fmla="*/ 381 w 641"/>
                <a:gd name="T105" fmla="*/ 383 h 518"/>
                <a:gd name="T106" fmla="*/ 431 w 641"/>
                <a:gd name="T107" fmla="*/ 373 h 518"/>
                <a:gd name="T108" fmla="*/ 464 w 641"/>
                <a:gd name="T109" fmla="*/ 402 h 518"/>
                <a:gd name="T110" fmla="*/ 485 w 641"/>
                <a:gd name="T111" fmla="*/ 373 h 518"/>
                <a:gd name="T112" fmla="*/ 499 w 641"/>
                <a:gd name="T113" fmla="*/ 338 h 518"/>
                <a:gd name="T114" fmla="*/ 521 w 641"/>
                <a:gd name="T115" fmla="*/ 293 h 518"/>
                <a:gd name="T116" fmla="*/ 542 w 641"/>
                <a:gd name="T117" fmla="*/ 274 h 518"/>
                <a:gd name="T118" fmla="*/ 566 w 641"/>
                <a:gd name="T119" fmla="*/ 222 h 518"/>
                <a:gd name="T120" fmla="*/ 592 w 641"/>
                <a:gd name="T121" fmla="*/ 160 h 518"/>
                <a:gd name="T122" fmla="*/ 630 w 641"/>
                <a:gd name="T123" fmla="*/ 134 h 518"/>
                <a:gd name="T124" fmla="*/ 639 w 641"/>
                <a:gd name="T125" fmla="*/ 106 h 5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41" h="518">
                  <a:moveTo>
                    <a:pt x="260" y="506"/>
                  </a:moveTo>
                  <a:lnTo>
                    <a:pt x="258" y="506"/>
                  </a:lnTo>
                  <a:lnTo>
                    <a:pt x="258" y="508"/>
                  </a:lnTo>
                  <a:lnTo>
                    <a:pt x="256" y="508"/>
                  </a:lnTo>
                  <a:lnTo>
                    <a:pt x="256" y="508"/>
                  </a:lnTo>
                  <a:lnTo>
                    <a:pt x="253" y="506"/>
                  </a:lnTo>
                  <a:lnTo>
                    <a:pt x="253" y="506"/>
                  </a:lnTo>
                  <a:lnTo>
                    <a:pt x="251" y="506"/>
                  </a:lnTo>
                  <a:lnTo>
                    <a:pt x="249" y="508"/>
                  </a:lnTo>
                  <a:lnTo>
                    <a:pt x="249" y="508"/>
                  </a:lnTo>
                  <a:lnTo>
                    <a:pt x="249" y="508"/>
                  </a:lnTo>
                  <a:lnTo>
                    <a:pt x="251" y="508"/>
                  </a:lnTo>
                  <a:lnTo>
                    <a:pt x="253" y="511"/>
                  </a:lnTo>
                  <a:lnTo>
                    <a:pt x="256" y="511"/>
                  </a:lnTo>
                  <a:lnTo>
                    <a:pt x="258" y="508"/>
                  </a:lnTo>
                  <a:lnTo>
                    <a:pt x="258" y="508"/>
                  </a:lnTo>
                  <a:lnTo>
                    <a:pt x="260" y="508"/>
                  </a:lnTo>
                  <a:lnTo>
                    <a:pt x="263" y="508"/>
                  </a:lnTo>
                  <a:lnTo>
                    <a:pt x="263" y="508"/>
                  </a:lnTo>
                  <a:lnTo>
                    <a:pt x="263" y="506"/>
                  </a:lnTo>
                  <a:lnTo>
                    <a:pt x="263" y="506"/>
                  </a:lnTo>
                  <a:lnTo>
                    <a:pt x="260" y="506"/>
                  </a:lnTo>
                  <a:close/>
                  <a:moveTo>
                    <a:pt x="246" y="506"/>
                  </a:moveTo>
                  <a:lnTo>
                    <a:pt x="244" y="506"/>
                  </a:lnTo>
                  <a:lnTo>
                    <a:pt x="244" y="506"/>
                  </a:lnTo>
                  <a:lnTo>
                    <a:pt x="244" y="504"/>
                  </a:lnTo>
                  <a:lnTo>
                    <a:pt x="244" y="506"/>
                  </a:lnTo>
                  <a:lnTo>
                    <a:pt x="244" y="506"/>
                  </a:lnTo>
                  <a:lnTo>
                    <a:pt x="242" y="506"/>
                  </a:lnTo>
                  <a:lnTo>
                    <a:pt x="242" y="508"/>
                  </a:lnTo>
                  <a:lnTo>
                    <a:pt x="239" y="511"/>
                  </a:lnTo>
                  <a:lnTo>
                    <a:pt x="239" y="511"/>
                  </a:lnTo>
                  <a:lnTo>
                    <a:pt x="239" y="513"/>
                  </a:lnTo>
                  <a:lnTo>
                    <a:pt x="242" y="513"/>
                  </a:lnTo>
                  <a:lnTo>
                    <a:pt x="246" y="511"/>
                  </a:lnTo>
                  <a:lnTo>
                    <a:pt x="246" y="511"/>
                  </a:lnTo>
                  <a:lnTo>
                    <a:pt x="246" y="511"/>
                  </a:lnTo>
                  <a:lnTo>
                    <a:pt x="249" y="511"/>
                  </a:lnTo>
                  <a:lnTo>
                    <a:pt x="249" y="508"/>
                  </a:lnTo>
                  <a:lnTo>
                    <a:pt x="249" y="508"/>
                  </a:lnTo>
                  <a:lnTo>
                    <a:pt x="249" y="508"/>
                  </a:lnTo>
                  <a:lnTo>
                    <a:pt x="249" y="508"/>
                  </a:lnTo>
                  <a:lnTo>
                    <a:pt x="249" y="506"/>
                  </a:lnTo>
                  <a:lnTo>
                    <a:pt x="249" y="506"/>
                  </a:lnTo>
                  <a:lnTo>
                    <a:pt x="246" y="506"/>
                  </a:lnTo>
                  <a:close/>
                  <a:moveTo>
                    <a:pt x="641" y="94"/>
                  </a:moveTo>
                  <a:lnTo>
                    <a:pt x="641" y="94"/>
                  </a:lnTo>
                  <a:lnTo>
                    <a:pt x="641" y="92"/>
                  </a:lnTo>
                  <a:lnTo>
                    <a:pt x="639" y="92"/>
                  </a:lnTo>
                  <a:lnTo>
                    <a:pt x="639" y="94"/>
                  </a:lnTo>
                  <a:lnTo>
                    <a:pt x="639" y="94"/>
                  </a:lnTo>
                  <a:lnTo>
                    <a:pt x="639" y="94"/>
                  </a:lnTo>
                  <a:lnTo>
                    <a:pt x="637" y="92"/>
                  </a:lnTo>
                  <a:lnTo>
                    <a:pt x="637" y="92"/>
                  </a:lnTo>
                  <a:lnTo>
                    <a:pt x="637" y="92"/>
                  </a:lnTo>
                  <a:lnTo>
                    <a:pt x="634" y="89"/>
                  </a:lnTo>
                  <a:lnTo>
                    <a:pt x="634" y="89"/>
                  </a:lnTo>
                  <a:lnTo>
                    <a:pt x="637" y="89"/>
                  </a:lnTo>
                  <a:lnTo>
                    <a:pt x="637" y="89"/>
                  </a:lnTo>
                  <a:lnTo>
                    <a:pt x="634" y="89"/>
                  </a:lnTo>
                  <a:lnTo>
                    <a:pt x="634" y="87"/>
                  </a:lnTo>
                  <a:lnTo>
                    <a:pt x="632" y="87"/>
                  </a:lnTo>
                  <a:lnTo>
                    <a:pt x="632" y="87"/>
                  </a:lnTo>
                  <a:lnTo>
                    <a:pt x="634" y="87"/>
                  </a:lnTo>
                  <a:lnTo>
                    <a:pt x="632" y="85"/>
                  </a:lnTo>
                  <a:lnTo>
                    <a:pt x="632" y="85"/>
                  </a:lnTo>
                  <a:lnTo>
                    <a:pt x="627" y="85"/>
                  </a:lnTo>
                  <a:lnTo>
                    <a:pt x="618" y="85"/>
                  </a:lnTo>
                  <a:lnTo>
                    <a:pt x="615" y="82"/>
                  </a:lnTo>
                  <a:lnTo>
                    <a:pt x="615" y="82"/>
                  </a:lnTo>
                  <a:lnTo>
                    <a:pt x="615" y="82"/>
                  </a:lnTo>
                  <a:lnTo>
                    <a:pt x="615" y="82"/>
                  </a:lnTo>
                  <a:lnTo>
                    <a:pt x="615" y="80"/>
                  </a:lnTo>
                  <a:lnTo>
                    <a:pt x="615" y="80"/>
                  </a:lnTo>
                  <a:lnTo>
                    <a:pt x="615" y="78"/>
                  </a:lnTo>
                  <a:lnTo>
                    <a:pt x="615" y="78"/>
                  </a:lnTo>
                  <a:lnTo>
                    <a:pt x="615" y="73"/>
                  </a:lnTo>
                  <a:lnTo>
                    <a:pt x="613" y="59"/>
                  </a:lnTo>
                  <a:lnTo>
                    <a:pt x="608" y="44"/>
                  </a:lnTo>
                  <a:lnTo>
                    <a:pt x="596" y="28"/>
                  </a:lnTo>
                  <a:lnTo>
                    <a:pt x="585" y="11"/>
                  </a:lnTo>
                  <a:lnTo>
                    <a:pt x="570" y="9"/>
                  </a:lnTo>
                  <a:lnTo>
                    <a:pt x="570" y="9"/>
                  </a:lnTo>
                  <a:lnTo>
                    <a:pt x="570" y="9"/>
                  </a:lnTo>
                  <a:lnTo>
                    <a:pt x="568" y="11"/>
                  </a:lnTo>
                  <a:lnTo>
                    <a:pt x="570" y="11"/>
                  </a:lnTo>
                  <a:lnTo>
                    <a:pt x="568" y="11"/>
                  </a:lnTo>
                  <a:lnTo>
                    <a:pt x="566" y="14"/>
                  </a:lnTo>
                  <a:lnTo>
                    <a:pt x="566" y="14"/>
                  </a:lnTo>
                  <a:lnTo>
                    <a:pt x="566" y="16"/>
                  </a:lnTo>
                  <a:lnTo>
                    <a:pt x="566" y="16"/>
                  </a:lnTo>
                  <a:lnTo>
                    <a:pt x="566" y="16"/>
                  </a:lnTo>
                  <a:lnTo>
                    <a:pt x="566" y="16"/>
                  </a:lnTo>
                  <a:lnTo>
                    <a:pt x="566" y="16"/>
                  </a:lnTo>
                  <a:lnTo>
                    <a:pt x="566" y="16"/>
                  </a:lnTo>
                  <a:lnTo>
                    <a:pt x="566" y="16"/>
                  </a:lnTo>
                  <a:lnTo>
                    <a:pt x="566" y="16"/>
                  </a:lnTo>
                  <a:lnTo>
                    <a:pt x="563" y="16"/>
                  </a:lnTo>
                  <a:lnTo>
                    <a:pt x="563" y="18"/>
                  </a:lnTo>
                  <a:lnTo>
                    <a:pt x="566" y="18"/>
                  </a:lnTo>
                  <a:lnTo>
                    <a:pt x="563" y="18"/>
                  </a:lnTo>
                  <a:lnTo>
                    <a:pt x="563" y="18"/>
                  </a:lnTo>
                  <a:lnTo>
                    <a:pt x="561" y="18"/>
                  </a:lnTo>
                  <a:lnTo>
                    <a:pt x="561" y="21"/>
                  </a:lnTo>
                  <a:lnTo>
                    <a:pt x="561" y="21"/>
                  </a:lnTo>
                  <a:lnTo>
                    <a:pt x="561" y="18"/>
                  </a:lnTo>
                  <a:lnTo>
                    <a:pt x="561" y="18"/>
                  </a:lnTo>
                  <a:lnTo>
                    <a:pt x="559" y="18"/>
                  </a:lnTo>
                  <a:lnTo>
                    <a:pt x="559" y="18"/>
                  </a:lnTo>
                  <a:lnTo>
                    <a:pt x="559" y="21"/>
                  </a:lnTo>
                  <a:lnTo>
                    <a:pt x="559" y="21"/>
                  </a:lnTo>
                  <a:lnTo>
                    <a:pt x="559" y="21"/>
                  </a:lnTo>
                  <a:lnTo>
                    <a:pt x="559" y="18"/>
                  </a:lnTo>
                  <a:lnTo>
                    <a:pt x="559" y="21"/>
                  </a:lnTo>
                  <a:lnTo>
                    <a:pt x="556" y="21"/>
                  </a:lnTo>
                  <a:lnTo>
                    <a:pt x="556" y="18"/>
                  </a:lnTo>
                  <a:lnTo>
                    <a:pt x="556" y="18"/>
                  </a:lnTo>
                  <a:lnTo>
                    <a:pt x="556" y="18"/>
                  </a:lnTo>
                  <a:lnTo>
                    <a:pt x="554" y="18"/>
                  </a:lnTo>
                  <a:lnTo>
                    <a:pt x="554" y="18"/>
                  </a:lnTo>
                  <a:lnTo>
                    <a:pt x="549" y="21"/>
                  </a:lnTo>
                  <a:lnTo>
                    <a:pt x="547" y="23"/>
                  </a:lnTo>
                  <a:lnTo>
                    <a:pt x="547" y="21"/>
                  </a:lnTo>
                  <a:lnTo>
                    <a:pt x="547" y="23"/>
                  </a:lnTo>
                  <a:lnTo>
                    <a:pt x="544" y="23"/>
                  </a:lnTo>
                  <a:lnTo>
                    <a:pt x="544" y="23"/>
                  </a:lnTo>
                  <a:lnTo>
                    <a:pt x="544" y="23"/>
                  </a:lnTo>
                  <a:lnTo>
                    <a:pt x="544" y="23"/>
                  </a:lnTo>
                  <a:lnTo>
                    <a:pt x="544" y="23"/>
                  </a:lnTo>
                  <a:lnTo>
                    <a:pt x="544" y="23"/>
                  </a:lnTo>
                  <a:lnTo>
                    <a:pt x="544" y="23"/>
                  </a:lnTo>
                  <a:lnTo>
                    <a:pt x="544" y="23"/>
                  </a:lnTo>
                  <a:lnTo>
                    <a:pt x="544" y="23"/>
                  </a:lnTo>
                  <a:lnTo>
                    <a:pt x="542" y="26"/>
                  </a:lnTo>
                  <a:lnTo>
                    <a:pt x="542" y="26"/>
                  </a:lnTo>
                  <a:lnTo>
                    <a:pt x="542" y="26"/>
                  </a:lnTo>
                  <a:lnTo>
                    <a:pt x="542" y="26"/>
                  </a:lnTo>
                  <a:lnTo>
                    <a:pt x="542" y="26"/>
                  </a:lnTo>
                  <a:lnTo>
                    <a:pt x="542" y="26"/>
                  </a:lnTo>
                  <a:lnTo>
                    <a:pt x="542" y="26"/>
                  </a:lnTo>
                  <a:lnTo>
                    <a:pt x="542" y="26"/>
                  </a:lnTo>
                  <a:lnTo>
                    <a:pt x="542" y="28"/>
                  </a:lnTo>
                  <a:lnTo>
                    <a:pt x="542" y="28"/>
                  </a:lnTo>
                  <a:lnTo>
                    <a:pt x="542" y="28"/>
                  </a:lnTo>
                  <a:lnTo>
                    <a:pt x="542" y="28"/>
                  </a:lnTo>
                  <a:lnTo>
                    <a:pt x="542" y="28"/>
                  </a:lnTo>
                  <a:lnTo>
                    <a:pt x="542" y="28"/>
                  </a:lnTo>
                  <a:lnTo>
                    <a:pt x="540" y="28"/>
                  </a:lnTo>
                  <a:lnTo>
                    <a:pt x="540" y="28"/>
                  </a:lnTo>
                  <a:lnTo>
                    <a:pt x="540" y="28"/>
                  </a:lnTo>
                  <a:lnTo>
                    <a:pt x="540" y="28"/>
                  </a:lnTo>
                  <a:lnTo>
                    <a:pt x="540" y="28"/>
                  </a:lnTo>
                  <a:lnTo>
                    <a:pt x="540" y="28"/>
                  </a:lnTo>
                  <a:lnTo>
                    <a:pt x="537" y="30"/>
                  </a:lnTo>
                  <a:lnTo>
                    <a:pt x="537" y="30"/>
                  </a:lnTo>
                  <a:lnTo>
                    <a:pt x="537" y="30"/>
                  </a:lnTo>
                  <a:lnTo>
                    <a:pt x="535" y="33"/>
                  </a:lnTo>
                  <a:lnTo>
                    <a:pt x="535" y="33"/>
                  </a:lnTo>
                  <a:lnTo>
                    <a:pt x="535" y="33"/>
                  </a:lnTo>
                  <a:lnTo>
                    <a:pt x="535" y="33"/>
                  </a:lnTo>
                  <a:lnTo>
                    <a:pt x="533" y="33"/>
                  </a:lnTo>
                  <a:lnTo>
                    <a:pt x="533" y="33"/>
                  </a:lnTo>
                  <a:lnTo>
                    <a:pt x="533" y="33"/>
                  </a:lnTo>
                  <a:lnTo>
                    <a:pt x="533" y="33"/>
                  </a:lnTo>
                  <a:lnTo>
                    <a:pt x="533" y="33"/>
                  </a:lnTo>
                  <a:lnTo>
                    <a:pt x="533" y="33"/>
                  </a:lnTo>
                  <a:lnTo>
                    <a:pt x="533" y="33"/>
                  </a:lnTo>
                  <a:lnTo>
                    <a:pt x="530" y="33"/>
                  </a:lnTo>
                  <a:lnTo>
                    <a:pt x="530" y="33"/>
                  </a:lnTo>
                  <a:lnTo>
                    <a:pt x="530" y="33"/>
                  </a:lnTo>
                  <a:lnTo>
                    <a:pt x="528" y="35"/>
                  </a:lnTo>
                  <a:lnTo>
                    <a:pt x="528" y="37"/>
                  </a:lnTo>
                  <a:lnTo>
                    <a:pt x="528" y="37"/>
                  </a:lnTo>
                  <a:lnTo>
                    <a:pt x="528" y="37"/>
                  </a:lnTo>
                  <a:lnTo>
                    <a:pt x="528" y="37"/>
                  </a:lnTo>
                  <a:lnTo>
                    <a:pt x="528" y="40"/>
                  </a:lnTo>
                  <a:lnTo>
                    <a:pt x="528" y="40"/>
                  </a:lnTo>
                  <a:lnTo>
                    <a:pt x="528" y="40"/>
                  </a:lnTo>
                  <a:lnTo>
                    <a:pt x="528" y="40"/>
                  </a:lnTo>
                  <a:lnTo>
                    <a:pt x="525" y="42"/>
                  </a:lnTo>
                  <a:lnTo>
                    <a:pt x="525" y="42"/>
                  </a:lnTo>
                  <a:lnTo>
                    <a:pt x="525" y="44"/>
                  </a:lnTo>
                  <a:lnTo>
                    <a:pt x="525" y="44"/>
                  </a:lnTo>
                  <a:lnTo>
                    <a:pt x="523" y="44"/>
                  </a:lnTo>
                  <a:lnTo>
                    <a:pt x="523" y="44"/>
                  </a:lnTo>
                  <a:lnTo>
                    <a:pt x="523" y="44"/>
                  </a:lnTo>
                  <a:lnTo>
                    <a:pt x="521" y="44"/>
                  </a:lnTo>
                  <a:lnTo>
                    <a:pt x="518" y="44"/>
                  </a:lnTo>
                  <a:lnTo>
                    <a:pt x="518" y="44"/>
                  </a:lnTo>
                  <a:lnTo>
                    <a:pt x="516" y="44"/>
                  </a:lnTo>
                  <a:lnTo>
                    <a:pt x="516" y="44"/>
                  </a:lnTo>
                  <a:lnTo>
                    <a:pt x="516" y="44"/>
                  </a:lnTo>
                  <a:lnTo>
                    <a:pt x="516" y="44"/>
                  </a:lnTo>
                  <a:lnTo>
                    <a:pt x="514" y="44"/>
                  </a:lnTo>
                  <a:lnTo>
                    <a:pt x="514" y="44"/>
                  </a:lnTo>
                  <a:lnTo>
                    <a:pt x="514" y="44"/>
                  </a:lnTo>
                  <a:lnTo>
                    <a:pt x="514" y="44"/>
                  </a:lnTo>
                  <a:lnTo>
                    <a:pt x="514" y="44"/>
                  </a:lnTo>
                  <a:lnTo>
                    <a:pt x="514" y="44"/>
                  </a:lnTo>
                  <a:lnTo>
                    <a:pt x="514" y="44"/>
                  </a:lnTo>
                  <a:lnTo>
                    <a:pt x="514" y="44"/>
                  </a:lnTo>
                  <a:lnTo>
                    <a:pt x="514" y="42"/>
                  </a:lnTo>
                  <a:lnTo>
                    <a:pt x="511" y="42"/>
                  </a:lnTo>
                  <a:lnTo>
                    <a:pt x="509" y="42"/>
                  </a:lnTo>
                  <a:lnTo>
                    <a:pt x="509" y="42"/>
                  </a:lnTo>
                  <a:lnTo>
                    <a:pt x="507" y="42"/>
                  </a:lnTo>
                  <a:lnTo>
                    <a:pt x="507" y="42"/>
                  </a:lnTo>
                  <a:lnTo>
                    <a:pt x="504" y="42"/>
                  </a:lnTo>
                  <a:lnTo>
                    <a:pt x="502" y="42"/>
                  </a:lnTo>
                  <a:lnTo>
                    <a:pt x="502" y="42"/>
                  </a:lnTo>
                  <a:lnTo>
                    <a:pt x="497" y="40"/>
                  </a:lnTo>
                  <a:lnTo>
                    <a:pt x="490" y="35"/>
                  </a:lnTo>
                  <a:lnTo>
                    <a:pt x="485" y="33"/>
                  </a:lnTo>
                  <a:lnTo>
                    <a:pt x="469" y="28"/>
                  </a:lnTo>
                  <a:lnTo>
                    <a:pt x="443" y="28"/>
                  </a:lnTo>
                  <a:lnTo>
                    <a:pt x="433" y="28"/>
                  </a:lnTo>
                  <a:lnTo>
                    <a:pt x="428" y="28"/>
                  </a:lnTo>
                  <a:lnTo>
                    <a:pt x="426" y="28"/>
                  </a:lnTo>
                  <a:lnTo>
                    <a:pt x="400" y="35"/>
                  </a:lnTo>
                  <a:lnTo>
                    <a:pt x="398" y="35"/>
                  </a:lnTo>
                  <a:lnTo>
                    <a:pt x="388" y="40"/>
                  </a:lnTo>
                  <a:lnTo>
                    <a:pt x="386" y="42"/>
                  </a:lnTo>
                  <a:lnTo>
                    <a:pt x="386" y="42"/>
                  </a:lnTo>
                  <a:lnTo>
                    <a:pt x="386" y="44"/>
                  </a:lnTo>
                  <a:lnTo>
                    <a:pt x="386" y="44"/>
                  </a:lnTo>
                  <a:lnTo>
                    <a:pt x="386" y="44"/>
                  </a:lnTo>
                  <a:lnTo>
                    <a:pt x="386" y="44"/>
                  </a:lnTo>
                  <a:lnTo>
                    <a:pt x="386" y="44"/>
                  </a:lnTo>
                  <a:lnTo>
                    <a:pt x="386" y="44"/>
                  </a:lnTo>
                  <a:lnTo>
                    <a:pt x="383" y="44"/>
                  </a:lnTo>
                  <a:lnTo>
                    <a:pt x="381" y="47"/>
                  </a:lnTo>
                  <a:lnTo>
                    <a:pt x="372" y="59"/>
                  </a:lnTo>
                  <a:lnTo>
                    <a:pt x="372" y="59"/>
                  </a:lnTo>
                  <a:lnTo>
                    <a:pt x="372" y="59"/>
                  </a:lnTo>
                  <a:lnTo>
                    <a:pt x="372" y="59"/>
                  </a:lnTo>
                  <a:lnTo>
                    <a:pt x="372" y="59"/>
                  </a:lnTo>
                  <a:lnTo>
                    <a:pt x="369" y="59"/>
                  </a:lnTo>
                  <a:lnTo>
                    <a:pt x="357" y="59"/>
                  </a:lnTo>
                  <a:lnTo>
                    <a:pt x="357" y="59"/>
                  </a:lnTo>
                  <a:lnTo>
                    <a:pt x="355" y="59"/>
                  </a:lnTo>
                  <a:lnTo>
                    <a:pt x="353" y="59"/>
                  </a:lnTo>
                  <a:lnTo>
                    <a:pt x="336" y="56"/>
                  </a:lnTo>
                  <a:lnTo>
                    <a:pt x="336" y="56"/>
                  </a:lnTo>
                  <a:lnTo>
                    <a:pt x="322" y="54"/>
                  </a:lnTo>
                  <a:lnTo>
                    <a:pt x="320" y="52"/>
                  </a:lnTo>
                  <a:lnTo>
                    <a:pt x="317" y="52"/>
                  </a:lnTo>
                  <a:lnTo>
                    <a:pt x="317" y="49"/>
                  </a:lnTo>
                  <a:lnTo>
                    <a:pt x="315" y="47"/>
                  </a:lnTo>
                  <a:lnTo>
                    <a:pt x="313" y="44"/>
                  </a:lnTo>
                  <a:lnTo>
                    <a:pt x="313" y="44"/>
                  </a:lnTo>
                  <a:lnTo>
                    <a:pt x="310" y="44"/>
                  </a:lnTo>
                  <a:lnTo>
                    <a:pt x="310" y="44"/>
                  </a:lnTo>
                  <a:lnTo>
                    <a:pt x="308" y="44"/>
                  </a:lnTo>
                  <a:lnTo>
                    <a:pt x="308" y="44"/>
                  </a:lnTo>
                  <a:lnTo>
                    <a:pt x="308" y="44"/>
                  </a:lnTo>
                  <a:lnTo>
                    <a:pt x="308" y="44"/>
                  </a:lnTo>
                  <a:lnTo>
                    <a:pt x="308" y="44"/>
                  </a:lnTo>
                  <a:lnTo>
                    <a:pt x="305" y="44"/>
                  </a:lnTo>
                  <a:lnTo>
                    <a:pt x="305" y="44"/>
                  </a:lnTo>
                  <a:lnTo>
                    <a:pt x="301" y="40"/>
                  </a:lnTo>
                  <a:lnTo>
                    <a:pt x="298" y="37"/>
                  </a:lnTo>
                  <a:lnTo>
                    <a:pt x="298" y="37"/>
                  </a:lnTo>
                  <a:lnTo>
                    <a:pt x="298" y="37"/>
                  </a:lnTo>
                  <a:lnTo>
                    <a:pt x="298" y="37"/>
                  </a:lnTo>
                  <a:lnTo>
                    <a:pt x="296" y="37"/>
                  </a:lnTo>
                  <a:lnTo>
                    <a:pt x="296" y="37"/>
                  </a:lnTo>
                  <a:lnTo>
                    <a:pt x="294" y="35"/>
                  </a:lnTo>
                  <a:lnTo>
                    <a:pt x="291" y="35"/>
                  </a:lnTo>
                  <a:lnTo>
                    <a:pt x="291" y="33"/>
                  </a:lnTo>
                  <a:lnTo>
                    <a:pt x="291" y="33"/>
                  </a:lnTo>
                  <a:lnTo>
                    <a:pt x="289" y="33"/>
                  </a:lnTo>
                  <a:lnTo>
                    <a:pt x="275" y="30"/>
                  </a:lnTo>
                  <a:lnTo>
                    <a:pt x="272" y="30"/>
                  </a:lnTo>
                  <a:lnTo>
                    <a:pt x="272" y="30"/>
                  </a:lnTo>
                  <a:lnTo>
                    <a:pt x="253" y="42"/>
                  </a:lnTo>
                  <a:lnTo>
                    <a:pt x="251" y="42"/>
                  </a:lnTo>
                  <a:lnTo>
                    <a:pt x="249" y="42"/>
                  </a:lnTo>
                  <a:lnTo>
                    <a:pt x="244" y="42"/>
                  </a:lnTo>
                  <a:lnTo>
                    <a:pt x="242" y="42"/>
                  </a:lnTo>
                  <a:lnTo>
                    <a:pt x="239" y="47"/>
                  </a:lnTo>
                  <a:lnTo>
                    <a:pt x="237" y="49"/>
                  </a:lnTo>
                  <a:lnTo>
                    <a:pt x="234" y="49"/>
                  </a:lnTo>
                  <a:lnTo>
                    <a:pt x="234" y="49"/>
                  </a:lnTo>
                  <a:lnTo>
                    <a:pt x="234" y="49"/>
                  </a:lnTo>
                  <a:lnTo>
                    <a:pt x="230" y="49"/>
                  </a:lnTo>
                  <a:lnTo>
                    <a:pt x="227" y="49"/>
                  </a:lnTo>
                  <a:lnTo>
                    <a:pt x="227" y="49"/>
                  </a:lnTo>
                  <a:lnTo>
                    <a:pt x="225" y="47"/>
                  </a:lnTo>
                  <a:lnTo>
                    <a:pt x="223" y="44"/>
                  </a:lnTo>
                  <a:lnTo>
                    <a:pt x="220" y="42"/>
                  </a:lnTo>
                  <a:lnTo>
                    <a:pt x="218" y="40"/>
                  </a:lnTo>
                  <a:lnTo>
                    <a:pt x="213" y="30"/>
                  </a:lnTo>
                  <a:lnTo>
                    <a:pt x="206" y="21"/>
                  </a:lnTo>
                  <a:lnTo>
                    <a:pt x="197" y="14"/>
                  </a:lnTo>
                  <a:lnTo>
                    <a:pt x="194" y="11"/>
                  </a:lnTo>
                  <a:lnTo>
                    <a:pt x="192" y="11"/>
                  </a:lnTo>
                  <a:lnTo>
                    <a:pt x="189" y="11"/>
                  </a:lnTo>
                  <a:lnTo>
                    <a:pt x="189" y="11"/>
                  </a:lnTo>
                  <a:lnTo>
                    <a:pt x="187" y="14"/>
                  </a:lnTo>
                  <a:lnTo>
                    <a:pt x="185" y="14"/>
                  </a:lnTo>
                  <a:lnTo>
                    <a:pt x="185" y="14"/>
                  </a:lnTo>
                  <a:lnTo>
                    <a:pt x="185" y="14"/>
                  </a:lnTo>
                  <a:lnTo>
                    <a:pt x="185" y="14"/>
                  </a:lnTo>
                  <a:lnTo>
                    <a:pt x="168" y="7"/>
                  </a:lnTo>
                  <a:lnTo>
                    <a:pt x="154" y="2"/>
                  </a:lnTo>
                  <a:lnTo>
                    <a:pt x="152" y="0"/>
                  </a:lnTo>
                  <a:lnTo>
                    <a:pt x="145" y="2"/>
                  </a:lnTo>
                  <a:lnTo>
                    <a:pt x="142" y="2"/>
                  </a:lnTo>
                  <a:lnTo>
                    <a:pt x="142" y="4"/>
                  </a:lnTo>
                  <a:lnTo>
                    <a:pt x="142" y="7"/>
                  </a:lnTo>
                  <a:lnTo>
                    <a:pt x="140" y="7"/>
                  </a:lnTo>
                  <a:lnTo>
                    <a:pt x="140" y="7"/>
                  </a:lnTo>
                  <a:lnTo>
                    <a:pt x="137" y="9"/>
                  </a:lnTo>
                  <a:lnTo>
                    <a:pt x="137" y="9"/>
                  </a:lnTo>
                  <a:lnTo>
                    <a:pt x="128" y="9"/>
                  </a:lnTo>
                  <a:lnTo>
                    <a:pt x="123" y="9"/>
                  </a:lnTo>
                  <a:lnTo>
                    <a:pt x="121" y="9"/>
                  </a:lnTo>
                  <a:lnTo>
                    <a:pt x="118" y="9"/>
                  </a:lnTo>
                  <a:lnTo>
                    <a:pt x="118" y="7"/>
                  </a:lnTo>
                  <a:lnTo>
                    <a:pt x="116" y="7"/>
                  </a:lnTo>
                  <a:lnTo>
                    <a:pt x="114" y="7"/>
                  </a:lnTo>
                  <a:lnTo>
                    <a:pt x="104" y="9"/>
                  </a:lnTo>
                  <a:lnTo>
                    <a:pt x="97" y="11"/>
                  </a:lnTo>
                  <a:lnTo>
                    <a:pt x="95" y="11"/>
                  </a:lnTo>
                  <a:lnTo>
                    <a:pt x="92" y="14"/>
                  </a:lnTo>
                  <a:lnTo>
                    <a:pt x="83" y="21"/>
                  </a:lnTo>
                  <a:lnTo>
                    <a:pt x="83" y="23"/>
                  </a:lnTo>
                  <a:lnTo>
                    <a:pt x="81" y="23"/>
                  </a:lnTo>
                  <a:lnTo>
                    <a:pt x="78" y="23"/>
                  </a:lnTo>
                  <a:lnTo>
                    <a:pt x="78" y="35"/>
                  </a:lnTo>
                  <a:lnTo>
                    <a:pt x="78" y="37"/>
                  </a:lnTo>
                  <a:lnTo>
                    <a:pt x="76" y="49"/>
                  </a:lnTo>
                  <a:lnTo>
                    <a:pt x="66" y="63"/>
                  </a:lnTo>
                  <a:lnTo>
                    <a:pt x="64" y="66"/>
                  </a:lnTo>
                  <a:lnTo>
                    <a:pt x="52" y="75"/>
                  </a:lnTo>
                  <a:lnTo>
                    <a:pt x="52" y="75"/>
                  </a:lnTo>
                  <a:lnTo>
                    <a:pt x="52" y="89"/>
                  </a:lnTo>
                  <a:lnTo>
                    <a:pt x="50" y="97"/>
                  </a:lnTo>
                  <a:lnTo>
                    <a:pt x="50" y="99"/>
                  </a:lnTo>
                  <a:lnTo>
                    <a:pt x="52" y="101"/>
                  </a:lnTo>
                  <a:lnTo>
                    <a:pt x="52" y="104"/>
                  </a:lnTo>
                  <a:lnTo>
                    <a:pt x="52" y="106"/>
                  </a:lnTo>
                  <a:lnTo>
                    <a:pt x="50" y="106"/>
                  </a:lnTo>
                  <a:lnTo>
                    <a:pt x="50" y="108"/>
                  </a:lnTo>
                  <a:lnTo>
                    <a:pt x="50" y="108"/>
                  </a:lnTo>
                  <a:lnTo>
                    <a:pt x="50" y="111"/>
                  </a:lnTo>
                  <a:lnTo>
                    <a:pt x="50" y="113"/>
                  </a:lnTo>
                  <a:lnTo>
                    <a:pt x="50" y="113"/>
                  </a:lnTo>
                  <a:lnTo>
                    <a:pt x="50" y="113"/>
                  </a:lnTo>
                  <a:lnTo>
                    <a:pt x="50" y="113"/>
                  </a:lnTo>
                  <a:lnTo>
                    <a:pt x="52" y="113"/>
                  </a:lnTo>
                  <a:lnTo>
                    <a:pt x="52" y="115"/>
                  </a:lnTo>
                  <a:lnTo>
                    <a:pt x="52" y="115"/>
                  </a:lnTo>
                  <a:lnTo>
                    <a:pt x="52" y="118"/>
                  </a:lnTo>
                  <a:lnTo>
                    <a:pt x="52" y="118"/>
                  </a:lnTo>
                  <a:lnTo>
                    <a:pt x="50" y="120"/>
                  </a:lnTo>
                  <a:lnTo>
                    <a:pt x="47" y="120"/>
                  </a:lnTo>
                  <a:lnTo>
                    <a:pt x="45" y="127"/>
                  </a:lnTo>
                  <a:lnTo>
                    <a:pt x="43" y="130"/>
                  </a:lnTo>
                  <a:lnTo>
                    <a:pt x="43" y="130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43" y="137"/>
                  </a:lnTo>
                  <a:lnTo>
                    <a:pt x="52" y="149"/>
                  </a:lnTo>
                  <a:lnTo>
                    <a:pt x="55" y="151"/>
                  </a:lnTo>
                  <a:lnTo>
                    <a:pt x="55" y="151"/>
                  </a:lnTo>
                  <a:lnTo>
                    <a:pt x="55" y="151"/>
                  </a:lnTo>
                  <a:lnTo>
                    <a:pt x="55" y="151"/>
                  </a:lnTo>
                  <a:lnTo>
                    <a:pt x="55" y="151"/>
                  </a:lnTo>
                  <a:lnTo>
                    <a:pt x="57" y="151"/>
                  </a:lnTo>
                  <a:lnTo>
                    <a:pt x="55" y="153"/>
                  </a:lnTo>
                  <a:lnTo>
                    <a:pt x="55" y="156"/>
                  </a:lnTo>
                  <a:lnTo>
                    <a:pt x="55" y="156"/>
                  </a:lnTo>
                  <a:lnTo>
                    <a:pt x="57" y="156"/>
                  </a:lnTo>
                  <a:lnTo>
                    <a:pt x="57" y="158"/>
                  </a:lnTo>
                  <a:lnTo>
                    <a:pt x="57" y="158"/>
                  </a:lnTo>
                  <a:lnTo>
                    <a:pt x="57" y="163"/>
                  </a:lnTo>
                  <a:lnTo>
                    <a:pt x="57" y="165"/>
                  </a:lnTo>
                  <a:lnTo>
                    <a:pt x="57" y="168"/>
                  </a:lnTo>
                  <a:lnTo>
                    <a:pt x="57" y="168"/>
                  </a:lnTo>
                  <a:lnTo>
                    <a:pt x="57" y="168"/>
                  </a:lnTo>
                  <a:lnTo>
                    <a:pt x="57" y="170"/>
                  </a:lnTo>
                  <a:lnTo>
                    <a:pt x="57" y="170"/>
                  </a:lnTo>
                  <a:lnTo>
                    <a:pt x="57" y="170"/>
                  </a:lnTo>
                  <a:lnTo>
                    <a:pt x="59" y="170"/>
                  </a:lnTo>
                  <a:lnTo>
                    <a:pt x="59" y="172"/>
                  </a:lnTo>
                  <a:lnTo>
                    <a:pt x="59" y="172"/>
                  </a:lnTo>
                  <a:lnTo>
                    <a:pt x="59" y="172"/>
                  </a:lnTo>
                  <a:lnTo>
                    <a:pt x="62" y="172"/>
                  </a:lnTo>
                  <a:lnTo>
                    <a:pt x="62" y="175"/>
                  </a:lnTo>
                  <a:lnTo>
                    <a:pt x="62" y="175"/>
                  </a:lnTo>
                  <a:lnTo>
                    <a:pt x="62" y="177"/>
                  </a:lnTo>
                  <a:lnTo>
                    <a:pt x="62" y="177"/>
                  </a:lnTo>
                  <a:lnTo>
                    <a:pt x="62" y="179"/>
                  </a:lnTo>
                  <a:lnTo>
                    <a:pt x="62" y="179"/>
                  </a:lnTo>
                  <a:lnTo>
                    <a:pt x="59" y="184"/>
                  </a:lnTo>
                  <a:lnTo>
                    <a:pt x="59" y="184"/>
                  </a:lnTo>
                  <a:lnTo>
                    <a:pt x="59" y="186"/>
                  </a:lnTo>
                  <a:lnTo>
                    <a:pt x="59" y="189"/>
                  </a:lnTo>
                  <a:lnTo>
                    <a:pt x="59" y="189"/>
                  </a:lnTo>
                  <a:lnTo>
                    <a:pt x="57" y="189"/>
                  </a:lnTo>
                  <a:lnTo>
                    <a:pt x="55" y="189"/>
                  </a:lnTo>
                  <a:lnTo>
                    <a:pt x="52" y="186"/>
                  </a:lnTo>
                  <a:lnTo>
                    <a:pt x="52" y="189"/>
                  </a:lnTo>
                  <a:lnTo>
                    <a:pt x="52" y="189"/>
                  </a:lnTo>
                  <a:lnTo>
                    <a:pt x="50" y="189"/>
                  </a:lnTo>
                  <a:lnTo>
                    <a:pt x="50" y="189"/>
                  </a:lnTo>
                  <a:lnTo>
                    <a:pt x="50" y="191"/>
                  </a:lnTo>
                  <a:lnTo>
                    <a:pt x="50" y="191"/>
                  </a:lnTo>
                  <a:lnTo>
                    <a:pt x="50" y="194"/>
                  </a:lnTo>
                  <a:lnTo>
                    <a:pt x="47" y="196"/>
                  </a:lnTo>
                  <a:lnTo>
                    <a:pt x="47" y="196"/>
                  </a:lnTo>
                  <a:lnTo>
                    <a:pt x="50" y="198"/>
                  </a:lnTo>
                  <a:lnTo>
                    <a:pt x="52" y="203"/>
                  </a:lnTo>
                  <a:lnTo>
                    <a:pt x="52" y="203"/>
                  </a:lnTo>
                  <a:lnTo>
                    <a:pt x="52" y="203"/>
                  </a:lnTo>
                  <a:lnTo>
                    <a:pt x="52" y="205"/>
                  </a:lnTo>
                  <a:lnTo>
                    <a:pt x="52" y="205"/>
                  </a:lnTo>
                  <a:lnTo>
                    <a:pt x="52" y="205"/>
                  </a:lnTo>
                  <a:lnTo>
                    <a:pt x="52" y="205"/>
                  </a:lnTo>
                  <a:lnTo>
                    <a:pt x="50" y="208"/>
                  </a:lnTo>
                  <a:lnTo>
                    <a:pt x="50" y="208"/>
                  </a:lnTo>
                  <a:lnTo>
                    <a:pt x="50" y="208"/>
                  </a:lnTo>
                  <a:lnTo>
                    <a:pt x="50" y="213"/>
                  </a:lnTo>
                  <a:lnTo>
                    <a:pt x="50" y="215"/>
                  </a:lnTo>
                  <a:lnTo>
                    <a:pt x="47" y="217"/>
                  </a:lnTo>
                  <a:lnTo>
                    <a:pt x="45" y="220"/>
                  </a:lnTo>
                  <a:lnTo>
                    <a:pt x="45" y="220"/>
                  </a:lnTo>
                  <a:lnTo>
                    <a:pt x="40" y="220"/>
                  </a:lnTo>
                  <a:lnTo>
                    <a:pt x="40" y="220"/>
                  </a:lnTo>
                  <a:lnTo>
                    <a:pt x="36" y="222"/>
                  </a:lnTo>
                  <a:lnTo>
                    <a:pt x="36" y="222"/>
                  </a:lnTo>
                  <a:lnTo>
                    <a:pt x="33" y="224"/>
                  </a:lnTo>
                  <a:lnTo>
                    <a:pt x="33" y="224"/>
                  </a:lnTo>
                  <a:lnTo>
                    <a:pt x="33" y="224"/>
                  </a:lnTo>
                  <a:lnTo>
                    <a:pt x="36" y="227"/>
                  </a:lnTo>
                  <a:lnTo>
                    <a:pt x="36" y="229"/>
                  </a:lnTo>
                  <a:lnTo>
                    <a:pt x="36" y="229"/>
                  </a:lnTo>
                  <a:lnTo>
                    <a:pt x="33" y="231"/>
                  </a:lnTo>
                  <a:lnTo>
                    <a:pt x="33" y="231"/>
                  </a:lnTo>
                  <a:lnTo>
                    <a:pt x="31" y="231"/>
                  </a:lnTo>
                  <a:lnTo>
                    <a:pt x="31" y="231"/>
                  </a:lnTo>
                  <a:lnTo>
                    <a:pt x="31" y="231"/>
                  </a:lnTo>
                  <a:lnTo>
                    <a:pt x="31" y="234"/>
                  </a:lnTo>
                  <a:lnTo>
                    <a:pt x="31" y="234"/>
                  </a:lnTo>
                  <a:lnTo>
                    <a:pt x="31" y="234"/>
                  </a:lnTo>
                  <a:lnTo>
                    <a:pt x="26" y="239"/>
                  </a:lnTo>
                  <a:lnTo>
                    <a:pt x="26" y="239"/>
                  </a:lnTo>
                  <a:lnTo>
                    <a:pt x="26" y="239"/>
                  </a:lnTo>
                  <a:lnTo>
                    <a:pt x="26" y="239"/>
                  </a:lnTo>
                  <a:lnTo>
                    <a:pt x="24" y="241"/>
                  </a:lnTo>
                  <a:lnTo>
                    <a:pt x="24" y="243"/>
                  </a:lnTo>
                  <a:lnTo>
                    <a:pt x="24" y="243"/>
                  </a:lnTo>
                  <a:lnTo>
                    <a:pt x="26" y="246"/>
                  </a:lnTo>
                  <a:lnTo>
                    <a:pt x="26" y="246"/>
                  </a:lnTo>
                  <a:lnTo>
                    <a:pt x="26" y="250"/>
                  </a:lnTo>
                  <a:lnTo>
                    <a:pt x="26" y="250"/>
                  </a:lnTo>
                  <a:lnTo>
                    <a:pt x="24" y="253"/>
                  </a:lnTo>
                  <a:lnTo>
                    <a:pt x="21" y="257"/>
                  </a:lnTo>
                  <a:lnTo>
                    <a:pt x="21" y="260"/>
                  </a:lnTo>
                  <a:lnTo>
                    <a:pt x="19" y="262"/>
                  </a:lnTo>
                  <a:lnTo>
                    <a:pt x="17" y="262"/>
                  </a:lnTo>
                  <a:lnTo>
                    <a:pt x="17" y="262"/>
                  </a:lnTo>
                  <a:lnTo>
                    <a:pt x="14" y="262"/>
                  </a:lnTo>
                  <a:lnTo>
                    <a:pt x="14" y="262"/>
                  </a:lnTo>
                  <a:lnTo>
                    <a:pt x="14" y="262"/>
                  </a:lnTo>
                  <a:lnTo>
                    <a:pt x="14" y="262"/>
                  </a:lnTo>
                  <a:lnTo>
                    <a:pt x="12" y="262"/>
                  </a:lnTo>
                  <a:lnTo>
                    <a:pt x="12" y="262"/>
                  </a:lnTo>
                  <a:lnTo>
                    <a:pt x="10" y="262"/>
                  </a:lnTo>
                  <a:lnTo>
                    <a:pt x="10" y="262"/>
                  </a:lnTo>
                  <a:lnTo>
                    <a:pt x="10" y="262"/>
                  </a:lnTo>
                  <a:lnTo>
                    <a:pt x="10" y="262"/>
                  </a:lnTo>
                  <a:lnTo>
                    <a:pt x="5" y="262"/>
                  </a:lnTo>
                  <a:lnTo>
                    <a:pt x="5" y="265"/>
                  </a:lnTo>
                  <a:lnTo>
                    <a:pt x="5" y="267"/>
                  </a:lnTo>
                  <a:lnTo>
                    <a:pt x="5" y="269"/>
                  </a:lnTo>
                  <a:lnTo>
                    <a:pt x="5" y="269"/>
                  </a:lnTo>
                  <a:lnTo>
                    <a:pt x="5" y="269"/>
                  </a:lnTo>
                  <a:lnTo>
                    <a:pt x="5" y="269"/>
                  </a:lnTo>
                  <a:lnTo>
                    <a:pt x="5" y="269"/>
                  </a:lnTo>
                  <a:lnTo>
                    <a:pt x="5" y="269"/>
                  </a:lnTo>
                  <a:lnTo>
                    <a:pt x="5" y="272"/>
                  </a:lnTo>
                  <a:lnTo>
                    <a:pt x="5" y="272"/>
                  </a:lnTo>
                  <a:lnTo>
                    <a:pt x="5" y="272"/>
                  </a:lnTo>
                  <a:lnTo>
                    <a:pt x="5" y="274"/>
                  </a:lnTo>
                  <a:lnTo>
                    <a:pt x="5" y="274"/>
                  </a:lnTo>
                  <a:lnTo>
                    <a:pt x="5" y="274"/>
                  </a:lnTo>
                  <a:lnTo>
                    <a:pt x="5" y="276"/>
                  </a:lnTo>
                  <a:lnTo>
                    <a:pt x="5" y="276"/>
                  </a:lnTo>
                  <a:lnTo>
                    <a:pt x="5" y="276"/>
                  </a:lnTo>
                  <a:lnTo>
                    <a:pt x="3" y="276"/>
                  </a:lnTo>
                  <a:lnTo>
                    <a:pt x="3" y="276"/>
                  </a:lnTo>
                  <a:lnTo>
                    <a:pt x="3" y="276"/>
                  </a:lnTo>
                  <a:lnTo>
                    <a:pt x="3" y="279"/>
                  </a:lnTo>
                  <a:lnTo>
                    <a:pt x="3" y="291"/>
                  </a:lnTo>
                  <a:lnTo>
                    <a:pt x="3" y="293"/>
                  </a:lnTo>
                  <a:lnTo>
                    <a:pt x="3" y="293"/>
                  </a:lnTo>
                  <a:lnTo>
                    <a:pt x="3" y="295"/>
                  </a:lnTo>
                  <a:lnTo>
                    <a:pt x="3" y="295"/>
                  </a:lnTo>
                  <a:lnTo>
                    <a:pt x="3" y="298"/>
                  </a:lnTo>
                  <a:lnTo>
                    <a:pt x="3" y="298"/>
                  </a:lnTo>
                  <a:lnTo>
                    <a:pt x="3" y="298"/>
                  </a:lnTo>
                  <a:lnTo>
                    <a:pt x="3" y="298"/>
                  </a:lnTo>
                  <a:lnTo>
                    <a:pt x="0" y="300"/>
                  </a:lnTo>
                  <a:lnTo>
                    <a:pt x="0" y="302"/>
                  </a:lnTo>
                  <a:lnTo>
                    <a:pt x="0" y="302"/>
                  </a:lnTo>
                  <a:lnTo>
                    <a:pt x="3" y="305"/>
                  </a:lnTo>
                  <a:lnTo>
                    <a:pt x="3" y="307"/>
                  </a:lnTo>
                  <a:lnTo>
                    <a:pt x="3" y="307"/>
                  </a:lnTo>
                  <a:lnTo>
                    <a:pt x="3" y="310"/>
                  </a:lnTo>
                  <a:lnTo>
                    <a:pt x="3" y="310"/>
                  </a:lnTo>
                  <a:lnTo>
                    <a:pt x="3" y="312"/>
                  </a:lnTo>
                  <a:lnTo>
                    <a:pt x="3" y="312"/>
                  </a:lnTo>
                  <a:lnTo>
                    <a:pt x="3" y="312"/>
                  </a:lnTo>
                  <a:lnTo>
                    <a:pt x="3" y="317"/>
                  </a:lnTo>
                  <a:lnTo>
                    <a:pt x="0" y="319"/>
                  </a:lnTo>
                  <a:lnTo>
                    <a:pt x="0" y="324"/>
                  </a:lnTo>
                  <a:lnTo>
                    <a:pt x="0" y="324"/>
                  </a:lnTo>
                  <a:lnTo>
                    <a:pt x="0" y="324"/>
                  </a:lnTo>
                  <a:lnTo>
                    <a:pt x="0" y="324"/>
                  </a:lnTo>
                  <a:lnTo>
                    <a:pt x="0" y="324"/>
                  </a:lnTo>
                  <a:lnTo>
                    <a:pt x="0" y="326"/>
                  </a:lnTo>
                  <a:lnTo>
                    <a:pt x="0" y="326"/>
                  </a:lnTo>
                  <a:lnTo>
                    <a:pt x="0" y="326"/>
                  </a:lnTo>
                  <a:lnTo>
                    <a:pt x="3" y="328"/>
                  </a:lnTo>
                  <a:lnTo>
                    <a:pt x="3" y="328"/>
                  </a:lnTo>
                  <a:lnTo>
                    <a:pt x="3" y="331"/>
                  </a:lnTo>
                  <a:lnTo>
                    <a:pt x="3" y="338"/>
                  </a:lnTo>
                  <a:lnTo>
                    <a:pt x="3" y="338"/>
                  </a:lnTo>
                  <a:lnTo>
                    <a:pt x="3" y="340"/>
                  </a:lnTo>
                  <a:lnTo>
                    <a:pt x="3" y="343"/>
                  </a:lnTo>
                  <a:lnTo>
                    <a:pt x="5" y="345"/>
                  </a:lnTo>
                  <a:lnTo>
                    <a:pt x="7" y="347"/>
                  </a:lnTo>
                  <a:lnTo>
                    <a:pt x="7" y="350"/>
                  </a:lnTo>
                  <a:lnTo>
                    <a:pt x="5" y="350"/>
                  </a:lnTo>
                  <a:lnTo>
                    <a:pt x="5" y="350"/>
                  </a:lnTo>
                  <a:lnTo>
                    <a:pt x="5" y="350"/>
                  </a:lnTo>
                  <a:lnTo>
                    <a:pt x="5" y="350"/>
                  </a:lnTo>
                  <a:lnTo>
                    <a:pt x="5" y="350"/>
                  </a:lnTo>
                  <a:lnTo>
                    <a:pt x="3" y="350"/>
                  </a:lnTo>
                  <a:lnTo>
                    <a:pt x="3" y="350"/>
                  </a:lnTo>
                  <a:lnTo>
                    <a:pt x="5" y="364"/>
                  </a:lnTo>
                  <a:lnTo>
                    <a:pt x="5" y="364"/>
                  </a:lnTo>
                  <a:lnTo>
                    <a:pt x="5" y="366"/>
                  </a:lnTo>
                  <a:lnTo>
                    <a:pt x="5" y="366"/>
                  </a:lnTo>
                  <a:lnTo>
                    <a:pt x="3" y="366"/>
                  </a:lnTo>
                  <a:lnTo>
                    <a:pt x="3" y="366"/>
                  </a:lnTo>
                  <a:lnTo>
                    <a:pt x="3" y="366"/>
                  </a:lnTo>
                  <a:lnTo>
                    <a:pt x="3" y="369"/>
                  </a:lnTo>
                  <a:lnTo>
                    <a:pt x="5" y="369"/>
                  </a:lnTo>
                  <a:lnTo>
                    <a:pt x="5" y="371"/>
                  </a:lnTo>
                  <a:lnTo>
                    <a:pt x="5" y="371"/>
                  </a:lnTo>
                  <a:lnTo>
                    <a:pt x="5" y="371"/>
                  </a:lnTo>
                  <a:lnTo>
                    <a:pt x="5" y="371"/>
                  </a:lnTo>
                  <a:lnTo>
                    <a:pt x="5" y="371"/>
                  </a:lnTo>
                  <a:lnTo>
                    <a:pt x="3" y="371"/>
                  </a:lnTo>
                  <a:lnTo>
                    <a:pt x="3" y="373"/>
                  </a:lnTo>
                  <a:lnTo>
                    <a:pt x="3" y="376"/>
                  </a:lnTo>
                  <a:lnTo>
                    <a:pt x="3" y="378"/>
                  </a:lnTo>
                  <a:lnTo>
                    <a:pt x="3" y="381"/>
                  </a:lnTo>
                  <a:lnTo>
                    <a:pt x="3" y="383"/>
                  </a:lnTo>
                  <a:lnTo>
                    <a:pt x="3" y="383"/>
                  </a:lnTo>
                  <a:lnTo>
                    <a:pt x="3" y="385"/>
                  </a:lnTo>
                  <a:lnTo>
                    <a:pt x="3" y="385"/>
                  </a:lnTo>
                  <a:lnTo>
                    <a:pt x="3" y="385"/>
                  </a:lnTo>
                  <a:lnTo>
                    <a:pt x="5" y="385"/>
                  </a:lnTo>
                  <a:lnTo>
                    <a:pt x="5" y="385"/>
                  </a:lnTo>
                  <a:lnTo>
                    <a:pt x="5" y="385"/>
                  </a:lnTo>
                  <a:lnTo>
                    <a:pt x="5" y="385"/>
                  </a:lnTo>
                  <a:lnTo>
                    <a:pt x="5" y="388"/>
                  </a:lnTo>
                  <a:lnTo>
                    <a:pt x="5" y="390"/>
                  </a:lnTo>
                  <a:lnTo>
                    <a:pt x="5" y="390"/>
                  </a:lnTo>
                  <a:lnTo>
                    <a:pt x="3" y="390"/>
                  </a:lnTo>
                  <a:lnTo>
                    <a:pt x="3" y="392"/>
                  </a:lnTo>
                  <a:lnTo>
                    <a:pt x="3" y="392"/>
                  </a:lnTo>
                  <a:lnTo>
                    <a:pt x="3" y="395"/>
                  </a:lnTo>
                  <a:lnTo>
                    <a:pt x="3" y="397"/>
                  </a:lnTo>
                  <a:lnTo>
                    <a:pt x="3" y="399"/>
                  </a:lnTo>
                  <a:lnTo>
                    <a:pt x="3" y="399"/>
                  </a:lnTo>
                  <a:lnTo>
                    <a:pt x="3" y="402"/>
                  </a:lnTo>
                  <a:lnTo>
                    <a:pt x="3" y="404"/>
                  </a:lnTo>
                  <a:lnTo>
                    <a:pt x="3" y="407"/>
                  </a:lnTo>
                  <a:lnTo>
                    <a:pt x="3" y="407"/>
                  </a:lnTo>
                  <a:lnTo>
                    <a:pt x="14" y="404"/>
                  </a:lnTo>
                  <a:lnTo>
                    <a:pt x="21" y="407"/>
                  </a:lnTo>
                  <a:lnTo>
                    <a:pt x="29" y="404"/>
                  </a:lnTo>
                  <a:lnTo>
                    <a:pt x="36" y="404"/>
                  </a:lnTo>
                  <a:lnTo>
                    <a:pt x="38" y="404"/>
                  </a:lnTo>
                  <a:lnTo>
                    <a:pt x="38" y="404"/>
                  </a:lnTo>
                  <a:lnTo>
                    <a:pt x="38" y="404"/>
                  </a:lnTo>
                  <a:lnTo>
                    <a:pt x="38" y="404"/>
                  </a:lnTo>
                  <a:lnTo>
                    <a:pt x="38" y="402"/>
                  </a:lnTo>
                  <a:lnTo>
                    <a:pt x="38" y="402"/>
                  </a:lnTo>
                  <a:lnTo>
                    <a:pt x="38" y="402"/>
                  </a:lnTo>
                  <a:lnTo>
                    <a:pt x="38" y="402"/>
                  </a:lnTo>
                  <a:lnTo>
                    <a:pt x="38" y="402"/>
                  </a:lnTo>
                  <a:lnTo>
                    <a:pt x="38" y="402"/>
                  </a:lnTo>
                  <a:lnTo>
                    <a:pt x="38" y="399"/>
                  </a:lnTo>
                  <a:lnTo>
                    <a:pt x="38" y="399"/>
                  </a:lnTo>
                  <a:lnTo>
                    <a:pt x="38" y="399"/>
                  </a:lnTo>
                  <a:lnTo>
                    <a:pt x="38" y="397"/>
                  </a:lnTo>
                  <a:lnTo>
                    <a:pt x="38" y="397"/>
                  </a:lnTo>
                  <a:lnTo>
                    <a:pt x="38" y="397"/>
                  </a:lnTo>
                  <a:lnTo>
                    <a:pt x="38" y="397"/>
                  </a:lnTo>
                  <a:lnTo>
                    <a:pt x="40" y="397"/>
                  </a:lnTo>
                  <a:lnTo>
                    <a:pt x="40" y="397"/>
                  </a:lnTo>
                  <a:lnTo>
                    <a:pt x="40" y="397"/>
                  </a:lnTo>
                  <a:lnTo>
                    <a:pt x="40" y="395"/>
                  </a:lnTo>
                  <a:lnTo>
                    <a:pt x="43" y="395"/>
                  </a:lnTo>
                  <a:lnTo>
                    <a:pt x="43" y="395"/>
                  </a:lnTo>
                  <a:lnTo>
                    <a:pt x="43" y="395"/>
                  </a:lnTo>
                  <a:lnTo>
                    <a:pt x="43" y="395"/>
                  </a:lnTo>
                  <a:lnTo>
                    <a:pt x="43" y="397"/>
                  </a:lnTo>
                  <a:lnTo>
                    <a:pt x="43" y="397"/>
                  </a:lnTo>
                  <a:lnTo>
                    <a:pt x="43" y="397"/>
                  </a:lnTo>
                  <a:lnTo>
                    <a:pt x="43" y="397"/>
                  </a:lnTo>
                  <a:lnTo>
                    <a:pt x="45" y="397"/>
                  </a:lnTo>
                  <a:lnTo>
                    <a:pt x="45" y="397"/>
                  </a:lnTo>
                  <a:lnTo>
                    <a:pt x="45" y="397"/>
                  </a:lnTo>
                  <a:lnTo>
                    <a:pt x="45" y="397"/>
                  </a:lnTo>
                  <a:lnTo>
                    <a:pt x="45" y="397"/>
                  </a:lnTo>
                  <a:lnTo>
                    <a:pt x="47" y="397"/>
                  </a:lnTo>
                  <a:lnTo>
                    <a:pt x="50" y="397"/>
                  </a:lnTo>
                  <a:lnTo>
                    <a:pt x="50" y="397"/>
                  </a:lnTo>
                  <a:lnTo>
                    <a:pt x="50" y="397"/>
                  </a:lnTo>
                  <a:lnTo>
                    <a:pt x="52" y="395"/>
                  </a:lnTo>
                  <a:lnTo>
                    <a:pt x="55" y="395"/>
                  </a:lnTo>
                  <a:lnTo>
                    <a:pt x="59" y="392"/>
                  </a:lnTo>
                  <a:lnTo>
                    <a:pt x="62" y="395"/>
                  </a:lnTo>
                  <a:lnTo>
                    <a:pt x="62" y="392"/>
                  </a:lnTo>
                  <a:lnTo>
                    <a:pt x="62" y="392"/>
                  </a:lnTo>
                  <a:lnTo>
                    <a:pt x="62" y="395"/>
                  </a:lnTo>
                  <a:lnTo>
                    <a:pt x="64" y="395"/>
                  </a:lnTo>
                  <a:lnTo>
                    <a:pt x="59" y="395"/>
                  </a:lnTo>
                  <a:lnTo>
                    <a:pt x="57" y="395"/>
                  </a:lnTo>
                  <a:lnTo>
                    <a:pt x="57" y="397"/>
                  </a:lnTo>
                  <a:lnTo>
                    <a:pt x="57" y="397"/>
                  </a:lnTo>
                  <a:lnTo>
                    <a:pt x="57" y="397"/>
                  </a:lnTo>
                  <a:lnTo>
                    <a:pt x="55" y="397"/>
                  </a:lnTo>
                  <a:lnTo>
                    <a:pt x="55" y="397"/>
                  </a:lnTo>
                  <a:lnTo>
                    <a:pt x="52" y="399"/>
                  </a:lnTo>
                  <a:lnTo>
                    <a:pt x="50" y="399"/>
                  </a:lnTo>
                  <a:lnTo>
                    <a:pt x="47" y="399"/>
                  </a:lnTo>
                  <a:lnTo>
                    <a:pt x="47" y="399"/>
                  </a:lnTo>
                  <a:lnTo>
                    <a:pt x="47" y="399"/>
                  </a:lnTo>
                  <a:lnTo>
                    <a:pt x="47" y="399"/>
                  </a:lnTo>
                  <a:lnTo>
                    <a:pt x="47" y="399"/>
                  </a:lnTo>
                  <a:lnTo>
                    <a:pt x="47" y="402"/>
                  </a:lnTo>
                  <a:lnTo>
                    <a:pt x="45" y="402"/>
                  </a:lnTo>
                  <a:lnTo>
                    <a:pt x="45" y="402"/>
                  </a:lnTo>
                  <a:lnTo>
                    <a:pt x="45" y="402"/>
                  </a:lnTo>
                  <a:lnTo>
                    <a:pt x="43" y="402"/>
                  </a:lnTo>
                  <a:lnTo>
                    <a:pt x="43" y="402"/>
                  </a:lnTo>
                  <a:lnTo>
                    <a:pt x="43" y="402"/>
                  </a:lnTo>
                  <a:lnTo>
                    <a:pt x="43" y="402"/>
                  </a:lnTo>
                  <a:lnTo>
                    <a:pt x="40" y="404"/>
                  </a:lnTo>
                  <a:lnTo>
                    <a:pt x="40" y="402"/>
                  </a:lnTo>
                  <a:lnTo>
                    <a:pt x="40" y="402"/>
                  </a:lnTo>
                  <a:lnTo>
                    <a:pt x="40" y="402"/>
                  </a:lnTo>
                  <a:lnTo>
                    <a:pt x="40" y="402"/>
                  </a:lnTo>
                  <a:lnTo>
                    <a:pt x="38" y="402"/>
                  </a:lnTo>
                  <a:lnTo>
                    <a:pt x="38" y="402"/>
                  </a:lnTo>
                  <a:lnTo>
                    <a:pt x="38" y="402"/>
                  </a:lnTo>
                  <a:lnTo>
                    <a:pt x="38" y="402"/>
                  </a:lnTo>
                  <a:lnTo>
                    <a:pt x="38" y="402"/>
                  </a:lnTo>
                  <a:lnTo>
                    <a:pt x="38" y="404"/>
                  </a:lnTo>
                  <a:lnTo>
                    <a:pt x="40" y="404"/>
                  </a:lnTo>
                  <a:lnTo>
                    <a:pt x="40" y="404"/>
                  </a:lnTo>
                  <a:lnTo>
                    <a:pt x="64" y="404"/>
                  </a:lnTo>
                  <a:lnTo>
                    <a:pt x="78" y="404"/>
                  </a:lnTo>
                  <a:lnTo>
                    <a:pt x="90" y="407"/>
                  </a:lnTo>
                  <a:lnTo>
                    <a:pt x="92" y="407"/>
                  </a:lnTo>
                  <a:lnTo>
                    <a:pt x="97" y="409"/>
                  </a:lnTo>
                  <a:lnTo>
                    <a:pt x="97" y="409"/>
                  </a:lnTo>
                  <a:lnTo>
                    <a:pt x="100" y="411"/>
                  </a:lnTo>
                  <a:lnTo>
                    <a:pt x="104" y="414"/>
                  </a:lnTo>
                  <a:lnTo>
                    <a:pt x="104" y="414"/>
                  </a:lnTo>
                  <a:lnTo>
                    <a:pt x="109" y="418"/>
                  </a:lnTo>
                  <a:lnTo>
                    <a:pt x="111" y="418"/>
                  </a:lnTo>
                  <a:lnTo>
                    <a:pt x="114" y="421"/>
                  </a:lnTo>
                  <a:lnTo>
                    <a:pt x="114" y="423"/>
                  </a:lnTo>
                  <a:lnTo>
                    <a:pt x="116" y="423"/>
                  </a:lnTo>
                  <a:lnTo>
                    <a:pt x="116" y="426"/>
                  </a:lnTo>
                  <a:lnTo>
                    <a:pt x="118" y="426"/>
                  </a:lnTo>
                  <a:lnTo>
                    <a:pt x="126" y="435"/>
                  </a:lnTo>
                  <a:lnTo>
                    <a:pt x="126" y="440"/>
                  </a:lnTo>
                  <a:lnTo>
                    <a:pt x="128" y="440"/>
                  </a:lnTo>
                  <a:lnTo>
                    <a:pt x="130" y="435"/>
                  </a:lnTo>
                  <a:lnTo>
                    <a:pt x="130" y="435"/>
                  </a:lnTo>
                  <a:lnTo>
                    <a:pt x="135" y="433"/>
                  </a:lnTo>
                  <a:lnTo>
                    <a:pt x="137" y="433"/>
                  </a:lnTo>
                  <a:lnTo>
                    <a:pt x="140" y="430"/>
                  </a:lnTo>
                  <a:lnTo>
                    <a:pt x="140" y="430"/>
                  </a:lnTo>
                  <a:lnTo>
                    <a:pt x="137" y="433"/>
                  </a:lnTo>
                  <a:lnTo>
                    <a:pt x="135" y="435"/>
                  </a:lnTo>
                  <a:lnTo>
                    <a:pt x="133" y="435"/>
                  </a:lnTo>
                  <a:lnTo>
                    <a:pt x="133" y="437"/>
                  </a:lnTo>
                  <a:lnTo>
                    <a:pt x="133" y="437"/>
                  </a:lnTo>
                  <a:lnTo>
                    <a:pt x="133" y="437"/>
                  </a:lnTo>
                  <a:lnTo>
                    <a:pt x="133" y="437"/>
                  </a:lnTo>
                  <a:lnTo>
                    <a:pt x="133" y="437"/>
                  </a:lnTo>
                  <a:lnTo>
                    <a:pt x="130" y="437"/>
                  </a:lnTo>
                  <a:lnTo>
                    <a:pt x="130" y="437"/>
                  </a:lnTo>
                  <a:lnTo>
                    <a:pt x="130" y="437"/>
                  </a:lnTo>
                  <a:lnTo>
                    <a:pt x="130" y="437"/>
                  </a:lnTo>
                  <a:lnTo>
                    <a:pt x="128" y="440"/>
                  </a:lnTo>
                  <a:lnTo>
                    <a:pt x="128" y="440"/>
                  </a:lnTo>
                  <a:lnTo>
                    <a:pt x="128" y="442"/>
                  </a:lnTo>
                  <a:lnTo>
                    <a:pt x="130" y="442"/>
                  </a:lnTo>
                  <a:lnTo>
                    <a:pt x="130" y="444"/>
                  </a:lnTo>
                  <a:lnTo>
                    <a:pt x="130" y="444"/>
                  </a:lnTo>
                  <a:lnTo>
                    <a:pt x="130" y="447"/>
                  </a:lnTo>
                  <a:lnTo>
                    <a:pt x="133" y="447"/>
                  </a:lnTo>
                  <a:lnTo>
                    <a:pt x="133" y="447"/>
                  </a:lnTo>
                  <a:lnTo>
                    <a:pt x="133" y="449"/>
                  </a:lnTo>
                  <a:lnTo>
                    <a:pt x="135" y="449"/>
                  </a:lnTo>
                  <a:lnTo>
                    <a:pt x="135" y="447"/>
                  </a:lnTo>
                  <a:lnTo>
                    <a:pt x="137" y="447"/>
                  </a:lnTo>
                  <a:lnTo>
                    <a:pt x="137" y="447"/>
                  </a:lnTo>
                  <a:lnTo>
                    <a:pt x="137" y="447"/>
                  </a:lnTo>
                  <a:lnTo>
                    <a:pt x="140" y="447"/>
                  </a:lnTo>
                  <a:lnTo>
                    <a:pt x="140" y="447"/>
                  </a:lnTo>
                  <a:lnTo>
                    <a:pt x="140" y="444"/>
                  </a:lnTo>
                  <a:lnTo>
                    <a:pt x="142" y="440"/>
                  </a:lnTo>
                  <a:lnTo>
                    <a:pt x="142" y="440"/>
                  </a:lnTo>
                  <a:lnTo>
                    <a:pt x="142" y="442"/>
                  </a:lnTo>
                  <a:lnTo>
                    <a:pt x="142" y="442"/>
                  </a:lnTo>
                  <a:lnTo>
                    <a:pt x="142" y="444"/>
                  </a:lnTo>
                  <a:lnTo>
                    <a:pt x="142" y="447"/>
                  </a:lnTo>
                  <a:lnTo>
                    <a:pt x="142" y="447"/>
                  </a:lnTo>
                  <a:lnTo>
                    <a:pt x="142" y="447"/>
                  </a:lnTo>
                  <a:lnTo>
                    <a:pt x="145" y="447"/>
                  </a:lnTo>
                  <a:lnTo>
                    <a:pt x="145" y="447"/>
                  </a:lnTo>
                  <a:lnTo>
                    <a:pt x="145" y="447"/>
                  </a:lnTo>
                  <a:lnTo>
                    <a:pt x="147" y="447"/>
                  </a:lnTo>
                  <a:lnTo>
                    <a:pt x="147" y="444"/>
                  </a:lnTo>
                  <a:lnTo>
                    <a:pt x="147" y="444"/>
                  </a:lnTo>
                  <a:lnTo>
                    <a:pt x="149" y="444"/>
                  </a:lnTo>
                  <a:lnTo>
                    <a:pt x="149" y="444"/>
                  </a:lnTo>
                  <a:lnTo>
                    <a:pt x="149" y="447"/>
                  </a:lnTo>
                  <a:lnTo>
                    <a:pt x="152" y="447"/>
                  </a:lnTo>
                  <a:lnTo>
                    <a:pt x="152" y="447"/>
                  </a:lnTo>
                  <a:lnTo>
                    <a:pt x="152" y="447"/>
                  </a:lnTo>
                  <a:lnTo>
                    <a:pt x="152" y="449"/>
                  </a:lnTo>
                  <a:lnTo>
                    <a:pt x="152" y="449"/>
                  </a:lnTo>
                  <a:lnTo>
                    <a:pt x="152" y="449"/>
                  </a:lnTo>
                  <a:lnTo>
                    <a:pt x="152" y="449"/>
                  </a:lnTo>
                  <a:lnTo>
                    <a:pt x="149" y="447"/>
                  </a:lnTo>
                  <a:lnTo>
                    <a:pt x="149" y="447"/>
                  </a:lnTo>
                  <a:lnTo>
                    <a:pt x="149" y="447"/>
                  </a:lnTo>
                  <a:lnTo>
                    <a:pt x="149" y="447"/>
                  </a:lnTo>
                  <a:lnTo>
                    <a:pt x="147" y="447"/>
                  </a:lnTo>
                  <a:lnTo>
                    <a:pt x="147" y="447"/>
                  </a:lnTo>
                  <a:lnTo>
                    <a:pt x="147" y="447"/>
                  </a:lnTo>
                  <a:lnTo>
                    <a:pt x="147" y="449"/>
                  </a:lnTo>
                  <a:lnTo>
                    <a:pt x="145" y="449"/>
                  </a:lnTo>
                  <a:lnTo>
                    <a:pt x="145" y="449"/>
                  </a:lnTo>
                  <a:lnTo>
                    <a:pt x="145" y="449"/>
                  </a:lnTo>
                  <a:lnTo>
                    <a:pt x="142" y="449"/>
                  </a:lnTo>
                  <a:lnTo>
                    <a:pt x="137" y="449"/>
                  </a:lnTo>
                  <a:lnTo>
                    <a:pt x="135" y="449"/>
                  </a:lnTo>
                  <a:lnTo>
                    <a:pt x="135" y="449"/>
                  </a:lnTo>
                  <a:lnTo>
                    <a:pt x="135" y="449"/>
                  </a:lnTo>
                  <a:lnTo>
                    <a:pt x="135" y="449"/>
                  </a:lnTo>
                  <a:lnTo>
                    <a:pt x="135" y="452"/>
                  </a:lnTo>
                  <a:lnTo>
                    <a:pt x="135" y="452"/>
                  </a:lnTo>
                  <a:lnTo>
                    <a:pt x="135" y="454"/>
                  </a:lnTo>
                  <a:lnTo>
                    <a:pt x="135" y="454"/>
                  </a:lnTo>
                  <a:lnTo>
                    <a:pt x="137" y="454"/>
                  </a:lnTo>
                  <a:lnTo>
                    <a:pt x="137" y="456"/>
                  </a:lnTo>
                  <a:lnTo>
                    <a:pt x="137" y="456"/>
                  </a:lnTo>
                  <a:lnTo>
                    <a:pt x="137" y="456"/>
                  </a:lnTo>
                  <a:lnTo>
                    <a:pt x="145" y="459"/>
                  </a:lnTo>
                  <a:lnTo>
                    <a:pt x="147" y="459"/>
                  </a:lnTo>
                  <a:lnTo>
                    <a:pt x="147" y="459"/>
                  </a:lnTo>
                  <a:lnTo>
                    <a:pt x="147" y="456"/>
                  </a:lnTo>
                  <a:lnTo>
                    <a:pt x="147" y="456"/>
                  </a:lnTo>
                  <a:lnTo>
                    <a:pt x="147" y="456"/>
                  </a:lnTo>
                  <a:lnTo>
                    <a:pt x="147" y="456"/>
                  </a:lnTo>
                  <a:lnTo>
                    <a:pt x="147" y="456"/>
                  </a:lnTo>
                  <a:lnTo>
                    <a:pt x="147" y="456"/>
                  </a:lnTo>
                  <a:lnTo>
                    <a:pt x="149" y="456"/>
                  </a:lnTo>
                  <a:lnTo>
                    <a:pt x="149" y="459"/>
                  </a:lnTo>
                  <a:lnTo>
                    <a:pt x="149" y="459"/>
                  </a:lnTo>
                  <a:lnTo>
                    <a:pt x="152" y="456"/>
                  </a:lnTo>
                  <a:lnTo>
                    <a:pt x="152" y="456"/>
                  </a:lnTo>
                  <a:lnTo>
                    <a:pt x="152" y="454"/>
                  </a:lnTo>
                  <a:lnTo>
                    <a:pt x="152" y="454"/>
                  </a:lnTo>
                  <a:lnTo>
                    <a:pt x="154" y="452"/>
                  </a:lnTo>
                  <a:lnTo>
                    <a:pt x="154" y="452"/>
                  </a:lnTo>
                  <a:lnTo>
                    <a:pt x="154" y="452"/>
                  </a:lnTo>
                  <a:lnTo>
                    <a:pt x="154" y="452"/>
                  </a:lnTo>
                  <a:lnTo>
                    <a:pt x="156" y="452"/>
                  </a:lnTo>
                  <a:lnTo>
                    <a:pt x="156" y="452"/>
                  </a:lnTo>
                  <a:lnTo>
                    <a:pt x="156" y="452"/>
                  </a:lnTo>
                  <a:lnTo>
                    <a:pt x="159" y="452"/>
                  </a:lnTo>
                  <a:lnTo>
                    <a:pt x="159" y="452"/>
                  </a:lnTo>
                  <a:lnTo>
                    <a:pt x="159" y="452"/>
                  </a:lnTo>
                  <a:lnTo>
                    <a:pt x="156" y="452"/>
                  </a:lnTo>
                  <a:lnTo>
                    <a:pt x="156" y="454"/>
                  </a:lnTo>
                  <a:lnTo>
                    <a:pt x="154" y="454"/>
                  </a:lnTo>
                  <a:lnTo>
                    <a:pt x="154" y="454"/>
                  </a:lnTo>
                  <a:lnTo>
                    <a:pt x="154" y="454"/>
                  </a:lnTo>
                  <a:lnTo>
                    <a:pt x="154" y="454"/>
                  </a:lnTo>
                  <a:lnTo>
                    <a:pt x="152" y="454"/>
                  </a:lnTo>
                  <a:lnTo>
                    <a:pt x="154" y="456"/>
                  </a:lnTo>
                  <a:lnTo>
                    <a:pt x="154" y="456"/>
                  </a:lnTo>
                  <a:lnTo>
                    <a:pt x="154" y="456"/>
                  </a:lnTo>
                  <a:lnTo>
                    <a:pt x="154" y="459"/>
                  </a:lnTo>
                  <a:lnTo>
                    <a:pt x="156" y="459"/>
                  </a:lnTo>
                  <a:lnTo>
                    <a:pt x="154" y="459"/>
                  </a:lnTo>
                  <a:lnTo>
                    <a:pt x="154" y="459"/>
                  </a:lnTo>
                  <a:lnTo>
                    <a:pt x="154" y="459"/>
                  </a:lnTo>
                  <a:lnTo>
                    <a:pt x="152" y="459"/>
                  </a:lnTo>
                  <a:lnTo>
                    <a:pt x="152" y="459"/>
                  </a:lnTo>
                  <a:lnTo>
                    <a:pt x="152" y="459"/>
                  </a:lnTo>
                  <a:lnTo>
                    <a:pt x="149" y="461"/>
                  </a:lnTo>
                  <a:lnTo>
                    <a:pt x="149" y="461"/>
                  </a:lnTo>
                  <a:lnTo>
                    <a:pt x="149" y="461"/>
                  </a:lnTo>
                  <a:lnTo>
                    <a:pt x="149" y="461"/>
                  </a:lnTo>
                  <a:lnTo>
                    <a:pt x="149" y="461"/>
                  </a:lnTo>
                  <a:lnTo>
                    <a:pt x="149" y="459"/>
                  </a:lnTo>
                  <a:lnTo>
                    <a:pt x="147" y="461"/>
                  </a:lnTo>
                  <a:lnTo>
                    <a:pt x="145" y="461"/>
                  </a:lnTo>
                  <a:lnTo>
                    <a:pt x="142" y="461"/>
                  </a:lnTo>
                  <a:lnTo>
                    <a:pt x="142" y="461"/>
                  </a:lnTo>
                  <a:lnTo>
                    <a:pt x="145" y="466"/>
                  </a:lnTo>
                  <a:lnTo>
                    <a:pt x="145" y="468"/>
                  </a:lnTo>
                  <a:lnTo>
                    <a:pt x="145" y="470"/>
                  </a:lnTo>
                  <a:lnTo>
                    <a:pt x="145" y="470"/>
                  </a:lnTo>
                  <a:lnTo>
                    <a:pt x="145" y="470"/>
                  </a:lnTo>
                  <a:lnTo>
                    <a:pt x="145" y="470"/>
                  </a:lnTo>
                  <a:lnTo>
                    <a:pt x="147" y="470"/>
                  </a:lnTo>
                  <a:lnTo>
                    <a:pt x="147" y="470"/>
                  </a:lnTo>
                  <a:lnTo>
                    <a:pt x="147" y="470"/>
                  </a:lnTo>
                  <a:lnTo>
                    <a:pt x="147" y="470"/>
                  </a:lnTo>
                  <a:lnTo>
                    <a:pt x="149" y="470"/>
                  </a:lnTo>
                  <a:lnTo>
                    <a:pt x="149" y="470"/>
                  </a:lnTo>
                  <a:lnTo>
                    <a:pt x="149" y="470"/>
                  </a:lnTo>
                  <a:lnTo>
                    <a:pt x="149" y="470"/>
                  </a:lnTo>
                  <a:lnTo>
                    <a:pt x="149" y="470"/>
                  </a:lnTo>
                  <a:lnTo>
                    <a:pt x="152" y="473"/>
                  </a:lnTo>
                  <a:lnTo>
                    <a:pt x="149" y="470"/>
                  </a:lnTo>
                  <a:lnTo>
                    <a:pt x="149" y="470"/>
                  </a:lnTo>
                  <a:lnTo>
                    <a:pt x="149" y="473"/>
                  </a:lnTo>
                  <a:lnTo>
                    <a:pt x="149" y="475"/>
                  </a:lnTo>
                  <a:lnTo>
                    <a:pt x="149" y="475"/>
                  </a:lnTo>
                  <a:lnTo>
                    <a:pt x="149" y="473"/>
                  </a:lnTo>
                  <a:lnTo>
                    <a:pt x="147" y="473"/>
                  </a:lnTo>
                  <a:lnTo>
                    <a:pt x="147" y="473"/>
                  </a:lnTo>
                  <a:lnTo>
                    <a:pt x="147" y="473"/>
                  </a:lnTo>
                  <a:lnTo>
                    <a:pt x="145" y="473"/>
                  </a:lnTo>
                  <a:lnTo>
                    <a:pt x="145" y="473"/>
                  </a:lnTo>
                  <a:lnTo>
                    <a:pt x="145" y="473"/>
                  </a:lnTo>
                  <a:lnTo>
                    <a:pt x="145" y="475"/>
                  </a:lnTo>
                  <a:lnTo>
                    <a:pt x="147" y="475"/>
                  </a:lnTo>
                  <a:lnTo>
                    <a:pt x="147" y="475"/>
                  </a:lnTo>
                  <a:lnTo>
                    <a:pt x="147" y="475"/>
                  </a:lnTo>
                  <a:lnTo>
                    <a:pt x="147" y="478"/>
                  </a:lnTo>
                  <a:lnTo>
                    <a:pt x="147" y="478"/>
                  </a:lnTo>
                  <a:lnTo>
                    <a:pt x="147" y="480"/>
                  </a:lnTo>
                  <a:lnTo>
                    <a:pt x="147" y="482"/>
                  </a:lnTo>
                  <a:lnTo>
                    <a:pt x="149" y="485"/>
                  </a:lnTo>
                  <a:lnTo>
                    <a:pt x="152" y="487"/>
                  </a:lnTo>
                  <a:lnTo>
                    <a:pt x="152" y="489"/>
                  </a:lnTo>
                  <a:lnTo>
                    <a:pt x="149" y="487"/>
                  </a:lnTo>
                  <a:lnTo>
                    <a:pt x="149" y="489"/>
                  </a:lnTo>
                  <a:lnTo>
                    <a:pt x="152" y="492"/>
                  </a:lnTo>
                  <a:lnTo>
                    <a:pt x="152" y="492"/>
                  </a:lnTo>
                  <a:lnTo>
                    <a:pt x="152" y="492"/>
                  </a:lnTo>
                  <a:lnTo>
                    <a:pt x="154" y="494"/>
                  </a:lnTo>
                  <a:lnTo>
                    <a:pt x="154" y="494"/>
                  </a:lnTo>
                  <a:lnTo>
                    <a:pt x="154" y="494"/>
                  </a:lnTo>
                  <a:lnTo>
                    <a:pt x="154" y="494"/>
                  </a:lnTo>
                  <a:lnTo>
                    <a:pt x="154" y="494"/>
                  </a:lnTo>
                  <a:lnTo>
                    <a:pt x="154" y="497"/>
                  </a:lnTo>
                  <a:lnTo>
                    <a:pt x="156" y="499"/>
                  </a:lnTo>
                  <a:lnTo>
                    <a:pt x="161" y="504"/>
                  </a:lnTo>
                  <a:lnTo>
                    <a:pt x="161" y="504"/>
                  </a:lnTo>
                  <a:lnTo>
                    <a:pt x="163" y="506"/>
                  </a:lnTo>
                  <a:lnTo>
                    <a:pt x="163" y="506"/>
                  </a:lnTo>
                  <a:lnTo>
                    <a:pt x="163" y="506"/>
                  </a:lnTo>
                  <a:lnTo>
                    <a:pt x="166" y="508"/>
                  </a:lnTo>
                  <a:lnTo>
                    <a:pt x="166" y="508"/>
                  </a:lnTo>
                  <a:lnTo>
                    <a:pt x="166" y="508"/>
                  </a:lnTo>
                  <a:lnTo>
                    <a:pt x="166" y="508"/>
                  </a:lnTo>
                  <a:lnTo>
                    <a:pt x="166" y="508"/>
                  </a:lnTo>
                  <a:lnTo>
                    <a:pt x="166" y="508"/>
                  </a:lnTo>
                  <a:lnTo>
                    <a:pt x="166" y="508"/>
                  </a:lnTo>
                  <a:lnTo>
                    <a:pt x="166" y="508"/>
                  </a:lnTo>
                  <a:lnTo>
                    <a:pt x="168" y="511"/>
                  </a:lnTo>
                  <a:lnTo>
                    <a:pt x="168" y="511"/>
                  </a:lnTo>
                  <a:lnTo>
                    <a:pt x="171" y="511"/>
                  </a:lnTo>
                  <a:lnTo>
                    <a:pt x="171" y="511"/>
                  </a:lnTo>
                  <a:lnTo>
                    <a:pt x="171" y="511"/>
                  </a:lnTo>
                  <a:lnTo>
                    <a:pt x="171" y="508"/>
                  </a:lnTo>
                  <a:lnTo>
                    <a:pt x="171" y="511"/>
                  </a:lnTo>
                  <a:lnTo>
                    <a:pt x="171" y="511"/>
                  </a:lnTo>
                  <a:lnTo>
                    <a:pt x="171" y="513"/>
                  </a:lnTo>
                  <a:lnTo>
                    <a:pt x="173" y="513"/>
                  </a:lnTo>
                  <a:lnTo>
                    <a:pt x="173" y="513"/>
                  </a:lnTo>
                  <a:lnTo>
                    <a:pt x="173" y="513"/>
                  </a:lnTo>
                  <a:lnTo>
                    <a:pt x="173" y="515"/>
                  </a:lnTo>
                  <a:lnTo>
                    <a:pt x="175" y="515"/>
                  </a:lnTo>
                  <a:lnTo>
                    <a:pt x="175" y="515"/>
                  </a:lnTo>
                  <a:lnTo>
                    <a:pt x="175" y="515"/>
                  </a:lnTo>
                  <a:lnTo>
                    <a:pt x="175" y="513"/>
                  </a:lnTo>
                  <a:lnTo>
                    <a:pt x="175" y="511"/>
                  </a:lnTo>
                  <a:lnTo>
                    <a:pt x="175" y="513"/>
                  </a:lnTo>
                  <a:lnTo>
                    <a:pt x="175" y="513"/>
                  </a:lnTo>
                  <a:lnTo>
                    <a:pt x="178" y="511"/>
                  </a:lnTo>
                  <a:lnTo>
                    <a:pt x="178" y="511"/>
                  </a:lnTo>
                  <a:lnTo>
                    <a:pt x="178" y="511"/>
                  </a:lnTo>
                  <a:lnTo>
                    <a:pt x="178" y="513"/>
                  </a:lnTo>
                  <a:lnTo>
                    <a:pt x="178" y="513"/>
                  </a:lnTo>
                  <a:lnTo>
                    <a:pt x="178" y="513"/>
                  </a:lnTo>
                  <a:lnTo>
                    <a:pt x="178" y="513"/>
                  </a:lnTo>
                  <a:lnTo>
                    <a:pt x="178" y="513"/>
                  </a:lnTo>
                  <a:lnTo>
                    <a:pt x="178" y="515"/>
                  </a:lnTo>
                  <a:lnTo>
                    <a:pt x="178" y="515"/>
                  </a:lnTo>
                  <a:lnTo>
                    <a:pt x="180" y="515"/>
                  </a:lnTo>
                  <a:lnTo>
                    <a:pt x="180" y="515"/>
                  </a:lnTo>
                  <a:lnTo>
                    <a:pt x="180" y="518"/>
                  </a:lnTo>
                  <a:lnTo>
                    <a:pt x="180" y="518"/>
                  </a:lnTo>
                  <a:lnTo>
                    <a:pt x="182" y="515"/>
                  </a:lnTo>
                  <a:lnTo>
                    <a:pt x="180" y="515"/>
                  </a:lnTo>
                  <a:lnTo>
                    <a:pt x="180" y="515"/>
                  </a:lnTo>
                  <a:lnTo>
                    <a:pt x="180" y="513"/>
                  </a:lnTo>
                  <a:lnTo>
                    <a:pt x="180" y="513"/>
                  </a:lnTo>
                  <a:lnTo>
                    <a:pt x="180" y="513"/>
                  </a:lnTo>
                  <a:lnTo>
                    <a:pt x="180" y="513"/>
                  </a:lnTo>
                  <a:lnTo>
                    <a:pt x="180" y="511"/>
                  </a:lnTo>
                  <a:lnTo>
                    <a:pt x="180" y="511"/>
                  </a:lnTo>
                  <a:lnTo>
                    <a:pt x="180" y="511"/>
                  </a:lnTo>
                  <a:lnTo>
                    <a:pt x="182" y="511"/>
                  </a:lnTo>
                  <a:lnTo>
                    <a:pt x="182" y="511"/>
                  </a:lnTo>
                  <a:lnTo>
                    <a:pt x="182" y="511"/>
                  </a:lnTo>
                  <a:lnTo>
                    <a:pt x="182" y="513"/>
                  </a:lnTo>
                  <a:lnTo>
                    <a:pt x="182" y="513"/>
                  </a:lnTo>
                  <a:lnTo>
                    <a:pt x="182" y="513"/>
                  </a:lnTo>
                  <a:lnTo>
                    <a:pt x="182" y="513"/>
                  </a:lnTo>
                  <a:lnTo>
                    <a:pt x="182" y="513"/>
                  </a:lnTo>
                  <a:lnTo>
                    <a:pt x="182" y="513"/>
                  </a:lnTo>
                  <a:lnTo>
                    <a:pt x="182" y="515"/>
                  </a:lnTo>
                  <a:lnTo>
                    <a:pt x="182" y="515"/>
                  </a:lnTo>
                  <a:lnTo>
                    <a:pt x="182" y="518"/>
                  </a:lnTo>
                  <a:lnTo>
                    <a:pt x="182" y="518"/>
                  </a:lnTo>
                  <a:lnTo>
                    <a:pt x="182" y="518"/>
                  </a:lnTo>
                  <a:lnTo>
                    <a:pt x="185" y="518"/>
                  </a:lnTo>
                  <a:lnTo>
                    <a:pt x="185" y="518"/>
                  </a:lnTo>
                  <a:lnTo>
                    <a:pt x="185" y="518"/>
                  </a:lnTo>
                  <a:lnTo>
                    <a:pt x="185" y="518"/>
                  </a:lnTo>
                  <a:lnTo>
                    <a:pt x="185" y="518"/>
                  </a:lnTo>
                  <a:lnTo>
                    <a:pt x="187" y="518"/>
                  </a:lnTo>
                  <a:lnTo>
                    <a:pt x="189" y="518"/>
                  </a:lnTo>
                  <a:lnTo>
                    <a:pt x="189" y="518"/>
                  </a:lnTo>
                  <a:lnTo>
                    <a:pt x="189" y="515"/>
                  </a:lnTo>
                  <a:lnTo>
                    <a:pt x="189" y="515"/>
                  </a:lnTo>
                  <a:lnTo>
                    <a:pt x="187" y="518"/>
                  </a:lnTo>
                  <a:lnTo>
                    <a:pt x="187" y="515"/>
                  </a:lnTo>
                  <a:lnTo>
                    <a:pt x="189" y="515"/>
                  </a:lnTo>
                  <a:lnTo>
                    <a:pt x="189" y="515"/>
                  </a:lnTo>
                  <a:lnTo>
                    <a:pt x="189" y="515"/>
                  </a:lnTo>
                  <a:lnTo>
                    <a:pt x="189" y="515"/>
                  </a:lnTo>
                  <a:lnTo>
                    <a:pt x="189" y="513"/>
                  </a:lnTo>
                  <a:lnTo>
                    <a:pt x="189" y="513"/>
                  </a:lnTo>
                  <a:lnTo>
                    <a:pt x="189" y="511"/>
                  </a:lnTo>
                  <a:lnTo>
                    <a:pt x="189" y="511"/>
                  </a:lnTo>
                  <a:lnTo>
                    <a:pt x="189" y="508"/>
                  </a:lnTo>
                  <a:lnTo>
                    <a:pt x="189" y="508"/>
                  </a:lnTo>
                  <a:lnTo>
                    <a:pt x="189" y="511"/>
                  </a:lnTo>
                  <a:lnTo>
                    <a:pt x="189" y="511"/>
                  </a:lnTo>
                  <a:lnTo>
                    <a:pt x="192" y="511"/>
                  </a:lnTo>
                  <a:lnTo>
                    <a:pt x="192" y="511"/>
                  </a:lnTo>
                  <a:lnTo>
                    <a:pt x="189" y="508"/>
                  </a:lnTo>
                  <a:lnTo>
                    <a:pt x="189" y="508"/>
                  </a:lnTo>
                  <a:lnTo>
                    <a:pt x="189" y="506"/>
                  </a:lnTo>
                  <a:lnTo>
                    <a:pt x="192" y="506"/>
                  </a:lnTo>
                  <a:lnTo>
                    <a:pt x="192" y="508"/>
                  </a:lnTo>
                  <a:lnTo>
                    <a:pt x="192" y="511"/>
                  </a:lnTo>
                  <a:lnTo>
                    <a:pt x="194" y="511"/>
                  </a:lnTo>
                  <a:lnTo>
                    <a:pt x="194" y="508"/>
                  </a:lnTo>
                  <a:lnTo>
                    <a:pt x="194" y="508"/>
                  </a:lnTo>
                  <a:lnTo>
                    <a:pt x="194" y="508"/>
                  </a:lnTo>
                  <a:lnTo>
                    <a:pt x="197" y="511"/>
                  </a:lnTo>
                  <a:lnTo>
                    <a:pt x="192" y="513"/>
                  </a:lnTo>
                  <a:lnTo>
                    <a:pt x="192" y="515"/>
                  </a:lnTo>
                  <a:lnTo>
                    <a:pt x="192" y="518"/>
                  </a:lnTo>
                  <a:lnTo>
                    <a:pt x="194" y="518"/>
                  </a:lnTo>
                  <a:lnTo>
                    <a:pt x="197" y="518"/>
                  </a:lnTo>
                  <a:lnTo>
                    <a:pt x="197" y="515"/>
                  </a:lnTo>
                  <a:lnTo>
                    <a:pt x="199" y="515"/>
                  </a:lnTo>
                  <a:lnTo>
                    <a:pt x="199" y="515"/>
                  </a:lnTo>
                  <a:lnTo>
                    <a:pt x="199" y="515"/>
                  </a:lnTo>
                  <a:lnTo>
                    <a:pt x="199" y="515"/>
                  </a:lnTo>
                  <a:lnTo>
                    <a:pt x="201" y="515"/>
                  </a:lnTo>
                  <a:lnTo>
                    <a:pt x="201" y="515"/>
                  </a:lnTo>
                  <a:lnTo>
                    <a:pt x="201" y="515"/>
                  </a:lnTo>
                  <a:lnTo>
                    <a:pt x="206" y="515"/>
                  </a:lnTo>
                  <a:lnTo>
                    <a:pt x="208" y="515"/>
                  </a:lnTo>
                  <a:lnTo>
                    <a:pt x="208" y="513"/>
                  </a:lnTo>
                  <a:lnTo>
                    <a:pt x="208" y="511"/>
                  </a:lnTo>
                  <a:lnTo>
                    <a:pt x="208" y="508"/>
                  </a:lnTo>
                  <a:lnTo>
                    <a:pt x="208" y="506"/>
                  </a:lnTo>
                  <a:lnTo>
                    <a:pt x="206" y="506"/>
                  </a:lnTo>
                  <a:lnTo>
                    <a:pt x="208" y="506"/>
                  </a:lnTo>
                  <a:lnTo>
                    <a:pt x="211" y="506"/>
                  </a:lnTo>
                  <a:lnTo>
                    <a:pt x="211" y="508"/>
                  </a:lnTo>
                  <a:lnTo>
                    <a:pt x="211" y="511"/>
                  </a:lnTo>
                  <a:lnTo>
                    <a:pt x="211" y="513"/>
                  </a:lnTo>
                  <a:lnTo>
                    <a:pt x="211" y="515"/>
                  </a:lnTo>
                  <a:lnTo>
                    <a:pt x="211" y="515"/>
                  </a:lnTo>
                  <a:lnTo>
                    <a:pt x="213" y="515"/>
                  </a:lnTo>
                  <a:lnTo>
                    <a:pt x="213" y="515"/>
                  </a:lnTo>
                  <a:lnTo>
                    <a:pt x="215" y="515"/>
                  </a:lnTo>
                  <a:lnTo>
                    <a:pt x="215" y="515"/>
                  </a:lnTo>
                  <a:lnTo>
                    <a:pt x="215" y="513"/>
                  </a:lnTo>
                  <a:lnTo>
                    <a:pt x="215" y="511"/>
                  </a:lnTo>
                  <a:lnTo>
                    <a:pt x="213" y="511"/>
                  </a:lnTo>
                  <a:lnTo>
                    <a:pt x="213" y="511"/>
                  </a:lnTo>
                  <a:lnTo>
                    <a:pt x="213" y="508"/>
                  </a:lnTo>
                  <a:lnTo>
                    <a:pt x="213" y="506"/>
                  </a:lnTo>
                  <a:lnTo>
                    <a:pt x="213" y="506"/>
                  </a:lnTo>
                  <a:lnTo>
                    <a:pt x="213" y="506"/>
                  </a:lnTo>
                  <a:lnTo>
                    <a:pt x="213" y="506"/>
                  </a:lnTo>
                  <a:lnTo>
                    <a:pt x="213" y="504"/>
                  </a:lnTo>
                  <a:lnTo>
                    <a:pt x="213" y="504"/>
                  </a:lnTo>
                  <a:lnTo>
                    <a:pt x="213" y="506"/>
                  </a:lnTo>
                  <a:lnTo>
                    <a:pt x="213" y="508"/>
                  </a:lnTo>
                  <a:lnTo>
                    <a:pt x="215" y="508"/>
                  </a:lnTo>
                  <a:lnTo>
                    <a:pt x="215" y="511"/>
                  </a:lnTo>
                  <a:lnTo>
                    <a:pt x="215" y="511"/>
                  </a:lnTo>
                  <a:lnTo>
                    <a:pt x="215" y="508"/>
                  </a:lnTo>
                  <a:lnTo>
                    <a:pt x="215" y="508"/>
                  </a:lnTo>
                  <a:lnTo>
                    <a:pt x="215" y="506"/>
                  </a:lnTo>
                  <a:lnTo>
                    <a:pt x="215" y="504"/>
                  </a:lnTo>
                  <a:lnTo>
                    <a:pt x="215" y="501"/>
                  </a:lnTo>
                  <a:lnTo>
                    <a:pt x="218" y="501"/>
                  </a:lnTo>
                  <a:lnTo>
                    <a:pt x="218" y="501"/>
                  </a:lnTo>
                  <a:lnTo>
                    <a:pt x="218" y="504"/>
                  </a:lnTo>
                  <a:lnTo>
                    <a:pt x="215" y="506"/>
                  </a:lnTo>
                  <a:lnTo>
                    <a:pt x="215" y="506"/>
                  </a:lnTo>
                  <a:lnTo>
                    <a:pt x="215" y="508"/>
                  </a:lnTo>
                  <a:lnTo>
                    <a:pt x="215" y="508"/>
                  </a:lnTo>
                  <a:lnTo>
                    <a:pt x="215" y="508"/>
                  </a:lnTo>
                  <a:lnTo>
                    <a:pt x="215" y="508"/>
                  </a:lnTo>
                  <a:lnTo>
                    <a:pt x="215" y="511"/>
                  </a:lnTo>
                  <a:lnTo>
                    <a:pt x="215" y="511"/>
                  </a:lnTo>
                  <a:lnTo>
                    <a:pt x="215" y="513"/>
                  </a:lnTo>
                  <a:lnTo>
                    <a:pt x="215" y="513"/>
                  </a:lnTo>
                  <a:lnTo>
                    <a:pt x="218" y="515"/>
                  </a:lnTo>
                  <a:lnTo>
                    <a:pt x="220" y="515"/>
                  </a:lnTo>
                  <a:lnTo>
                    <a:pt x="220" y="515"/>
                  </a:lnTo>
                  <a:lnTo>
                    <a:pt x="223" y="515"/>
                  </a:lnTo>
                  <a:lnTo>
                    <a:pt x="225" y="513"/>
                  </a:lnTo>
                  <a:lnTo>
                    <a:pt x="223" y="513"/>
                  </a:lnTo>
                  <a:lnTo>
                    <a:pt x="223" y="511"/>
                  </a:lnTo>
                  <a:lnTo>
                    <a:pt x="223" y="511"/>
                  </a:lnTo>
                  <a:lnTo>
                    <a:pt x="223" y="511"/>
                  </a:lnTo>
                  <a:lnTo>
                    <a:pt x="220" y="508"/>
                  </a:lnTo>
                  <a:lnTo>
                    <a:pt x="220" y="504"/>
                  </a:lnTo>
                  <a:lnTo>
                    <a:pt x="220" y="501"/>
                  </a:lnTo>
                  <a:lnTo>
                    <a:pt x="220" y="501"/>
                  </a:lnTo>
                  <a:lnTo>
                    <a:pt x="223" y="501"/>
                  </a:lnTo>
                  <a:lnTo>
                    <a:pt x="220" y="499"/>
                  </a:lnTo>
                  <a:lnTo>
                    <a:pt x="220" y="499"/>
                  </a:lnTo>
                  <a:lnTo>
                    <a:pt x="220" y="499"/>
                  </a:lnTo>
                  <a:lnTo>
                    <a:pt x="220" y="497"/>
                  </a:lnTo>
                  <a:lnTo>
                    <a:pt x="218" y="497"/>
                  </a:lnTo>
                  <a:lnTo>
                    <a:pt x="218" y="494"/>
                  </a:lnTo>
                  <a:lnTo>
                    <a:pt x="218" y="492"/>
                  </a:lnTo>
                  <a:lnTo>
                    <a:pt x="218" y="492"/>
                  </a:lnTo>
                  <a:lnTo>
                    <a:pt x="218" y="492"/>
                  </a:lnTo>
                  <a:lnTo>
                    <a:pt x="215" y="492"/>
                  </a:lnTo>
                  <a:lnTo>
                    <a:pt x="215" y="489"/>
                  </a:lnTo>
                  <a:lnTo>
                    <a:pt x="215" y="489"/>
                  </a:lnTo>
                  <a:lnTo>
                    <a:pt x="215" y="489"/>
                  </a:lnTo>
                  <a:lnTo>
                    <a:pt x="215" y="489"/>
                  </a:lnTo>
                  <a:lnTo>
                    <a:pt x="218" y="489"/>
                  </a:lnTo>
                  <a:lnTo>
                    <a:pt x="218" y="489"/>
                  </a:lnTo>
                  <a:lnTo>
                    <a:pt x="218" y="489"/>
                  </a:lnTo>
                  <a:lnTo>
                    <a:pt x="218" y="489"/>
                  </a:lnTo>
                  <a:lnTo>
                    <a:pt x="218" y="489"/>
                  </a:lnTo>
                  <a:lnTo>
                    <a:pt x="218" y="489"/>
                  </a:lnTo>
                  <a:lnTo>
                    <a:pt x="220" y="489"/>
                  </a:lnTo>
                  <a:lnTo>
                    <a:pt x="220" y="489"/>
                  </a:lnTo>
                  <a:lnTo>
                    <a:pt x="220" y="489"/>
                  </a:lnTo>
                  <a:lnTo>
                    <a:pt x="220" y="489"/>
                  </a:lnTo>
                  <a:lnTo>
                    <a:pt x="218" y="492"/>
                  </a:lnTo>
                  <a:lnTo>
                    <a:pt x="218" y="492"/>
                  </a:lnTo>
                  <a:lnTo>
                    <a:pt x="218" y="494"/>
                  </a:lnTo>
                  <a:lnTo>
                    <a:pt x="220" y="497"/>
                  </a:lnTo>
                  <a:lnTo>
                    <a:pt x="220" y="499"/>
                  </a:lnTo>
                  <a:lnTo>
                    <a:pt x="223" y="499"/>
                  </a:lnTo>
                  <a:lnTo>
                    <a:pt x="223" y="499"/>
                  </a:lnTo>
                  <a:lnTo>
                    <a:pt x="223" y="501"/>
                  </a:lnTo>
                  <a:lnTo>
                    <a:pt x="223" y="501"/>
                  </a:lnTo>
                  <a:lnTo>
                    <a:pt x="223" y="501"/>
                  </a:lnTo>
                  <a:lnTo>
                    <a:pt x="223" y="501"/>
                  </a:lnTo>
                  <a:lnTo>
                    <a:pt x="223" y="501"/>
                  </a:lnTo>
                  <a:lnTo>
                    <a:pt x="223" y="504"/>
                  </a:lnTo>
                  <a:lnTo>
                    <a:pt x="223" y="504"/>
                  </a:lnTo>
                  <a:lnTo>
                    <a:pt x="223" y="506"/>
                  </a:lnTo>
                  <a:lnTo>
                    <a:pt x="223" y="506"/>
                  </a:lnTo>
                  <a:lnTo>
                    <a:pt x="223" y="508"/>
                  </a:lnTo>
                  <a:lnTo>
                    <a:pt x="225" y="508"/>
                  </a:lnTo>
                  <a:lnTo>
                    <a:pt x="223" y="511"/>
                  </a:lnTo>
                  <a:lnTo>
                    <a:pt x="225" y="511"/>
                  </a:lnTo>
                  <a:lnTo>
                    <a:pt x="225" y="511"/>
                  </a:lnTo>
                  <a:lnTo>
                    <a:pt x="225" y="513"/>
                  </a:lnTo>
                  <a:lnTo>
                    <a:pt x="225" y="511"/>
                  </a:lnTo>
                  <a:lnTo>
                    <a:pt x="227" y="513"/>
                  </a:lnTo>
                  <a:lnTo>
                    <a:pt x="227" y="513"/>
                  </a:lnTo>
                  <a:lnTo>
                    <a:pt x="230" y="513"/>
                  </a:lnTo>
                  <a:lnTo>
                    <a:pt x="230" y="513"/>
                  </a:lnTo>
                  <a:lnTo>
                    <a:pt x="230" y="513"/>
                  </a:lnTo>
                  <a:lnTo>
                    <a:pt x="230" y="513"/>
                  </a:lnTo>
                  <a:lnTo>
                    <a:pt x="230" y="513"/>
                  </a:lnTo>
                  <a:lnTo>
                    <a:pt x="232" y="513"/>
                  </a:lnTo>
                  <a:lnTo>
                    <a:pt x="232" y="513"/>
                  </a:lnTo>
                  <a:lnTo>
                    <a:pt x="232" y="513"/>
                  </a:lnTo>
                  <a:lnTo>
                    <a:pt x="232" y="513"/>
                  </a:lnTo>
                  <a:lnTo>
                    <a:pt x="232" y="511"/>
                  </a:lnTo>
                  <a:lnTo>
                    <a:pt x="232" y="511"/>
                  </a:lnTo>
                  <a:lnTo>
                    <a:pt x="230" y="506"/>
                  </a:lnTo>
                  <a:lnTo>
                    <a:pt x="230" y="506"/>
                  </a:lnTo>
                  <a:lnTo>
                    <a:pt x="230" y="501"/>
                  </a:lnTo>
                  <a:lnTo>
                    <a:pt x="230" y="501"/>
                  </a:lnTo>
                  <a:lnTo>
                    <a:pt x="230" y="501"/>
                  </a:lnTo>
                  <a:lnTo>
                    <a:pt x="227" y="501"/>
                  </a:lnTo>
                  <a:lnTo>
                    <a:pt x="227" y="501"/>
                  </a:lnTo>
                  <a:lnTo>
                    <a:pt x="227" y="501"/>
                  </a:lnTo>
                  <a:lnTo>
                    <a:pt x="227" y="501"/>
                  </a:lnTo>
                  <a:lnTo>
                    <a:pt x="227" y="501"/>
                  </a:lnTo>
                  <a:lnTo>
                    <a:pt x="227" y="501"/>
                  </a:lnTo>
                  <a:lnTo>
                    <a:pt x="227" y="501"/>
                  </a:lnTo>
                  <a:lnTo>
                    <a:pt x="227" y="499"/>
                  </a:lnTo>
                  <a:lnTo>
                    <a:pt x="227" y="499"/>
                  </a:lnTo>
                  <a:lnTo>
                    <a:pt x="227" y="499"/>
                  </a:lnTo>
                  <a:lnTo>
                    <a:pt x="225" y="497"/>
                  </a:lnTo>
                  <a:lnTo>
                    <a:pt x="225" y="497"/>
                  </a:lnTo>
                  <a:lnTo>
                    <a:pt x="227" y="499"/>
                  </a:lnTo>
                  <a:lnTo>
                    <a:pt x="227" y="499"/>
                  </a:lnTo>
                  <a:lnTo>
                    <a:pt x="227" y="499"/>
                  </a:lnTo>
                  <a:lnTo>
                    <a:pt x="230" y="499"/>
                  </a:lnTo>
                  <a:lnTo>
                    <a:pt x="230" y="499"/>
                  </a:lnTo>
                  <a:lnTo>
                    <a:pt x="230" y="501"/>
                  </a:lnTo>
                  <a:lnTo>
                    <a:pt x="230" y="501"/>
                  </a:lnTo>
                  <a:lnTo>
                    <a:pt x="230" y="501"/>
                  </a:lnTo>
                  <a:lnTo>
                    <a:pt x="230" y="501"/>
                  </a:lnTo>
                  <a:lnTo>
                    <a:pt x="230" y="497"/>
                  </a:lnTo>
                  <a:lnTo>
                    <a:pt x="230" y="497"/>
                  </a:lnTo>
                  <a:lnTo>
                    <a:pt x="230" y="497"/>
                  </a:lnTo>
                  <a:lnTo>
                    <a:pt x="230" y="494"/>
                  </a:lnTo>
                  <a:lnTo>
                    <a:pt x="230" y="494"/>
                  </a:lnTo>
                  <a:lnTo>
                    <a:pt x="230" y="494"/>
                  </a:lnTo>
                  <a:lnTo>
                    <a:pt x="230" y="497"/>
                  </a:lnTo>
                  <a:lnTo>
                    <a:pt x="230" y="497"/>
                  </a:lnTo>
                  <a:lnTo>
                    <a:pt x="232" y="494"/>
                  </a:lnTo>
                  <a:lnTo>
                    <a:pt x="232" y="494"/>
                  </a:lnTo>
                  <a:lnTo>
                    <a:pt x="232" y="497"/>
                  </a:lnTo>
                  <a:lnTo>
                    <a:pt x="232" y="497"/>
                  </a:lnTo>
                  <a:lnTo>
                    <a:pt x="232" y="499"/>
                  </a:lnTo>
                  <a:lnTo>
                    <a:pt x="234" y="499"/>
                  </a:lnTo>
                  <a:lnTo>
                    <a:pt x="234" y="499"/>
                  </a:lnTo>
                  <a:lnTo>
                    <a:pt x="232" y="499"/>
                  </a:lnTo>
                  <a:lnTo>
                    <a:pt x="232" y="499"/>
                  </a:lnTo>
                  <a:lnTo>
                    <a:pt x="232" y="499"/>
                  </a:lnTo>
                  <a:lnTo>
                    <a:pt x="232" y="501"/>
                  </a:lnTo>
                  <a:lnTo>
                    <a:pt x="232" y="501"/>
                  </a:lnTo>
                  <a:lnTo>
                    <a:pt x="232" y="501"/>
                  </a:lnTo>
                  <a:lnTo>
                    <a:pt x="232" y="501"/>
                  </a:lnTo>
                  <a:lnTo>
                    <a:pt x="232" y="504"/>
                  </a:lnTo>
                  <a:lnTo>
                    <a:pt x="232" y="504"/>
                  </a:lnTo>
                  <a:lnTo>
                    <a:pt x="232" y="506"/>
                  </a:lnTo>
                  <a:lnTo>
                    <a:pt x="232" y="508"/>
                  </a:lnTo>
                  <a:lnTo>
                    <a:pt x="234" y="511"/>
                  </a:lnTo>
                  <a:lnTo>
                    <a:pt x="234" y="511"/>
                  </a:lnTo>
                  <a:lnTo>
                    <a:pt x="234" y="508"/>
                  </a:lnTo>
                  <a:lnTo>
                    <a:pt x="234" y="508"/>
                  </a:lnTo>
                  <a:lnTo>
                    <a:pt x="234" y="508"/>
                  </a:lnTo>
                  <a:lnTo>
                    <a:pt x="234" y="506"/>
                  </a:lnTo>
                  <a:lnTo>
                    <a:pt x="234" y="506"/>
                  </a:lnTo>
                  <a:lnTo>
                    <a:pt x="234" y="506"/>
                  </a:lnTo>
                  <a:lnTo>
                    <a:pt x="234" y="508"/>
                  </a:lnTo>
                  <a:lnTo>
                    <a:pt x="237" y="508"/>
                  </a:lnTo>
                  <a:lnTo>
                    <a:pt x="237" y="508"/>
                  </a:lnTo>
                  <a:lnTo>
                    <a:pt x="237" y="508"/>
                  </a:lnTo>
                  <a:lnTo>
                    <a:pt x="237" y="508"/>
                  </a:lnTo>
                  <a:lnTo>
                    <a:pt x="239" y="508"/>
                  </a:lnTo>
                  <a:lnTo>
                    <a:pt x="239" y="508"/>
                  </a:lnTo>
                  <a:lnTo>
                    <a:pt x="242" y="506"/>
                  </a:lnTo>
                  <a:lnTo>
                    <a:pt x="242" y="506"/>
                  </a:lnTo>
                  <a:lnTo>
                    <a:pt x="242" y="504"/>
                  </a:lnTo>
                  <a:lnTo>
                    <a:pt x="239" y="504"/>
                  </a:lnTo>
                  <a:lnTo>
                    <a:pt x="239" y="504"/>
                  </a:lnTo>
                  <a:lnTo>
                    <a:pt x="242" y="501"/>
                  </a:lnTo>
                  <a:lnTo>
                    <a:pt x="239" y="501"/>
                  </a:lnTo>
                  <a:lnTo>
                    <a:pt x="239" y="499"/>
                  </a:lnTo>
                  <a:lnTo>
                    <a:pt x="237" y="499"/>
                  </a:lnTo>
                  <a:lnTo>
                    <a:pt x="237" y="497"/>
                  </a:lnTo>
                  <a:lnTo>
                    <a:pt x="237" y="497"/>
                  </a:lnTo>
                  <a:lnTo>
                    <a:pt x="234" y="494"/>
                  </a:lnTo>
                  <a:lnTo>
                    <a:pt x="234" y="494"/>
                  </a:lnTo>
                  <a:lnTo>
                    <a:pt x="234" y="494"/>
                  </a:lnTo>
                  <a:lnTo>
                    <a:pt x="234" y="494"/>
                  </a:lnTo>
                  <a:lnTo>
                    <a:pt x="234" y="494"/>
                  </a:lnTo>
                  <a:lnTo>
                    <a:pt x="234" y="494"/>
                  </a:lnTo>
                  <a:lnTo>
                    <a:pt x="234" y="494"/>
                  </a:lnTo>
                  <a:lnTo>
                    <a:pt x="234" y="492"/>
                  </a:lnTo>
                  <a:lnTo>
                    <a:pt x="234" y="492"/>
                  </a:lnTo>
                  <a:lnTo>
                    <a:pt x="237" y="494"/>
                  </a:lnTo>
                  <a:lnTo>
                    <a:pt x="237" y="497"/>
                  </a:lnTo>
                  <a:lnTo>
                    <a:pt x="237" y="497"/>
                  </a:lnTo>
                  <a:lnTo>
                    <a:pt x="237" y="497"/>
                  </a:lnTo>
                  <a:lnTo>
                    <a:pt x="239" y="497"/>
                  </a:lnTo>
                  <a:lnTo>
                    <a:pt x="239" y="497"/>
                  </a:lnTo>
                  <a:lnTo>
                    <a:pt x="239" y="497"/>
                  </a:lnTo>
                  <a:lnTo>
                    <a:pt x="242" y="497"/>
                  </a:lnTo>
                  <a:lnTo>
                    <a:pt x="242" y="497"/>
                  </a:lnTo>
                  <a:lnTo>
                    <a:pt x="242" y="497"/>
                  </a:lnTo>
                  <a:lnTo>
                    <a:pt x="242" y="499"/>
                  </a:lnTo>
                  <a:lnTo>
                    <a:pt x="242" y="501"/>
                  </a:lnTo>
                  <a:lnTo>
                    <a:pt x="244" y="504"/>
                  </a:lnTo>
                  <a:lnTo>
                    <a:pt x="246" y="506"/>
                  </a:lnTo>
                  <a:lnTo>
                    <a:pt x="246" y="506"/>
                  </a:lnTo>
                  <a:lnTo>
                    <a:pt x="249" y="506"/>
                  </a:lnTo>
                  <a:lnTo>
                    <a:pt x="249" y="506"/>
                  </a:lnTo>
                  <a:lnTo>
                    <a:pt x="249" y="504"/>
                  </a:lnTo>
                  <a:lnTo>
                    <a:pt x="249" y="504"/>
                  </a:lnTo>
                  <a:lnTo>
                    <a:pt x="246" y="504"/>
                  </a:lnTo>
                  <a:lnTo>
                    <a:pt x="246" y="504"/>
                  </a:lnTo>
                  <a:lnTo>
                    <a:pt x="246" y="504"/>
                  </a:lnTo>
                  <a:lnTo>
                    <a:pt x="246" y="504"/>
                  </a:lnTo>
                  <a:lnTo>
                    <a:pt x="246" y="504"/>
                  </a:lnTo>
                  <a:lnTo>
                    <a:pt x="246" y="501"/>
                  </a:lnTo>
                  <a:lnTo>
                    <a:pt x="246" y="501"/>
                  </a:lnTo>
                  <a:lnTo>
                    <a:pt x="246" y="501"/>
                  </a:lnTo>
                  <a:lnTo>
                    <a:pt x="246" y="501"/>
                  </a:lnTo>
                  <a:lnTo>
                    <a:pt x="246" y="501"/>
                  </a:lnTo>
                  <a:lnTo>
                    <a:pt x="246" y="501"/>
                  </a:lnTo>
                  <a:lnTo>
                    <a:pt x="246" y="501"/>
                  </a:lnTo>
                  <a:lnTo>
                    <a:pt x="249" y="501"/>
                  </a:lnTo>
                  <a:lnTo>
                    <a:pt x="249" y="501"/>
                  </a:lnTo>
                  <a:lnTo>
                    <a:pt x="249" y="501"/>
                  </a:lnTo>
                  <a:lnTo>
                    <a:pt x="249" y="501"/>
                  </a:lnTo>
                  <a:lnTo>
                    <a:pt x="251" y="501"/>
                  </a:lnTo>
                  <a:lnTo>
                    <a:pt x="253" y="501"/>
                  </a:lnTo>
                  <a:lnTo>
                    <a:pt x="253" y="504"/>
                  </a:lnTo>
                  <a:lnTo>
                    <a:pt x="256" y="504"/>
                  </a:lnTo>
                  <a:lnTo>
                    <a:pt x="256" y="501"/>
                  </a:lnTo>
                  <a:lnTo>
                    <a:pt x="256" y="501"/>
                  </a:lnTo>
                  <a:lnTo>
                    <a:pt x="256" y="504"/>
                  </a:lnTo>
                  <a:lnTo>
                    <a:pt x="258" y="504"/>
                  </a:lnTo>
                  <a:lnTo>
                    <a:pt x="258" y="501"/>
                  </a:lnTo>
                  <a:lnTo>
                    <a:pt x="258" y="501"/>
                  </a:lnTo>
                  <a:lnTo>
                    <a:pt x="260" y="501"/>
                  </a:lnTo>
                  <a:lnTo>
                    <a:pt x="260" y="501"/>
                  </a:lnTo>
                  <a:lnTo>
                    <a:pt x="260" y="501"/>
                  </a:lnTo>
                  <a:lnTo>
                    <a:pt x="258" y="499"/>
                  </a:lnTo>
                  <a:lnTo>
                    <a:pt x="258" y="499"/>
                  </a:lnTo>
                  <a:lnTo>
                    <a:pt x="258" y="499"/>
                  </a:lnTo>
                  <a:lnTo>
                    <a:pt x="258" y="499"/>
                  </a:lnTo>
                  <a:lnTo>
                    <a:pt x="258" y="497"/>
                  </a:lnTo>
                  <a:lnTo>
                    <a:pt x="258" y="497"/>
                  </a:lnTo>
                  <a:lnTo>
                    <a:pt x="258" y="497"/>
                  </a:lnTo>
                  <a:lnTo>
                    <a:pt x="260" y="497"/>
                  </a:lnTo>
                  <a:lnTo>
                    <a:pt x="260" y="497"/>
                  </a:lnTo>
                  <a:lnTo>
                    <a:pt x="260" y="494"/>
                  </a:lnTo>
                  <a:lnTo>
                    <a:pt x="260" y="494"/>
                  </a:lnTo>
                  <a:lnTo>
                    <a:pt x="260" y="497"/>
                  </a:lnTo>
                  <a:lnTo>
                    <a:pt x="260" y="499"/>
                  </a:lnTo>
                  <a:lnTo>
                    <a:pt x="260" y="499"/>
                  </a:lnTo>
                  <a:lnTo>
                    <a:pt x="260" y="501"/>
                  </a:lnTo>
                  <a:lnTo>
                    <a:pt x="260" y="501"/>
                  </a:lnTo>
                  <a:lnTo>
                    <a:pt x="260" y="501"/>
                  </a:lnTo>
                  <a:lnTo>
                    <a:pt x="260" y="501"/>
                  </a:lnTo>
                  <a:lnTo>
                    <a:pt x="260" y="504"/>
                  </a:lnTo>
                  <a:lnTo>
                    <a:pt x="260" y="504"/>
                  </a:lnTo>
                  <a:lnTo>
                    <a:pt x="260" y="504"/>
                  </a:lnTo>
                  <a:lnTo>
                    <a:pt x="260" y="504"/>
                  </a:lnTo>
                  <a:lnTo>
                    <a:pt x="260" y="504"/>
                  </a:lnTo>
                  <a:lnTo>
                    <a:pt x="260" y="504"/>
                  </a:lnTo>
                  <a:lnTo>
                    <a:pt x="260" y="504"/>
                  </a:lnTo>
                  <a:lnTo>
                    <a:pt x="263" y="504"/>
                  </a:lnTo>
                  <a:lnTo>
                    <a:pt x="260" y="504"/>
                  </a:lnTo>
                  <a:lnTo>
                    <a:pt x="260" y="504"/>
                  </a:lnTo>
                  <a:lnTo>
                    <a:pt x="260" y="504"/>
                  </a:lnTo>
                  <a:lnTo>
                    <a:pt x="260" y="506"/>
                  </a:lnTo>
                  <a:lnTo>
                    <a:pt x="265" y="506"/>
                  </a:lnTo>
                  <a:lnTo>
                    <a:pt x="268" y="506"/>
                  </a:lnTo>
                  <a:lnTo>
                    <a:pt x="268" y="506"/>
                  </a:lnTo>
                  <a:lnTo>
                    <a:pt x="270" y="506"/>
                  </a:lnTo>
                  <a:lnTo>
                    <a:pt x="270" y="506"/>
                  </a:lnTo>
                  <a:lnTo>
                    <a:pt x="272" y="506"/>
                  </a:lnTo>
                  <a:lnTo>
                    <a:pt x="272" y="506"/>
                  </a:lnTo>
                  <a:lnTo>
                    <a:pt x="270" y="506"/>
                  </a:lnTo>
                  <a:lnTo>
                    <a:pt x="270" y="506"/>
                  </a:lnTo>
                  <a:lnTo>
                    <a:pt x="270" y="506"/>
                  </a:lnTo>
                  <a:lnTo>
                    <a:pt x="270" y="506"/>
                  </a:lnTo>
                  <a:lnTo>
                    <a:pt x="270" y="504"/>
                  </a:lnTo>
                  <a:lnTo>
                    <a:pt x="272" y="506"/>
                  </a:lnTo>
                  <a:lnTo>
                    <a:pt x="272" y="506"/>
                  </a:lnTo>
                  <a:lnTo>
                    <a:pt x="282" y="504"/>
                  </a:lnTo>
                  <a:lnTo>
                    <a:pt x="284" y="504"/>
                  </a:lnTo>
                  <a:lnTo>
                    <a:pt x="284" y="504"/>
                  </a:lnTo>
                  <a:lnTo>
                    <a:pt x="286" y="504"/>
                  </a:lnTo>
                  <a:lnTo>
                    <a:pt x="286" y="504"/>
                  </a:lnTo>
                  <a:lnTo>
                    <a:pt x="289" y="504"/>
                  </a:lnTo>
                  <a:lnTo>
                    <a:pt x="294" y="504"/>
                  </a:lnTo>
                  <a:lnTo>
                    <a:pt x="298" y="504"/>
                  </a:lnTo>
                  <a:lnTo>
                    <a:pt x="301" y="504"/>
                  </a:lnTo>
                  <a:lnTo>
                    <a:pt x="301" y="504"/>
                  </a:lnTo>
                  <a:lnTo>
                    <a:pt x="301" y="504"/>
                  </a:lnTo>
                  <a:lnTo>
                    <a:pt x="301" y="501"/>
                  </a:lnTo>
                  <a:lnTo>
                    <a:pt x="303" y="501"/>
                  </a:lnTo>
                  <a:lnTo>
                    <a:pt x="303" y="501"/>
                  </a:lnTo>
                  <a:lnTo>
                    <a:pt x="303" y="499"/>
                  </a:lnTo>
                  <a:lnTo>
                    <a:pt x="303" y="499"/>
                  </a:lnTo>
                  <a:lnTo>
                    <a:pt x="303" y="499"/>
                  </a:lnTo>
                  <a:lnTo>
                    <a:pt x="303" y="497"/>
                  </a:lnTo>
                  <a:lnTo>
                    <a:pt x="303" y="497"/>
                  </a:lnTo>
                  <a:lnTo>
                    <a:pt x="301" y="497"/>
                  </a:lnTo>
                  <a:lnTo>
                    <a:pt x="303" y="497"/>
                  </a:lnTo>
                  <a:lnTo>
                    <a:pt x="303" y="494"/>
                  </a:lnTo>
                  <a:lnTo>
                    <a:pt x="303" y="494"/>
                  </a:lnTo>
                  <a:lnTo>
                    <a:pt x="301" y="494"/>
                  </a:lnTo>
                  <a:lnTo>
                    <a:pt x="301" y="492"/>
                  </a:lnTo>
                  <a:lnTo>
                    <a:pt x="301" y="492"/>
                  </a:lnTo>
                  <a:lnTo>
                    <a:pt x="301" y="492"/>
                  </a:lnTo>
                  <a:lnTo>
                    <a:pt x="298" y="489"/>
                  </a:lnTo>
                  <a:lnTo>
                    <a:pt x="298" y="489"/>
                  </a:lnTo>
                  <a:lnTo>
                    <a:pt x="298" y="489"/>
                  </a:lnTo>
                  <a:lnTo>
                    <a:pt x="298" y="487"/>
                  </a:lnTo>
                  <a:lnTo>
                    <a:pt x="298" y="487"/>
                  </a:lnTo>
                  <a:lnTo>
                    <a:pt x="298" y="485"/>
                  </a:lnTo>
                  <a:lnTo>
                    <a:pt x="296" y="482"/>
                  </a:lnTo>
                  <a:lnTo>
                    <a:pt x="294" y="480"/>
                  </a:lnTo>
                  <a:lnTo>
                    <a:pt x="294" y="480"/>
                  </a:lnTo>
                  <a:lnTo>
                    <a:pt x="294" y="480"/>
                  </a:lnTo>
                  <a:lnTo>
                    <a:pt x="294" y="480"/>
                  </a:lnTo>
                  <a:lnTo>
                    <a:pt x="296" y="480"/>
                  </a:lnTo>
                  <a:lnTo>
                    <a:pt x="296" y="482"/>
                  </a:lnTo>
                  <a:lnTo>
                    <a:pt x="296" y="482"/>
                  </a:lnTo>
                  <a:lnTo>
                    <a:pt x="296" y="482"/>
                  </a:lnTo>
                  <a:lnTo>
                    <a:pt x="298" y="482"/>
                  </a:lnTo>
                  <a:lnTo>
                    <a:pt x="298" y="485"/>
                  </a:lnTo>
                  <a:lnTo>
                    <a:pt x="298" y="485"/>
                  </a:lnTo>
                  <a:lnTo>
                    <a:pt x="298" y="485"/>
                  </a:lnTo>
                  <a:lnTo>
                    <a:pt x="301" y="485"/>
                  </a:lnTo>
                  <a:lnTo>
                    <a:pt x="301" y="487"/>
                  </a:lnTo>
                  <a:lnTo>
                    <a:pt x="301" y="487"/>
                  </a:lnTo>
                  <a:lnTo>
                    <a:pt x="301" y="487"/>
                  </a:lnTo>
                  <a:lnTo>
                    <a:pt x="303" y="487"/>
                  </a:lnTo>
                  <a:lnTo>
                    <a:pt x="303" y="489"/>
                  </a:lnTo>
                  <a:lnTo>
                    <a:pt x="303" y="489"/>
                  </a:lnTo>
                  <a:lnTo>
                    <a:pt x="303" y="489"/>
                  </a:lnTo>
                  <a:lnTo>
                    <a:pt x="303" y="489"/>
                  </a:lnTo>
                  <a:lnTo>
                    <a:pt x="305" y="489"/>
                  </a:lnTo>
                  <a:lnTo>
                    <a:pt x="305" y="489"/>
                  </a:lnTo>
                  <a:lnTo>
                    <a:pt x="308" y="487"/>
                  </a:lnTo>
                  <a:lnTo>
                    <a:pt x="308" y="487"/>
                  </a:lnTo>
                  <a:lnTo>
                    <a:pt x="308" y="489"/>
                  </a:lnTo>
                  <a:lnTo>
                    <a:pt x="305" y="492"/>
                  </a:lnTo>
                  <a:lnTo>
                    <a:pt x="305" y="492"/>
                  </a:lnTo>
                  <a:lnTo>
                    <a:pt x="308" y="494"/>
                  </a:lnTo>
                  <a:lnTo>
                    <a:pt x="308" y="494"/>
                  </a:lnTo>
                  <a:lnTo>
                    <a:pt x="310" y="492"/>
                  </a:lnTo>
                  <a:lnTo>
                    <a:pt x="310" y="492"/>
                  </a:lnTo>
                  <a:lnTo>
                    <a:pt x="310" y="492"/>
                  </a:lnTo>
                  <a:lnTo>
                    <a:pt x="310" y="494"/>
                  </a:lnTo>
                  <a:lnTo>
                    <a:pt x="310" y="494"/>
                  </a:lnTo>
                  <a:lnTo>
                    <a:pt x="310" y="494"/>
                  </a:lnTo>
                  <a:lnTo>
                    <a:pt x="310" y="494"/>
                  </a:lnTo>
                  <a:lnTo>
                    <a:pt x="310" y="494"/>
                  </a:lnTo>
                  <a:lnTo>
                    <a:pt x="310" y="494"/>
                  </a:lnTo>
                  <a:lnTo>
                    <a:pt x="310" y="494"/>
                  </a:lnTo>
                  <a:lnTo>
                    <a:pt x="313" y="494"/>
                  </a:lnTo>
                  <a:lnTo>
                    <a:pt x="313" y="494"/>
                  </a:lnTo>
                  <a:lnTo>
                    <a:pt x="313" y="494"/>
                  </a:lnTo>
                  <a:lnTo>
                    <a:pt x="313" y="494"/>
                  </a:lnTo>
                  <a:lnTo>
                    <a:pt x="313" y="494"/>
                  </a:lnTo>
                  <a:lnTo>
                    <a:pt x="313" y="492"/>
                  </a:lnTo>
                  <a:lnTo>
                    <a:pt x="313" y="492"/>
                  </a:lnTo>
                  <a:lnTo>
                    <a:pt x="313" y="492"/>
                  </a:lnTo>
                  <a:lnTo>
                    <a:pt x="315" y="492"/>
                  </a:lnTo>
                  <a:lnTo>
                    <a:pt x="315" y="489"/>
                  </a:lnTo>
                  <a:lnTo>
                    <a:pt x="315" y="489"/>
                  </a:lnTo>
                  <a:lnTo>
                    <a:pt x="315" y="489"/>
                  </a:lnTo>
                  <a:lnTo>
                    <a:pt x="315" y="489"/>
                  </a:lnTo>
                  <a:lnTo>
                    <a:pt x="315" y="489"/>
                  </a:lnTo>
                  <a:lnTo>
                    <a:pt x="315" y="489"/>
                  </a:lnTo>
                  <a:lnTo>
                    <a:pt x="317" y="489"/>
                  </a:lnTo>
                  <a:lnTo>
                    <a:pt x="317" y="489"/>
                  </a:lnTo>
                  <a:lnTo>
                    <a:pt x="317" y="489"/>
                  </a:lnTo>
                  <a:lnTo>
                    <a:pt x="317" y="489"/>
                  </a:lnTo>
                  <a:lnTo>
                    <a:pt x="317" y="489"/>
                  </a:lnTo>
                  <a:lnTo>
                    <a:pt x="317" y="489"/>
                  </a:lnTo>
                  <a:lnTo>
                    <a:pt x="317" y="487"/>
                  </a:lnTo>
                  <a:lnTo>
                    <a:pt x="317" y="487"/>
                  </a:lnTo>
                  <a:lnTo>
                    <a:pt x="317" y="485"/>
                  </a:lnTo>
                  <a:lnTo>
                    <a:pt x="317" y="485"/>
                  </a:lnTo>
                  <a:lnTo>
                    <a:pt x="320" y="485"/>
                  </a:lnTo>
                  <a:lnTo>
                    <a:pt x="320" y="482"/>
                  </a:lnTo>
                  <a:lnTo>
                    <a:pt x="322" y="480"/>
                  </a:lnTo>
                  <a:lnTo>
                    <a:pt x="322" y="480"/>
                  </a:lnTo>
                  <a:lnTo>
                    <a:pt x="322" y="478"/>
                  </a:lnTo>
                  <a:lnTo>
                    <a:pt x="322" y="478"/>
                  </a:lnTo>
                  <a:lnTo>
                    <a:pt x="324" y="475"/>
                  </a:lnTo>
                  <a:lnTo>
                    <a:pt x="324" y="475"/>
                  </a:lnTo>
                  <a:lnTo>
                    <a:pt x="324" y="473"/>
                  </a:lnTo>
                  <a:lnTo>
                    <a:pt x="324" y="473"/>
                  </a:lnTo>
                  <a:lnTo>
                    <a:pt x="327" y="473"/>
                  </a:lnTo>
                  <a:lnTo>
                    <a:pt x="327" y="473"/>
                  </a:lnTo>
                  <a:lnTo>
                    <a:pt x="327" y="473"/>
                  </a:lnTo>
                  <a:lnTo>
                    <a:pt x="327" y="470"/>
                  </a:lnTo>
                  <a:lnTo>
                    <a:pt x="329" y="463"/>
                  </a:lnTo>
                  <a:lnTo>
                    <a:pt x="329" y="463"/>
                  </a:lnTo>
                  <a:lnTo>
                    <a:pt x="329" y="461"/>
                  </a:lnTo>
                  <a:lnTo>
                    <a:pt x="329" y="461"/>
                  </a:lnTo>
                  <a:lnTo>
                    <a:pt x="329" y="461"/>
                  </a:lnTo>
                  <a:lnTo>
                    <a:pt x="329" y="459"/>
                  </a:lnTo>
                  <a:lnTo>
                    <a:pt x="329" y="456"/>
                  </a:lnTo>
                  <a:lnTo>
                    <a:pt x="329" y="456"/>
                  </a:lnTo>
                  <a:lnTo>
                    <a:pt x="329" y="454"/>
                  </a:lnTo>
                  <a:lnTo>
                    <a:pt x="329" y="454"/>
                  </a:lnTo>
                  <a:lnTo>
                    <a:pt x="329" y="452"/>
                  </a:lnTo>
                  <a:lnTo>
                    <a:pt x="331" y="452"/>
                  </a:lnTo>
                  <a:lnTo>
                    <a:pt x="331" y="449"/>
                  </a:lnTo>
                  <a:lnTo>
                    <a:pt x="334" y="449"/>
                  </a:lnTo>
                  <a:lnTo>
                    <a:pt x="334" y="447"/>
                  </a:lnTo>
                  <a:lnTo>
                    <a:pt x="331" y="447"/>
                  </a:lnTo>
                  <a:lnTo>
                    <a:pt x="331" y="444"/>
                  </a:lnTo>
                  <a:lnTo>
                    <a:pt x="331" y="444"/>
                  </a:lnTo>
                  <a:lnTo>
                    <a:pt x="329" y="444"/>
                  </a:lnTo>
                  <a:lnTo>
                    <a:pt x="329" y="442"/>
                  </a:lnTo>
                  <a:lnTo>
                    <a:pt x="329" y="442"/>
                  </a:lnTo>
                  <a:lnTo>
                    <a:pt x="329" y="440"/>
                  </a:lnTo>
                  <a:lnTo>
                    <a:pt x="331" y="440"/>
                  </a:lnTo>
                  <a:lnTo>
                    <a:pt x="331" y="437"/>
                  </a:lnTo>
                  <a:lnTo>
                    <a:pt x="331" y="437"/>
                  </a:lnTo>
                  <a:lnTo>
                    <a:pt x="329" y="437"/>
                  </a:lnTo>
                  <a:lnTo>
                    <a:pt x="329" y="435"/>
                  </a:lnTo>
                  <a:lnTo>
                    <a:pt x="331" y="435"/>
                  </a:lnTo>
                  <a:lnTo>
                    <a:pt x="331" y="433"/>
                  </a:lnTo>
                  <a:lnTo>
                    <a:pt x="334" y="433"/>
                  </a:lnTo>
                  <a:lnTo>
                    <a:pt x="334" y="430"/>
                  </a:lnTo>
                  <a:lnTo>
                    <a:pt x="336" y="430"/>
                  </a:lnTo>
                  <a:lnTo>
                    <a:pt x="336" y="433"/>
                  </a:lnTo>
                  <a:lnTo>
                    <a:pt x="336" y="433"/>
                  </a:lnTo>
                  <a:lnTo>
                    <a:pt x="339" y="430"/>
                  </a:lnTo>
                  <a:lnTo>
                    <a:pt x="339" y="430"/>
                  </a:lnTo>
                  <a:lnTo>
                    <a:pt x="339" y="430"/>
                  </a:lnTo>
                  <a:lnTo>
                    <a:pt x="339" y="428"/>
                  </a:lnTo>
                  <a:lnTo>
                    <a:pt x="339" y="428"/>
                  </a:lnTo>
                  <a:lnTo>
                    <a:pt x="341" y="426"/>
                  </a:lnTo>
                  <a:lnTo>
                    <a:pt x="341" y="426"/>
                  </a:lnTo>
                  <a:lnTo>
                    <a:pt x="346" y="421"/>
                  </a:lnTo>
                  <a:lnTo>
                    <a:pt x="353" y="416"/>
                  </a:lnTo>
                  <a:lnTo>
                    <a:pt x="355" y="414"/>
                  </a:lnTo>
                  <a:lnTo>
                    <a:pt x="355" y="411"/>
                  </a:lnTo>
                  <a:lnTo>
                    <a:pt x="357" y="409"/>
                  </a:lnTo>
                  <a:lnTo>
                    <a:pt x="357" y="409"/>
                  </a:lnTo>
                  <a:lnTo>
                    <a:pt x="357" y="409"/>
                  </a:lnTo>
                  <a:lnTo>
                    <a:pt x="357" y="409"/>
                  </a:lnTo>
                  <a:lnTo>
                    <a:pt x="360" y="409"/>
                  </a:lnTo>
                  <a:lnTo>
                    <a:pt x="360" y="409"/>
                  </a:lnTo>
                  <a:lnTo>
                    <a:pt x="362" y="404"/>
                  </a:lnTo>
                  <a:lnTo>
                    <a:pt x="365" y="404"/>
                  </a:lnTo>
                  <a:lnTo>
                    <a:pt x="365" y="404"/>
                  </a:lnTo>
                  <a:lnTo>
                    <a:pt x="367" y="402"/>
                  </a:lnTo>
                  <a:lnTo>
                    <a:pt x="367" y="402"/>
                  </a:lnTo>
                  <a:lnTo>
                    <a:pt x="369" y="402"/>
                  </a:lnTo>
                  <a:lnTo>
                    <a:pt x="369" y="399"/>
                  </a:lnTo>
                  <a:lnTo>
                    <a:pt x="369" y="399"/>
                  </a:lnTo>
                  <a:lnTo>
                    <a:pt x="372" y="397"/>
                  </a:lnTo>
                  <a:lnTo>
                    <a:pt x="372" y="397"/>
                  </a:lnTo>
                  <a:lnTo>
                    <a:pt x="374" y="397"/>
                  </a:lnTo>
                  <a:lnTo>
                    <a:pt x="376" y="397"/>
                  </a:lnTo>
                  <a:lnTo>
                    <a:pt x="376" y="397"/>
                  </a:lnTo>
                  <a:lnTo>
                    <a:pt x="379" y="385"/>
                  </a:lnTo>
                  <a:lnTo>
                    <a:pt x="381" y="383"/>
                  </a:lnTo>
                  <a:lnTo>
                    <a:pt x="381" y="383"/>
                  </a:lnTo>
                  <a:lnTo>
                    <a:pt x="383" y="385"/>
                  </a:lnTo>
                  <a:lnTo>
                    <a:pt x="383" y="385"/>
                  </a:lnTo>
                  <a:lnTo>
                    <a:pt x="386" y="383"/>
                  </a:lnTo>
                  <a:lnTo>
                    <a:pt x="398" y="373"/>
                  </a:lnTo>
                  <a:lnTo>
                    <a:pt x="400" y="371"/>
                  </a:lnTo>
                  <a:lnTo>
                    <a:pt x="400" y="373"/>
                  </a:lnTo>
                  <a:lnTo>
                    <a:pt x="400" y="373"/>
                  </a:lnTo>
                  <a:lnTo>
                    <a:pt x="400" y="378"/>
                  </a:lnTo>
                  <a:lnTo>
                    <a:pt x="402" y="378"/>
                  </a:lnTo>
                  <a:lnTo>
                    <a:pt x="402" y="378"/>
                  </a:lnTo>
                  <a:lnTo>
                    <a:pt x="405" y="381"/>
                  </a:lnTo>
                  <a:lnTo>
                    <a:pt x="419" y="378"/>
                  </a:lnTo>
                  <a:lnTo>
                    <a:pt x="419" y="378"/>
                  </a:lnTo>
                  <a:lnTo>
                    <a:pt x="419" y="378"/>
                  </a:lnTo>
                  <a:lnTo>
                    <a:pt x="419" y="376"/>
                  </a:lnTo>
                  <a:lnTo>
                    <a:pt x="419" y="376"/>
                  </a:lnTo>
                  <a:lnTo>
                    <a:pt x="419" y="376"/>
                  </a:lnTo>
                  <a:lnTo>
                    <a:pt x="419" y="376"/>
                  </a:lnTo>
                  <a:lnTo>
                    <a:pt x="421" y="376"/>
                  </a:lnTo>
                  <a:lnTo>
                    <a:pt x="421" y="371"/>
                  </a:lnTo>
                  <a:lnTo>
                    <a:pt x="421" y="369"/>
                  </a:lnTo>
                  <a:lnTo>
                    <a:pt x="421" y="366"/>
                  </a:lnTo>
                  <a:lnTo>
                    <a:pt x="424" y="366"/>
                  </a:lnTo>
                  <a:lnTo>
                    <a:pt x="424" y="366"/>
                  </a:lnTo>
                  <a:lnTo>
                    <a:pt x="424" y="369"/>
                  </a:lnTo>
                  <a:lnTo>
                    <a:pt x="424" y="371"/>
                  </a:lnTo>
                  <a:lnTo>
                    <a:pt x="426" y="371"/>
                  </a:lnTo>
                  <a:lnTo>
                    <a:pt x="431" y="373"/>
                  </a:lnTo>
                  <a:lnTo>
                    <a:pt x="436" y="373"/>
                  </a:lnTo>
                  <a:lnTo>
                    <a:pt x="436" y="376"/>
                  </a:lnTo>
                  <a:lnTo>
                    <a:pt x="438" y="378"/>
                  </a:lnTo>
                  <a:lnTo>
                    <a:pt x="438" y="381"/>
                  </a:lnTo>
                  <a:lnTo>
                    <a:pt x="438" y="383"/>
                  </a:lnTo>
                  <a:lnTo>
                    <a:pt x="440" y="385"/>
                  </a:lnTo>
                  <a:lnTo>
                    <a:pt x="445" y="385"/>
                  </a:lnTo>
                  <a:lnTo>
                    <a:pt x="447" y="388"/>
                  </a:lnTo>
                  <a:lnTo>
                    <a:pt x="447" y="388"/>
                  </a:lnTo>
                  <a:lnTo>
                    <a:pt x="447" y="392"/>
                  </a:lnTo>
                  <a:lnTo>
                    <a:pt x="447" y="392"/>
                  </a:lnTo>
                  <a:lnTo>
                    <a:pt x="447" y="395"/>
                  </a:lnTo>
                  <a:lnTo>
                    <a:pt x="450" y="399"/>
                  </a:lnTo>
                  <a:lnTo>
                    <a:pt x="450" y="402"/>
                  </a:lnTo>
                  <a:lnTo>
                    <a:pt x="452" y="402"/>
                  </a:lnTo>
                  <a:lnTo>
                    <a:pt x="452" y="404"/>
                  </a:lnTo>
                  <a:lnTo>
                    <a:pt x="457" y="402"/>
                  </a:lnTo>
                  <a:lnTo>
                    <a:pt x="457" y="402"/>
                  </a:lnTo>
                  <a:lnTo>
                    <a:pt x="457" y="402"/>
                  </a:lnTo>
                  <a:lnTo>
                    <a:pt x="459" y="404"/>
                  </a:lnTo>
                  <a:lnTo>
                    <a:pt x="459" y="404"/>
                  </a:lnTo>
                  <a:lnTo>
                    <a:pt x="459" y="402"/>
                  </a:lnTo>
                  <a:lnTo>
                    <a:pt x="459" y="402"/>
                  </a:lnTo>
                  <a:lnTo>
                    <a:pt x="459" y="402"/>
                  </a:lnTo>
                  <a:lnTo>
                    <a:pt x="462" y="402"/>
                  </a:lnTo>
                  <a:lnTo>
                    <a:pt x="462" y="402"/>
                  </a:lnTo>
                  <a:lnTo>
                    <a:pt x="462" y="402"/>
                  </a:lnTo>
                  <a:lnTo>
                    <a:pt x="464" y="402"/>
                  </a:lnTo>
                  <a:lnTo>
                    <a:pt x="464" y="402"/>
                  </a:lnTo>
                  <a:lnTo>
                    <a:pt x="466" y="402"/>
                  </a:lnTo>
                  <a:lnTo>
                    <a:pt x="466" y="399"/>
                  </a:lnTo>
                  <a:lnTo>
                    <a:pt x="466" y="397"/>
                  </a:lnTo>
                  <a:lnTo>
                    <a:pt x="466" y="395"/>
                  </a:lnTo>
                  <a:lnTo>
                    <a:pt x="469" y="395"/>
                  </a:lnTo>
                  <a:lnTo>
                    <a:pt x="471" y="395"/>
                  </a:lnTo>
                  <a:lnTo>
                    <a:pt x="473" y="392"/>
                  </a:lnTo>
                  <a:lnTo>
                    <a:pt x="473" y="392"/>
                  </a:lnTo>
                  <a:lnTo>
                    <a:pt x="476" y="388"/>
                  </a:lnTo>
                  <a:lnTo>
                    <a:pt x="476" y="388"/>
                  </a:lnTo>
                  <a:lnTo>
                    <a:pt x="476" y="385"/>
                  </a:lnTo>
                  <a:lnTo>
                    <a:pt x="476" y="385"/>
                  </a:lnTo>
                  <a:lnTo>
                    <a:pt x="473" y="383"/>
                  </a:lnTo>
                  <a:lnTo>
                    <a:pt x="473" y="383"/>
                  </a:lnTo>
                  <a:lnTo>
                    <a:pt x="473" y="381"/>
                  </a:lnTo>
                  <a:lnTo>
                    <a:pt x="476" y="378"/>
                  </a:lnTo>
                  <a:lnTo>
                    <a:pt x="478" y="376"/>
                  </a:lnTo>
                  <a:lnTo>
                    <a:pt x="480" y="373"/>
                  </a:lnTo>
                  <a:lnTo>
                    <a:pt x="483" y="373"/>
                  </a:lnTo>
                  <a:lnTo>
                    <a:pt x="483" y="373"/>
                  </a:lnTo>
                  <a:lnTo>
                    <a:pt x="483" y="373"/>
                  </a:lnTo>
                  <a:lnTo>
                    <a:pt x="483" y="373"/>
                  </a:lnTo>
                  <a:lnTo>
                    <a:pt x="483" y="373"/>
                  </a:lnTo>
                  <a:lnTo>
                    <a:pt x="483" y="373"/>
                  </a:lnTo>
                  <a:lnTo>
                    <a:pt x="485" y="373"/>
                  </a:lnTo>
                  <a:lnTo>
                    <a:pt x="485" y="373"/>
                  </a:lnTo>
                  <a:lnTo>
                    <a:pt x="485" y="373"/>
                  </a:lnTo>
                  <a:lnTo>
                    <a:pt x="485" y="371"/>
                  </a:lnTo>
                  <a:lnTo>
                    <a:pt x="485" y="371"/>
                  </a:lnTo>
                  <a:lnTo>
                    <a:pt x="485" y="371"/>
                  </a:lnTo>
                  <a:lnTo>
                    <a:pt x="488" y="369"/>
                  </a:lnTo>
                  <a:lnTo>
                    <a:pt x="490" y="369"/>
                  </a:lnTo>
                  <a:lnTo>
                    <a:pt x="490" y="369"/>
                  </a:lnTo>
                  <a:lnTo>
                    <a:pt x="490" y="369"/>
                  </a:lnTo>
                  <a:lnTo>
                    <a:pt x="490" y="369"/>
                  </a:lnTo>
                  <a:lnTo>
                    <a:pt x="492" y="369"/>
                  </a:lnTo>
                  <a:lnTo>
                    <a:pt x="492" y="369"/>
                  </a:lnTo>
                  <a:lnTo>
                    <a:pt x="492" y="366"/>
                  </a:lnTo>
                  <a:lnTo>
                    <a:pt x="492" y="366"/>
                  </a:lnTo>
                  <a:lnTo>
                    <a:pt x="490" y="364"/>
                  </a:lnTo>
                  <a:lnTo>
                    <a:pt x="488" y="359"/>
                  </a:lnTo>
                  <a:lnTo>
                    <a:pt x="485" y="359"/>
                  </a:lnTo>
                  <a:lnTo>
                    <a:pt x="485" y="359"/>
                  </a:lnTo>
                  <a:lnTo>
                    <a:pt x="485" y="359"/>
                  </a:lnTo>
                  <a:lnTo>
                    <a:pt x="485" y="359"/>
                  </a:lnTo>
                  <a:lnTo>
                    <a:pt x="485" y="357"/>
                  </a:lnTo>
                  <a:lnTo>
                    <a:pt x="488" y="357"/>
                  </a:lnTo>
                  <a:lnTo>
                    <a:pt x="490" y="352"/>
                  </a:lnTo>
                  <a:lnTo>
                    <a:pt x="492" y="347"/>
                  </a:lnTo>
                  <a:lnTo>
                    <a:pt x="497" y="345"/>
                  </a:lnTo>
                  <a:lnTo>
                    <a:pt x="497" y="343"/>
                  </a:lnTo>
                  <a:lnTo>
                    <a:pt x="499" y="343"/>
                  </a:lnTo>
                  <a:lnTo>
                    <a:pt x="499" y="343"/>
                  </a:lnTo>
                  <a:lnTo>
                    <a:pt x="499" y="340"/>
                  </a:lnTo>
                  <a:lnTo>
                    <a:pt x="499" y="338"/>
                  </a:lnTo>
                  <a:lnTo>
                    <a:pt x="499" y="336"/>
                  </a:lnTo>
                  <a:lnTo>
                    <a:pt x="499" y="336"/>
                  </a:lnTo>
                  <a:lnTo>
                    <a:pt x="499" y="333"/>
                  </a:lnTo>
                  <a:lnTo>
                    <a:pt x="502" y="331"/>
                  </a:lnTo>
                  <a:lnTo>
                    <a:pt x="507" y="324"/>
                  </a:lnTo>
                  <a:lnTo>
                    <a:pt x="509" y="321"/>
                  </a:lnTo>
                  <a:lnTo>
                    <a:pt x="509" y="321"/>
                  </a:lnTo>
                  <a:lnTo>
                    <a:pt x="509" y="319"/>
                  </a:lnTo>
                  <a:lnTo>
                    <a:pt x="509" y="319"/>
                  </a:lnTo>
                  <a:lnTo>
                    <a:pt x="509" y="317"/>
                  </a:lnTo>
                  <a:lnTo>
                    <a:pt x="509" y="314"/>
                  </a:lnTo>
                  <a:lnTo>
                    <a:pt x="509" y="312"/>
                  </a:lnTo>
                  <a:lnTo>
                    <a:pt x="511" y="310"/>
                  </a:lnTo>
                  <a:lnTo>
                    <a:pt x="511" y="310"/>
                  </a:lnTo>
                  <a:lnTo>
                    <a:pt x="511" y="310"/>
                  </a:lnTo>
                  <a:lnTo>
                    <a:pt x="511" y="307"/>
                  </a:lnTo>
                  <a:lnTo>
                    <a:pt x="511" y="302"/>
                  </a:lnTo>
                  <a:lnTo>
                    <a:pt x="511" y="300"/>
                  </a:lnTo>
                  <a:lnTo>
                    <a:pt x="511" y="298"/>
                  </a:lnTo>
                  <a:lnTo>
                    <a:pt x="511" y="298"/>
                  </a:lnTo>
                  <a:lnTo>
                    <a:pt x="514" y="295"/>
                  </a:lnTo>
                  <a:lnTo>
                    <a:pt x="516" y="295"/>
                  </a:lnTo>
                  <a:lnTo>
                    <a:pt x="516" y="295"/>
                  </a:lnTo>
                  <a:lnTo>
                    <a:pt x="516" y="295"/>
                  </a:lnTo>
                  <a:lnTo>
                    <a:pt x="518" y="295"/>
                  </a:lnTo>
                  <a:lnTo>
                    <a:pt x="518" y="295"/>
                  </a:lnTo>
                  <a:lnTo>
                    <a:pt x="518" y="293"/>
                  </a:lnTo>
                  <a:lnTo>
                    <a:pt x="521" y="293"/>
                  </a:lnTo>
                  <a:lnTo>
                    <a:pt x="521" y="293"/>
                  </a:lnTo>
                  <a:lnTo>
                    <a:pt x="521" y="291"/>
                  </a:lnTo>
                  <a:lnTo>
                    <a:pt x="521" y="291"/>
                  </a:lnTo>
                  <a:lnTo>
                    <a:pt x="518" y="288"/>
                  </a:lnTo>
                  <a:lnTo>
                    <a:pt x="518" y="286"/>
                  </a:lnTo>
                  <a:lnTo>
                    <a:pt x="521" y="286"/>
                  </a:lnTo>
                  <a:lnTo>
                    <a:pt x="521" y="286"/>
                  </a:lnTo>
                  <a:lnTo>
                    <a:pt x="521" y="286"/>
                  </a:lnTo>
                  <a:lnTo>
                    <a:pt x="523" y="286"/>
                  </a:lnTo>
                  <a:lnTo>
                    <a:pt x="523" y="286"/>
                  </a:lnTo>
                  <a:lnTo>
                    <a:pt x="523" y="286"/>
                  </a:lnTo>
                  <a:lnTo>
                    <a:pt x="525" y="286"/>
                  </a:lnTo>
                  <a:lnTo>
                    <a:pt x="525" y="286"/>
                  </a:lnTo>
                  <a:lnTo>
                    <a:pt x="528" y="286"/>
                  </a:lnTo>
                  <a:lnTo>
                    <a:pt x="528" y="286"/>
                  </a:lnTo>
                  <a:lnTo>
                    <a:pt x="528" y="286"/>
                  </a:lnTo>
                  <a:lnTo>
                    <a:pt x="535" y="284"/>
                  </a:lnTo>
                  <a:lnTo>
                    <a:pt x="535" y="284"/>
                  </a:lnTo>
                  <a:lnTo>
                    <a:pt x="535" y="281"/>
                  </a:lnTo>
                  <a:lnTo>
                    <a:pt x="535" y="279"/>
                  </a:lnTo>
                  <a:lnTo>
                    <a:pt x="537" y="279"/>
                  </a:lnTo>
                  <a:lnTo>
                    <a:pt x="537" y="279"/>
                  </a:lnTo>
                  <a:lnTo>
                    <a:pt x="537" y="279"/>
                  </a:lnTo>
                  <a:lnTo>
                    <a:pt x="540" y="279"/>
                  </a:lnTo>
                  <a:lnTo>
                    <a:pt x="540" y="279"/>
                  </a:lnTo>
                  <a:lnTo>
                    <a:pt x="540" y="279"/>
                  </a:lnTo>
                  <a:lnTo>
                    <a:pt x="542" y="276"/>
                  </a:lnTo>
                  <a:lnTo>
                    <a:pt x="542" y="274"/>
                  </a:lnTo>
                  <a:lnTo>
                    <a:pt x="542" y="265"/>
                  </a:lnTo>
                  <a:lnTo>
                    <a:pt x="542" y="262"/>
                  </a:lnTo>
                  <a:lnTo>
                    <a:pt x="542" y="260"/>
                  </a:lnTo>
                  <a:lnTo>
                    <a:pt x="544" y="257"/>
                  </a:lnTo>
                  <a:lnTo>
                    <a:pt x="547" y="253"/>
                  </a:lnTo>
                  <a:lnTo>
                    <a:pt x="547" y="253"/>
                  </a:lnTo>
                  <a:lnTo>
                    <a:pt x="547" y="250"/>
                  </a:lnTo>
                  <a:lnTo>
                    <a:pt x="547" y="248"/>
                  </a:lnTo>
                  <a:lnTo>
                    <a:pt x="547" y="248"/>
                  </a:lnTo>
                  <a:lnTo>
                    <a:pt x="547" y="246"/>
                  </a:lnTo>
                  <a:lnTo>
                    <a:pt x="544" y="246"/>
                  </a:lnTo>
                  <a:lnTo>
                    <a:pt x="544" y="246"/>
                  </a:lnTo>
                  <a:lnTo>
                    <a:pt x="544" y="246"/>
                  </a:lnTo>
                  <a:lnTo>
                    <a:pt x="544" y="246"/>
                  </a:lnTo>
                  <a:lnTo>
                    <a:pt x="547" y="243"/>
                  </a:lnTo>
                  <a:lnTo>
                    <a:pt x="549" y="243"/>
                  </a:lnTo>
                  <a:lnTo>
                    <a:pt x="549" y="243"/>
                  </a:lnTo>
                  <a:lnTo>
                    <a:pt x="551" y="241"/>
                  </a:lnTo>
                  <a:lnTo>
                    <a:pt x="551" y="241"/>
                  </a:lnTo>
                  <a:lnTo>
                    <a:pt x="554" y="239"/>
                  </a:lnTo>
                  <a:lnTo>
                    <a:pt x="559" y="239"/>
                  </a:lnTo>
                  <a:lnTo>
                    <a:pt x="563" y="236"/>
                  </a:lnTo>
                  <a:lnTo>
                    <a:pt x="563" y="231"/>
                  </a:lnTo>
                  <a:lnTo>
                    <a:pt x="563" y="229"/>
                  </a:lnTo>
                  <a:lnTo>
                    <a:pt x="566" y="224"/>
                  </a:lnTo>
                  <a:lnTo>
                    <a:pt x="566" y="224"/>
                  </a:lnTo>
                  <a:lnTo>
                    <a:pt x="566" y="222"/>
                  </a:lnTo>
                  <a:lnTo>
                    <a:pt x="566" y="222"/>
                  </a:lnTo>
                  <a:lnTo>
                    <a:pt x="566" y="222"/>
                  </a:lnTo>
                  <a:lnTo>
                    <a:pt x="563" y="220"/>
                  </a:lnTo>
                  <a:lnTo>
                    <a:pt x="563" y="220"/>
                  </a:lnTo>
                  <a:lnTo>
                    <a:pt x="563" y="217"/>
                  </a:lnTo>
                  <a:lnTo>
                    <a:pt x="563" y="217"/>
                  </a:lnTo>
                  <a:lnTo>
                    <a:pt x="566" y="215"/>
                  </a:lnTo>
                  <a:lnTo>
                    <a:pt x="566" y="213"/>
                  </a:lnTo>
                  <a:lnTo>
                    <a:pt x="566" y="213"/>
                  </a:lnTo>
                  <a:lnTo>
                    <a:pt x="563" y="210"/>
                  </a:lnTo>
                  <a:lnTo>
                    <a:pt x="563" y="210"/>
                  </a:lnTo>
                  <a:lnTo>
                    <a:pt x="566" y="208"/>
                  </a:lnTo>
                  <a:lnTo>
                    <a:pt x="568" y="205"/>
                  </a:lnTo>
                  <a:lnTo>
                    <a:pt x="570" y="205"/>
                  </a:lnTo>
                  <a:lnTo>
                    <a:pt x="573" y="205"/>
                  </a:lnTo>
                  <a:lnTo>
                    <a:pt x="573" y="205"/>
                  </a:lnTo>
                  <a:lnTo>
                    <a:pt x="573" y="205"/>
                  </a:lnTo>
                  <a:lnTo>
                    <a:pt x="575" y="203"/>
                  </a:lnTo>
                  <a:lnTo>
                    <a:pt x="575" y="203"/>
                  </a:lnTo>
                  <a:lnTo>
                    <a:pt x="575" y="201"/>
                  </a:lnTo>
                  <a:lnTo>
                    <a:pt x="575" y="201"/>
                  </a:lnTo>
                  <a:lnTo>
                    <a:pt x="575" y="201"/>
                  </a:lnTo>
                  <a:lnTo>
                    <a:pt x="575" y="198"/>
                  </a:lnTo>
                  <a:lnTo>
                    <a:pt x="575" y="198"/>
                  </a:lnTo>
                  <a:lnTo>
                    <a:pt x="578" y="196"/>
                  </a:lnTo>
                  <a:lnTo>
                    <a:pt x="580" y="184"/>
                  </a:lnTo>
                  <a:lnTo>
                    <a:pt x="580" y="177"/>
                  </a:lnTo>
                  <a:lnTo>
                    <a:pt x="582" y="175"/>
                  </a:lnTo>
                  <a:lnTo>
                    <a:pt x="592" y="160"/>
                  </a:lnTo>
                  <a:lnTo>
                    <a:pt x="592" y="160"/>
                  </a:lnTo>
                  <a:lnTo>
                    <a:pt x="592" y="160"/>
                  </a:lnTo>
                  <a:lnTo>
                    <a:pt x="592" y="158"/>
                  </a:lnTo>
                  <a:lnTo>
                    <a:pt x="592" y="156"/>
                  </a:lnTo>
                  <a:lnTo>
                    <a:pt x="594" y="156"/>
                  </a:lnTo>
                  <a:lnTo>
                    <a:pt x="594" y="156"/>
                  </a:lnTo>
                  <a:lnTo>
                    <a:pt x="596" y="153"/>
                  </a:lnTo>
                  <a:lnTo>
                    <a:pt x="596" y="153"/>
                  </a:lnTo>
                  <a:lnTo>
                    <a:pt x="596" y="151"/>
                  </a:lnTo>
                  <a:lnTo>
                    <a:pt x="599" y="149"/>
                  </a:lnTo>
                  <a:lnTo>
                    <a:pt x="601" y="146"/>
                  </a:lnTo>
                  <a:lnTo>
                    <a:pt x="604" y="144"/>
                  </a:lnTo>
                  <a:lnTo>
                    <a:pt x="604" y="142"/>
                  </a:lnTo>
                  <a:lnTo>
                    <a:pt x="606" y="142"/>
                  </a:lnTo>
                  <a:lnTo>
                    <a:pt x="608" y="144"/>
                  </a:lnTo>
                  <a:lnTo>
                    <a:pt x="613" y="144"/>
                  </a:lnTo>
                  <a:lnTo>
                    <a:pt x="613" y="144"/>
                  </a:lnTo>
                  <a:lnTo>
                    <a:pt x="615" y="144"/>
                  </a:lnTo>
                  <a:lnTo>
                    <a:pt x="615" y="144"/>
                  </a:lnTo>
                  <a:lnTo>
                    <a:pt x="615" y="144"/>
                  </a:lnTo>
                  <a:lnTo>
                    <a:pt x="618" y="142"/>
                  </a:lnTo>
                  <a:lnTo>
                    <a:pt x="618" y="142"/>
                  </a:lnTo>
                  <a:lnTo>
                    <a:pt x="620" y="142"/>
                  </a:lnTo>
                  <a:lnTo>
                    <a:pt x="620" y="142"/>
                  </a:lnTo>
                  <a:lnTo>
                    <a:pt x="625" y="137"/>
                  </a:lnTo>
                  <a:lnTo>
                    <a:pt x="627" y="137"/>
                  </a:lnTo>
                  <a:lnTo>
                    <a:pt x="630" y="134"/>
                  </a:lnTo>
                  <a:lnTo>
                    <a:pt x="630" y="134"/>
                  </a:lnTo>
                  <a:lnTo>
                    <a:pt x="632" y="132"/>
                  </a:lnTo>
                  <a:lnTo>
                    <a:pt x="634" y="132"/>
                  </a:lnTo>
                  <a:lnTo>
                    <a:pt x="637" y="132"/>
                  </a:lnTo>
                  <a:lnTo>
                    <a:pt x="637" y="130"/>
                  </a:lnTo>
                  <a:lnTo>
                    <a:pt x="639" y="130"/>
                  </a:lnTo>
                  <a:lnTo>
                    <a:pt x="639" y="127"/>
                  </a:lnTo>
                  <a:lnTo>
                    <a:pt x="639" y="127"/>
                  </a:lnTo>
                  <a:lnTo>
                    <a:pt x="639" y="125"/>
                  </a:lnTo>
                  <a:lnTo>
                    <a:pt x="639" y="125"/>
                  </a:lnTo>
                  <a:lnTo>
                    <a:pt x="639" y="123"/>
                  </a:lnTo>
                  <a:lnTo>
                    <a:pt x="639" y="123"/>
                  </a:lnTo>
                  <a:lnTo>
                    <a:pt x="637" y="123"/>
                  </a:lnTo>
                  <a:lnTo>
                    <a:pt x="637" y="120"/>
                  </a:lnTo>
                  <a:lnTo>
                    <a:pt x="637" y="120"/>
                  </a:lnTo>
                  <a:lnTo>
                    <a:pt x="637" y="120"/>
                  </a:lnTo>
                  <a:lnTo>
                    <a:pt x="637" y="120"/>
                  </a:lnTo>
                  <a:lnTo>
                    <a:pt x="634" y="120"/>
                  </a:lnTo>
                  <a:lnTo>
                    <a:pt x="634" y="120"/>
                  </a:lnTo>
                  <a:lnTo>
                    <a:pt x="634" y="120"/>
                  </a:lnTo>
                  <a:lnTo>
                    <a:pt x="634" y="118"/>
                  </a:lnTo>
                  <a:lnTo>
                    <a:pt x="634" y="118"/>
                  </a:lnTo>
                  <a:lnTo>
                    <a:pt x="637" y="115"/>
                  </a:lnTo>
                  <a:lnTo>
                    <a:pt x="637" y="115"/>
                  </a:lnTo>
                  <a:lnTo>
                    <a:pt x="639" y="108"/>
                  </a:lnTo>
                  <a:lnTo>
                    <a:pt x="639" y="108"/>
                  </a:lnTo>
                  <a:lnTo>
                    <a:pt x="639" y="106"/>
                  </a:lnTo>
                  <a:lnTo>
                    <a:pt x="639" y="106"/>
                  </a:lnTo>
                  <a:lnTo>
                    <a:pt x="639" y="106"/>
                  </a:lnTo>
                  <a:lnTo>
                    <a:pt x="639" y="104"/>
                  </a:lnTo>
                  <a:lnTo>
                    <a:pt x="637" y="101"/>
                  </a:lnTo>
                  <a:lnTo>
                    <a:pt x="639" y="101"/>
                  </a:lnTo>
                  <a:lnTo>
                    <a:pt x="639" y="101"/>
                  </a:lnTo>
                  <a:lnTo>
                    <a:pt x="639" y="97"/>
                  </a:lnTo>
                  <a:lnTo>
                    <a:pt x="639" y="97"/>
                  </a:lnTo>
                  <a:lnTo>
                    <a:pt x="639" y="97"/>
                  </a:lnTo>
                  <a:lnTo>
                    <a:pt x="641" y="94"/>
                  </a:lnTo>
                  <a:lnTo>
                    <a:pt x="641" y="94"/>
                  </a:lnTo>
                  <a:lnTo>
                    <a:pt x="641" y="94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4">
              <a:extLst>
                <a:ext uri="{FF2B5EF4-FFF2-40B4-BE49-F238E27FC236}">
                  <a16:creationId xmlns:a16="http://schemas.microsoft.com/office/drawing/2014/main" id="{AB79B947-0051-5237-D6CA-126BCAD0BA0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3255" y="1693929"/>
              <a:ext cx="1076087" cy="840494"/>
            </a:xfrm>
            <a:custGeom>
              <a:avLst/>
              <a:gdLst>
                <a:gd name="T0" fmla="*/ 826 w 845"/>
                <a:gd name="T1" fmla="*/ 144 h 660"/>
                <a:gd name="T2" fmla="*/ 810 w 845"/>
                <a:gd name="T3" fmla="*/ 121 h 660"/>
                <a:gd name="T4" fmla="*/ 802 w 845"/>
                <a:gd name="T5" fmla="*/ 80 h 660"/>
                <a:gd name="T6" fmla="*/ 783 w 845"/>
                <a:gd name="T7" fmla="*/ 33 h 660"/>
                <a:gd name="T8" fmla="*/ 694 w 845"/>
                <a:gd name="T9" fmla="*/ 14 h 660"/>
                <a:gd name="T10" fmla="*/ 618 w 845"/>
                <a:gd name="T11" fmla="*/ 9 h 660"/>
                <a:gd name="T12" fmla="*/ 556 w 845"/>
                <a:gd name="T13" fmla="*/ 47 h 660"/>
                <a:gd name="T14" fmla="*/ 495 w 845"/>
                <a:gd name="T15" fmla="*/ 87 h 660"/>
                <a:gd name="T16" fmla="*/ 431 w 845"/>
                <a:gd name="T17" fmla="*/ 125 h 660"/>
                <a:gd name="T18" fmla="*/ 365 w 845"/>
                <a:gd name="T19" fmla="*/ 175 h 660"/>
                <a:gd name="T20" fmla="*/ 308 w 845"/>
                <a:gd name="T21" fmla="*/ 227 h 660"/>
                <a:gd name="T22" fmla="*/ 218 w 845"/>
                <a:gd name="T23" fmla="*/ 277 h 660"/>
                <a:gd name="T24" fmla="*/ 218 w 845"/>
                <a:gd name="T25" fmla="*/ 369 h 660"/>
                <a:gd name="T26" fmla="*/ 209 w 845"/>
                <a:gd name="T27" fmla="*/ 407 h 660"/>
                <a:gd name="T28" fmla="*/ 199 w 845"/>
                <a:gd name="T29" fmla="*/ 440 h 660"/>
                <a:gd name="T30" fmla="*/ 152 w 845"/>
                <a:gd name="T31" fmla="*/ 457 h 660"/>
                <a:gd name="T32" fmla="*/ 88 w 845"/>
                <a:gd name="T33" fmla="*/ 464 h 660"/>
                <a:gd name="T34" fmla="*/ 29 w 845"/>
                <a:gd name="T35" fmla="*/ 483 h 660"/>
                <a:gd name="T36" fmla="*/ 3 w 845"/>
                <a:gd name="T37" fmla="*/ 495 h 660"/>
                <a:gd name="T38" fmla="*/ 12 w 845"/>
                <a:gd name="T39" fmla="*/ 530 h 660"/>
                <a:gd name="T40" fmla="*/ 17 w 845"/>
                <a:gd name="T41" fmla="*/ 540 h 660"/>
                <a:gd name="T42" fmla="*/ 24 w 845"/>
                <a:gd name="T43" fmla="*/ 551 h 660"/>
                <a:gd name="T44" fmla="*/ 45 w 845"/>
                <a:gd name="T45" fmla="*/ 563 h 660"/>
                <a:gd name="T46" fmla="*/ 50 w 845"/>
                <a:gd name="T47" fmla="*/ 570 h 660"/>
                <a:gd name="T48" fmla="*/ 67 w 845"/>
                <a:gd name="T49" fmla="*/ 603 h 660"/>
                <a:gd name="T50" fmla="*/ 95 w 845"/>
                <a:gd name="T51" fmla="*/ 606 h 660"/>
                <a:gd name="T52" fmla="*/ 112 w 845"/>
                <a:gd name="T53" fmla="*/ 618 h 660"/>
                <a:gd name="T54" fmla="*/ 102 w 845"/>
                <a:gd name="T55" fmla="*/ 622 h 660"/>
                <a:gd name="T56" fmla="*/ 121 w 845"/>
                <a:gd name="T57" fmla="*/ 644 h 660"/>
                <a:gd name="T58" fmla="*/ 121 w 845"/>
                <a:gd name="T59" fmla="*/ 629 h 660"/>
                <a:gd name="T60" fmla="*/ 128 w 845"/>
                <a:gd name="T61" fmla="*/ 629 h 660"/>
                <a:gd name="T62" fmla="*/ 135 w 845"/>
                <a:gd name="T63" fmla="*/ 625 h 660"/>
                <a:gd name="T64" fmla="*/ 149 w 845"/>
                <a:gd name="T65" fmla="*/ 627 h 660"/>
                <a:gd name="T66" fmla="*/ 168 w 845"/>
                <a:gd name="T67" fmla="*/ 648 h 660"/>
                <a:gd name="T68" fmla="*/ 182 w 845"/>
                <a:gd name="T69" fmla="*/ 658 h 660"/>
                <a:gd name="T70" fmla="*/ 185 w 845"/>
                <a:gd name="T71" fmla="*/ 648 h 660"/>
                <a:gd name="T72" fmla="*/ 216 w 845"/>
                <a:gd name="T73" fmla="*/ 563 h 660"/>
                <a:gd name="T74" fmla="*/ 275 w 845"/>
                <a:gd name="T75" fmla="*/ 547 h 660"/>
                <a:gd name="T76" fmla="*/ 332 w 845"/>
                <a:gd name="T77" fmla="*/ 554 h 660"/>
                <a:gd name="T78" fmla="*/ 384 w 845"/>
                <a:gd name="T79" fmla="*/ 582 h 660"/>
                <a:gd name="T80" fmla="*/ 436 w 845"/>
                <a:gd name="T81" fmla="*/ 580 h 660"/>
                <a:gd name="T82" fmla="*/ 471 w 845"/>
                <a:gd name="T83" fmla="*/ 596 h 660"/>
                <a:gd name="T84" fmla="*/ 521 w 845"/>
                <a:gd name="T85" fmla="*/ 584 h 660"/>
                <a:gd name="T86" fmla="*/ 637 w 845"/>
                <a:gd name="T87" fmla="*/ 582 h 660"/>
                <a:gd name="T88" fmla="*/ 651 w 845"/>
                <a:gd name="T89" fmla="*/ 584 h 660"/>
                <a:gd name="T90" fmla="*/ 663 w 845"/>
                <a:gd name="T91" fmla="*/ 577 h 660"/>
                <a:gd name="T92" fmla="*/ 670 w 845"/>
                <a:gd name="T93" fmla="*/ 573 h 660"/>
                <a:gd name="T94" fmla="*/ 677 w 845"/>
                <a:gd name="T95" fmla="*/ 566 h 660"/>
                <a:gd name="T96" fmla="*/ 682 w 845"/>
                <a:gd name="T97" fmla="*/ 563 h 660"/>
                <a:gd name="T98" fmla="*/ 696 w 845"/>
                <a:gd name="T99" fmla="*/ 558 h 660"/>
                <a:gd name="T100" fmla="*/ 701 w 845"/>
                <a:gd name="T101" fmla="*/ 556 h 660"/>
                <a:gd name="T102" fmla="*/ 717 w 845"/>
                <a:gd name="T103" fmla="*/ 537 h 660"/>
                <a:gd name="T104" fmla="*/ 720 w 845"/>
                <a:gd name="T105" fmla="*/ 506 h 660"/>
                <a:gd name="T106" fmla="*/ 729 w 845"/>
                <a:gd name="T107" fmla="*/ 492 h 660"/>
                <a:gd name="T108" fmla="*/ 748 w 845"/>
                <a:gd name="T109" fmla="*/ 457 h 660"/>
                <a:gd name="T110" fmla="*/ 786 w 845"/>
                <a:gd name="T111" fmla="*/ 409 h 660"/>
                <a:gd name="T112" fmla="*/ 819 w 845"/>
                <a:gd name="T113" fmla="*/ 367 h 660"/>
                <a:gd name="T114" fmla="*/ 824 w 845"/>
                <a:gd name="T115" fmla="*/ 322 h 660"/>
                <a:gd name="T116" fmla="*/ 826 w 845"/>
                <a:gd name="T117" fmla="*/ 279 h 660"/>
                <a:gd name="T118" fmla="*/ 831 w 845"/>
                <a:gd name="T119" fmla="*/ 237 h 660"/>
                <a:gd name="T120" fmla="*/ 843 w 845"/>
                <a:gd name="T121" fmla="*/ 189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845" h="660">
                  <a:moveTo>
                    <a:pt x="845" y="180"/>
                  </a:moveTo>
                  <a:lnTo>
                    <a:pt x="845" y="180"/>
                  </a:lnTo>
                  <a:lnTo>
                    <a:pt x="843" y="177"/>
                  </a:lnTo>
                  <a:lnTo>
                    <a:pt x="840" y="175"/>
                  </a:lnTo>
                  <a:lnTo>
                    <a:pt x="838" y="170"/>
                  </a:lnTo>
                  <a:lnTo>
                    <a:pt x="836" y="168"/>
                  </a:lnTo>
                  <a:lnTo>
                    <a:pt x="831" y="163"/>
                  </a:lnTo>
                  <a:lnTo>
                    <a:pt x="831" y="163"/>
                  </a:lnTo>
                  <a:lnTo>
                    <a:pt x="826" y="158"/>
                  </a:lnTo>
                  <a:lnTo>
                    <a:pt x="824" y="158"/>
                  </a:lnTo>
                  <a:lnTo>
                    <a:pt x="824" y="156"/>
                  </a:lnTo>
                  <a:lnTo>
                    <a:pt x="824" y="156"/>
                  </a:lnTo>
                  <a:lnTo>
                    <a:pt x="824" y="151"/>
                  </a:lnTo>
                  <a:lnTo>
                    <a:pt x="824" y="149"/>
                  </a:lnTo>
                  <a:lnTo>
                    <a:pt x="824" y="147"/>
                  </a:lnTo>
                  <a:lnTo>
                    <a:pt x="826" y="147"/>
                  </a:lnTo>
                  <a:lnTo>
                    <a:pt x="826" y="144"/>
                  </a:lnTo>
                  <a:lnTo>
                    <a:pt x="824" y="144"/>
                  </a:lnTo>
                  <a:lnTo>
                    <a:pt x="824" y="142"/>
                  </a:lnTo>
                  <a:lnTo>
                    <a:pt x="824" y="142"/>
                  </a:lnTo>
                  <a:lnTo>
                    <a:pt x="821" y="140"/>
                  </a:lnTo>
                  <a:lnTo>
                    <a:pt x="821" y="137"/>
                  </a:lnTo>
                  <a:lnTo>
                    <a:pt x="821" y="137"/>
                  </a:lnTo>
                  <a:lnTo>
                    <a:pt x="819" y="135"/>
                  </a:lnTo>
                  <a:lnTo>
                    <a:pt x="819" y="135"/>
                  </a:lnTo>
                  <a:lnTo>
                    <a:pt x="817" y="132"/>
                  </a:lnTo>
                  <a:lnTo>
                    <a:pt x="817" y="130"/>
                  </a:lnTo>
                  <a:lnTo>
                    <a:pt x="817" y="130"/>
                  </a:lnTo>
                  <a:lnTo>
                    <a:pt x="814" y="128"/>
                  </a:lnTo>
                  <a:lnTo>
                    <a:pt x="814" y="128"/>
                  </a:lnTo>
                  <a:lnTo>
                    <a:pt x="814" y="125"/>
                  </a:lnTo>
                  <a:lnTo>
                    <a:pt x="812" y="123"/>
                  </a:lnTo>
                  <a:lnTo>
                    <a:pt x="812" y="123"/>
                  </a:lnTo>
                  <a:lnTo>
                    <a:pt x="810" y="121"/>
                  </a:lnTo>
                  <a:lnTo>
                    <a:pt x="807" y="118"/>
                  </a:lnTo>
                  <a:lnTo>
                    <a:pt x="807" y="118"/>
                  </a:lnTo>
                  <a:lnTo>
                    <a:pt x="805" y="116"/>
                  </a:lnTo>
                  <a:lnTo>
                    <a:pt x="805" y="116"/>
                  </a:lnTo>
                  <a:lnTo>
                    <a:pt x="805" y="116"/>
                  </a:lnTo>
                  <a:lnTo>
                    <a:pt x="805" y="114"/>
                  </a:lnTo>
                  <a:lnTo>
                    <a:pt x="805" y="111"/>
                  </a:lnTo>
                  <a:lnTo>
                    <a:pt x="802" y="109"/>
                  </a:lnTo>
                  <a:lnTo>
                    <a:pt x="802" y="104"/>
                  </a:lnTo>
                  <a:lnTo>
                    <a:pt x="802" y="99"/>
                  </a:lnTo>
                  <a:lnTo>
                    <a:pt x="802" y="95"/>
                  </a:lnTo>
                  <a:lnTo>
                    <a:pt x="802" y="90"/>
                  </a:lnTo>
                  <a:lnTo>
                    <a:pt x="802" y="87"/>
                  </a:lnTo>
                  <a:lnTo>
                    <a:pt x="802" y="87"/>
                  </a:lnTo>
                  <a:lnTo>
                    <a:pt x="802" y="85"/>
                  </a:lnTo>
                  <a:lnTo>
                    <a:pt x="802" y="83"/>
                  </a:lnTo>
                  <a:lnTo>
                    <a:pt x="802" y="80"/>
                  </a:lnTo>
                  <a:lnTo>
                    <a:pt x="802" y="76"/>
                  </a:lnTo>
                  <a:lnTo>
                    <a:pt x="800" y="73"/>
                  </a:lnTo>
                  <a:lnTo>
                    <a:pt x="800" y="69"/>
                  </a:lnTo>
                  <a:lnTo>
                    <a:pt x="800" y="66"/>
                  </a:lnTo>
                  <a:lnTo>
                    <a:pt x="798" y="61"/>
                  </a:lnTo>
                  <a:lnTo>
                    <a:pt x="798" y="59"/>
                  </a:lnTo>
                  <a:lnTo>
                    <a:pt x="798" y="54"/>
                  </a:lnTo>
                  <a:lnTo>
                    <a:pt x="798" y="52"/>
                  </a:lnTo>
                  <a:lnTo>
                    <a:pt x="795" y="47"/>
                  </a:lnTo>
                  <a:lnTo>
                    <a:pt x="795" y="43"/>
                  </a:lnTo>
                  <a:lnTo>
                    <a:pt x="795" y="40"/>
                  </a:lnTo>
                  <a:lnTo>
                    <a:pt x="795" y="35"/>
                  </a:lnTo>
                  <a:lnTo>
                    <a:pt x="793" y="33"/>
                  </a:lnTo>
                  <a:lnTo>
                    <a:pt x="793" y="28"/>
                  </a:lnTo>
                  <a:lnTo>
                    <a:pt x="793" y="28"/>
                  </a:lnTo>
                  <a:lnTo>
                    <a:pt x="793" y="28"/>
                  </a:lnTo>
                  <a:lnTo>
                    <a:pt x="783" y="33"/>
                  </a:lnTo>
                  <a:lnTo>
                    <a:pt x="774" y="40"/>
                  </a:lnTo>
                  <a:lnTo>
                    <a:pt x="765" y="45"/>
                  </a:lnTo>
                  <a:lnTo>
                    <a:pt x="757" y="50"/>
                  </a:lnTo>
                  <a:lnTo>
                    <a:pt x="753" y="52"/>
                  </a:lnTo>
                  <a:lnTo>
                    <a:pt x="753" y="52"/>
                  </a:lnTo>
                  <a:lnTo>
                    <a:pt x="750" y="50"/>
                  </a:lnTo>
                  <a:lnTo>
                    <a:pt x="748" y="50"/>
                  </a:lnTo>
                  <a:lnTo>
                    <a:pt x="743" y="43"/>
                  </a:lnTo>
                  <a:lnTo>
                    <a:pt x="736" y="38"/>
                  </a:lnTo>
                  <a:lnTo>
                    <a:pt x="729" y="31"/>
                  </a:lnTo>
                  <a:lnTo>
                    <a:pt x="722" y="24"/>
                  </a:lnTo>
                  <a:lnTo>
                    <a:pt x="720" y="21"/>
                  </a:lnTo>
                  <a:lnTo>
                    <a:pt x="713" y="19"/>
                  </a:lnTo>
                  <a:lnTo>
                    <a:pt x="708" y="16"/>
                  </a:lnTo>
                  <a:lnTo>
                    <a:pt x="703" y="16"/>
                  </a:lnTo>
                  <a:lnTo>
                    <a:pt x="698" y="14"/>
                  </a:lnTo>
                  <a:lnTo>
                    <a:pt x="694" y="14"/>
                  </a:lnTo>
                  <a:lnTo>
                    <a:pt x="689" y="12"/>
                  </a:lnTo>
                  <a:lnTo>
                    <a:pt x="684" y="12"/>
                  </a:lnTo>
                  <a:lnTo>
                    <a:pt x="679" y="9"/>
                  </a:lnTo>
                  <a:lnTo>
                    <a:pt x="675" y="9"/>
                  </a:lnTo>
                  <a:lnTo>
                    <a:pt x="670" y="7"/>
                  </a:lnTo>
                  <a:lnTo>
                    <a:pt x="665" y="7"/>
                  </a:lnTo>
                  <a:lnTo>
                    <a:pt x="660" y="7"/>
                  </a:lnTo>
                  <a:lnTo>
                    <a:pt x="656" y="5"/>
                  </a:lnTo>
                  <a:lnTo>
                    <a:pt x="651" y="5"/>
                  </a:lnTo>
                  <a:lnTo>
                    <a:pt x="646" y="2"/>
                  </a:lnTo>
                  <a:lnTo>
                    <a:pt x="642" y="2"/>
                  </a:lnTo>
                  <a:lnTo>
                    <a:pt x="637" y="0"/>
                  </a:lnTo>
                  <a:lnTo>
                    <a:pt x="632" y="0"/>
                  </a:lnTo>
                  <a:lnTo>
                    <a:pt x="627" y="2"/>
                  </a:lnTo>
                  <a:lnTo>
                    <a:pt x="625" y="5"/>
                  </a:lnTo>
                  <a:lnTo>
                    <a:pt x="620" y="7"/>
                  </a:lnTo>
                  <a:lnTo>
                    <a:pt x="618" y="9"/>
                  </a:lnTo>
                  <a:lnTo>
                    <a:pt x="613" y="12"/>
                  </a:lnTo>
                  <a:lnTo>
                    <a:pt x="611" y="14"/>
                  </a:lnTo>
                  <a:lnTo>
                    <a:pt x="606" y="14"/>
                  </a:lnTo>
                  <a:lnTo>
                    <a:pt x="604" y="16"/>
                  </a:lnTo>
                  <a:lnTo>
                    <a:pt x="599" y="19"/>
                  </a:lnTo>
                  <a:lnTo>
                    <a:pt x="597" y="21"/>
                  </a:lnTo>
                  <a:lnTo>
                    <a:pt x="592" y="24"/>
                  </a:lnTo>
                  <a:lnTo>
                    <a:pt x="587" y="26"/>
                  </a:lnTo>
                  <a:lnTo>
                    <a:pt x="585" y="28"/>
                  </a:lnTo>
                  <a:lnTo>
                    <a:pt x="580" y="31"/>
                  </a:lnTo>
                  <a:lnTo>
                    <a:pt x="578" y="33"/>
                  </a:lnTo>
                  <a:lnTo>
                    <a:pt x="573" y="35"/>
                  </a:lnTo>
                  <a:lnTo>
                    <a:pt x="571" y="38"/>
                  </a:lnTo>
                  <a:lnTo>
                    <a:pt x="566" y="40"/>
                  </a:lnTo>
                  <a:lnTo>
                    <a:pt x="563" y="43"/>
                  </a:lnTo>
                  <a:lnTo>
                    <a:pt x="559" y="45"/>
                  </a:lnTo>
                  <a:lnTo>
                    <a:pt x="556" y="47"/>
                  </a:lnTo>
                  <a:lnTo>
                    <a:pt x="552" y="50"/>
                  </a:lnTo>
                  <a:lnTo>
                    <a:pt x="549" y="52"/>
                  </a:lnTo>
                  <a:lnTo>
                    <a:pt x="545" y="54"/>
                  </a:lnTo>
                  <a:lnTo>
                    <a:pt x="540" y="57"/>
                  </a:lnTo>
                  <a:lnTo>
                    <a:pt x="537" y="59"/>
                  </a:lnTo>
                  <a:lnTo>
                    <a:pt x="533" y="61"/>
                  </a:lnTo>
                  <a:lnTo>
                    <a:pt x="530" y="64"/>
                  </a:lnTo>
                  <a:lnTo>
                    <a:pt x="526" y="66"/>
                  </a:lnTo>
                  <a:lnTo>
                    <a:pt x="523" y="69"/>
                  </a:lnTo>
                  <a:lnTo>
                    <a:pt x="518" y="71"/>
                  </a:lnTo>
                  <a:lnTo>
                    <a:pt x="516" y="73"/>
                  </a:lnTo>
                  <a:lnTo>
                    <a:pt x="511" y="76"/>
                  </a:lnTo>
                  <a:lnTo>
                    <a:pt x="509" y="78"/>
                  </a:lnTo>
                  <a:lnTo>
                    <a:pt x="504" y="80"/>
                  </a:lnTo>
                  <a:lnTo>
                    <a:pt x="502" y="83"/>
                  </a:lnTo>
                  <a:lnTo>
                    <a:pt x="497" y="85"/>
                  </a:lnTo>
                  <a:lnTo>
                    <a:pt x="495" y="87"/>
                  </a:lnTo>
                  <a:lnTo>
                    <a:pt x="490" y="90"/>
                  </a:lnTo>
                  <a:lnTo>
                    <a:pt x="485" y="92"/>
                  </a:lnTo>
                  <a:lnTo>
                    <a:pt x="483" y="95"/>
                  </a:lnTo>
                  <a:lnTo>
                    <a:pt x="478" y="97"/>
                  </a:lnTo>
                  <a:lnTo>
                    <a:pt x="476" y="99"/>
                  </a:lnTo>
                  <a:lnTo>
                    <a:pt x="471" y="102"/>
                  </a:lnTo>
                  <a:lnTo>
                    <a:pt x="469" y="104"/>
                  </a:lnTo>
                  <a:lnTo>
                    <a:pt x="464" y="106"/>
                  </a:lnTo>
                  <a:lnTo>
                    <a:pt x="462" y="106"/>
                  </a:lnTo>
                  <a:lnTo>
                    <a:pt x="457" y="109"/>
                  </a:lnTo>
                  <a:lnTo>
                    <a:pt x="455" y="111"/>
                  </a:lnTo>
                  <a:lnTo>
                    <a:pt x="450" y="114"/>
                  </a:lnTo>
                  <a:lnTo>
                    <a:pt x="448" y="116"/>
                  </a:lnTo>
                  <a:lnTo>
                    <a:pt x="443" y="118"/>
                  </a:lnTo>
                  <a:lnTo>
                    <a:pt x="438" y="121"/>
                  </a:lnTo>
                  <a:lnTo>
                    <a:pt x="436" y="123"/>
                  </a:lnTo>
                  <a:lnTo>
                    <a:pt x="431" y="125"/>
                  </a:lnTo>
                  <a:lnTo>
                    <a:pt x="429" y="128"/>
                  </a:lnTo>
                  <a:lnTo>
                    <a:pt x="424" y="130"/>
                  </a:lnTo>
                  <a:lnTo>
                    <a:pt x="421" y="132"/>
                  </a:lnTo>
                  <a:lnTo>
                    <a:pt x="417" y="135"/>
                  </a:lnTo>
                  <a:lnTo>
                    <a:pt x="414" y="137"/>
                  </a:lnTo>
                  <a:lnTo>
                    <a:pt x="410" y="140"/>
                  </a:lnTo>
                  <a:lnTo>
                    <a:pt x="407" y="142"/>
                  </a:lnTo>
                  <a:lnTo>
                    <a:pt x="403" y="144"/>
                  </a:lnTo>
                  <a:lnTo>
                    <a:pt x="400" y="147"/>
                  </a:lnTo>
                  <a:lnTo>
                    <a:pt x="393" y="151"/>
                  </a:lnTo>
                  <a:lnTo>
                    <a:pt x="386" y="156"/>
                  </a:lnTo>
                  <a:lnTo>
                    <a:pt x="384" y="158"/>
                  </a:lnTo>
                  <a:lnTo>
                    <a:pt x="379" y="163"/>
                  </a:lnTo>
                  <a:lnTo>
                    <a:pt x="374" y="166"/>
                  </a:lnTo>
                  <a:lnTo>
                    <a:pt x="372" y="168"/>
                  </a:lnTo>
                  <a:lnTo>
                    <a:pt x="367" y="173"/>
                  </a:lnTo>
                  <a:lnTo>
                    <a:pt x="365" y="175"/>
                  </a:lnTo>
                  <a:lnTo>
                    <a:pt x="362" y="177"/>
                  </a:lnTo>
                  <a:lnTo>
                    <a:pt x="360" y="180"/>
                  </a:lnTo>
                  <a:lnTo>
                    <a:pt x="355" y="182"/>
                  </a:lnTo>
                  <a:lnTo>
                    <a:pt x="353" y="187"/>
                  </a:lnTo>
                  <a:lnTo>
                    <a:pt x="348" y="189"/>
                  </a:lnTo>
                  <a:lnTo>
                    <a:pt x="346" y="192"/>
                  </a:lnTo>
                  <a:lnTo>
                    <a:pt x="341" y="196"/>
                  </a:lnTo>
                  <a:lnTo>
                    <a:pt x="339" y="199"/>
                  </a:lnTo>
                  <a:lnTo>
                    <a:pt x="336" y="201"/>
                  </a:lnTo>
                  <a:lnTo>
                    <a:pt x="332" y="203"/>
                  </a:lnTo>
                  <a:lnTo>
                    <a:pt x="329" y="208"/>
                  </a:lnTo>
                  <a:lnTo>
                    <a:pt x="324" y="211"/>
                  </a:lnTo>
                  <a:lnTo>
                    <a:pt x="322" y="213"/>
                  </a:lnTo>
                  <a:lnTo>
                    <a:pt x="317" y="218"/>
                  </a:lnTo>
                  <a:lnTo>
                    <a:pt x="315" y="220"/>
                  </a:lnTo>
                  <a:lnTo>
                    <a:pt x="313" y="222"/>
                  </a:lnTo>
                  <a:lnTo>
                    <a:pt x="308" y="227"/>
                  </a:lnTo>
                  <a:lnTo>
                    <a:pt x="303" y="229"/>
                  </a:lnTo>
                  <a:lnTo>
                    <a:pt x="301" y="232"/>
                  </a:lnTo>
                  <a:lnTo>
                    <a:pt x="298" y="232"/>
                  </a:lnTo>
                  <a:lnTo>
                    <a:pt x="291" y="234"/>
                  </a:lnTo>
                  <a:lnTo>
                    <a:pt x="287" y="234"/>
                  </a:lnTo>
                  <a:lnTo>
                    <a:pt x="275" y="237"/>
                  </a:lnTo>
                  <a:lnTo>
                    <a:pt x="263" y="239"/>
                  </a:lnTo>
                  <a:lnTo>
                    <a:pt x="258" y="241"/>
                  </a:lnTo>
                  <a:lnTo>
                    <a:pt x="249" y="244"/>
                  </a:lnTo>
                  <a:lnTo>
                    <a:pt x="239" y="244"/>
                  </a:lnTo>
                  <a:lnTo>
                    <a:pt x="227" y="246"/>
                  </a:lnTo>
                  <a:lnTo>
                    <a:pt x="218" y="248"/>
                  </a:lnTo>
                  <a:lnTo>
                    <a:pt x="218" y="256"/>
                  </a:lnTo>
                  <a:lnTo>
                    <a:pt x="218" y="263"/>
                  </a:lnTo>
                  <a:lnTo>
                    <a:pt x="218" y="270"/>
                  </a:lnTo>
                  <a:lnTo>
                    <a:pt x="218" y="277"/>
                  </a:lnTo>
                  <a:lnTo>
                    <a:pt x="218" y="277"/>
                  </a:lnTo>
                  <a:lnTo>
                    <a:pt x="218" y="284"/>
                  </a:lnTo>
                  <a:lnTo>
                    <a:pt x="218" y="291"/>
                  </a:lnTo>
                  <a:lnTo>
                    <a:pt x="218" y="298"/>
                  </a:lnTo>
                  <a:lnTo>
                    <a:pt x="218" y="305"/>
                  </a:lnTo>
                  <a:lnTo>
                    <a:pt x="218" y="312"/>
                  </a:lnTo>
                  <a:lnTo>
                    <a:pt x="218" y="315"/>
                  </a:lnTo>
                  <a:lnTo>
                    <a:pt x="218" y="317"/>
                  </a:lnTo>
                  <a:lnTo>
                    <a:pt x="218" y="324"/>
                  </a:lnTo>
                  <a:lnTo>
                    <a:pt x="218" y="331"/>
                  </a:lnTo>
                  <a:lnTo>
                    <a:pt x="218" y="338"/>
                  </a:lnTo>
                  <a:lnTo>
                    <a:pt x="218" y="345"/>
                  </a:lnTo>
                  <a:lnTo>
                    <a:pt x="218" y="353"/>
                  </a:lnTo>
                  <a:lnTo>
                    <a:pt x="218" y="360"/>
                  </a:lnTo>
                  <a:lnTo>
                    <a:pt x="218" y="362"/>
                  </a:lnTo>
                  <a:lnTo>
                    <a:pt x="218" y="369"/>
                  </a:lnTo>
                  <a:lnTo>
                    <a:pt x="218" y="369"/>
                  </a:lnTo>
                  <a:lnTo>
                    <a:pt x="218" y="369"/>
                  </a:lnTo>
                  <a:lnTo>
                    <a:pt x="216" y="369"/>
                  </a:lnTo>
                  <a:lnTo>
                    <a:pt x="216" y="371"/>
                  </a:lnTo>
                  <a:lnTo>
                    <a:pt x="216" y="371"/>
                  </a:lnTo>
                  <a:lnTo>
                    <a:pt x="216" y="376"/>
                  </a:lnTo>
                  <a:lnTo>
                    <a:pt x="216" y="379"/>
                  </a:lnTo>
                  <a:lnTo>
                    <a:pt x="216" y="379"/>
                  </a:lnTo>
                  <a:lnTo>
                    <a:pt x="216" y="379"/>
                  </a:lnTo>
                  <a:lnTo>
                    <a:pt x="216" y="383"/>
                  </a:lnTo>
                  <a:lnTo>
                    <a:pt x="216" y="390"/>
                  </a:lnTo>
                  <a:lnTo>
                    <a:pt x="216" y="395"/>
                  </a:lnTo>
                  <a:lnTo>
                    <a:pt x="216" y="400"/>
                  </a:lnTo>
                  <a:lnTo>
                    <a:pt x="216" y="402"/>
                  </a:lnTo>
                  <a:lnTo>
                    <a:pt x="216" y="402"/>
                  </a:lnTo>
                  <a:lnTo>
                    <a:pt x="213" y="405"/>
                  </a:lnTo>
                  <a:lnTo>
                    <a:pt x="211" y="405"/>
                  </a:lnTo>
                  <a:lnTo>
                    <a:pt x="211" y="407"/>
                  </a:lnTo>
                  <a:lnTo>
                    <a:pt x="209" y="407"/>
                  </a:lnTo>
                  <a:lnTo>
                    <a:pt x="204" y="419"/>
                  </a:lnTo>
                  <a:lnTo>
                    <a:pt x="204" y="421"/>
                  </a:lnTo>
                  <a:lnTo>
                    <a:pt x="204" y="421"/>
                  </a:lnTo>
                  <a:lnTo>
                    <a:pt x="204" y="424"/>
                  </a:lnTo>
                  <a:lnTo>
                    <a:pt x="204" y="424"/>
                  </a:lnTo>
                  <a:lnTo>
                    <a:pt x="206" y="424"/>
                  </a:lnTo>
                  <a:lnTo>
                    <a:pt x="206" y="424"/>
                  </a:lnTo>
                  <a:lnTo>
                    <a:pt x="206" y="424"/>
                  </a:lnTo>
                  <a:lnTo>
                    <a:pt x="206" y="424"/>
                  </a:lnTo>
                  <a:lnTo>
                    <a:pt x="204" y="426"/>
                  </a:lnTo>
                  <a:lnTo>
                    <a:pt x="204" y="426"/>
                  </a:lnTo>
                  <a:lnTo>
                    <a:pt x="201" y="428"/>
                  </a:lnTo>
                  <a:lnTo>
                    <a:pt x="201" y="428"/>
                  </a:lnTo>
                  <a:lnTo>
                    <a:pt x="201" y="431"/>
                  </a:lnTo>
                  <a:lnTo>
                    <a:pt x="199" y="435"/>
                  </a:lnTo>
                  <a:lnTo>
                    <a:pt x="199" y="438"/>
                  </a:lnTo>
                  <a:lnTo>
                    <a:pt x="199" y="440"/>
                  </a:lnTo>
                  <a:lnTo>
                    <a:pt x="199" y="440"/>
                  </a:lnTo>
                  <a:lnTo>
                    <a:pt x="197" y="442"/>
                  </a:lnTo>
                  <a:lnTo>
                    <a:pt x="197" y="442"/>
                  </a:lnTo>
                  <a:lnTo>
                    <a:pt x="192" y="442"/>
                  </a:lnTo>
                  <a:lnTo>
                    <a:pt x="190" y="445"/>
                  </a:lnTo>
                  <a:lnTo>
                    <a:pt x="185" y="450"/>
                  </a:lnTo>
                  <a:lnTo>
                    <a:pt x="180" y="452"/>
                  </a:lnTo>
                  <a:lnTo>
                    <a:pt x="180" y="454"/>
                  </a:lnTo>
                  <a:lnTo>
                    <a:pt x="180" y="459"/>
                  </a:lnTo>
                  <a:lnTo>
                    <a:pt x="178" y="459"/>
                  </a:lnTo>
                  <a:lnTo>
                    <a:pt x="178" y="459"/>
                  </a:lnTo>
                  <a:lnTo>
                    <a:pt x="173" y="459"/>
                  </a:lnTo>
                  <a:lnTo>
                    <a:pt x="164" y="457"/>
                  </a:lnTo>
                  <a:lnTo>
                    <a:pt x="156" y="457"/>
                  </a:lnTo>
                  <a:lnTo>
                    <a:pt x="154" y="457"/>
                  </a:lnTo>
                  <a:lnTo>
                    <a:pt x="154" y="457"/>
                  </a:lnTo>
                  <a:lnTo>
                    <a:pt x="152" y="457"/>
                  </a:lnTo>
                  <a:lnTo>
                    <a:pt x="152" y="457"/>
                  </a:lnTo>
                  <a:lnTo>
                    <a:pt x="152" y="457"/>
                  </a:lnTo>
                  <a:lnTo>
                    <a:pt x="152" y="459"/>
                  </a:lnTo>
                  <a:lnTo>
                    <a:pt x="152" y="461"/>
                  </a:lnTo>
                  <a:lnTo>
                    <a:pt x="149" y="461"/>
                  </a:lnTo>
                  <a:lnTo>
                    <a:pt x="145" y="461"/>
                  </a:lnTo>
                  <a:lnTo>
                    <a:pt x="140" y="461"/>
                  </a:lnTo>
                  <a:lnTo>
                    <a:pt x="135" y="461"/>
                  </a:lnTo>
                  <a:lnTo>
                    <a:pt x="128" y="461"/>
                  </a:lnTo>
                  <a:lnTo>
                    <a:pt x="123" y="461"/>
                  </a:lnTo>
                  <a:lnTo>
                    <a:pt x="119" y="461"/>
                  </a:lnTo>
                  <a:lnTo>
                    <a:pt x="114" y="461"/>
                  </a:lnTo>
                  <a:lnTo>
                    <a:pt x="109" y="461"/>
                  </a:lnTo>
                  <a:lnTo>
                    <a:pt x="102" y="461"/>
                  </a:lnTo>
                  <a:lnTo>
                    <a:pt x="97" y="461"/>
                  </a:lnTo>
                  <a:lnTo>
                    <a:pt x="93" y="461"/>
                  </a:lnTo>
                  <a:lnTo>
                    <a:pt x="88" y="464"/>
                  </a:lnTo>
                  <a:lnTo>
                    <a:pt x="83" y="464"/>
                  </a:lnTo>
                  <a:lnTo>
                    <a:pt x="78" y="464"/>
                  </a:lnTo>
                  <a:lnTo>
                    <a:pt x="71" y="464"/>
                  </a:lnTo>
                  <a:lnTo>
                    <a:pt x="67" y="464"/>
                  </a:lnTo>
                  <a:lnTo>
                    <a:pt x="64" y="464"/>
                  </a:lnTo>
                  <a:lnTo>
                    <a:pt x="62" y="464"/>
                  </a:lnTo>
                  <a:lnTo>
                    <a:pt x="59" y="464"/>
                  </a:lnTo>
                  <a:lnTo>
                    <a:pt x="57" y="469"/>
                  </a:lnTo>
                  <a:lnTo>
                    <a:pt x="52" y="473"/>
                  </a:lnTo>
                  <a:lnTo>
                    <a:pt x="48" y="476"/>
                  </a:lnTo>
                  <a:lnTo>
                    <a:pt x="43" y="480"/>
                  </a:lnTo>
                  <a:lnTo>
                    <a:pt x="43" y="480"/>
                  </a:lnTo>
                  <a:lnTo>
                    <a:pt x="41" y="480"/>
                  </a:lnTo>
                  <a:lnTo>
                    <a:pt x="33" y="480"/>
                  </a:lnTo>
                  <a:lnTo>
                    <a:pt x="31" y="480"/>
                  </a:lnTo>
                  <a:lnTo>
                    <a:pt x="31" y="483"/>
                  </a:lnTo>
                  <a:lnTo>
                    <a:pt x="29" y="483"/>
                  </a:lnTo>
                  <a:lnTo>
                    <a:pt x="29" y="483"/>
                  </a:lnTo>
                  <a:lnTo>
                    <a:pt x="19" y="480"/>
                  </a:lnTo>
                  <a:lnTo>
                    <a:pt x="17" y="480"/>
                  </a:lnTo>
                  <a:lnTo>
                    <a:pt x="15" y="480"/>
                  </a:lnTo>
                  <a:lnTo>
                    <a:pt x="12" y="480"/>
                  </a:lnTo>
                  <a:lnTo>
                    <a:pt x="10" y="480"/>
                  </a:lnTo>
                  <a:lnTo>
                    <a:pt x="3" y="480"/>
                  </a:lnTo>
                  <a:lnTo>
                    <a:pt x="3" y="480"/>
                  </a:lnTo>
                  <a:lnTo>
                    <a:pt x="3" y="480"/>
                  </a:lnTo>
                  <a:lnTo>
                    <a:pt x="3" y="485"/>
                  </a:lnTo>
                  <a:lnTo>
                    <a:pt x="3" y="485"/>
                  </a:lnTo>
                  <a:lnTo>
                    <a:pt x="3" y="485"/>
                  </a:lnTo>
                  <a:lnTo>
                    <a:pt x="3" y="487"/>
                  </a:lnTo>
                  <a:lnTo>
                    <a:pt x="3" y="487"/>
                  </a:lnTo>
                  <a:lnTo>
                    <a:pt x="3" y="490"/>
                  </a:lnTo>
                  <a:lnTo>
                    <a:pt x="3" y="492"/>
                  </a:lnTo>
                  <a:lnTo>
                    <a:pt x="3" y="495"/>
                  </a:lnTo>
                  <a:lnTo>
                    <a:pt x="0" y="504"/>
                  </a:lnTo>
                  <a:lnTo>
                    <a:pt x="0" y="506"/>
                  </a:lnTo>
                  <a:lnTo>
                    <a:pt x="3" y="509"/>
                  </a:lnTo>
                  <a:lnTo>
                    <a:pt x="3" y="511"/>
                  </a:lnTo>
                  <a:lnTo>
                    <a:pt x="10" y="518"/>
                  </a:lnTo>
                  <a:lnTo>
                    <a:pt x="12" y="521"/>
                  </a:lnTo>
                  <a:lnTo>
                    <a:pt x="12" y="521"/>
                  </a:lnTo>
                  <a:lnTo>
                    <a:pt x="12" y="521"/>
                  </a:lnTo>
                  <a:lnTo>
                    <a:pt x="12" y="521"/>
                  </a:lnTo>
                  <a:lnTo>
                    <a:pt x="12" y="523"/>
                  </a:lnTo>
                  <a:lnTo>
                    <a:pt x="12" y="523"/>
                  </a:lnTo>
                  <a:lnTo>
                    <a:pt x="12" y="525"/>
                  </a:lnTo>
                  <a:lnTo>
                    <a:pt x="10" y="528"/>
                  </a:lnTo>
                  <a:lnTo>
                    <a:pt x="10" y="528"/>
                  </a:lnTo>
                  <a:lnTo>
                    <a:pt x="10" y="528"/>
                  </a:lnTo>
                  <a:lnTo>
                    <a:pt x="12" y="528"/>
                  </a:lnTo>
                  <a:lnTo>
                    <a:pt x="12" y="530"/>
                  </a:lnTo>
                  <a:lnTo>
                    <a:pt x="12" y="530"/>
                  </a:lnTo>
                  <a:lnTo>
                    <a:pt x="12" y="530"/>
                  </a:lnTo>
                  <a:lnTo>
                    <a:pt x="12" y="530"/>
                  </a:lnTo>
                  <a:lnTo>
                    <a:pt x="12" y="530"/>
                  </a:lnTo>
                  <a:lnTo>
                    <a:pt x="12" y="532"/>
                  </a:lnTo>
                  <a:lnTo>
                    <a:pt x="12" y="532"/>
                  </a:lnTo>
                  <a:lnTo>
                    <a:pt x="12" y="532"/>
                  </a:lnTo>
                  <a:lnTo>
                    <a:pt x="12" y="532"/>
                  </a:lnTo>
                  <a:lnTo>
                    <a:pt x="15" y="532"/>
                  </a:lnTo>
                  <a:lnTo>
                    <a:pt x="15" y="535"/>
                  </a:lnTo>
                  <a:lnTo>
                    <a:pt x="15" y="535"/>
                  </a:lnTo>
                  <a:lnTo>
                    <a:pt x="15" y="535"/>
                  </a:lnTo>
                  <a:lnTo>
                    <a:pt x="17" y="537"/>
                  </a:lnTo>
                  <a:lnTo>
                    <a:pt x="17" y="537"/>
                  </a:lnTo>
                  <a:lnTo>
                    <a:pt x="17" y="537"/>
                  </a:lnTo>
                  <a:lnTo>
                    <a:pt x="17" y="540"/>
                  </a:lnTo>
                  <a:lnTo>
                    <a:pt x="17" y="540"/>
                  </a:lnTo>
                  <a:lnTo>
                    <a:pt x="17" y="540"/>
                  </a:lnTo>
                  <a:lnTo>
                    <a:pt x="17" y="540"/>
                  </a:lnTo>
                  <a:lnTo>
                    <a:pt x="17" y="540"/>
                  </a:lnTo>
                  <a:lnTo>
                    <a:pt x="19" y="542"/>
                  </a:lnTo>
                  <a:lnTo>
                    <a:pt x="19" y="542"/>
                  </a:lnTo>
                  <a:lnTo>
                    <a:pt x="19" y="542"/>
                  </a:lnTo>
                  <a:lnTo>
                    <a:pt x="19" y="544"/>
                  </a:lnTo>
                  <a:lnTo>
                    <a:pt x="22" y="544"/>
                  </a:lnTo>
                  <a:lnTo>
                    <a:pt x="22" y="544"/>
                  </a:lnTo>
                  <a:lnTo>
                    <a:pt x="22" y="547"/>
                  </a:lnTo>
                  <a:lnTo>
                    <a:pt x="24" y="547"/>
                  </a:lnTo>
                  <a:lnTo>
                    <a:pt x="24" y="547"/>
                  </a:lnTo>
                  <a:lnTo>
                    <a:pt x="24" y="549"/>
                  </a:lnTo>
                  <a:lnTo>
                    <a:pt x="24" y="549"/>
                  </a:lnTo>
                  <a:lnTo>
                    <a:pt x="24" y="549"/>
                  </a:lnTo>
                  <a:lnTo>
                    <a:pt x="24" y="551"/>
                  </a:lnTo>
                  <a:lnTo>
                    <a:pt x="24" y="551"/>
                  </a:lnTo>
                  <a:lnTo>
                    <a:pt x="31" y="551"/>
                  </a:lnTo>
                  <a:lnTo>
                    <a:pt x="33" y="551"/>
                  </a:lnTo>
                  <a:lnTo>
                    <a:pt x="33" y="551"/>
                  </a:lnTo>
                  <a:lnTo>
                    <a:pt x="33" y="551"/>
                  </a:lnTo>
                  <a:lnTo>
                    <a:pt x="33" y="554"/>
                  </a:lnTo>
                  <a:lnTo>
                    <a:pt x="33" y="554"/>
                  </a:lnTo>
                  <a:lnTo>
                    <a:pt x="33" y="554"/>
                  </a:lnTo>
                  <a:lnTo>
                    <a:pt x="33" y="554"/>
                  </a:lnTo>
                  <a:lnTo>
                    <a:pt x="33" y="554"/>
                  </a:lnTo>
                  <a:lnTo>
                    <a:pt x="33" y="554"/>
                  </a:lnTo>
                  <a:lnTo>
                    <a:pt x="36" y="554"/>
                  </a:lnTo>
                  <a:lnTo>
                    <a:pt x="38" y="554"/>
                  </a:lnTo>
                  <a:lnTo>
                    <a:pt x="41" y="556"/>
                  </a:lnTo>
                  <a:lnTo>
                    <a:pt x="43" y="556"/>
                  </a:lnTo>
                  <a:lnTo>
                    <a:pt x="45" y="558"/>
                  </a:lnTo>
                  <a:lnTo>
                    <a:pt x="45" y="561"/>
                  </a:lnTo>
                  <a:lnTo>
                    <a:pt x="45" y="563"/>
                  </a:lnTo>
                  <a:lnTo>
                    <a:pt x="48" y="566"/>
                  </a:lnTo>
                  <a:lnTo>
                    <a:pt x="55" y="568"/>
                  </a:lnTo>
                  <a:lnTo>
                    <a:pt x="55" y="568"/>
                  </a:lnTo>
                  <a:lnTo>
                    <a:pt x="57" y="568"/>
                  </a:lnTo>
                  <a:lnTo>
                    <a:pt x="57" y="568"/>
                  </a:lnTo>
                  <a:lnTo>
                    <a:pt x="59" y="568"/>
                  </a:lnTo>
                  <a:lnTo>
                    <a:pt x="59" y="570"/>
                  </a:lnTo>
                  <a:lnTo>
                    <a:pt x="59" y="570"/>
                  </a:lnTo>
                  <a:lnTo>
                    <a:pt x="57" y="570"/>
                  </a:lnTo>
                  <a:lnTo>
                    <a:pt x="57" y="570"/>
                  </a:lnTo>
                  <a:lnTo>
                    <a:pt x="55" y="568"/>
                  </a:lnTo>
                  <a:lnTo>
                    <a:pt x="55" y="570"/>
                  </a:lnTo>
                  <a:lnTo>
                    <a:pt x="55" y="570"/>
                  </a:lnTo>
                  <a:lnTo>
                    <a:pt x="55" y="573"/>
                  </a:lnTo>
                  <a:lnTo>
                    <a:pt x="55" y="573"/>
                  </a:lnTo>
                  <a:lnTo>
                    <a:pt x="52" y="570"/>
                  </a:lnTo>
                  <a:lnTo>
                    <a:pt x="50" y="570"/>
                  </a:lnTo>
                  <a:lnTo>
                    <a:pt x="45" y="568"/>
                  </a:lnTo>
                  <a:lnTo>
                    <a:pt x="45" y="568"/>
                  </a:lnTo>
                  <a:lnTo>
                    <a:pt x="43" y="570"/>
                  </a:lnTo>
                  <a:lnTo>
                    <a:pt x="43" y="575"/>
                  </a:lnTo>
                  <a:lnTo>
                    <a:pt x="43" y="580"/>
                  </a:lnTo>
                  <a:lnTo>
                    <a:pt x="43" y="584"/>
                  </a:lnTo>
                  <a:lnTo>
                    <a:pt x="43" y="584"/>
                  </a:lnTo>
                  <a:lnTo>
                    <a:pt x="43" y="587"/>
                  </a:lnTo>
                  <a:lnTo>
                    <a:pt x="45" y="587"/>
                  </a:lnTo>
                  <a:lnTo>
                    <a:pt x="45" y="587"/>
                  </a:lnTo>
                  <a:lnTo>
                    <a:pt x="50" y="589"/>
                  </a:lnTo>
                  <a:lnTo>
                    <a:pt x="52" y="589"/>
                  </a:lnTo>
                  <a:lnTo>
                    <a:pt x="55" y="592"/>
                  </a:lnTo>
                  <a:lnTo>
                    <a:pt x="57" y="594"/>
                  </a:lnTo>
                  <a:lnTo>
                    <a:pt x="62" y="599"/>
                  </a:lnTo>
                  <a:lnTo>
                    <a:pt x="64" y="599"/>
                  </a:lnTo>
                  <a:lnTo>
                    <a:pt x="67" y="603"/>
                  </a:lnTo>
                  <a:lnTo>
                    <a:pt x="71" y="606"/>
                  </a:lnTo>
                  <a:lnTo>
                    <a:pt x="74" y="608"/>
                  </a:lnTo>
                  <a:lnTo>
                    <a:pt x="76" y="608"/>
                  </a:lnTo>
                  <a:lnTo>
                    <a:pt x="78" y="608"/>
                  </a:lnTo>
                  <a:lnTo>
                    <a:pt x="83" y="611"/>
                  </a:lnTo>
                  <a:lnTo>
                    <a:pt x="90" y="611"/>
                  </a:lnTo>
                  <a:lnTo>
                    <a:pt x="90" y="611"/>
                  </a:lnTo>
                  <a:lnTo>
                    <a:pt x="93" y="611"/>
                  </a:lnTo>
                  <a:lnTo>
                    <a:pt x="93" y="608"/>
                  </a:lnTo>
                  <a:lnTo>
                    <a:pt x="93" y="608"/>
                  </a:lnTo>
                  <a:lnTo>
                    <a:pt x="93" y="606"/>
                  </a:lnTo>
                  <a:lnTo>
                    <a:pt x="95" y="606"/>
                  </a:lnTo>
                  <a:lnTo>
                    <a:pt x="95" y="606"/>
                  </a:lnTo>
                  <a:lnTo>
                    <a:pt x="95" y="606"/>
                  </a:lnTo>
                  <a:lnTo>
                    <a:pt x="95" y="606"/>
                  </a:lnTo>
                  <a:lnTo>
                    <a:pt x="95" y="606"/>
                  </a:lnTo>
                  <a:lnTo>
                    <a:pt x="95" y="606"/>
                  </a:lnTo>
                  <a:lnTo>
                    <a:pt x="97" y="603"/>
                  </a:lnTo>
                  <a:lnTo>
                    <a:pt x="97" y="603"/>
                  </a:lnTo>
                  <a:lnTo>
                    <a:pt x="102" y="603"/>
                  </a:lnTo>
                  <a:lnTo>
                    <a:pt x="104" y="606"/>
                  </a:lnTo>
                  <a:lnTo>
                    <a:pt x="107" y="606"/>
                  </a:lnTo>
                  <a:lnTo>
                    <a:pt x="107" y="608"/>
                  </a:lnTo>
                  <a:lnTo>
                    <a:pt x="107" y="608"/>
                  </a:lnTo>
                  <a:lnTo>
                    <a:pt x="107" y="608"/>
                  </a:lnTo>
                  <a:lnTo>
                    <a:pt x="107" y="608"/>
                  </a:lnTo>
                  <a:lnTo>
                    <a:pt x="109" y="611"/>
                  </a:lnTo>
                  <a:lnTo>
                    <a:pt x="109" y="611"/>
                  </a:lnTo>
                  <a:lnTo>
                    <a:pt x="109" y="611"/>
                  </a:lnTo>
                  <a:lnTo>
                    <a:pt x="109" y="611"/>
                  </a:lnTo>
                  <a:lnTo>
                    <a:pt x="109" y="615"/>
                  </a:lnTo>
                  <a:lnTo>
                    <a:pt x="112" y="615"/>
                  </a:lnTo>
                  <a:lnTo>
                    <a:pt x="112" y="615"/>
                  </a:lnTo>
                  <a:lnTo>
                    <a:pt x="112" y="618"/>
                  </a:lnTo>
                  <a:lnTo>
                    <a:pt x="112" y="618"/>
                  </a:lnTo>
                  <a:lnTo>
                    <a:pt x="112" y="618"/>
                  </a:lnTo>
                  <a:lnTo>
                    <a:pt x="112" y="618"/>
                  </a:lnTo>
                  <a:lnTo>
                    <a:pt x="112" y="618"/>
                  </a:lnTo>
                  <a:lnTo>
                    <a:pt x="112" y="620"/>
                  </a:lnTo>
                  <a:lnTo>
                    <a:pt x="112" y="620"/>
                  </a:lnTo>
                  <a:lnTo>
                    <a:pt x="112" y="620"/>
                  </a:lnTo>
                  <a:lnTo>
                    <a:pt x="112" y="620"/>
                  </a:lnTo>
                  <a:lnTo>
                    <a:pt x="107" y="622"/>
                  </a:lnTo>
                  <a:lnTo>
                    <a:pt x="107" y="620"/>
                  </a:lnTo>
                  <a:lnTo>
                    <a:pt x="107" y="620"/>
                  </a:lnTo>
                  <a:lnTo>
                    <a:pt x="107" y="620"/>
                  </a:lnTo>
                  <a:lnTo>
                    <a:pt x="107" y="620"/>
                  </a:lnTo>
                  <a:lnTo>
                    <a:pt x="107" y="622"/>
                  </a:lnTo>
                  <a:lnTo>
                    <a:pt x="107" y="622"/>
                  </a:lnTo>
                  <a:lnTo>
                    <a:pt x="102" y="622"/>
                  </a:lnTo>
                  <a:lnTo>
                    <a:pt x="102" y="622"/>
                  </a:lnTo>
                  <a:lnTo>
                    <a:pt x="102" y="625"/>
                  </a:lnTo>
                  <a:lnTo>
                    <a:pt x="102" y="627"/>
                  </a:lnTo>
                  <a:lnTo>
                    <a:pt x="104" y="629"/>
                  </a:lnTo>
                  <a:lnTo>
                    <a:pt x="109" y="634"/>
                  </a:lnTo>
                  <a:lnTo>
                    <a:pt x="114" y="641"/>
                  </a:lnTo>
                  <a:lnTo>
                    <a:pt x="116" y="646"/>
                  </a:lnTo>
                  <a:lnTo>
                    <a:pt x="119" y="648"/>
                  </a:lnTo>
                  <a:lnTo>
                    <a:pt x="119" y="648"/>
                  </a:lnTo>
                  <a:lnTo>
                    <a:pt x="119" y="648"/>
                  </a:lnTo>
                  <a:lnTo>
                    <a:pt x="119" y="646"/>
                  </a:lnTo>
                  <a:lnTo>
                    <a:pt x="119" y="646"/>
                  </a:lnTo>
                  <a:lnTo>
                    <a:pt x="119" y="646"/>
                  </a:lnTo>
                  <a:lnTo>
                    <a:pt x="121" y="646"/>
                  </a:lnTo>
                  <a:lnTo>
                    <a:pt x="121" y="646"/>
                  </a:lnTo>
                  <a:lnTo>
                    <a:pt x="121" y="646"/>
                  </a:lnTo>
                  <a:lnTo>
                    <a:pt x="121" y="644"/>
                  </a:lnTo>
                  <a:lnTo>
                    <a:pt x="121" y="644"/>
                  </a:lnTo>
                  <a:lnTo>
                    <a:pt x="123" y="644"/>
                  </a:lnTo>
                  <a:lnTo>
                    <a:pt x="123" y="644"/>
                  </a:lnTo>
                  <a:lnTo>
                    <a:pt x="123" y="644"/>
                  </a:lnTo>
                  <a:lnTo>
                    <a:pt x="123" y="644"/>
                  </a:lnTo>
                  <a:lnTo>
                    <a:pt x="123" y="644"/>
                  </a:lnTo>
                  <a:lnTo>
                    <a:pt x="123" y="644"/>
                  </a:lnTo>
                  <a:lnTo>
                    <a:pt x="123" y="641"/>
                  </a:lnTo>
                  <a:lnTo>
                    <a:pt x="121" y="641"/>
                  </a:lnTo>
                  <a:lnTo>
                    <a:pt x="121" y="641"/>
                  </a:lnTo>
                  <a:lnTo>
                    <a:pt x="121" y="641"/>
                  </a:lnTo>
                  <a:lnTo>
                    <a:pt x="121" y="641"/>
                  </a:lnTo>
                  <a:lnTo>
                    <a:pt x="119" y="637"/>
                  </a:lnTo>
                  <a:lnTo>
                    <a:pt x="119" y="632"/>
                  </a:lnTo>
                  <a:lnTo>
                    <a:pt x="119" y="632"/>
                  </a:lnTo>
                  <a:lnTo>
                    <a:pt x="119" y="629"/>
                  </a:lnTo>
                  <a:lnTo>
                    <a:pt x="121" y="629"/>
                  </a:lnTo>
                  <a:lnTo>
                    <a:pt x="121" y="629"/>
                  </a:lnTo>
                  <a:lnTo>
                    <a:pt x="121" y="629"/>
                  </a:lnTo>
                  <a:lnTo>
                    <a:pt x="123" y="629"/>
                  </a:lnTo>
                  <a:lnTo>
                    <a:pt x="123" y="629"/>
                  </a:lnTo>
                  <a:lnTo>
                    <a:pt x="123" y="629"/>
                  </a:lnTo>
                  <a:lnTo>
                    <a:pt x="123" y="629"/>
                  </a:lnTo>
                  <a:lnTo>
                    <a:pt x="123" y="629"/>
                  </a:lnTo>
                  <a:lnTo>
                    <a:pt x="123" y="629"/>
                  </a:lnTo>
                  <a:lnTo>
                    <a:pt x="123" y="629"/>
                  </a:lnTo>
                  <a:lnTo>
                    <a:pt x="126" y="629"/>
                  </a:lnTo>
                  <a:lnTo>
                    <a:pt x="126" y="627"/>
                  </a:lnTo>
                  <a:lnTo>
                    <a:pt x="126" y="627"/>
                  </a:lnTo>
                  <a:lnTo>
                    <a:pt x="126" y="627"/>
                  </a:lnTo>
                  <a:lnTo>
                    <a:pt x="126" y="627"/>
                  </a:lnTo>
                  <a:lnTo>
                    <a:pt x="126" y="627"/>
                  </a:lnTo>
                  <a:lnTo>
                    <a:pt x="126" y="629"/>
                  </a:lnTo>
                  <a:lnTo>
                    <a:pt x="126" y="629"/>
                  </a:lnTo>
                  <a:lnTo>
                    <a:pt x="128" y="629"/>
                  </a:lnTo>
                  <a:lnTo>
                    <a:pt x="128" y="629"/>
                  </a:lnTo>
                  <a:lnTo>
                    <a:pt x="128" y="627"/>
                  </a:lnTo>
                  <a:lnTo>
                    <a:pt x="128" y="627"/>
                  </a:lnTo>
                  <a:lnTo>
                    <a:pt x="130" y="627"/>
                  </a:lnTo>
                  <a:lnTo>
                    <a:pt x="130" y="627"/>
                  </a:lnTo>
                  <a:lnTo>
                    <a:pt x="130" y="627"/>
                  </a:lnTo>
                  <a:lnTo>
                    <a:pt x="130" y="627"/>
                  </a:lnTo>
                  <a:lnTo>
                    <a:pt x="130" y="627"/>
                  </a:lnTo>
                  <a:lnTo>
                    <a:pt x="133" y="627"/>
                  </a:lnTo>
                  <a:lnTo>
                    <a:pt x="133" y="627"/>
                  </a:lnTo>
                  <a:lnTo>
                    <a:pt x="135" y="627"/>
                  </a:lnTo>
                  <a:lnTo>
                    <a:pt x="135" y="627"/>
                  </a:lnTo>
                  <a:lnTo>
                    <a:pt x="135" y="625"/>
                  </a:lnTo>
                  <a:lnTo>
                    <a:pt x="135" y="625"/>
                  </a:lnTo>
                  <a:lnTo>
                    <a:pt x="135" y="625"/>
                  </a:lnTo>
                  <a:lnTo>
                    <a:pt x="135" y="625"/>
                  </a:lnTo>
                  <a:lnTo>
                    <a:pt x="135" y="625"/>
                  </a:lnTo>
                  <a:lnTo>
                    <a:pt x="138" y="625"/>
                  </a:lnTo>
                  <a:lnTo>
                    <a:pt x="138" y="625"/>
                  </a:lnTo>
                  <a:lnTo>
                    <a:pt x="138" y="625"/>
                  </a:lnTo>
                  <a:lnTo>
                    <a:pt x="138" y="625"/>
                  </a:lnTo>
                  <a:lnTo>
                    <a:pt x="140" y="622"/>
                  </a:lnTo>
                  <a:lnTo>
                    <a:pt x="140" y="622"/>
                  </a:lnTo>
                  <a:lnTo>
                    <a:pt x="140" y="622"/>
                  </a:lnTo>
                  <a:lnTo>
                    <a:pt x="142" y="622"/>
                  </a:lnTo>
                  <a:lnTo>
                    <a:pt x="142" y="622"/>
                  </a:lnTo>
                  <a:lnTo>
                    <a:pt x="142" y="622"/>
                  </a:lnTo>
                  <a:lnTo>
                    <a:pt x="145" y="622"/>
                  </a:lnTo>
                  <a:lnTo>
                    <a:pt x="147" y="625"/>
                  </a:lnTo>
                  <a:lnTo>
                    <a:pt x="147" y="625"/>
                  </a:lnTo>
                  <a:lnTo>
                    <a:pt x="149" y="625"/>
                  </a:lnTo>
                  <a:lnTo>
                    <a:pt x="149" y="625"/>
                  </a:lnTo>
                  <a:lnTo>
                    <a:pt x="149" y="627"/>
                  </a:lnTo>
                  <a:lnTo>
                    <a:pt x="149" y="627"/>
                  </a:lnTo>
                  <a:lnTo>
                    <a:pt x="149" y="627"/>
                  </a:lnTo>
                  <a:lnTo>
                    <a:pt x="152" y="627"/>
                  </a:lnTo>
                  <a:lnTo>
                    <a:pt x="152" y="627"/>
                  </a:lnTo>
                  <a:lnTo>
                    <a:pt x="152" y="627"/>
                  </a:lnTo>
                  <a:lnTo>
                    <a:pt x="154" y="629"/>
                  </a:lnTo>
                  <a:lnTo>
                    <a:pt x="154" y="629"/>
                  </a:lnTo>
                  <a:lnTo>
                    <a:pt x="156" y="632"/>
                  </a:lnTo>
                  <a:lnTo>
                    <a:pt x="166" y="641"/>
                  </a:lnTo>
                  <a:lnTo>
                    <a:pt x="166" y="641"/>
                  </a:lnTo>
                  <a:lnTo>
                    <a:pt x="166" y="641"/>
                  </a:lnTo>
                  <a:lnTo>
                    <a:pt x="166" y="641"/>
                  </a:lnTo>
                  <a:lnTo>
                    <a:pt x="166" y="644"/>
                  </a:lnTo>
                  <a:lnTo>
                    <a:pt x="166" y="644"/>
                  </a:lnTo>
                  <a:lnTo>
                    <a:pt x="166" y="646"/>
                  </a:lnTo>
                  <a:lnTo>
                    <a:pt x="168" y="648"/>
                  </a:lnTo>
                  <a:lnTo>
                    <a:pt x="168" y="648"/>
                  </a:lnTo>
                  <a:lnTo>
                    <a:pt x="168" y="648"/>
                  </a:lnTo>
                  <a:lnTo>
                    <a:pt x="171" y="648"/>
                  </a:lnTo>
                  <a:lnTo>
                    <a:pt x="171" y="648"/>
                  </a:lnTo>
                  <a:lnTo>
                    <a:pt x="171" y="648"/>
                  </a:lnTo>
                  <a:lnTo>
                    <a:pt x="173" y="648"/>
                  </a:lnTo>
                  <a:lnTo>
                    <a:pt x="173" y="648"/>
                  </a:lnTo>
                  <a:lnTo>
                    <a:pt x="173" y="648"/>
                  </a:lnTo>
                  <a:lnTo>
                    <a:pt x="173" y="648"/>
                  </a:lnTo>
                  <a:lnTo>
                    <a:pt x="175" y="651"/>
                  </a:lnTo>
                  <a:lnTo>
                    <a:pt x="178" y="651"/>
                  </a:lnTo>
                  <a:lnTo>
                    <a:pt x="178" y="653"/>
                  </a:lnTo>
                  <a:lnTo>
                    <a:pt x="180" y="653"/>
                  </a:lnTo>
                  <a:lnTo>
                    <a:pt x="180" y="655"/>
                  </a:lnTo>
                  <a:lnTo>
                    <a:pt x="182" y="655"/>
                  </a:lnTo>
                  <a:lnTo>
                    <a:pt x="182" y="655"/>
                  </a:lnTo>
                  <a:lnTo>
                    <a:pt x="182" y="655"/>
                  </a:lnTo>
                  <a:lnTo>
                    <a:pt x="182" y="655"/>
                  </a:lnTo>
                  <a:lnTo>
                    <a:pt x="182" y="658"/>
                  </a:lnTo>
                  <a:lnTo>
                    <a:pt x="182" y="658"/>
                  </a:lnTo>
                  <a:lnTo>
                    <a:pt x="182" y="658"/>
                  </a:lnTo>
                  <a:lnTo>
                    <a:pt x="182" y="658"/>
                  </a:lnTo>
                  <a:lnTo>
                    <a:pt x="182" y="658"/>
                  </a:lnTo>
                  <a:lnTo>
                    <a:pt x="185" y="660"/>
                  </a:lnTo>
                  <a:lnTo>
                    <a:pt x="185" y="660"/>
                  </a:lnTo>
                  <a:lnTo>
                    <a:pt x="187" y="658"/>
                  </a:lnTo>
                  <a:lnTo>
                    <a:pt x="187" y="658"/>
                  </a:lnTo>
                  <a:lnTo>
                    <a:pt x="187" y="655"/>
                  </a:lnTo>
                  <a:lnTo>
                    <a:pt x="187" y="655"/>
                  </a:lnTo>
                  <a:lnTo>
                    <a:pt x="187" y="653"/>
                  </a:lnTo>
                  <a:lnTo>
                    <a:pt x="185" y="653"/>
                  </a:lnTo>
                  <a:lnTo>
                    <a:pt x="185" y="653"/>
                  </a:lnTo>
                  <a:lnTo>
                    <a:pt x="185" y="653"/>
                  </a:lnTo>
                  <a:lnTo>
                    <a:pt x="185" y="653"/>
                  </a:lnTo>
                  <a:lnTo>
                    <a:pt x="185" y="651"/>
                  </a:lnTo>
                  <a:lnTo>
                    <a:pt x="185" y="648"/>
                  </a:lnTo>
                  <a:lnTo>
                    <a:pt x="185" y="648"/>
                  </a:lnTo>
                  <a:lnTo>
                    <a:pt x="185" y="646"/>
                  </a:lnTo>
                  <a:lnTo>
                    <a:pt x="187" y="646"/>
                  </a:lnTo>
                  <a:lnTo>
                    <a:pt x="187" y="644"/>
                  </a:lnTo>
                  <a:lnTo>
                    <a:pt x="187" y="641"/>
                  </a:lnTo>
                  <a:lnTo>
                    <a:pt x="185" y="639"/>
                  </a:lnTo>
                  <a:lnTo>
                    <a:pt x="185" y="637"/>
                  </a:lnTo>
                  <a:lnTo>
                    <a:pt x="187" y="629"/>
                  </a:lnTo>
                  <a:lnTo>
                    <a:pt x="187" y="615"/>
                  </a:lnTo>
                  <a:lnTo>
                    <a:pt x="187" y="615"/>
                  </a:lnTo>
                  <a:lnTo>
                    <a:pt x="199" y="606"/>
                  </a:lnTo>
                  <a:lnTo>
                    <a:pt x="201" y="603"/>
                  </a:lnTo>
                  <a:lnTo>
                    <a:pt x="211" y="589"/>
                  </a:lnTo>
                  <a:lnTo>
                    <a:pt x="213" y="577"/>
                  </a:lnTo>
                  <a:lnTo>
                    <a:pt x="213" y="575"/>
                  </a:lnTo>
                  <a:lnTo>
                    <a:pt x="213" y="563"/>
                  </a:lnTo>
                  <a:lnTo>
                    <a:pt x="216" y="563"/>
                  </a:lnTo>
                  <a:lnTo>
                    <a:pt x="218" y="563"/>
                  </a:lnTo>
                  <a:lnTo>
                    <a:pt x="218" y="561"/>
                  </a:lnTo>
                  <a:lnTo>
                    <a:pt x="227" y="554"/>
                  </a:lnTo>
                  <a:lnTo>
                    <a:pt x="230" y="551"/>
                  </a:lnTo>
                  <a:lnTo>
                    <a:pt x="232" y="551"/>
                  </a:lnTo>
                  <a:lnTo>
                    <a:pt x="239" y="549"/>
                  </a:lnTo>
                  <a:lnTo>
                    <a:pt x="249" y="547"/>
                  </a:lnTo>
                  <a:lnTo>
                    <a:pt x="251" y="547"/>
                  </a:lnTo>
                  <a:lnTo>
                    <a:pt x="253" y="547"/>
                  </a:lnTo>
                  <a:lnTo>
                    <a:pt x="253" y="549"/>
                  </a:lnTo>
                  <a:lnTo>
                    <a:pt x="256" y="549"/>
                  </a:lnTo>
                  <a:lnTo>
                    <a:pt x="258" y="549"/>
                  </a:lnTo>
                  <a:lnTo>
                    <a:pt x="263" y="549"/>
                  </a:lnTo>
                  <a:lnTo>
                    <a:pt x="272" y="549"/>
                  </a:lnTo>
                  <a:lnTo>
                    <a:pt x="272" y="549"/>
                  </a:lnTo>
                  <a:lnTo>
                    <a:pt x="275" y="547"/>
                  </a:lnTo>
                  <a:lnTo>
                    <a:pt x="275" y="547"/>
                  </a:lnTo>
                  <a:lnTo>
                    <a:pt x="277" y="547"/>
                  </a:lnTo>
                  <a:lnTo>
                    <a:pt x="277" y="544"/>
                  </a:lnTo>
                  <a:lnTo>
                    <a:pt x="277" y="542"/>
                  </a:lnTo>
                  <a:lnTo>
                    <a:pt x="280" y="542"/>
                  </a:lnTo>
                  <a:lnTo>
                    <a:pt x="287" y="540"/>
                  </a:lnTo>
                  <a:lnTo>
                    <a:pt x="289" y="542"/>
                  </a:lnTo>
                  <a:lnTo>
                    <a:pt x="303" y="547"/>
                  </a:lnTo>
                  <a:lnTo>
                    <a:pt x="320" y="554"/>
                  </a:lnTo>
                  <a:lnTo>
                    <a:pt x="320" y="554"/>
                  </a:lnTo>
                  <a:lnTo>
                    <a:pt x="320" y="554"/>
                  </a:lnTo>
                  <a:lnTo>
                    <a:pt x="320" y="554"/>
                  </a:lnTo>
                  <a:lnTo>
                    <a:pt x="322" y="554"/>
                  </a:lnTo>
                  <a:lnTo>
                    <a:pt x="324" y="551"/>
                  </a:lnTo>
                  <a:lnTo>
                    <a:pt x="324" y="551"/>
                  </a:lnTo>
                  <a:lnTo>
                    <a:pt x="327" y="551"/>
                  </a:lnTo>
                  <a:lnTo>
                    <a:pt x="329" y="551"/>
                  </a:lnTo>
                  <a:lnTo>
                    <a:pt x="332" y="554"/>
                  </a:lnTo>
                  <a:lnTo>
                    <a:pt x="341" y="561"/>
                  </a:lnTo>
                  <a:lnTo>
                    <a:pt x="348" y="570"/>
                  </a:lnTo>
                  <a:lnTo>
                    <a:pt x="353" y="580"/>
                  </a:lnTo>
                  <a:lnTo>
                    <a:pt x="355" y="582"/>
                  </a:lnTo>
                  <a:lnTo>
                    <a:pt x="358" y="584"/>
                  </a:lnTo>
                  <a:lnTo>
                    <a:pt x="360" y="587"/>
                  </a:lnTo>
                  <a:lnTo>
                    <a:pt x="362" y="589"/>
                  </a:lnTo>
                  <a:lnTo>
                    <a:pt x="362" y="589"/>
                  </a:lnTo>
                  <a:lnTo>
                    <a:pt x="365" y="589"/>
                  </a:lnTo>
                  <a:lnTo>
                    <a:pt x="369" y="589"/>
                  </a:lnTo>
                  <a:lnTo>
                    <a:pt x="369" y="589"/>
                  </a:lnTo>
                  <a:lnTo>
                    <a:pt x="369" y="589"/>
                  </a:lnTo>
                  <a:lnTo>
                    <a:pt x="372" y="589"/>
                  </a:lnTo>
                  <a:lnTo>
                    <a:pt x="374" y="587"/>
                  </a:lnTo>
                  <a:lnTo>
                    <a:pt x="377" y="582"/>
                  </a:lnTo>
                  <a:lnTo>
                    <a:pt x="379" y="582"/>
                  </a:lnTo>
                  <a:lnTo>
                    <a:pt x="384" y="582"/>
                  </a:lnTo>
                  <a:lnTo>
                    <a:pt x="386" y="582"/>
                  </a:lnTo>
                  <a:lnTo>
                    <a:pt x="388" y="582"/>
                  </a:lnTo>
                  <a:lnTo>
                    <a:pt x="407" y="570"/>
                  </a:lnTo>
                  <a:lnTo>
                    <a:pt x="407" y="570"/>
                  </a:lnTo>
                  <a:lnTo>
                    <a:pt x="410" y="570"/>
                  </a:lnTo>
                  <a:lnTo>
                    <a:pt x="424" y="573"/>
                  </a:lnTo>
                  <a:lnTo>
                    <a:pt x="426" y="573"/>
                  </a:lnTo>
                  <a:lnTo>
                    <a:pt x="426" y="573"/>
                  </a:lnTo>
                  <a:lnTo>
                    <a:pt x="426" y="575"/>
                  </a:lnTo>
                  <a:lnTo>
                    <a:pt x="429" y="575"/>
                  </a:lnTo>
                  <a:lnTo>
                    <a:pt x="431" y="577"/>
                  </a:lnTo>
                  <a:lnTo>
                    <a:pt x="431" y="577"/>
                  </a:lnTo>
                  <a:lnTo>
                    <a:pt x="433" y="577"/>
                  </a:lnTo>
                  <a:lnTo>
                    <a:pt x="433" y="577"/>
                  </a:lnTo>
                  <a:lnTo>
                    <a:pt x="433" y="577"/>
                  </a:lnTo>
                  <a:lnTo>
                    <a:pt x="433" y="577"/>
                  </a:lnTo>
                  <a:lnTo>
                    <a:pt x="436" y="580"/>
                  </a:lnTo>
                  <a:lnTo>
                    <a:pt x="440" y="584"/>
                  </a:lnTo>
                  <a:lnTo>
                    <a:pt x="440" y="584"/>
                  </a:lnTo>
                  <a:lnTo>
                    <a:pt x="443" y="584"/>
                  </a:lnTo>
                  <a:lnTo>
                    <a:pt x="443" y="584"/>
                  </a:lnTo>
                  <a:lnTo>
                    <a:pt x="443" y="584"/>
                  </a:lnTo>
                  <a:lnTo>
                    <a:pt x="443" y="584"/>
                  </a:lnTo>
                  <a:lnTo>
                    <a:pt x="443" y="584"/>
                  </a:lnTo>
                  <a:lnTo>
                    <a:pt x="445" y="584"/>
                  </a:lnTo>
                  <a:lnTo>
                    <a:pt x="445" y="584"/>
                  </a:lnTo>
                  <a:lnTo>
                    <a:pt x="448" y="584"/>
                  </a:lnTo>
                  <a:lnTo>
                    <a:pt x="448" y="584"/>
                  </a:lnTo>
                  <a:lnTo>
                    <a:pt x="450" y="587"/>
                  </a:lnTo>
                  <a:lnTo>
                    <a:pt x="452" y="589"/>
                  </a:lnTo>
                  <a:lnTo>
                    <a:pt x="452" y="592"/>
                  </a:lnTo>
                  <a:lnTo>
                    <a:pt x="455" y="592"/>
                  </a:lnTo>
                  <a:lnTo>
                    <a:pt x="457" y="594"/>
                  </a:lnTo>
                  <a:lnTo>
                    <a:pt x="471" y="596"/>
                  </a:lnTo>
                  <a:lnTo>
                    <a:pt x="471" y="596"/>
                  </a:lnTo>
                  <a:lnTo>
                    <a:pt x="488" y="599"/>
                  </a:lnTo>
                  <a:lnTo>
                    <a:pt x="490" y="599"/>
                  </a:lnTo>
                  <a:lnTo>
                    <a:pt x="492" y="599"/>
                  </a:lnTo>
                  <a:lnTo>
                    <a:pt x="492" y="599"/>
                  </a:lnTo>
                  <a:lnTo>
                    <a:pt x="504" y="599"/>
                  </a:lnTo>
                  <a:lnTo>
                    <a:pt x="507" y="599"/>
                  </a:lnTo>
                  <a:lnTo>
                    <a:pt x="507" y="599"/>
                  </a:lnTo>
                  <a:lnTo>
                    <a:pt x="507" y="599"/>
                  </a:lnTo>
                  <a:lnTo>
                    <a:pt x="507" y="599"/>
                  </a:lnTo>
                  <a:lnTo>
                    <a:pt x="507" y="599"/>
                  </a:lnTo>
                  <a:lnTo>
                    <a:pt x="516" y="587"/>
                  </a:lnTo>
                  <a:lnTo>
                    <a:pt x="518" y="584"/>
                  </a:lnTo>
                  <a:lnTo>
                    <a:pt x="521" y="584"/>
                  </a:lnTo>
                  <a:lnTo>
                    <a:pt x="521" y="584"/>
                  </a:lnTo>
                  <a:lnTo>
                    <a:pt x="521" y="584"/>
                  </a:lnTo>
                  <a:lnTo>
                    <a:pt x="521" y="584"/>
                  </a:lnTo>
                  <a:lnTo>
                    <a:pt x="521" y="584"/>
                  </a:lnTo>
                  <a:lnTo>
                    <a:pt x="521" y="584"/>
                  </a:lnTo>
                  <a:lnTo>
                    <a:pt x="521" y="582"/>
                  </a:lnTo>
                  <a:lnTo>
                    <a:pt x="521" y="582"/>
                  </a:lnTo>
                  <a:lnTo>
                    <a:pt x="523" y="580"/>
                  </a:lnTo>
                  <a:lnTo>
                    <a:pt x="533" y="575"/>
                  </a:lnTo>
                  <a:lnTo>
                    <a:pt x="535" y="575"/>
                  </a:lnTo>
                  <a:lnTo>
                    <a:pt x="561" y="568"/>
                  </a:lnTo>
                  <a:lnTo>
                    <a:pt x="563" y="568"/>
                  </a:lnTo>
                  <a:lnTo>
                    <a:pt x="568" y="568"/>
                  </a:lnTo>
                  <a:lnTo>
                    <a:pt x="578" y="568"/>
                  </a:lnTo>
                  <a:lnTo>
                    <a:pt x="604" y="568"/>
                  </a:lnTo>
                  <a:lnTo>
                    <a:pt x="620" y="573"/>
                  </a:lnTo>
                  <a:lnTo>
                    <a:pt x="625" y="575"/>
                  </a:lnTo>
                  <a:lnTo>
                    <a:pt x="632" y="580"/>
                  </a:lnTo>
                  <a:lnTo>
                    <a:pt x="637" y="582"/>
                  </a:lnTo>
                  <a:lnTo>
                    <a:pt x="637" y="582"/>
                  </a:lnTo>
                  <a:lnTo>
                    <a:pt x="639" y="582"/>
                  </a:lnTo>
                  <a:lnTo>
                    <a:pt x="642" y="582"/>
                  </a:lnTo>
                  <a:lnTo>
                    <a:pt x="642" y="582"/>
                  </a:lnTo>
                  <a:lnTo>
                    <a:pt x="644" y="582"/>
                  </a:lnTo>
                  <a:lnTo>
                    <a:pt x="644" y="582"/>
                  </a:lnTo>
                  <a:lnTo>
                    <a:pt x="646" y="582"/>
                  </a:lnTo>
                  <a:lnTo>
                    <a:pt x="649" y="582"/>
                  </a:lnTo>
                  <a:lnTo>
                    <a:pt x="649" y="584"/>
                  </a:lnTo>
                  <a:lnTo>
                    <a:pt x="649" y="584"/>
                  </a:lnTo>
                  <a:lnTo>
                    <a:pt x="649" y="584"/>
                  </a:lnTo>
                  <a:lnTo>
                    <a:pt x="649" y="584"/>
                  </a:lnTo>
                  <a:lnTo>
                    <a:pt x="649" y="584"/>
                  </a:lnTo>
                  <a:lnTo>
                    <a:pt x="649" y="584"/>
                  </a:lnTo>
                  <a:lnTo>
                    <a:pt x="649" y="584"/>
                  </a:lnTo>
                  <a:lnTo>
                    <a:pt x="649" y="584"/>
                  </a:lnTo>
                  <a:lnTo>
                    <a:pt x="651" y="584"/>
                  </a:lnTo>
                  <a:lnTo>
                    <a:pt x="651" y="584"/>
                  </a:lnTo>
                  <a:lnTo>
                    <a:pt x="651" y="584"/>
                  </a:lnTo>
                  <a:lnTo>
                    <a:pt x="651" y="584"/>
                  </a:lnTo>
                  <a:lnTo>
                    <a:pt x="653" y="584"/>
                  </a:lnTo>
                  <a:lnTo>
                    <a:pt x="653" y="584"/>
                  </a:lnTo>
                  <a:lnTo>
                    <a:pt x="656" y="584"/>
                  </a:lnTo>
                  <a:lnTo>
                    <a:pt x="658" y="584"/>
                  </a:lnTo>
                  <a:lnTo>
                    <a:pt x="658" y="584"/>
                  </a:lnTo>
                  <a:lnTo>
                    <a:pt x="658" y="584"/>
                  </a:lnTo>
                  <a:lnTo>
                    <a:pt x="660" y="584"/>
                  </a:lnTo>
                  <a:lnTo>
                    <a:pt x="660" y="584"/>
                  </a:lnTo>
                  <a:lnTo>
                    <a:pt x="660" y="582"/>
                  </a:lnTo>
                  <a:lnTo>
                    <a:pt x="660" y="582"/>
                  </a:lnTo>
                  <a:lnTo>
                    <a:pt x="663" y="580"/>
                  </a:lnTo>
                  <a:lnTo>
                    <a:pt x="663" y="580"/>
                  </a:lnTo>
                  <a:lnTo>
                    <a:pt x="663" y="580"/>
                  </a:lnTo>
                  <a:lnTo>
                    <a:pt x="663" y="580"/>
                  </a:lnTo>
                  <a:lnTo>
                    <a:pt x="663" y="577"/>
                  </a:lnTo>
                  <a:lnTo>
                    <a:pt x="663" y="577"/>
                  </a:lnTo>
                  <a:lnTo>
                    <a:pt x="663" y="577"/>
                  </a:lnTo>
                  <a:lnTo>
                    <a:pt x="663" y="577"/>
                  </a:lnTo>
                  <a:lnTo>
                    <a:pt x="663" y="575"/>
                  </a:lnTo>
                  <a:lnTo>
                    <a:pt x="665" y="573"/>
                  </a:lnTo>
                  <a:lnTo>
                    <a:pt x="665" y="573"/>
                  </a:lnTo>
                  <a:lnTo>
                    <a:pt x="665" y="573"/>
                  </a:lnTo>
                  <a:lnTo>
                    <a:pt x="668" y="573"/>
                  </a:lnTo>
                  <a:lnTo>
                    <a:pt x="668" y="573"/>
                  </a:lnTo>
                  <a:lnTo>
                    <a:pt x="668" y="573"/>
                  </a:lnTo>
                  <a:lnTo>
                    <a:pt x="668" y="573"/>
                  </a:lnTo>
                  <a:lnTo>
                    <a:pt x="668" y="573"/>
                  </a:lnTo>
                  <a:lnTo>
                    <a:pt x="668" y="573"/>
                  </a:lnTo>
                  <a:lnTo>
                    <a:pt x="668" y="573"/>
                  </a:lnTo>
                  <a:lnTo>
                    <a:pt x="670" y="573"/>
                  </a:lnTo>
                  <a:lnTo>
                    <a:pt x="670" y="573"/>
                  </a:lnTo>
                  <a:lnTo>
                    <a:pt x="670" y="573"/>
                  </a:lnTo>
                  <a:lnTo>
                    <a:pt x="670" y="573"/>
                  </a:lnTo>
                  <a:lnTo>
                    <a:pt x="672" y="570"/>
                  </a:lnTo>
                  <a:lnTo>
                    <a:pt x="672" y="570"/>
                  </a:lnTo>
                  <a:lnTo>
                    <a:pt x="672" y="570"/>
                  </a:lnTo>
                  <a:lnTo>
                    <a:pt x="675" y="568"/>
                  </a:lnTo>
                  <a:lnTo>
                    <a:pt x="675" y="568"/>
                  </a:lnTo>
                  <a:lnTo>
                    <a:pt x="675" y="568"/>
                  </a:lnTo>
                  <a:lnTo>
                    <a:pt x="675" y="568"/>
                  </a:lnTo>
                  <a:lnTo>
                    <a:pt x="675" y="568"/>
                  </a:lnTo>
                  <a:lnTo>
                    <a:pt x="675" y="568"/>
                  </a:lnTo>
                  <a:lnTo>
                    <a:pt x="677" y="568"/>
                  </a:lnTo>
                  <a:lnTo>
                    <a:pt x="677" y="568"/>
                  </a:lnTo>
                  <a:lnTo>
                    <a:pt x="677" y="568"/>
                  </a:lnTo>
                  <a:lnTo>
                    <a:pt x="677" y="568"/>
                  </a:lnTo>
                  <a:lnTo>
                    <a:pt x="677" y="568"/>
                  </a:lnTo>
                  <a:lnTo>
                    <a:pt x="677" y="568"/>
                  </a:lnTo>
                  <a:lnTo>
                    <a:pt x="677" y="566"/>
                  </a:lnTo>
                  <a:lnTo>
                    <a:pt x="677" y="566"/>
                  </a:lnTo>
                  <a:lnTo>
                    <a:pt x="677" y="566"/>
                  </a:lnTo>
                  <a:lnTo>
                    <a:pt x="677" y="566"/>
                  </a:lnTo>
                  <a:lnTo>
                    <a:pt x="677" y="566"/>
                  </a:lnTo>
                  <a:lnTo>
                    <a:pt x="677" y="566"/>
                  </a:lnTo>
                  <a:lnTo>
                    <a:pt x="677" y="566"/>
                  </a:lnTo>
                  <a:lnTo>
                    <a:pt x="677" y="566"/>
                  </a:lnTo>
                  <a:lnTo>
                    <a:pt x="679" y="563"/>
                  </a:lnTo>
                  <a:lnTo>
                    <a:pt x="679" y="563"/>
                  </a:lnTo>
                  <a:lnTo>
                    <a:pt x="679" y="563"/>
                  </a:lnTo>
                  <a:lnTo>
                    <a:pt x="679" y="563"/>
                  </a:lnTo>
                  <a:lnTo>
                    <a:pt x="679" y="563"/>
                  </a:lnTo>
                  <a:lnTo>
                    <a:pt x="679" y="563"/>
                  </a:lnTo>
                  <a:lnTo>
                    <a:pt x="679" y="563"/>
                  </a:lnTo>
                  <a:lnTo>
                    <a:pt x="679" y="563"/>
                  </a:lnTo>
                  <a:lnTo>
                    <a:pt x="679" y="563"/>
                  </a:lnTo>
                  <a:lnTo>
                    <a:pt x="682" y="563"/>
                  </a:lnTo>
                  <a:lnTo>
                    <a:pt x="682" y="561"/>
                  </a:lnTo>
                  <a:lnTo>
                    <a:pt x="682" y="563"/>
                  </a:lnTo>
                  <a:lnTo>
                    <a:pt x="684" y="561"/>
                  </a:lnTo>
                  <a:lnTo>
                    <a:pt x="689" y="558"/>
                  </a:lnTo>
                  <a:lnTo>
                    <a:pt x="689" y="558"/>
                  </a:lnTo>
                  <a:lnTo>
                    <a:pt x="691" y="558"/>
                  </a:lnTo>
                  <a:lnTo>
                    <a:pt x="691" y="558"/>
                  </a:lnTo>
                  <a:lnTo>
                    <a:pt x="691" y="558"/>
                  </a:lnTo>
                  <a:lnTo>
                    <a:pt x="691" y="561"/>
                  </a:lnTo>
                  <a:lnTo>
                    <a:pt x="694" y="561"/>
                  </a:lnTo>
                  <a:lnTo>
                    <a:pt x="694" y="558"/>
                  </a:lnTo>
                  <a:lnTo>
                    <a:pt x="694" y="561"/>
                  </a:lnTo>
                  <a:lnTo>
                    <a:pt x="694" y="561"/>
                  </a:lnTo>
                  <a:lnTo>
                    <a:pt x="694" y="561"/>
                  </a:lnTo>
                  <a:lnTo>
                    <a:pt x="694" y="558"/>
                  </a:lnTo>
                  <a:lnTo>
                    <a:pt x="694" y="558"/>
                  </a:lnTo>
                  <a:lnTo>
                    <a:pt x="696" y="558"/>
                  </a:lnTo>
                  <a:lnTo>
                    <a:pt x="696" y="558"/>
                  </a:lnTo>
                  <a:lnTo>
                    <a:pt x="696" y="561"/>
                  </a:lnTo>
                  <a:lnTo>
                    <a:pt x="696" y="561"/>
                  </a:lnTo>
                  <a:lnTo>
                    <a:pt x="696" y="558"/>
                  </a:lnTo>
                  <a:lnTo>
                    <a:pt x="698" y="558"/>
                  </a:lnTo>
                  <a:lnTo>
                    <a:pt x="698" y="558"/>
                  </a:lnTo>
                  <a:lnTo>
                    <a:pt x="701" y="558"/>
                  </a:lnTo>
                  <a:lnTo>
                    <a:pt x="698" y="558"/>
                  </a:lnTo>
                  <a:lnTo>
                    <a:pt x="698" y="556"/>
                  </a:lnTo>
                  <a:lnTo>
                    <a:pt x="701" y="556"/>
                  </a:lnTo>
                  <a:lnTo>
                    <a:pt x="701" y="556"/>
                  </a:lnTo>
                  <a:lnTo>
                    <a:pt x="701" y="556"/>
                  </a:lnTo>
                  <a:lnTo>
                    <a:pt x="701" y="556"/>
                  </a:lnTo>
                  <a:lnTo>
                    <a:pt x="701" y="556"/>
                  </a:lnTo>
                  <a:lnTo>
                    <a:pt x="701" y="556"/>
                  </a:lnTo>
                  <a:lnTo>
                    <a:pt x="701" y="556"/>
                  </a:lnTo>
                  <a:lnTo>
                    <a:pt x="701" y="556"/>
                  </a:lnTo>
                  <a:lnTo>
                    <a:pt x="701" y="554"/>
                  </a:lnTo>
                  <a:lnTo>
                    <a:pt x="701" y="554"/>
                  </a:lnTo>
                  <a:lnTo>
                    <a:pt x="703" y="551"/>
                  </a:lnTo>
                  <a:lnTo>
                    <a:pt x="705" y="551"/>
                  </a:lnTo>
                  <a:lnTo>
                    <a:pt x="703" y="551"/>
                  </a:lnTo>
                  <a:lnTo>
                    <a:pt x="705" y="549"/>
                  </a:lnTo>
                  <a:lnTo>
                    <a:pt x="705" y="549"/>
                  </a:lnTo>
                  <a:lnTo>
                    <a:pt x="705" y="549"/>
                  </a:lnTo>
                  <a:lnTo>
                    <a:pt x="720" y="551"/>
                  </a:lnTo>
                  <a:lnTo>
                    <a:pt x="720" y="549"/>
                  </a:lnTo>
                  <a:lnTo>
                    <a:pt x="720" y="547"/>
                  </a:lnTo>
                  <a:lnTo>
                    <a:pt x="717" y="544"/>
                  </a:lnTo>
                  <a:lnTo>
                    <a:pt x="717" y="544"/>
                  </a:lnTo>
                  <a:lnTo>
                    <a:pt x="717" y="542"/>
                  </a:lnTo>
                  <a:lnTo>
                    <a:pt x="717" y="540"/>
                  </a:lnTo>
                  <a:lnTo>
                    <a:pt x="717" y="537"/>
                  </a:lnTo>
                  <a:lnTo>
                    <a:pt x="717" y="537"/>
                  </a:lnTo>
                  <a:lnTo>
                    <a:pt x="717" y="535"/>
                  </a:lnTo>
                  <a:lnTo>
                    <a:pt x="715" y="532"/>
                  </a:lnTo>
                  <a:lnTo>
                    <a:pt x="715" y="530"/>
                  </a:lnTo>
                  <a:lnTo>
                    <a:pt x="715" y="530"/>
                  </a:lnTo>
                  <a:lnTo>
                    <a:pt x="715" y="528"/>
                  </a:lnTo>
                  <a:lnTo>
                    <a:pt x="715" y="525"/>
                  </a:lnTo>
                  <a:lnTo>
                    <a:pt x="715" y="525"/>
                  </a:lnTo>
                  <a:lnTo>
                    <a:pt x="713" y="523"/>
                  </a:lnTo>
                  <a:lnTo>
                    <a:pt x="713" y="521"/>
                  </a:lnTo>
                  <a:lnTo>
                    <a:pt x="713" y="518"/>
                  </a:lnTo>
                  <a:lnTo>
                    <a:pt x="710" y="513"/>
                  </a:lnTo>
                  <a:lnTo>
                    <a:pt x="710" y="511"/>
                  </a:lnTo>
                  <a:lnTo>
                    <a:pt x="713" y="509"/>
                  </a:lnTo>
                  <a:lnTo>
                    <a:pt x="715" y="506"/>
                  </a:lnTo>
                  <a:lnTo>
                    <a:pt x="717" y="506"/>
                  </a:lnTo>
                  <a:lnTo>
                    <a:pt x="717" y="506"/>
                  </a:lnTo>
                  <a:lnTo>
                    <a:pt x="720" y="506"/>
                  </a:lnTo>
                  <a:lnTo>
                    <a:pt x="720" y="506"/>
                  </a:lnTo>
                  <a:lnTo>
                    <a:pt x="722" y="504"/>
                  </a:lnTo>
                  <a:lnTo>
                    <a:pt x="722" y="504"/>
                  </a:lnTo>
                  <a:lnTo>
                    <a:pt x="722" y="502"/>
                  </a:lnTo>
                  <a:lnTo>
                    <a:pt x="722" y="499"/>
                  </a:lnTo>
                  <a:lnTo>
                    <a:pt x="722" y="499"/>
                  </a:lnTo>
                  <a:lnTo>
                    <a:pt x="722" y="499"/>
                  </a:lnTo>
                  <a:lnTo>
                    <a:pt x="722" y="499"/>
                  </a:lnTo>
                  <a:lnTo>
                    <a:pt x="722" y="499"/>
                  </a:lnTo>
                  <a:lnTo>
                    <a:pt x="722" y="497"/>
                  </a:lnTo>
                  <a:lnTo>
                    <a:pt x="724" y="497"/>
                  </a:lnTo>
                  <a:lnTo>
                    <a:pt x="724" y="495"/>
                  </a:lnTo>
                  <a:lnTo>
                    <a:pt x="727" y="495"/>
                  </a:lnTo>
                  <a:lnTo>
                    <a:pt x="727" y="495"/>
                  </a:lnTo>
                  <a:lnTo>
                    <a:pt x="729" y="495"/>
                  </a:lnTo>
                  <a:lnTo>
                    <a:pt x="729" y="495"/>
                  </a:lnTo>
                  <a:lnTo>
                    <a:pt x="729" y="492"/>
                  </a:lnTo>
                  <a:lnTo>
                    <a:pt x="727" y="490"/>
                  </a:lnTo>
                  <a:lnTo>
                    <a:pt x="727" y="490"/>
                  </a:lnTo>
                  <a:lnTo>
                    <a:pt x="727" y="487"/>
                  </a:lnTo>
                  <a:lnTo>
                    <a:pt x="727" y="487"/>
                  </a:lnTo>
                  <a:lnTo>
                    <a:pt x="729" y="485"/>
                  </a:lnTo>
                  <a:lnTo>
                    <a:pt x="731" y="480"/>
                  </a:lnTo>
                  <a:lnTo>
                    <a:pt x="731" y="478"/>
                  </a:lnTo>
                  <a:lnTo>
                    <a:pt x="734" y="476"/>
                  </a:lnTo>
                  <a:lnTo>
                    <a:pt x="734" y="473"/>
                  </a:lnTo>
                  <a:lnTo>
                    <a:pt x="736" y="471"/>
                  </a:lnTo>
                  <a:lnTo>
                    <a:pt x="739" y="469"/>
                  </a:lnTo>
                  <a:lnTo>
                    <a:pt x="739" y="466"/>
                  </a:lnTo>
                  <a:lnTo>
                    <a:pt x="741" y="464"/>
                  </a:lnTo>
                  <a:lnTo>
                    <a:pt x="743" y="461"/>
                  </a:lnTo>
                  <a:lnTo>
                    <a:pt x="743" y="461"/>
                  </a:lnTo>
                  <a:lnTo>
                    <a:pt x="746" y="459"/>
                  </a:lnTo>
                  <a:lnTo>
                    <a:pt x="748" y="457"/>
                  </a:lnTo>
                  <a:lnTo>
                    <a:pt x="748" y="454"/>
                  </a:lnTo>
                  <a:lnTo>
                    <a:pt x="750" y="452"/>
                  </a:lnTo>
                  <a:lnTo>
                    <a:pt x="753" y="450"/>
                  </a:lnTo>
                  <a:lnTo>
                    <a:pt x="755" y="447"/>
                  </a:lnTo>
                  <a:lnTo>
                    <a:pt x="755" y="445"/>
                  </a:lnTo>
                  <a:lnTo>
                    <a:pt x="757" y="442"/>
                  </a:lnTo>
                  <a:lnTo>
                    <a:pt x="760" y="440"/>
                  </a:lnTo>
                  <a:lnTo>
                    <a:pt x="760" y="438"/>
                  </a:lnTo>
                  <a:lnTo>
                    <a:pt x="762" y="435"/>
                  </a:lnTo>
                  <a:lnTo>
                    <a:pt x="767" y="431"/>
                  </a:lnTo>
                  <a:lnTo>
                    <a:pt x="769" y="428"/>
                  </a:lnTo>
                  <a:lnTo>
                    <a:pt x="772" y="426"/>
                  </a:lnTo>
                  <a:lnTo>
                    <a:pt x="774" y="424"/>
                  </a:lnTo>
                  <a:lnTo>
                    <a:pt x="776" y="419"/>
                  </a:lnTo>
                  <a:lnTo>
                    <a:pt x="781" y="416"/>
                  </a:lnTo>
                  <a:lnTo>
                    <a:pt x="783" y="414"/>
                  </a:lnTo>
                  <a:lnTo>
                    <a:pt x="786" y="409"/>
                  </a:lnTo>
                  <a:lnTo>
                    <a:pt x="788" y="407"/>
                  </a:lnTo>
                  <a:lnTo>
                    <a:pt x="793" y="402"/>
                  </a:lnTo>
                  <a:lnTo>
                    <a:pt x="795" y="400"/>
                  </a:lnTo>
                  <a:lnTo>
                    <a:pt x="798" y="398"/>
                  </a:lnTo>
                  <a:lnTo>
                    <a:pt x="802" y="393"/>
                  </a:lnTo>
                  <a:lnTo>
                    <a:pt x="805" y="390"/>
                  </a:lnTo>
                  <a:lnTo>
                    <a:pt x="807" y="388"/>
                  </a:lnTo>
                  <a:lnTo>
                    <a:pt x="810" y="383"/>
                  </a:lnTo>
                  <a:lnTo>
                    <a:pt x="814" y="381"/>
                  </a:lnTo>
                  <a:lnTo>
                    <a:pt x="817" y="379"/>
                  </a:lnTo>
                  <a:lnTo>
                    <a:pt x="819" y="376"/>
                  </a:lnTo>
                  <a:lnTo>
                    <a:pt x="819" y="374"/>
                  </a:lnTo>
                  <a:lnTo>
                    <a:pt x="819" y="374"/>
                  </a:lnTo>
                  <a:lnTo>
                    <a:pt x="819" y="374"/>
                  </a:lnTo>
                  <a:lnTo>
                    <a:pt x="819" y="371"/>
                  </a:lnTo>
                  <a:lnTo>
                    <a:pt x="819" y="369"/>
                  </a:lnTo>
                  <a:lnTo>
                    <a:pt x="819" y="367"/>
                  </a:lnTo>
                  <a:lnTo>
                    <a:pt x="819" y="364"/>
                  </a:lnTo>
                  <a:lnTo>
                    <a:pt x="821" y="362"/>
                  </a:lnTo>
                  <a:lnTo>
                    <a:pt x="821" y="360"/>
                  </a:lnTo>
                  <a:lnTo>
                    <a:pt x="821" y="355"/>
                  </a:lnTo>
                  <a:lnTo>
                    <a:pt x="821" y="353"/>
                  </a:lnTo>
                  <a:lnTo>
                    <a:pt x="821" y="348"/>
                  </a:lnTo>
                  <a:lnTo>
                    <a:pt x="821" y="345"/>
                  </a:lnTo>
                  <a:lnTo>
                    <a:pt x="821" y="343"/>
                  </a:lnTo>
                  <a:lnTo>
                    <a:pt x="821" y="341"/>
                  </a:lnTo>
                  <a:lnTo>
                    <a:pt x="821" y="338"/>
                  </a:lnTo>
                  <a:lnTo>
                    <a:pt x="821" y="336"/>
                  </a:lnTo>
                  <a:lnTo>
                    <a:pt x="824" y="334"/>
                  </a:lnTo>
                  <a:lnTo>
                    <a:pt x="824" y="331"/>
                  </a:lnTo>
                  <a:lnTo>
                    <a:pt x="824" y="329"/>
                  </a:lnTo>
                  <a:lnTo>
                    <a:pt x="824" y="327"/>
                  </a:lnTo>
                  <a:lnTo>
                    <a:pt x="824" y="324"/>
                  </a:lnTo>
                  <a:lnTo>
                    <a:pt x="824" y="322"/>
                  </a:lnTo>
                  <a:lnTo>
                    <a:pt x="824" y="319"/>
                  </a:lnTo>
                  <a:lnTo>
                    <a:pt x="824" y="317"/>
                  </a:lnTo>
                  <a:lnTo>
                    <a:pt x="824" y="312"/>
                  </a:lnTo>
                  <a:lnTo>
                    <a:pt x="824" y="312"/>
                  </a:lnTo>
                  <a:lnTo>
                    <a:pt x="824" y="310"/>
                  </a:lnTo>
                  <a:lnTo>
                    <a:pt x="824" y="308"/>
                  </a:lnTo>
                  <a:lnTo>
                    <a:pt x="826" y="305"/>
                  </a:lnTo>
                  <a:lnTo>
                    <a:pt x="826" y="303"/>
                  </a:lnTo>
                  <a:lnTo>
                    <a:pt x="826" y="300"/>
                  </a:lnTo>
                  <a:lnTo>
                    <a:pt x="826" y="298"/>
                  </a:lnTo>
                  <a:lnTo>
                    <a:pt x="826" y="296"/>
                  </a:lnTo>
                  <a:lnTo>
                    <a:pt x="826" y="293"/>
                  </a:lnTo>
                  <a:lnTo>
                    <a:pt x="826" y="291"/>
                  </a:lnTo>
                  <a:lnTo>
                    <a:pt x="826" y="289"/>
                  </a:lnTo>
                  <a:lnTo>
                    <a:pt x="826" y="286"/>
                  </a:lnTo>
                  <a:lnTo>
                    <a:pt x="826" y="282"/>
                  </a:lnTo>
                  <a:lnTo>
                    <a:pt x="826" y="279"/>
                  </a:lnTo>
                  <a:lnTo>
                    <a:pt x="828" y="277"/>
                  </a:lnTo>
                  <a:lnTo>
                    <a:pt x="828" y="274"/>
                  </a:lnTo>
                  <a:lnTo>
                    <a:pt x="828" y="272"/>
                  </a:lnTo>
                  <a:lnTo>
                    <a:pt x="828" y="270"/>
                  </a:lnTo>
                  <a:lnTo>
                    <a:pt x="828" y="267"/>
                  </a:lnTo>
                  <a:lnTo>
                    <a:pt x="828" y="265"/>
                  </a:lnTo>
                  <a:lnTo>
                    <a:pt x="828" y="263"/>
                  </a:lnTo>
                  <a:lnTo>
                    <a:pt x="828" y="260"/>
                  </a:lnTo>
                  <a:lnTo>
                    <a:pt x="828" y="258"/>
                  </a:lnTo>
                  <a:lnTo>
                    <a:pt x="828" y="256"/>
                  </a:lnTo>
                  <a:lnTo>
                    <a:pt x="828" y="253"/>
                  </a:lnTo>
                  <a:lnTo>
                    <a:pt x="831" y="248"/>
                  </a:lnTo>
                  <a:lnTo>
                    <a:pt x="831" y="246"/>
                  </a:lnTo>
                  <a:lnTo>
                    <a:pt x="831" y="244"/>
                  </a:lnTo>
                  <a:lnTo>
                    <a:pt x="831" y="241"/>
                  </a:lnTo>
                  <a:lnTo>
                    <a:pt x="831" y="239"/>
                  </a:lnTo>
                  <a:lnTo>
                    <a:pt x="831" y="237"/>
                  </a:lnTo>
                  <a:lnTo>
                    <a:pt x="831" y="234"/>
                  </a:lnTo>
                  <a:lnTo>
                    <a:pt x="831" y="232"/>
                  </a:lnTo>
                  <a:lnTo>
                    <a:pt x="831" y="229"/>
                  </a:lnTo>
                  <a:lnTo>
                    <a:pt x="831" y="227"/>
                  </a:lnTo>
                  <a:lnTo>
                    <a:pt x="831" y="225"/>
                  </a:lnTo>
                  <a:lnTo>
                    <a:pt x="833" y="220"/>
                  </a:lnTo>
                  <a:lnTo>
                    <a:pt x="833" y="218"/>
                  </a:lnTo>
                  <a:lnTo>
                    <a:pt x="833" y="215"/>
                  </a:lnTo>
                  <a:lnTo>
                    <a:pt x="833" y="213"/>
                  </a:lnTo>
                  <a:lnTo>
                    <a:pt x="833" y="211"/>
                  </a:lnTo>
                  <a:lnTo>
                    <a:pt x="833" y="208"/>
                  </a:lnTo>
                  <a:lnTo>
                    <a:pt x="833" y="206"/>
                  </a:lnTo>
                  <a:lnTo>
                    <a:pt x="836" y="201"/>
                  </a:lnTo>
                  <a:lnTo>
                    <a:pt x="836" y="201"/>
                  </a:lnTo>
                  <a:lnTo>
                    <a:pt x="838" y="196"/>
                  </a:lnTo>
                  <a:lnTo>
                    <a:pt x="840" y="192"/>
                  </a:lnTo>
                  <a:lnTo>
                    <a:pt x="843" y="189"/>
                  </a:lnTo>
                  <a:lnTo>
                    <a:pt x="845" y="185"/>
                  </a:lnTo>
                  <a:lnTo>
                    <a:pt x="845" y="182"/>
                  </a:lnTo>
                  <a:lnTo>
                    <a:pt x="845" y="182"/>
                  </a:lnTo>
                  <a:lnTo>
                    <a:pt x="845" y="180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5">
              <a:extLst>
                <a:ext uri="{FF2B5EF4-FFF2-40B4-BE49-F238E27FC236}">
                  <a16:creationId xmlns:a16="http://schemas.microsoft.com/office/drawing/2014/main" id="{A0341F12-1C1E-2C75-0C6C-241E1F341E91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0262" y="4494300"/>
              <a:ext cx="921996" cy="885066"/>
            </a:xfrm>
            <a:custGeom>
              <a:avLst/>
              <a:gdLst>
                <a:gd name="T0" fmla="*/ 717 w 724"/>
                <a:gd name="T1" fmla="*/ 42 h 695"/>
                <a:gd name="T2" fmla="*/ 710 w 724"/>
                <a:gd name="T3" fmla="*/ 35 h 695"/>
                <a:gd name="T4" fmla="*/ 691 w 724"/>
                <a:gd name="T5" fmla="*/ 33 h 695"/>
                <a:gd name="T6" fmla="*/ 672 w 724"/>
                <a:gd name="T7" fmla="*/ 30 h 695"/>
                <a:gd name="T8" fmla="*/ 634 w 724"/>
                <a:gd name="T9" fmla="*/ 37 h 695"/>
                <a:gd name="T10" fmla="*/ 516 w 724"/>
                <a:gd name="T11" fmla="*/ 59 h 695"/>
                <a:gd name="T12" fmla="*/ 485 w 724"/>
                <a:gd name="T13" fmla="*/ 59 h 695"/>
                <a:gd name="T14" fmla="*/ 466 w 724"/>
                <a:gd name="T15" fmla="*/ 52 h 695"/>
                <a:gd name="T16" fmla="*/ 442 w 724"/>
                <a:gd name="T17" fmla="*/ 52 h 695"/>
                <a:gd name="T18" fmla="*/ 400 w 724"/>
                <a:gd name="T19" fmla="*/ 47 h 695"/>
                <a:gd name="T20" fmla="*/ 367 w 724"/>
                <a:gd name="T21" fmla="*/ 33 h 695"/>
                <a:gd name="T22" fmla="*/ 298 w 724"/>
                <a:gd name="T23" fmla="*/ 26 h 695"/>
                <a:gd name="T24" fmla="*/ 130 w 724"/>
                <a:gd name="T25" fmla="*/ 26 h 695"/>
                <a:gd name="T26" fmla="*/ 102 w 724"/>
                <a:gd name="T27" fmla="*/ 14 h 695"/>
                <a:gd name="T28" fmla="*/ 83 w 724"/>
                <a:gd name="T29" fmla="*/ 2 h 695"/>
                <a:gd name="T30" fmla="*/ 61 w 724"/>
                <a:gd name="T31" fmla="*/ 7 h 695"/>
                <a:gd name="T32" fmla="*/ 40 w 724"/>
                <a:gd name="T33" fmla="*/ 16 h 695"/>
                <a:gd name="T34" fmla="*/ 24 w 724"/>
                <a:gd name="T35" fmla="*/ 11 h 695"/>
                <a:gd name="T36" fmla="*/ 7 w 724"/>
                <a:gd name="T37" fmla="*/ 18 h 695"/>
                <a:gd name="T38" fmla="*/ 7 w 724"/>
                <a:gd name="T39" fmla="*/ 68 h 695"/>
                <a:gd name="T40" fmla="*/ 31 w 724"/>
                <a:gd name="T41" fmla="*/ 99 h 695"/>
                <a:gd name="T42" fmla="*/ 59 w 724"/>
                <a:gd name="T43" fmla="*/ 146 h 695"/>
                <a:gd name="T44" fmla="*/ 90 w 724"/>
                <a:gd name="T45" fmla="*/ 220 h 695"/>
                <a:gd name="T46" fmla="*/ 121 w 724"/>
                <a:gd name="T47" fmla="*/ 272 h 695"/>
                <a:gd name="T48" fmla="*/ 151 w 724"/>
                <a:gd name="T49" fmla="*/ 324 h 695"/>
                <a:gd name="T50" fmla="*/ 147 w 724"/>
                <a:gd name="T51" fmla="*/ 336 h 695"/>
                <a:gd name="T52" fmla="*/ 149 w 724"/>
                <a:gd name="T53" fmla="*/ 364 h 695"/>
                <a:gd name="T54" fmla="*/ 149 w 724"/>
                <a:gd name="T55" fmla="*/ 397 h 695"/>
                <a:gd name="T56" fmla="*/ 156 w 724"/>
                <a:gd name="T57" fmla="*/ 430 h 695"/>
                <a:gd name="T58" fmla="*/ 165 w 724"/>
                <a:gd name="T59" fmla="*/ 475 h 695"/>
                <a:gd name="T60" fmla="*/ 170 w 724"/>
                <a:gd name="T61" fmla="*/ 508 h 695"/>
                <a:gd name="T62" fmla="*/ 177 w 724"/>
                <a:gd name="T63" fmla="*/ 539 h 695"/>
                <a:gd name="T64" fmla="*/ 180 w 724"/>
                <a:gd name="T65" fmla="*/ 558 h 695"/>
                <a:gd name="T66" fmla="*/ 189 w 724"/>
                <a:gd name="T67" fmla="*/ 575 h 695"/>
                <a:gd name="T68" fmla="*/ 199 w 724"/>
                <a:gd name="T69" fmla="*/ 605 h 695"/>
                <a:gd name="T70" fmla="*/ 220 w 724"/>
                <a:gd name="T71" fmla="*/ 643 h 695"/>
                <a:gd name="T72" fmla="*/ 258 w 724"/>
                <a:gd name="T73" fmla="*/ 672 h 695"/>
                <a:gd name="T74" fmla="*/ 272 w 724"/>
                <a:gd name="T75" fmla="*/ 660 h 695"/>
                <a:gd name="T76" fmla="*/ 274 w 724"/>
                <a:gd name="T77" fmla="*/ 650 h 695"/>
                <a:gd name="T78" fmla="*/ 281 w 724"/>
                <a:gd name="T79" fmla="*/ 641 h 695"/>
                <a:gd name="T80" fmla="*/ 293 w 724"/>
                <a:gd name="T81" fmla="*/ 653 h 695"/>
                <a:gd name="T82" fmla="*/ 303 w 724"/>
                <a:gd name="T83" fmla="*/ 665 h 695"/>
                <a:gd name="T84" fmla="*/ 312 w 724"/>
                <a:gd name="T85" fmla="*/ 679 h 695"/>
                <a:gd name="T86" fmla="*/ 345 w 724"/>
                <a:gd name="T87" fmla="*/ 693 h 695"/>
                <a:gd name="T88" fmla="*/ 367 w 724"/>
                <a:gd name="T89" fmla="*/ 691 h 695"/>
                <a:gd name="T90" fmla="*/ 404 w 724"/>
                <a:gd name="T91" fmla="*/ 691 h 695"/>
                <a:gd name="T92" fmla="*/ 419 w 724"/>
                <a:gd name="T93" fmla="*/ 674 h 695"/>
                <a:gd name="T94" fmla="*/ 440 w 724"/>
                <a:gd name="T95" fmla="*/ 665 h 695"/>
                <a:gd name="T96" fmla="*/ 442 w 724"/>
                <a:gd name="T97" fmla="*/ 527 h 695"/>
                <a:gd name="T98" fmla="*/ 442 w 724"/>
                <a:gd name="T99" fmla="*/ 376 h 695"/>
                <a:gd name="T100" fmla="*/ 497 w 724"/>
                <a:gd name="T101" fmla="*/ 267 h 695"/>
                <a:gd name="T102" fmla="*/ 497 w 724"/>
                <a:gd name="T103" fmla="*/ 194 h 695"/>
                <a:gd name="T104" fmla="*/ 504 w 724"/>
                <a:gd name="T105" fmla="*/ 78 h 695"/>
                <a:gd name="T106" fmla="*/ 554 w 724"/>
                <a:gd name="T107" fmla="*/ 71 h 695"/>
                <a:gd name="T108" fmla="*/ 620 w 724"/>
                <a:gd name="T109" fmla="*/ 61 h 695"/>
                <a:gd name="T110" fmla="*/ 627 w 724"/>
                <a:gd name="T111" fmla="*/ 71 h 695"/>
                <a:gd name="T112" fmla="*/ 634 w 724"/>
                <a:gd name="T113" fmla="*/ 85 h 695"/>
                <a:gd name="T114" fmla="*/ 655 w 724"/>
                <a:gd name="T115" fmla="*/ 68 h 695"/>
                <a:gd name="T116" fmla="*/ 672 w 724"/>
                <a:gd name="T117" fmla="*/ 61 h 695"/>
                <a:gd name="T118" fmla="*/ 688 w 724"/>
                <a:gd name="T119" fmla="*/ 61 h 695"/>
                <a:gd name="T120" fmla="*/ 703 w 724"/>
                <a:gd name="T121" fmla="*/ 49 h 695"/>
                <a:gd name="T122" fmla="*/ 719 w 724"/>
                <a:gd name="T123" fmla="*/ 47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24" h="695">
                  <a:moveTo>
                    <a:pt x="724" y="47"/>
                  </a:moveTo>
                  <a:lnTo>
                    <a:pt x="724" y="47"/>
                  </a:lnTo>
                  <a:lnTo>
                    <a:pt x="724" y="47"/>
                  </a:lnTo>
                  <a:lnTo>
                    <a:pt x="722" y="45"/>
                  </a:lnTo>
                  <a:lnTo>
                    <a:pt x="722" y="45"/>
                  </a:lnTo>
                  <a:lnTo>
                    <a:pt x="722" y="45"/>
                  </a:lnTo>
                  <a:lnTo>
                    <a:pt x="719" y="45"/>
                  </a:lnTo>
                  <a:lnTo>
                    <a:pt x="719" y="45"/>
                  </a:lnTo>
                  <a:lnTo>
                    <a:pt x="719" y="45"/>
                  </a:lnTo>
                  <a:lnTo>
                    <a:pt x="719" y="45"/>
                  </a:lnTo>
                  <a:lnTo>
                    <a:pt x="719" y="45"/>
                  </a:lnTo>
                  <a:lnTo>
                    <a:pt x="719" y="42"/>
                  </a:lnTo>
                  <a:lnTo>
                    <a:pt x="719" y="42"/>
                  </a:lnTo>
                  <a:lnTo>
                    <a:pt x="719" y="42"/>
                  </a:lnTo>
                  <a:lnTo>
                    <a:pt x="717" y="42"/>
                  </a:lnTo>
                  <a:lnTo>
                    <a:pt x="717" y="42"/>
                  </a:lnTo>
                  <a:lnTo>
                    <a:pt x="717" y="42"/>
                  </a:lnTo>
                  <a:lnTo>
                    <a:pt x="717" y="42"/>
                  </a:lnTo>
                  <a:lnTo>
                    <a:pt x="717" y="42"/>
                  </a:lnTo>
                  <a:lnTo>
                    <a:pt x="717" y="42"/>
                  </a:lnTo>
                  <a:lnTo>
                    <a:pt x="717" y="40"/>
                  </a:lnTo>
                  <a:lnTo>
                    <a:pt x="714" y="40"/>
                  </a:lnTo>
                  <a:lnTo>
                    <a:pt x="714" y="40"/>
                  </a:lnTo>
                  <a:lnTo>
                    <a:pt x="714" y="37"/>
                  </a:lnTo>
                  <a:lnTo>
                    <a:pt x="714" y="37"/>
                  </a:lnTo>
                  <a:lnTo>
                    <a:pt x="714" y="37"/>
                  </a:lnTo>
                  <a:lnTo>
                    <a:pt x="712" y="37"/>
                  </a:lnTo>
                  <a:lnTo>
                    <a:pt x="712" y="37"/>
                  </a:lnTo>
                  <a:lnTo>
                    <a:pt x="712" y="37"/>
                  </a:lnTo>
                  <a:lnTo>
                    <a:pt x="712" y="37"/>
                  </a:lnTo>
                  <a:lnTo>
                    <a:pt x="712" y="35"/>
                  </a:lnTo>
                  <a:lnTo>
                    <a:pt x="712" y="35"/>
                  </a:lnTo>
                  <a:lnTo>
                    <a:pt x="712" y="35"/>
                  </a:lnTo>
                  <a:lnTo>
                    <a:pt x="712" y="35"/>
                  </a:lnTo>
                  <a:lnTo>
                    <a:pt x="710" y="35"/>
                  </a:lnTo>
                  <a:lnTo>
                    <a:pt x="710" y="35"/>
                  </a:lnTo>
                  <a:lnTo>
                    <a:pt x="710" y="35"/>
                  </a:lnTo>
                  <a:lnTo>
                    <a:pt x="710" y="35"/>
                  </a:lnTo>
                  <a:lnTo>
                    <a:pt x="707" y="35"/>
                  </a:lnTo>
                  <a:lnTo>
                    <a:pt x="707" y="35"/>
                  </a:lnTo>
                  <a:lnTo>
                    <a:pt x="707" y="33"/>
                  </a:lnTo>
                  <a:lnTo>
                    <a:pt x="705" y="33"/>
                  </a:lnTo>
                  <a:lnTo>
                    <a:pt x="703" y="33"/>
                  </a:lnTo>
                  <a:lnTo>
                    <a:pt x="700" y="33"/>
                  </a:lnTo>
                  <a:lnTo>
                    <a:pt x="700" y="33"/>
                  </a:lnTo>
                  <a:lnTo>
                    <a:pt x="698" y="33"/>
                  </a:lnTo>
                  <a:lnTo>
                    <a:pt x="698" y="33"/>
                  </a:lnTo>
                  <a:lnTo>
                    <a:pt x="698" y="30"/>
                  </a:lnTo>
                  <a:lnTo>
                    <a:pt x="693" y="30"/>
                  </a:lnTo>
                  <a:lnTo>
                    <a:pt x="691" y="30"/>
                  </a:lnTo>
                  <a:lnTo>
                    <a:pt x="691" y="30"/>
                  </a:lnTo>
                  <a:lnTo>
                    <a:pt x="691" y="30"/>
                  </a:lnTo>
                  <a:lnTo>
                    <a:pt x="691" y="33"/>
                  </a:lnTo>
                  <a:lnTo>
                    <a:pt x="691" y="33"/>
                  </a:lnTo>
                  <a:lnTo>
                    <a:pt x="688" y="33"/>
                  </a:lnTo>
                  <a:lnTo>
                    <a:pt x="688" y="33"/>
                  </a:lnTo>
                  <a:lnTo>
                    <a:pt x="688" y="33"/>
                  </a:lnTo>
                  <a:lnTo>
                    <a:pt x="688" y="33"/>
                  </a:lnTo>
                  <a:lnTo>
                    <a:pt x="686" y="33"/>
                  </a:lnTo>
                  <a:lnTo>
                    <a:pt x="686" y="33"/>
                  </a:lnTo>
                  <a:lnTo>
                    <a:pt x="686" y="33"/>
                  </a:lnTo>
                  <a:lnTo>
                    <a:pt x="686" y="33"/>
                  </a:lnTo>
                  <a:lnTo>
                    <a:pt x="684" y="30"/>
                  </a:lnTo>
                  <a:lnTo>
                    <a:pt x="684" y="30"/>
                  </a:lnTo>
                  <a:lnTo>
                    <a:pt x="681" y="30"/>
                  </a:lnTo>
                  <a:lnTo>
                    <a:pt x="679" y="30"/>
                  </a:lnTo>
                  <a:lnTo>
                    <a:pt x="679" y="30"/>
                  </a:lnTo>
                  <a:lnTo>
                    <a:pt x="677" y="30"/>
                  </a:lnTo>
                  <a:lnTo>
                    <a:pt x="674" y="30"/>
                  </a:lnTo>
                  <a:lnTo>
                    <a:pt x="674" y="30"/>
                  </a:lnTo>
                  <a:lnTo>
                    <a:pt x="674" y="30"/>
                  </a:lnTo>
                  <a:lnTo>
                    <a:pt x="672" y="30"/>
                  </a:lnTo>
                  <a:lnTo>
                    <a:pt x="669" y="30"/>
                  </a:lnTo>
                  <a:lnTo>
                    <a:pt x="669" y="30"/>
                  </a:lnTo>
                  <a:lnTo>
                    <a:pt x="667" y="30"/>
                  </a:lnTo>
                  <a:lnTo>
                    <a:pt x="665" y="30"/>
                  </a:lnTo>
                  <a:lnTo>
                    <a:pt x="662" y="30"/>
                  </a:lnTo>
                  <a:lnTo>
                    <a:pt x="660" y="33"/>
                  </a:lnTo>
                  <a:lnTo>
                    <a:pt x="658" y="33"/>
                  </a:lnTo>
                  <a:lnTo>
                    <a:pt x="655" y="33"/>
                  </a:lnTo>
                  <a:lnTo>
                    <a:pt x="653" y="33"/>
                  </a:lnTo>
                  <a:lnTo>
                    <a:pt x="651" y="33"/>
                  </a:lnTo>
                  <a:lnTo>
                    <a:pt x="648" y="35"/>
                  </a:lnTo>
                  <a:lnTo>
                    <a:pt x="646" y="35"/>
                  </a:lnTo>
                  <a:lnTo>
                    <a:pt x="643" y="35"/>
                  </a:lnTo>
                  <a:lnTo>
                    <a:pt x="641" y="35"/>
                  </a:lnTo>
                  <a:lnTo>
                    <a:pt x="641" y="35"/>
                  </a:lnTo>
                  <a:lnTo>
                    <a:pt x="639" y="37"/>
                  </a:lnTo>
                  <a:lnTo>
                    <a:pt x="636" y="37"/>
                  </a:lnTo>
                  <a:lnTo>
                    <a:pt x="634" y="37"/>
                  </a:lnTo>
                  <a:lnTo>
                    <a:pt x="632" y="37"/>
                  </a:lnTo>
                  <a:lnTo>
                    <a:pt x="629" y="37"/>
                  </a:lnTo>
                  <a:lnTo>
                    <a:pt x="629" y="37"/>
                  </a:lnTo>
                  <a:lnTo>
                    <a:pt x="627" y="37"/>
                  </a:lnTo>
                  <a:lnTo>
                    <a:pt x="625" y="40"/>
                  </a:lnTo>
                  <a:lnTo>
                    <a:pt x="620" y="40"/>
                  </a:lnTo>
                  <a:lnTo>
                    <a:pt x="608" y="42"/>
                  </a:lnTo>
                  <a:lnTo>
                    <a:pt x="598" y="45"/>
                  </a:lnTo>
                  <a:lnTo>
                    <a:pt x="587" y="47"/>
                  </a:lnTo>
                  <a:lnTo>
                    <a:pt x="577" y="49"/>
                  </a:lnTo>
                  <a:lnTo>
                    <a:pt x="563" y="52"/>
                  </a:lnTo>
                  <a:lnTo>
                    <a:pt x="549" y="54"/>
                  </a:lnTo>
                  <a:lnTo>
                    <a:pt x="535" y="56"/>
                  </a:lnTo>
                  <a:lnTo>
                    <a:pt x="523" y="59"/>
                  </a:lnTo>
                  <a:lnTo>
                    <a:pt x="518" y="59"/>
                  </a:lnTo>
                  <a:lnTo>
                    <a:pt x="518" y="59"/>
                  </a:lnTo>
                  <a:lnTo>
                    <a:pt x="518" y="59"/>
                  </a:lnTo>
                  <a:lnTo>
                    <a:pt x="516" y="59"/>
                  </a:lnTo>
                  <a:lnTo>
                    <a:pt x="516" y="59"/>
                  </a:lnTo>
                  <a:lnTo>
                    <a:pt x="511" y="56"/>
                  </a:lnTo>
                  <a:lnTo>
                    <a:pt x="509" y="56"/>
                  </a:lnTo>
                  <a:lnTo>
                    <a:pt x="509" y="56"/>
                  </a:lnTo>
                  <a:lnTo>
                    <a:pt x="506" y="56"/>
                  </a:lnTo>
                  <a:lnTo>
                    <a:pt x="506" y="56"/>
                  </a:lnTo>
                  <a:lnTo>
                    <a:pt x="504" y="56"/>
                  </a:lnTo>
                  <a:lnTo>
                    <a:pt x="504" y="56"/>
                  </a:lnTo>
                  <a:lnTo>
                    <a:pt x="504" y="56"/>
                  </a:lnTo>
                  <a:lnTo>
                    <a:pt x="501" y="56"/>
                  </a:lnTo>
                  <a:lnTo>
                    <a:pt x="497" y="56"/>
                  </a:lnTo>
                  <a:lnTo>
                    <a:pt x="497" y="56"/>
                  </a:lnTo>
                  <a:lnTo>
                    <a:pt x="492" y="59"/>
                  </a:lnTo>
                  <a:lnTo>
                    <a:pt x="492" y="59"/>
                  </a:lnTo>
                  <a:lnTo>
                    <a:pt x="490" y="61"/>
                  </a:lnTo>
                  <a:lnTo>
                    <a:pt x="487" y="61"/>
                  </a:lnTo>
                  <a:lnTo>
                    <a:pt x="487" y="61"/>
                  </a:lnTo>
                  <a:lnTo>
                    <a:pt x="485" y="59"/>
                  </a:lnTo>
                  <a:lnTo>
                    <a:pt x="483" y="59"/>
                  </a:lnTo>
                  <a:lnTo>
                    <a:pt x="483" y="59"/>
                  </a:lnTo>
                  <a:lnTo>
                    <a:pt x="483" y="59"/>
                  </a:lnTo>
                  <a:lnTo>
                    <a:pt x="483" y="59"/>
                  </a:lnTo>
                  <a:lnTo>
                    <a:pt x="480" y="59"/>
                  </a:lnTo>
                  <a:lnTo>
                    <a:pt x="480" y="59"/>
                  </a:lnTo>
                  <a:lnTo>
                    <a:pt x="480" y="59"/>
                  </a:lnTo>
                  <a:lnTo>
                    <a:pt x="478" y="59"/>
                  </a:lnTo>
                  <a:lnTo>
                    <a:pt x="478" y="59"/>
                  </a:lnTo>
                  <a:lnTo>
                    <a:pt x="475" y="59"/>
                  </a:lnTo>
                  <a:lnTo>
                    <a:pt x="473" y="59"/>
                  </a:lnTo>
                  <a:lnTo>
                    <a:pt x="473" y="59"/>
                  </a:lnTo>
                  <a:lnTo>
                    <a:pt x="471" y="56"/>
                  </a:lnTo>
                  <a:lnTo>
                    <a:pt x="468" y="56"/>
                  </a:lnTo>
                  <a:lnTo>
                    <a:pt x="468" y="56"/>
                  </a:lnTo>
                  <a:lnTo>
                    <a:pt x="468" y="54"/>
                  </a:lnTo>
                  <a:lnTo>
                    <a:pt x="466" y="54"/>
                  </a:lnTo>
                  <a:lnTo>
                    <a:pt x="466" y="52"/>
                  </a:lnTo>
                  <a:lnTo>
                    <a:pt x="464" y="54"/>
                  </a:lnTo>
                  <a:lnTo>
                    <a:pt x="461" y="52"/>
                  </a:lnTo>
                  <a:lnTo>
                    <a:pt x="461" y="52"/>
                  </a:lnTo>
                  <a:lnTo>
                    <a:pt x="459" y="52"/>
                  </a:lnTo>
                  <a:lnTo>
                    <a:pt x="459" y="52"/>
                  </a:lnTo>
                  <a:lnTo>
                    <a:pt x="459" y="52"/>
                  </a:lnTo>
                  <a:lnTo>
                    <a:pt x="457" y="52"/>
                  </a:lnTo>
                  <a:lnTo>
                    <a:pt x="454" y="52"/>
                  </a:lnTo>
                  <a:lnTo>
                    <a:pt x="454" y="52"/>
                  </a:lnTo>
                  <a:lnTo>
                    <a:pt x="452" y="52"/>
                  </a:lnTo>
                  <a:lnTo>
                    <a:pt x="452" y="54"/>
                  </a:lnTo>
                  <a:lnTo>
                    <a:pt x="452" y="52"/>
                  </a:lnTo>
                  <a:lnTo>
                    <a:pt x="449" y="54"/>
                  </a:lnTo>
                  <a:lnTo>
                    <a:pt x="449" y="54"/>
                  </a:lnTo>
                  <a:lnTo>
                    <a:pt x="449" y="54"/>
                  </a:lnTo>
                  <a:lnTo>
                    <a:pt x="445" y="54"/>
                  </a:lnTo>
                  <a:lnTo>
                    <a:pt x="445" y="54"/>
                  </a:lnTo>
                  <a:lnTo>
                    <a:pt x="442" y="52"/>
                  </a:lnTo>
                  <a:lnTo>
                    <a:pt x="440" y="52"/>
                  </a:lnTo>
                  <a:lnTo>
                    <a:pt x="433" y="52"/>
                  </a:lnTo>
                  <a:lnTo>
                    <a:pt x="433" y="52"/>
                  </a:lnTo>
                  <a:lnTo>
                    <a:pt x="430" y="52"/>
                  </a:lnTo>
                  <a:lnTo>
                    <a:pt x="430" y="54"/>
                  </a:lnTo>
                  <a:lnTo>
                    <a:pt x="430" y="54"/>
                  </a:lnTo>
                  <a:lnTo>
                    <a:pt x="428" y="52"/>
                  </a:lnTo>
                  <a:lnTo>
                    <a:pt x="428" y="52"/>
                  </a:lnTo>
                  <a:lnTo>
                    <a:pt x="428" y="52"/>
                  </a:lnTo>
                  <a:lnTo>
                    <a:pt x="426" y="52"/>
                  </a:lnTo>
                  <a:lnTo>
                    <a:pt x="426" y="49"/>
                  </a:lnTo>
                  <a:lnTo>
                    <a:pt x="426" y="49"/>
                  </a:lnTo>
                  <a:lnTo>
                    <a:pt x="421" y="52"/>
                  </a:lnTo>
                  <a:lnTo>
                    <a:pt x="412" y="52"/>
                  </a:lnTo>
                  <a:lnTo>
                    <a:pt x="404" y="49"/>
                  </a:lnTo>
                  <a:lnTo>
                    <a:pt x="402" y="49"/>
                  </a:lnTo>
                  <a:lnTo>
                    <a:pt x="400" y="49"/>
                  </a:lnTo>
                  <a:lnTo>
                    <a:pt x="400" y="47"/>
                  </a:lnTo>
                  <a:lnTo>
                    <a:pt x="397" y="47"/>
                  </a:lnTo>
                  <a:lnTo>
                    <a:pt x="397" y="49"/>
                  </a:lnTo>
                  <a:lnTo>
                    <a:pt x="395" y="49"/>
                  </a:lnTo>
                  <a:lnTo>
                    <a:pt x="390" y="49"/>
                  </a:lnTo>
                  <a:lnTo>
                    <a:pt x="383" y="47"/>
                  </a:lnTo>
                  <a:lnTo>
                    <a:pt x="378" y="45"/>
                  </a:lnTo>
                  <a:lnTo>
                    <a:pt x="376" y="45"/>
                  </a:lnTo>
                  <a:lnTo>
                    <a:pt x="376" y="45"/>
                  </a:lnTo>
                  <a:lnTo>
                    <a:pt x="376" y="42"/>
                  </a:lnTo>
                  <a:lnTo>
                    <a:pt x="371" y="40"/>
                  </a:lnTo>
                  <a:lnTo>
                    <a:pt x="371" y="40"/>
                  </a:lnTo>
                  <a:lnTo>
                    <a:pt x="371" y="40"/>
                  </a:lnTo>
                  <a:lnTo>
                    <a:pt x="371" y="37"/>
                  </a:lnTo>
                  <a:lnTo>
                    <a:pt x="369" y="37"/>
                  </a:lnTo>
                  <a:lnTo>
                    <a:pt x="369" y="37"/>
                  </a:lnTo>
                  <a:lnTo>
                    <a:pt x="369" y="37"/>
                  </a:lnTo>
                  <a:lnTo>
                    <a:pt x="367" y="35"/>
                  </a:lnTo>
                  <a:lnTo>
                    <a:pt x="367" y="33"/>
                  </a:lnTo>
                  <a:lnTo>
                    <a:pt x="367" y="33"/>
                  </a:lnTo>
                  <a:lnTo>
                    <a:pt x="364" y="30"/>
                  </a:lnTo>
                  <a:lnTo>
                    <a:pt x="362" y="30"/>
                  </a:lnTo>
                  <a:lnTo>
                    <a:pt x="362" y="28"/>
                  </a:lnTo>
                  <a:lnTo>
                    <a:pt x="362" y="28"/>
                  </a:lnTo>
                  <a:lnTo>
                    <a:pt x="362" y="26"/>
                  </a:lnTo>
                  <a:lnTo>
                    <a:pt x="362" y="26"/>
                  </a:lnTo>
                  <a:lnTo>
                    <a:pt x="362" y="26"/>
                  </a:lnTo>
                  <a:lnTo>
                    <a:pt x="362" y="26"/>
                  </a:lnTo>
                  <a:lnTo>
                    <a:pt x="360" y="26"/>
                  </a:lnTo>
                  <a:lnTo>
                    <a:pt x="360" y="26"/>
                  </a:lnTo>
                  <a:lnTo>
                    <a:pt x="357" y="26"/>
                  </a:lnTo>
                  <a:lnTo>
                    <a:pt x="343" y="26"/>
                  </a:lnTo>
                  <a:lnTo>
                    <a:pt x="336" y="26"/>
                  </a:lnTo>
                  <a:lnTo>
                    <a:pt x="331" y="26"/>
                  </a:lnTo>
                  <a:lnTo>
                    <a:pt x="317" y="26"/>
                  </a:lnTo>
                  <a:lnTo>
                    <a:pt x="303" y="26"/>
                  </a:lnTo>
                  <a:lnTo>
                    <a:pt x="298" y="26"/>
                  </a:lnTo>
                  <a:lnTo>
                    <a:pt x="289" y="26"/>
                  </a:lnTo>
                  <a:lnTo>
                    <a:pt x="274" y="26"/>
                  </a:lnTo>
                  <a:lnTo>
                    <a:pt x="263" y="26"/>
                  </a:lnTo>
                  <a:lnTo>
                    <a:pt x="248" y="26"/>
                  </a:lnTo>
                  <a:lnTo>
                    <a:pt x="220" y="26"/>
                  </a:lnTo>
                  <a:lnTo>
                    <a:pt x="206" y="26"/>
                  </a:lnTo>
                  <a:lnTo>
                    <a:pt x="206" y="26"/>
                  </a:lnTo>
                  <a:lnTo>
                    <a:pt x="194" y="26"/>
                  </a:lnTo>
                  <a:lnTo>
                    <a:pt x="180" y="26"/>
                  </a:lnTo>
                  <a:lnTo>
                    <a:pt x="165" y="26"/>
                  </a:lnTo>
                  <a:lnTo>
                    <a:pt x="151" y="26"/>
                  </a:lnTo>
                  <a:lnTo>
                    <a:pt x="137" y="26"/>
                  </a:lnTo>
                  <a:lnTo>
                    <a:pt x="135" y="26"/>
                  </a:lnTo>
                  <a:lnTo>
                    <a:pt x="135" y="26"/>
                  </a:lnTo>
                  <a:lnTo>
                    <a:pt x="135" y="26"/>
                  </a:lnTo>
                  <a:lnTo>
                    <a:pt x="132" y="26"/>
                  </a:lnTo>
                  <a:lnTo>
                    <a:pt x="132" y="26"/>
                  </a:lnTo>
                  <a:lnTo>
                    <a:pt x="130" y="26"/>
                  </a:lnTo>
                  <a:lnTo>
                    <a:pt x="130" y="26"/>
                  </a:lnTo>
                  <a:lnTo>
                    <a:pt x="128" y="26"/>
                  </a:lnTo>
                  <a:lnTo>
                    <a:pt x="128" y="28"/>
                  </a:lnTo>
                  <a:lnTo>
                    <a:pt x="128" y="28"/>
                  </a:lnTo>
                  <a:lnTo>
                    <a:pt x="125" y="26"/>
                  </a:lnTo>
                  <a:lnTo>
                    <a:pt x="125" y="26"/>
                  </a:lnTo>
                  <a:lnTo>
                    <a:pt x="123" y="26"/>
                  </a:lnTo>
                  <a:lnTo>
                    <a:pt x="123" y="26"/>
                  </a:lnTo>
                  <a:lnTo>
                    <a:pt x="123" y="26"/>
                  </a:lnTo>
                  <a:lnTo>
                    <a:pt x="123" y="28"/>
                  </a:lnTo>
                  <a:lnTo>
                    <a:pt x="121" y="28"/>
                  </a:lnTo>
                  <a:lnTo>
                    <a:pt x="121" y="26"/>
                  </a:lnTo>
                  <a:lnTo>
                    <a:pt x="121" y="26"/>
                  </a:lnTo>
                  <a:lnTo>
                    <a:pt x="118" y="23"/>
                  </a:lnTo>
                  <a:lnTo>
                    <a:pt x="116" y="23"/>
                  </a:lnTo>
                  <a:lnTo>
                    <a:pt x="111" y="18"/>
                  </a:lnTo>
                  <a:lnTo>
                    <a:pt x="106" y="16"/>
                  </a:lnTo>
                  <a:lnTo>
                    <a:pt x="102" y="14"/>
                  </a:lnTo>
                  <a:lnTo>
                    <a:pt x="97" y="9"/>
                  </a:lnTo>
                  <a:lnTo>
                    <a:pt x="97" y="9"/>
                  </a:lnTo>
                  <a:lnTo>
                    <a:pt x="97" y="7"/>
                  </a:lnTo>
                  <a:lnTo>
                    <a:pt x="97" y="7"/>
                  </a:lnTo>
                  <a:lnTo>
                    <a:pt x="95" y="4"/>
                  </a:lnTo>
                  <a:lnTo>
                    <a:pt x="95" y="4"/>
                  </a:lnTo>
                  <a:lnTo>
                    <a:pt x="95" y="4"/>
                  </a:lnTo>
                  <a:lnTo>
                    <a:pt x="92" y="4"/>
                  </a:lnTo>
                  <a:lnTo>
                    <a:pt x="92" y="2"/>
                  </a:lnTo>
                  <a:lnTo>
                    <a:pt x="90" y="2"/>
                  </a:lnTo>
                  <a:lnTo>
                    <a:pt x="87" y="2"/>
                  </a:lnTo>
                  <a:lnTo>
                    <a:pt x="87" y="2"/>
                  </a:lnTo>
                  <a:lnTo>
                    <a:pt x="87" y="2"/>
                  </a:lnTo>
                  <a:lnTo>
                    <a:pt x="85" y="2"/>
                  </a:lnTo>
                  <a:lnTo>
                    <a:pt x="85" y="2"/>
                  </a:lnTo>
                  <a:lnTo>
                    <a:pt x="85" y="2"/>
                  </a:lnTo>
                  <a:lnTo>
                    <a:pt x="83" y="2"/>
                  </a:lnTo>
                  <a:lnTo>
                    <a:pt x="83" y="2"/>
                  </a:lnTo>
                  <a:lnTo>
                    <a:pt x="83" y="2"/>
                  </a:lnTo>
                  <a:lnTo>
                    <a:pt x="83" y="2"/>
                  </a:lnTo>
                  <a:lnTo>
                    <a:pt x="80" y="2"/>
                  </a:lnTo>
                  <a:lnTo>
                    <a:pt x="80" y="2"/>
                  </a:lnTo>
                  <a:lnTo>
                    <a:pt x="80" y="2"/>
                  </a:lnTo>
                  <a:lnTo>
                    <a:pt x="80" y="2"/>
                  </a:lnTo>
                  <a:lnTo>
                    <a:pt x="78" y="2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6" y="2"/>
                  </a:lnTo>
                  <a:lnTo>
                    <a:pt x="71" y="2"/>
                  </a:lnTo>
                  <a:lnTo>
                    <a:pt x="66" y="4"/>
                  </a:lnTo>
                  <a:lnTo>
                    <a:pt x="66" y="4"/>
                  </a:lnTo>
                  <a:lnTo>
                    <a:pt x="64" y="4"/>
                  </a:lnTo>
                  <a:lnTo>
                    <a:pt x="64" y="4"/>
                  </a:lnTo>
                  <a:lnTo>
                    <a:pt x="64" y="7"/>
                  </a:lnTo>
                  <a:lnTo>
                    <a:pt x="64" y="7"/>
                  </a:lnTo>
                  <a:lnTo>
                    <a:pt x="61" y="7"/>
                  </a:lnTo>
                  <a:lnTo>
                    <a:pt x="61" y="7"/>
                  </a:lnTo>
                  <a:lnTo>
                    <a:pt x="61" y="7"/>
                  </a:lnTo>
                  <a:lnTo>
                    <a:pt x="61" y="7"/>
                  </a:lnTo>
                  <a:lnTo>
                    <a:pt x="59" y="9"/>
                  </a:lnTo>
                  <a:lnTo>
                    <a:pt x="59" y="9"/>
                  </a:lnTo>
                  <a:lnTo>
                    <a:pt x="59" y="9"/>
                  </a:lnTo>
                  <a:lnTo>
                    <a:pt x="57" y="9"/>
                  </a:lnTo>
                  <a:lnTo>
                    <a:pt x="54" y="11"/>
                  </a:lnTo>
                  <a:lnTo>
                    <a:pt x="54" y="11"/>
                  </a:lnTo>
                  <a:lnTo>
                    <a:pt x="52" y="14"/>
                  </a:lnTo>
                  <a:lnTo>
                    <a:pt x="52" y="14"/>
                  </a:lnTo>
                  <a:lnTo>
                    <a:pt x="50" y="14"/>
                  </a:lnTo>
                  <a:lnTo>
                    <a:pt x="47" y="16"/>
                  </a:lnTo>
                  <a:lnTo>
                    <a:pt x="45" y="16"/>
                  </a:lnTo>
                  <a:lnTo>
                    <a:pt x="45" y="16"/>
                  </a:lnTo>
                  <a:lnTo>
                    <a:pt x="42" y="16"/>
                  </a:lnTo>
                  <a:lnTo>
                    <a:pt x="40" y="16"/>
                  </a:lnTo>
                  <a:lnTo>
                    <a:pt x="40" y="16"/>
                  </a:lnTo>
                  <a:lnTo>
                    <a:pt x="38" y="14"/>
                  </a:lnTo>
                  <a:lnTo>
                    <a:pt x="38" y="14"/>
                  </a:lnTo>
                  <a:lnTo>
                    <a:pt x="38" y="16"/>
                  </a:lnTo>
                  <a:lnTo>
                    <a:pt x="35" y="16"/>
                  </a:lnTo>
                  <a:lnTo>
                    <a:pt x="33" y="16"/>
                  </a:lnTo>
                  <a:lnTo>
                    <a:pt x="28" y="16"/>
                  </a:lnTo>
                  <a:lnTo>
                    <a:pt x="28" y="16"/>
                  </a:lnTo>
                  <a:lnTo>
                    <a:pt x="28" y="16"/>
                  </a:lnTo>
                  <a:lnTo>
                    <a:pt x="28" y="14"/>
                  </a:lnTo>
                  <a:lnTo>
                    <a:pt x="28" y="14"/>
                  </a:lnTo>
                  <a:lnTo>
                    <a:pt x="26" y="14"/>
                  </a:lnTo>
                  <a:lnTo>
                    <a:pt x="26" y="14"/>
                  </a:lnTo>
                  <a:lnTo>
                    <a:pt x="26" y="14"/>
                  </a:lnTo>
                  <a:lnTo>
                    <a:pt x="26" y="14"/>
                  </a:lnTo>
                  <a:lnTo>
                    <a:pt x="26" y="14"/>
                  </a:lnTo>
                  <a:lnTo>
                    <a:pt x="26" y="11"/>
                  </a:lnTo>
                  <a:lnTo>
                    <a:pt x="26" y="11"/>
                  </a:lnTo>
                  <a:lnTo>
                    <a:pt x="24" y="11"/>
                  </a:lnTo>
                  <a:lnTo>
                    <a:pt x="24" y="11"/>
                  </a:lnTo>
                  <a:lnTo>
                    <a:pt x="24" y="11"/>
                  </a:lnTo>
                  <a:lnTo>
                    <a:pt x="24" y="11"/>
                  </a:lnTo>
                  <a:lnTo>
                    <a:pt x="24" y="11"/>
                  </a:lnTo>
                  <a:lnTo>
                    <a:pt x="21" y="11"/>
                  </a:lnTo>
                  <a:lnTo>
                    <a:pt x="21" y="11"/>
                  </a:lnTo>
                  <a:lnTo>
                    <a:pt x="21" y="11"/>
                  </a:lnTo>
                  <a:lnTo>
                    <a:pt x="21" y="11"/>
                  </a:lnTo>
                  <a:lnTo>
                    <a:pt x="19" y="11"/>
                  </a:lnTo>
                  <a:lnTo>
                    <a:pt x="16" y="11"/>
                  </a:lnTo>
                  <a:lnTo>
                    <a:pt x="14" y="11"/>
                  </a:lnTo>
                  <a:lnTo>
                    <a:pt x="12" y="14"/>
                  </a:lnTo>
                  <a:lnTo>
                    <a:pt x="9" y="16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7" y="18"/>
                  </a:lnTo>
                  <a:lnTo>
                    <a:pt x="7" y="18"/>
                  </a:lnTo>
                  <a:lnTo>
                    <a:pt x="7" y="18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2" y="18"/>
                  </a:lnTo>
                  <a:lnTo>
                    <a:pt x="2" y="18"/>
                  </a:lnTo>
                  <a:lnTo>
                    <a:pt x="2" y="18"/>
                  </a:lnTo>
                  <a:lnTo>
                    <a:pt x="0" y="30"/>
                  </a:lnTo>
                  <a:lnTo>
                    <a:pt x="0" y="33"/>
                  </a:lnTo>
                  <a:lnTo>
                    <a:pt x="0" y="37"/>
                  </a:lnTo>
                  <a:lnTo>
                    <a:pt x="2" y="37"/>
                  </a:lnTo>
                  <a:lnTo>
                    <a:pt x="2" y="42"/>
                  </a:lnTo>
                  <a:lnTo>
                    <a:pt x="2" y="47"/>
                  </a:lnTo>
                  <a:lnTo>
                    <a:pt x="5" y="52"/>
                  </a:lnTo>
                  <a:lnTo>
                    <a:pt x="5" y="56"/>
                  </a:lnTo>
                  <a:lnTo>
                    <a:pt x="5" y="59"/>
                  </a:lnTo>
                  <a:lnTo>
                    <a:pt x="7" y="61"/>
                  </a:lnTo>
                  <a:lnTo>
                    <a:pt x="7" y="63"/>
                  </a:lnTo>
                  <a:lnTo>
                    <a:pt x="7" y="68"/>
                  </a:lnTo>
                  <a:lnTo>
                    <a:pt x="12" y="71"/>
                  </a:lnTo>
                  <a:lnTo>
                    <a:pt x="12" y="73"/>
                  </a:lnTo>
                  <a:lnTo>
                    <a:pt x="14" y="78"/>
                  </a:lnTo>
                  <a:lnTo>
                    <a:pt x="16" y="80"/>
                  </a:lnTo>
                  <a:lnTo>
                    <a:pt x="16" y="80"/>
                  </a:lnTo>
                  <a:lnTo>
                    <a:pt x="16" y="80"/>
                  </a:lnTo>
                  <a:lnTo>
                    <a:pt x="16" y="80"/>
                  </a:lnTo>
                  <a:lnTo>
                    <a:pt x="16" y="82"/>
                  </a:lnTo>
                  <a:lnTo>
                    <a:pt x="16" y="82"/>
                  </a:lnTo>
                  <a:lnTo>
                    <a:pt x="16" y="85"/>
                  </a:lnTo>
                  <a:lnTo>
                    <a:pt x="16" y="87"/>
                  </a:lnTo>
                  <a:lnTo>
                    <a:pt x="19" y="89"/>
                  </a:lnTo>
                  <a:lnTo>
                    <a:pt x="21" y="89"/>
                  </a:lnTo>
                  <a:lnTo>
                    <a:pt x="21" y="89"/>
                  </a:lnTo>
                  <a:lnTo>
                    <a:pt x="21" y="92"/>
                  </a:lnTo>
                  <a:lnTo>
                    <a:pt x="21" y="92"/>
                  </a:lnTo>
                  <a:lnTo>
                    <a:pt x="26" y="94"/>
                  </a:lnTo>
                  <a:lnTo>
                    <a:pt x="31" y="99"/>
                  </a:lnTo>
                  <a:lnTo>
                    <a:pt x="40" y="111"/>
                  </a:lnTo>
                  <a:lnTo>
                    <a:pt x="40" y="111"/>
                  </a:lnTo>
                  <a:lnTo>
                    <a:pt x="40" y="116"/>
                  </a:lnTo>
                  <a:lnTo>
                    <a:pt x="40" y="116"/>
                  </a:lnTo>
                  <a:lnTo>
                    <a:pt x="42" y="118"/>
                  </a:lnTo>
                  <a:lnTo>
                    <a:pt x="45" y="120"/>
                  </a:lnTo>
                  <a:lnTo>
                    <a:pt x="45" y="120"/>
                  </a:lnTo>
                  <a:lnTo>
                    <a:pt x="50" y="127"/>
                  </a:lnTo>
                  <a:lnTo>
                    <a:pt x="50" y="130"/>
                  </a:lnTo>
                  <a:lnTo>
                    <a:pt x="52" y="132"/>
                  </a:lnTo>
                  <a:lnTo>
                    <a:pt x="52" y="132"/>
                  </a:lnTo>
                  <a:lnTo>
                    <a:pt x="52" y="134"/>
                  </a:lnTo>
                  <a:lnTo>
                    <a:pt x="52" y="137"/>
                  </a:lnTo>
                  <a:lnTo>
                    <a:pt x="54" y="139"/>
                  </a:lnTo>
                  <a:lnTo>
                    <a:pt x="57" y="142"/>
                  </a:lnTo>
                  <a:lnTo>
                    <a:pt x="57" y="144"/>
                  </a:lnTo>
                  <a:lnTo>
                    <a:pt x="57" y="146"/>
                  </a:lnTo>
                  <a:lnTo>
                    <a:pt x="59" y="146"/>
                  </a:lnTo>
                  <a:lnTo>
                    <a:pt x="59" y="149"/>
                  </a:lnTo>
                  <a:lnTo>
                    <a:pt x="61" y="156"/>
                  </a:lnTo>
                  <a:lnTo>
                    <a:pt x="64" y="158"/>
                  </a:lnTo>
                  <a:lnTo>
                    <a:pt x="66" y="160"/>
                  </a:lnTo>
                  <a:lnTo>
                    <a:pt x="68" y="168"/>
                  </a:lnTo>
                  <a:lnTo>
                    <a:pt x="71" y="175"/>
                  </a:lnTo>
                  <a:lnTo>
                    <a:pt x="73" y="177"/>
                  </a:lnTo>
                  <a:lnTo>
                    <a:pt x="76" y="179"/>
                  </a:lnTo>
                  <a:lnTo>
                    <a:pt x="78" y="179"/>
                  </a:lnTo>
                  <a:lnTo>
                    <a:pt x="78" y="182"/>
                  </a:lnTo>
                  <a:lnTo>
                    <a:pt x="80" y="187"/>
                  </a:lnTo>
                  <a:lnTo>
                    <a:pt x="83" y="191"/>
                  </a:lnTo>
                  <a:lnTo>
                    <a:pt x="83" y="194"/>
                  </a:lnTo>
                  <a:lnTo>
                    <a:pt x="83" y="198"/>
                  </a:lnTo>
                  <a:lnTo>
                    <a:pt x="87" y="208"/>
                  </a:lnTo>
                  <a:lnTo>
                    <a:pt x="90" y="213"/>
                  </a:lnTo>
                  <a:lnTo>
                    <a:pt x="90" y="217"/>
                  </a:lnTo>
                  <a:lnTo>
                    <a:pt x="90" y="220"/>
                  </a:lnTo>
                  <a:lnTo>
                    <a:pt x="92" y="222"/>
                  </a:lnTo>
                  <a:lnTo>
                    <a:pt x="92" y="222"/>
                  </a:lnTo>
                  <a:lnTo>
                    <a:pt x="95" y="224"/>
                  </a:lnTo>
                  <a:lnTo>
                    <a:pt x="95" y="227"/>
                  </a:lnTo>
                  <a:lnTo>
                    <a:pt x="97" y="229"/>
                  </a:lnTo>
                  <a:lnTo>
                    <a:pt x="102" y="236"/>
                  </a:lnTo>
                  <a:lnTo>
                    <a:pt x="102" y="239"/>
                  </a:lnTo>
                  <a:lnTo>
                    <a:pt x="104" y="241"/>
                  </a:lnTo>
                  <a:lnTo>
                    <a:pt x="109" y="248"/>
                  </a:lnTo>
                  <a:lnTo>
                    <a:pt x="113" y="255"/>
                  </a:lnTo>
                  <a:lnTo>
                    <a:pt x="116" y="258"/>
                  </a:lnTo>
                  <a:lnTo>
                    <a:pt x="116" y="262"/>
                  </a:lnTo>
                  <a:lnTo>
                    <a:pt x="121" y="269"/>
                  </a:lnTo>
                  <a:lnTo>
                    <a:pt x="121" y="269"/>
                  </a:lnTo>
                  <a:lnTo>
                    <a:pt x="121" y="269"/>
                  </a:lnTo>
                  <a:lnTo>
                    <a:pt x="121" y="269"/>
                  </a:lnTo>
                  <a:lnTo>
                    <a:pt x="121" y="272"/>
                  </a:lnTo>
                  <a:lnTo>
                    <a:pt x="121" y="272"/>
                  </a:lnTo>
                  <a:lnTo>
                    <a:pt x="121" y="272"/>
                  </a:lnTo>
                  <a:lnTo>
                    <a:pt x="121" y="274"/>
                  </a:lnTo>
                  <a:lnTo>
                    <a:pt x="121" y="274"/>
                  </a:lnTo>
                  <a:lnTo>
                    <a:pt x="125" y="279"/>
                  </a:lnTo>
                  <a:lnTo>
                    <a:pt x="125" y="279"/>
                  </a:lnTo>
                  <a:lnTo>
                    <a:pt x="130" y="281"/>
                  </a:lnTo>
                  <a:lnTo>
                    <a:pt x="137" y="293"/>
                  </a:lnTo>
                  <a:lnTo>
                    <a:pt x="137" y="293"/>
                  </a:lnTo>
                  <a:lnTo>
                    <a:pt x="137" y="295"/>
                  </a:lnTo>
                  <a:lnTo>
                    <a:pt x="139" y="298"/>
                  </a:lnTo>
                  <a:lnTo>
                    <a:pt x="142" y="300"/>
                  </a:lnTo>
                  <a:lnTo>
                    <a:pt x="144" y="302"/>
                  </a:lnTo>
                  <a:lnTo>
                    <a:pt x="144" y="305"/>
                  </a:lnTo>
                  <a:lnTo>
                    <a:pt x="147" y="307"/>
                  </a:lnTo>
                  <a:lnTo>
                    <a:pt x="149" y="312"/>
                  </a:lnTo>
                  <a:lnTo>
                    <a:pt x="149" y="314"/>
                  </a:lnTo>
                  <a:lnTo>
                    <a:pt x="149" y="317"/>
                  </a:lnTo>
                  <a:lnTo>
                    <a:pt x="151" y="324"/>
                  </a:lnTo>
                  <a:lnTo>
                    <a:pt x="151" y="336"/>
                  </a:lnTo>
                  <a:lnTo>
                    <a:pt x="151" y="338"/>
                  </a:lnTo>
                  <a:lnTo>
                    <a:pt x="151" y="338"/>
                  </a:lnTo>
                  <a:lnTo>
                    <a:pt x="149" y="338"/>
                  </a:lnTo>
                  <a:lnTo>
                    <a:pt x="149" y="340"/>
                  </a:lnTo>
                  <a:lnTo>
                    <a:pt x="149" y="343"/>
                  </a:lnTo>
                  <a:lnTo>
                    <a:pt x="147" y="343"/>
                  </a:lnTo>
                  <a:lnTo>
                    <a:pt x="147" y="340"/>
                  </a:lnTo>
                  <a:lnTo>
                    <a:pt x="149" y="340"/>
                  </a:lnTo>
                  <a:lnTo>
                    <a:pt x="147" y="340"/>
                  </a:lnTo>
                  <a:lnTo>
                    <a:pt x="147" y="340"/>
                  </a:lnTo>
                  <a:lnTo>
                    <a:pt x="147" y="338"/>
                  </a:lnTo>
                  <a:lnTo>
                    <a:pt x="147" y="338"/>
                  </a:lnTo>
                  <a:lnTo>
                    <a:pt x="147" y="338"/>
                  </a:lnTo>
                  <a:lnTo>
                    <a:pt x="147" y="338"/>
                  </a:lnTo>
                  <a:lnTo>
                    <a:pt x="147" y="336"/>
                  </a:lnTo>
                  <a:lnTo>
                    <a:pt x="147" y="336"/>
                  </a:lnTo>
                  <a:lnTo>
                    <a:pt x="147" y="336"/>
                  </a:lnTo>
                  <a:lnTo>
                    <a:pt x="147" y="336"/>
                  </a:lnTo>
                  <a:lnTo>
                    <a:pt x="147" y="336"/>
                  </a:lnTo>
                  <a:lnTo>
                    <a:pt x="147" y="338"/>
                  </a:lnTo>
                  <a:lnTo>
                    <a:pt x="147" y="338"/>
                  </a:lnTo>
                  <a:lnTo>
                    <a:pt x="144" y="340"/>
                  </a:lnTo>
                  <a:lnTo>
                    <a:pt x="144" y="340"/>
                  </a:lnTo>
                  <a:lnTo>
                    <a:pt x="144" y="340"/>
                  </a:lnTo>
                  <a:lnTo>
                    <a:pt x="144" y="345"/>
                  </a:lnTo>
                  <a:lnTo>
                    <a:pt x="144" y="347"/>
                  </a:lnTo>
                  <a:lnTo>
                    <a:pt x="147" y="350"/>
                  </a:lnTo>
                  <a:lnTo>
                    <a:pt x="147" y="350"/>
                  </a:lnTo>
                  <a:lnTo>
                    <a:pt x="147" y="352"/>
                  </a:lnTo>
                  <a:lnTo>
                    <a:pt x="149" y="355"/>
                  </a:lnTo>
                  <a:lnTo>
                    <a:pt x="149" y="362"/>
                  </a:lnTo>
                  <a:lnTo>
                    <a:pt x="149" y="364"/>
                  </a:lnTo>
                  <a:lnTo>
                    <a:pt x="149" y="364"/>
                  </a:lnTo>
                  <a:lnTo>
                    <a:pt x="149" y="364"/>
                  </a:lnTo>
                  <a:lnTo>
                    <a:pt x="149" y="364"/>
                  </a:lnTo>
                  <a:lnTo>
                    <a:pt x="149" y="364"/>
                  </a:lnTo>
                  <a:lnTo>
                    <a:pt x="147" y="364"/>
                  </a:lnTo>
                  <a:lnTo>
                    <a:pt x="147" y="366"/>
                  </a:lnTo>
                  <a:lnTo>
                    <a:pt x="147" y="366"/>
                  </a:lnTo>
                  <a:lnTo>
                    <a:pt x="147" y="366"/>
                  </a:lnTo>
                  <a:lnTo>
                    <a:pt x="147" y="369"/>
                  </a:lnTo>
                  <a:lnTo>
                    <a:pt x="149" y="376"/>
                  </a:lnTo>
                  <a:lnTo>
                    <a:pt x="149" y="376"/>
                  </a:lnTo>
                  <a:lnTo>
                    <a:pt x="149" y="378"/>
                  </a:lnTo>
                  <a:lnTo>
                    <a:pt x="149" y="388"/>
                  </a:lnTo>
                  <a:lnTo>
                    <a:pt x="149" y="388"/>
                  </a:lnTo>
                  <a:lnTo>
                    <a:pt x="149" y="390"/>
                  </a:lnTo>
                  <a:lnTo>
                    <a:pt x="149" y="395"/>
                  </a:lnTo>
                  <a:lnTo>
                    <a:pt x="149" y="395"/>
                  </a:lnTo>
                  <a:lnTo>
                    <a:pt x="149" y="397"/>
                  </a:lnTo>
                  <a:lnTo>
                    <a:pt x="149" y="397"/>
                  </a:lnTo>
                  <a:lnTo>
                    <a:pt x="149" y="397"/>
                  </a:lnTo>
                  <a:lnTo>
                    <a:pt x="149" y="397"/>
                  </a:lnTo>
                  <a:lnTo>
                    <a:pt x="149" y="397"/>
                  </a:lnTo>
                  <a:lnTo>
                    <a:pt x="147" y="397"/>
                  </a:lnTo>
                  <a:lnTo>
                    <a:pt x="147" y="400"/>
                  </a:lnTo>
                  <a:lnTo>
                    <a:pt x="147" y="400"/>
                  </a:lnTo>
                  <a:lnTo>
                    <a:pt x="147" y="402"/>
                  </a:lnTo>
                  <a:lnTo>
                    <a:pt x="147" y="404"/>
                  </a:lnTo>
                  <a:lnTo>
                    <a:pt x="147" y="407"/>
                  </a:lnTo>
                  <a:lnTo>
                    <a:pt x="147" y="407"/>
                  </a:lnTo>
                  <a:lnTo>
                    <a:pt x="147" y="407"/>
                  </a:lnTo>
                  <a:lnTo>
                    <a:pt x="149" y="411"/>
                  </a:lnTo>
                  <a:lnTo>
                    <a:pt x="149" y="411"/>
                  </a:lnTo>
                  <a:lnTo>
                    <a:pt x="149" y="416"/>
                  </a:lnTo>
                  <a:lnTo>
                    <a:pt x="154" y="421"/>
                  </a:lnTo>
                  <a:lnTo>
                    <a:pt x="154" y="426"/>
                  </a:lnTo>
                  <a:lnTo>
                    <a:pt x="156" y="428"/>
                  </a:lnTo>
                  <a:lnTo>
                    <a:pt x="156" y="428"/>
                  </a:lnTo>
                  <a:lnTo>
                    <a:pt x="156" y="430"/>
                  </a:lnTo>
                  <a:lnTo>
                    <a:pt x="156" y="430"/>
                  </a:lnTo>
                  <a:lnTo>
                    <a:pt x="154" y="433"/>
                  </a:lnTo>
                  <a:lnTo>
                    <a:pt x="154" y="433"/>
                  </a:lnTo>
                  <a:lnTo>
                    <a:pt x="154" y="433"/>
                  </a:lnTo>
                  <a:lnTo>
                    <a:pt x="156" y="435"/>
                  </a:lnTo>
                  <a:lnTo>
                    <a:pt x="158" y="437"/>
                  </a:lnTo>
                  <a:lnTo>
                    <a:pt x="161" y="440"/>
                  </a:lnTo>
                  <a:lnTo>
                    <a:pt x="161" y="442"/>
                  </a:lnTo>
                  <a:lnTo>
                    <a:pt x="163" y="447"/>
                  </a:lnTo>
                  <a:lnTo>
                    <a:pt x="165" y="449"/>
                  </a:lnTo>
                  <a:lnTo>
                    <a:pt x="165" y="454"/>
                  </a:lnTo>
                  <a:lnTo>
                    <a:pt x="165" y="456"/>
                  </a:lnTo>
                  <a:lnTo>
                    <a:pt x="168" y="459"/>
                  </a:lnTo>
                  <a:lnTo>
                    <a:pt x="168" y="461"/>
                  </a:lnTo>
                  <a:lnTo>
                    <a:pt x="168" y="463"/>
                  </a:lnTo>
                  <a:lnTo>
                    <a:pt x="168" y="466"/>
                  </a:lnTo>
                  <a:lnTo>
                    <a:pt x="168" y="471"/>
                  </a:lnTo>
                  <a:lnTo>
                    <a:pt x="168" y="471"/>
                  </a:lnTo>
                  <a:lnTo>
                    <a:pt x="165" y="475"/>
                  </a:lnTo>
                  <a:lnTo>
                    <a:pt x="165" y="475"/>
                  </a:lnTo>
                  <a:lnTo>
                    <a:pt x="165" y="478"/>
                  </a:lnTo>
                  <a:lnTo>
                    <a:pt x="165" y="480"/>
                  </a:lnTo>
                  <a:lnTo>
                    <a:pt x="168" y="485"/>
                  </a:lnTo>
                  <a:lnTo>
                    <a:pt x="168" y="487"/>
                  </a:lnTo>
                  <a:lnTo>
                    <a:pt x="168" y="489"/>
                  </a:lnTo>
                  <a:lnTo>
                    <a:pt x="170" y="489"/>
                  </a:lnTo>
                  <a:lnTo>
                    <a:pt x="170" y="492"/>
                  </a:lnTo>
                  <a:lnTo>
                    <a:pt x="170" y="492"/>
                  </a:lnTo>
                  <a:lnTo>
                    <a:pt x="170" y="494"/>
                  </a:lnTo>
                  <a:lnTo>
                    <a:pt x="168" y="497"/>
                  </a:lnTo>
                  <a:lnTo>
                    <a:pt x="168" y="497"/>
                  </a:lnTo>
                  <a:lnTo>
                    <a:pt x="168" y="501"/>
                  </a:lnTo>
                  <a:lnTo>
                    <a:pt x="168" y="504"/>
                  </a:lnTo>
                  <a:lnTo>
                    <a:pt x="168" y="504"/>
                  </a:lnTo>
                  <a:lnTo>
                    <a:pt x="168" y="504"/>
                  </a:lnTo>
                  <a:lnTo>
                    <a:pt x="168" y="506"/>
                  </a:lnTo>
                  <a:lnTo>
                    <a:pt x="170" y="508"/>
                  </a:lnTo>
                  <a:lnTo>
                    <a:pt x="173" y="508"/>
                  </a:lnTo>
                  <a:lnTo>
                    <a:pt x="170" y="511"/>
                  </a:lnTo>
                  <a:lnTo>
                    <a:pt x="170" y="513"/>
                  </a:lnTo>
                  <a:lnTo>
                    <a:pt x="173" y="518"/>
                  </a:lnTo>
                  <a:lnTo>
                    <a:pt x="175" y="520"/>
                  </a:lnTo>
                  <a:lnTo>
                    <a:pt x="175" y="523"/>
                  </a:lnTo>
                  <a:lnTo>
                    <a:pt x="175" y="525"/>
                  </a:lnTo>
                  <a:lnTo>
                    <a:pt x="175" y="527"/>
                  </a:lnTo>
                  <a:lnTo>
                    <a:pt x="173" y="527"/>
                  </a:lnTo>
                  <a:lnTo>
                    <a:pt x="173" y="527"/>
                  </a:lnTo>
                  <a:lnTo>
                    <a:pt x="173" y="527"/>
                  </a:lnTo>
                  <a:lnTo>
                    <a:pt x="173" y="527"/>
                  </a:lnTo>
                  <a:lnTo>
                    <a:pt x="173" y="527"/>
                  </a:lnTo>
                  <a:lnTo>
                    <a:pt x="175" y="530"/>
                  </a:lnTo>
                  <a:lnTo>
                    <a:pt x="175" y="534"/>
                  </a:lnTo>
                  <a:lnTo>
                    <a:pt x="175" y="539"/>
                  </a:lnTo>
                  <a:lnTo>
                    <a:pt x="175" y="539"/>
                  </a:lnTo>
                  <a:lnTo>
                    <a:pt x="177" y="539"/>
                  </a:lnTo>
                  <a:lnTo>
                    <a:pt x="180" y="542"/>
                  </a:lnTo>
                  <a:lnTo>
                    <a:pt x="182" y="544"/>
                  </a:lnTo>
                  <a:lnTo>
                    <a:pt x="182" y="546"/>
                  </a:lnTo>
                  <a:lnTo>
                    <a:pt x="184" y="549"/>
                  </a:lnTo>
                  <a:lnTo>
                    <a:pt x="184" y="553"/>
                  </a:lnTo>
                  <a:lnTo>
                    <a:pt x="184" y="553"/>
                  </a:lnTo>
                  <a:lnTo>
                    <a:pt x="184" y="553"/>
                  </a:lnTo>
                  <a:lnTo>
                    <a:pt x="184" y="558"/>
                  </a:lnTo>
                  <a:lnTo>
                    <a:pt x="184" y="558"/>
                  </a:lnTo>
                  <a:lnTo>
                    <a:pt x="184" y="558"/>
                  </a:lnTo>
                  <a:lnTo>
                    <a:pt x="184" y="556"/>
                  </a:lnTo>
                  <a:lnTo>
                    <a:pt x="182" y="556"/>
                  </a:lnTo>
                  <a:lnTo>
                    <a:pt x="182" y="556"/>
                  </a:lnTo>
                  <a:lnTo>
                    <a:pt x="182" y="556"/>
                  </a:lnTo>
                  <a:lnTo>
                    <a:pt x="182" y="556"/>
                  </a:lnTo>
                  <a:lnTo>
                    <a:pt x="182" y="556"/>
                  </a:lnTo>
                  <a:lnTo>
                    <a:pt x="180" y="558"/>
                  </a:lnTo>
                  <a:lnTo>
                    <a:pt x="180" y="558"/>
                  </a:lnTo>
                  <a:lnTo>
                    <a:pt x="180" y="560"/>
                  </a:lnTo>
                  <a:lnTo>
                    <a:pt x="182" y="560"/>
                  </a:lnTo>
                  <a:lnTo>
                    <a:pt x="182" y="563"/>
                  </a:lnTo>
                  <a:lnTo>
                    <a:pt x="182" y="563"/>
                  </a:lnTo>
                  <a:lnTo>
                    <a:pt x="182" y="565"/>
                  </a:lnTo>
                  <a:lnTo>
                    <a:pt x="182" y="565"/>
                  </a:lnTo>
                  <a:lnTo>
                    <a:pt x="184" y="570"/>
                  </a:lnTo>
                  <a:lnTo>
                    <a:pt x="184" y="570"/>
                  </a:lnTo>
                  <a:lnTo>
                    <a:pt x="184" y="572"/>
                  </a:lnTo>
                  <a:lnTo>
                    <a:pt x="184" y="572"/>
                  </a:lnTo>
                  <a:lnTo>
                    <a:pt x="184" y="572"/>
                  </a:lnTo>
                  <a:lnTo>
                    <a:pt x="184" y="572"/>
                  </a:lnTo>
                  <a:lnTo>
                    <a:pt x="184" y="572"/>
                  </a:lnTo>
                  <a:lnTo>
                    <a:pt x="187" y="572"/>
                  </a:lnTo>
                  <a:lnTo>
                    <a:pt x="187" y="572"/>
                  </a:lnTo>
                  <a:lnTo>
                    <a:pt x="187" y="575"/>
                  </a:lnTo>
                  <a:lnTo>
                    <a:pt x="189" y="575"/>
                  </a:lnTo>
                  <a:lnTo>
                    <a:pt x="189" y="575"/>
                  </a:lnTo>
                  <a:lnTo>
                    <a:pt x="189" y="579"/>
                  </a:lnTo>
                  <a:lnTo>
                    <a:pt x="189" y="579"/>
                  </a:lnTo>
                  <a:lnTo>
                    <a:pt x="189" y="582"/>
                  </a:lnTo>
                  <a:lnTo>
                    <a:pt x="189" y="582"/>
                  </a:lnTo>
                  <a:lnTo>
                    <a:pt x="189" y="584"/>
                  </a:lnTo>
                  <a:lnTo>
                    <a:pt x="189" y="586"/>
                  </a:lnTo>
                  <a:lnTo>
                    <a:pt x="189" y="591"/>
                  </a:lnTo>
                  <a:lnTo>
                    <a:pt x="189" y="591"/>
                  </a:lnTo>
                  <a:lnTo>
                    <a:pt x="192" y="591"/>
                  </a:lnTo>
                  <a:lnTo>
                    <a:pt x="192" y="591"/>
                  </a:lnTo>
                  <a:lnTo>
                    <a:pt x="192" y="591"/>
                  </a:lnTo>
                  <a:lnTo>
                    <a:pt x="192" y="596"/>
                  </a:lnTo>
                  <a:lnTo>
                    <a:pt x="192" y="598"/>
                  </a:lnTo>
                  <a:lnTo>
                    <a:pt x="194" y="601"/>
                  </a:lnTo>
                  <a:lnTo>
                    <a:pt x="196" y="603"/>
                  </a:lnTo>
                  <a:lnTo>
                    <a:pt x="196" y="605"/>
                  </a:lnTo>
                  <a:lnTo>
                    <a:pt x="196" y="605"/>
                  </a:lnTo>
                  <a:lnTo>
                    <a:pt x="199" y="605"/>
                  </a:lnTo>
                  <a:lnTo>
                    <a:pt x="199" y="608"/>
                  </a:lnTo>
                  <a:lnTo>
                    <a:pt x="203" y="615"/>
                  </a:lnTo>
                  <a:lnTo>
                    <a:pt x="203" y="617"/>
                  </a:lnTo>
                  <a:lnTo>
                    <a:pt x="203" y="617"/>
                  </a:lnTo>
                  <a:lnTo>
                    <a:pt x="203" y="620"/>
                  </a:lnTo>
                  <a:lnTo>
                    <a:pt x="203" y="622"/>
                  </a:lnTo>
                  <a:lnTo>
                    <a:pt x="206" y="622"/>
                  </a:lnTo>
                  <a:lnTo>
                    <a:pt x="210" y="629"/>
                  </a:lnTo>
                  <a:lnTo>
                    <a:pt x="213" y="629"/>
                  </a:lnTo>
                  <a:lnTo>
                    <a:pt x="213" y="631"/>
                  </a:lnTo>
                  <a:lnTo>
                    <a:pt x="213" y="631"/>
                  </a:lnTo>
                  <a:lnTo>
                    <a:pt x="213" y="634"/>
                  </a:lnTo>
                  <a:lnTo>
                    <a:pt x="213" y="634"/>
                  </a:lnTo>
                  <a:lnTo>
                    <a:pt x="213" y="634"/>
                  </a:lnTo>
                  <a:lnTo>
                    <a:pt x="215" y="636"/>
                  </a:lnTo>
                  <a:lnTo>
                    <a:pt x="215" y="639"/>
                  </a:lnTo>
                  <a:lnTo>
                    <a:pt x="218" y="641"/>
                  </a:lnTo>
                  <a:lnTo>
                    <a:pt x="220" y="643"/>
                  </a:lnTo>
                  <a:lnTo>
                    <a:pt x="222" y="646"/>
                  </a:lnTo>
                  <a:lnTo>
                    <a:pt x="225" y="648"/>
                  </a:lnTo>
                  <a:lnTo>
                    <a:pt x="232" y="653"/>
                  </a:lnTo>
                  <a:lnTo>
                    <a:pt x="234" y="657"/>
                  </a:lnTo>
                  <a:lnTo>
                    <a:pt x="239" y="662"/>
                  </a:lnTo>
                  <a:lnTo>
                    <a:pt x="239" y="662"/>
                  </a:lnTo>
                  <a:lnTo>
                    <a:pt x="239" y="662"/>
                  </a:lnTo>
                  <a:lnTo>
                    <a:pt x="246" y="669"/>
                  </a:lnTo>
                  <a:lnTo>
                    <a:pt x="246" y="669"/>
                  </a:lnTo>
                  <a:lnTo>
                    <a:pt x="248" y="672"/>
                  </a:lnTo>
                  <a:lnTo>
                    <a:pt x="251" y="674"/>
                  </a:lnTo>
                  <a:lnTo>
                    <a:pt x="253" y="674"/>
                  </a:lnTo>
                  <a:lnTo>
                    <a:pt x="253" y="674"/>
                  </a:lnTo>
                  <a:lnTo>
                    <a:pt x="253" y="674"/>
                  </a:lnTo>
                  <a:lnTo>
                    <a:pt x="255" y="674"/>
                  </a:lnTo>
                  <a:lnTo>
                    <a:pt x="255" y="672"/>
                  </a:lnTo>
                  <a:lnTo>
                    <a:pt x="255" y="672"/>
                  </a:lnTo>
                  <a:lnTo>
                    <a:pt x="258" y="672"/>
                  </a:lnTo>
                  <a:lnTo>
                    <a:pt x="260" y="669"/>
                  </a:lnTo>
                  <a:lnTo>
                    <a:pt x="263" y="669"/>
                  </a:lnTo>
                  <a:lnTo>
                    <a:pt x="265" y="665"/>
                  </a:lnTo>
                  <a:lnTo>
                    <a:pt x="265" y="665"/>
                  </a:lnTo>
                  <a:lnTo>
                    <a:pt x="267" y="665"/>
                  </a:lnTo>
                  <a:lnTo>
                    <a:pt x="267" y="667"/>
                  </a:lnTo>
                  <a:lnTo>
                    <a:pt x="267" y="667"/>
                  </a:lnTo>
                  <a:lnTo>
                    <a:pt x="267" y="667"/>
                  </a:lnTo>
                  <a:lnTo>
                    <a:pt x="267" y="667"/>
                  </a:lnTo>
                  <a:lnTo>
                    <a:pt x="270" y="667"/>
                  </a:lnTo>
                  <a:lnTo>
                    <a:pt x="270" y="665"/>
                  </a:lnTo>
                  <a:lnTo>
                    <a:pt x="270" y="665"/>
                  </a:lnTo>
                  <a:lnTo>
                    <a:pt x="270" y="665"/>
                  </a:lnTo>
                  <a:lnTo>
                    <a:pt x="272" y="662"/>
                  </a:lnTo>
                  <a:lnTo>
                    <a:pt x="272" y="660"/>
                  </a:lnTo>
                  <a:lnTo>
                    <a:pt x="272" y="660"/>
                  </a:lnTo>
                  <a:lnTo>
                    <a:pt x="272" y="660"/>
                  </a:lnTo>
                  <a:lnTo>
                    <a:pt x="272" y="660"/>
                  </a:lnTo>
                  <a:lnTo>
                    <a:pt x="272" y="657"/>
                  </a:lnTo>
                  <a:lnTo>
                    <a:pt x="270" y="655"/>
                  </a:lnTo>
                  <a:lnTo>
                    <a:pt x="270" y="655"/>
                  </a:lnTo>
                  <a:lnTo>
                    <a:pt x="270" y="653"/>
                  </a:lnTo>
                  <a:lnTo>
                    <a:pt x="272" y="653"/>
                  </a:lnTo>
                  <a:lnTo>
                    <a:pt x="272" y="653"/>
                  </a:lnTo>
                  <a:lnTo>
                    <a:pt x="272" y="655"/>
                  </a:lnTo>
                  <a:lnTo>
                    <a:pt x="272" y="655"/>
                  </a:lnTo>
                  <a:lnTo>
                    <a:pt x="274" y="653"/>
                  </a:lnTo>
                  <a:lnTo>
                    <a:pt x="274" y="653"/>
                  </a:lnTo>
                  <a:lnTo>
                    <a:pt x="274" y="653"/>
                  </a:lnTo>
                  <a:lnTo>
                    <a:pt x="272" y="653"/>
                  </a:lnTo>
                  <a:lnTo>
                    <a:pt x="272" y="650"/>
                  </a:lnTo>
                  <a:lnTo>
                    <a:pt x="272" y="650"/>
                  </a:lnTo>
                  <a:lnTo>
                    <a:pt x="274" y="650"/>
                  </a:lnTo>
                  <a:lnTo>
                    <a:pt x="274" y="650"/>
                  </a:lnTo>
                  <a:lnTo>
                    <a:pt x="274" y="650"/>
                  </a:lnTo>
                  <a:lnTo>
                    <a:pt x="274" y="650"/>
                  </a:lnTo>
                  <a:lnTo>
                    <a:pt x="274" y="648"/>
                  </a:lnTo>
                  <a:lnTo>
                    <a:pt x="274" y="648"/>
                  </a:lnTo>
                  <a:lnTo>
                    <a:pt x="274" y="648"/>
                  </a:lnTo>
                  <a:lnTo>
                    <a:pt x="274" y="648"/>
                  </a:lnTo>
                  <a:lnTo>
                    <a:pt x="274" y="648"/>
                  </a:lnTo>
                  <a:lnTo>
                    <a:pt x="274" y="648"/>
                  </a:lnTo>
                  <a:lnTo>
                    <a:pt x="277" y="648"/>
                  </a:lnTo>
                  <a:lnTo>
                    <a:pt x="277" y="648"/>
                  </a:lnTo>
                  <a:lnTo>
                    <a:pt x="277" y="648"/>
                  </a:lnTo>
                  <a:lnTo>
                    <a:pt x="277" y="648"/>
                  </a:lnTo>
                  <a:lnTo>
                    <a:pt x="277" y="643"/>
                  </a:lnTo>
                  <a:lnTo>
                    <a:pt x="277" y="643"/>
                  </a:lnTo>
                  <a:lnTo>
                    <a:pt x="279" y="641"/>
                  </a:lnTo>
                  <a:lnTo>
                    <a:pt x="279" y="641"/>
                  </a:lnTo>
                  <a:lnTo>
                    <a:pt x="279" y="641"/>
                  </a:lnTo>
                  <a:lnTo>
                    <a:pt x="279" y="641"/>
                  </a:lnTo>
                  <a:lnTo>
                    <a:pt x="279" y="643"/>
                  </a:lnTo>
                  <a:lnTo>
                    <a:pt x="281" y="641"/>
                  </a:lnTo>
                  <a:lnTo>
                    <a:pt x="281" y="641"/>
                  </a:lnTo>
                  <a:lnTo>
                    <a:pt x="281" y="641"/>
                  </a:lnTo>
                  <a:lnTo>
                    <a:pt x="284" y="641"/>
                  </a:lnTo>
                  <a:lnTo>
                    <a:pt x="286" y="641"/>
                  </a:lnTo>
                  <a:lnTo>
                    <a:pt x="286" y="639"/>
                  </a:lnTo>
                  <a:lnTo>
                    <a:pt x="286" y="639"/>
                  </a:lnTo>
                  <a:lnTo>
                    <a:pt x="289" y="639"/>
                  </a:lnTo>
                  <a:lnTo>
                    <a:pt x="289" y="639"/>
                  </a:lnTo>
                  <a:lnTo>
                    <a:pt x="289" y="641"/>
                  </a:lnTo>
                  <a:lnTo>
                    <a:pt x="289" y="641"/>
                  </a:lnTo>
                  <a:lnTo>
                    <a:pt x="291" y="643"/>
                  </a:lnTo>
                  <a:lnTo>
                    <a:pt x="291" y="643"/>
                  </a:lnTo>
                  <a:lnTo>
                    <a:pt x="293" y="643"/>
                  </a:lnTo>
                  <a:lnTo>
                    <a:pt x="293" y="646"/>
                  </a:lnTo>
                  <a:lnTo>
                    <a:pt x="293" y="646"/>
                  </a:lnTo>
                  <a:lnTo>
                    <a:pt x="293" y="648"/>
                  </a:lnTo>
                  <a:lnTo>
                    <a:pt x="293" y="650"/>
                  </a:lnTo>
                  <a:lnTo>
                    <a:pt x="293" y="653"/>
                  </a:lnTo>
                  <a:lnTo>
                    <a:pt x="296" y="653"/>
                  </a:lnTo>
                  <a:lnTo>
                    <a:pt x="300" y="650"/>
                  </a:lnTo>
                  <a:lnTo>
                    <a:pt x="300" y="650"/>
                  </a:lnTo>
                  <a:lnTo>
                    <a:pt x="300" y="650"/>
                  </a:lnTo>
                  <a:lnTo>
                    <a:pt x="303" y="653"/>
                  </a:lnTo>
                  <a:lnTo>
                    <a:pt x="303" y="653"/>
                  </a:lnTo>
                  <a:lnTo>
                    <a:pt x="303" y="653"/>
                  </a:lnTo>
                  <a:lnTo>
                    <a:pt x="303" y="655"/>
                  </a:lnTo>
                  <a:lnTo>
                    <a:pt x="303" y="655"/>
                  </a:lnTo>
                  <a:lnTo>
                    <a:pt x="303" y="655"/>
                  </a:lnTo>
                  <a:lnTo>
                    <a:pt x="303" y="655"/>
                  </a:lnTo>
                  <a:lnTo>
                    <a:pt x="303" y="657"/>
                  </a:lnTo>
                  <a:lnTo>
                    <a:pt x="305" y="657"/>
                  </a:lnTo>
                  <a:lnTo>
                    <a:pt x="305" y="660"/>
                  </a:lnTo>
                  <a:lnTo>
                    <a:pt x="305" y="660"/>
                  </a:lnTo>
                  <a:lnTo>
                    <a:pt x="305" y="662"/>
                  </a:lnTo>
                  <a:lnTo>
                    <a:pt x="303" y="662"/>
                  </a:lnTo>
                  <a:lnTo>
                    <a:pt x="303" y="665"/>
                  </a:lnTo>
                  <a:lnTo>
                    <a:pt x="303" y="665"/>
                  </a:lnTo>
                  <a:lnTo>
                    <a:pt x="300" y="665"/>
                  </a:lnTo>
                  <a:lnTo>
                    <a:pt x="300" y="665"/>
                  </a:lnTo>
                  <a:lnTo>
                    <a:pt x="300" y="667"/>
                  </a:lnTo>
                  <a:lnTo>
                    <a:pt x="300" y="667"/>
                  </a:lnTo>
                  <a:lnTo>
                    <a:pt x="303" y="669"/>
                  </a:lnTo>
                  <a:lnTo>
                    <a:pt x="303" y="672"/>
                  </a:lnTo>
                  <a:lnTo>
                    <a:pt x="303" y="672"/>
                  </a:lnTo>
                  <a:lnTo>
                    <a:pt x="305" y="672"/>
                  </a:lnTo>
                  <a:lnTo>
                    <a:pt x="305" y="674"/>
                  </a:lnTo>
                  <a:lnTo>
                    <a:pt x="305" y="676"/>
                  </a:lnTo>
                  <a:lnTo>
                    <a:pt x="305" y="679"/>
                  </a:lnTo>
                  <a:lnTo>
                    <a:pt x="305" y="681"/>
                  </a:lnTo>
                  <a:lnTo>
                    <a:pt x="307" y="681"/>
                  </a:lnTo>
                  <a:lnTo>
                    <a:pt x="310" y="681"/>
                  </a:lnTo>
                  <a:lnTo>
                    <a:pt x="312" y="679"/>
                  </a:lnTo>
                  <a:lnTo>
                    <a:pt x="312" y="679"/>
                  </a:lnTo>
                  <a:lnTo>
                    <a:pt x="312" y="679"/>
                  </a:lnTo>
                  <a:lnTo>
                    <a:pt x="315" y="679"/>
                  </a:lnTo>
                  <a:lnTo>
                    <a:pt x="315" y="679"/>
                  </a:lnTo>
                  <a:lnTo>
                    <a:pt x="315" y="681"/>
                  </a:lnTo>
                  <a:lnTo>
                    <a:pt x="315" y="681"/>
                  </a:lnTo>
                  <a:lnTo>
                    <a:pt x="315" y="684"/>
                  </a:lnTo>
                  <a:lnTo>
                    <a:pt x="317" y="684"/>
                  </a:lnTo>
                  <a:lnTo>
                    <a:pt x="319" y="684"/>
                  </a:lnTo>
                  <a:lnTo>
                    <a:pt x="319" y="684"/>
                  </a:lnTo>
                  <a:lnTo>
                    <a:pt x="319" y="684"/>
                  </a:lnTo>
                  <a:lnTo>
                    <a:pt x="322" y="684"/>
                  </a:lnTo>
                  <a:lnTo>
                    <a:pt x="322" y="684"/>
                  </a:lnTo>
                  <a:lnTo>
                    <a:pt x="324" y="684"/>
                  </a:lnTo>
                  <a:lnTo>
                    <a:pt x="331" y="686"/>
                  </a:lnTo>
                  <a:lnTo>
                    <a:pt x="333" y="686"/>
                  </a:lnTo>
                  <a:lnTo>
                    <a:pt x="336" y="686"/>
                  </a:lnTo>
                  <a:lnTo>
                    <a:pt x="338" y="691"/>
                  </a:lnTo>
                  <a:lnTo>
                    <a:pt x="341" y="691"/>
                  </a:lnTo>
                  <a:lnTo>
                    <a:pt x="345" y="693"/>
                  </a:lnTo>
                  <a:lnTo>
                    <a:pt x="345" y="693"/>
                  </a:lnTo>
                  <a:lnTo>
                    <a:pt x="348" y="691"/>
                  </a:lnTo>
                  <a:lnTo>
                    <a:pt x="352" y="691"/>
                  </a:lnTo>
                  <a:lnTo>
                    <a:pt x="355" y="691"/>
                  </a:lnTo>
                  <a:lnTo>
                    <a:pt x="357" y="693"/>
                  </a:lnTo>
                  <a:lnTo>
                    <a:pt x="357" y="693"/>
                  </a:lnTo>
                  <a:lnTo>
                    <a:pt x="360" y="691"/>
                  </a:lnTo>
                  <a:lnTo>
                    <a:pt x="360" y="691"/>
                  </a:lnTo>
                  <a:lnTo>
                    <a:pt x="360" y="691"/>
                  </a:lnTo>
                  <a:lnTo>
                    <a:pt x="362" y="691"/>
                  </a:lnTo>
                  <a:lnTo>
                    <a:pt x="362" y="691"/>
                  </a:lnTo>
                  <a:lnTo>
                    <a:pt x="362" y="691"/>
                  </a:lnTo>
                  <a:lnTo>
                    <a:pt x="362" y="691"/>
                  </a:lnTo>
                  <a:lnTo>
                    <a:pt x="362" y="691"/>
                  </a:lnTo>
                  <a:lnTo>
                    <a:pt x="362" y="691"/>
                  </a:lnTo>
                  <a:lnTo>
                    <a:pt x="362" y="691"/>
                  </a:lnTo>
                  <a:lnTo>
                    <a:pt x="364" y="691"/>
                  </a:lnTo>
                  <a:lnTo>
                    <a:pt x="367" y="691"/>
                  </a:lnTo>
                  <a:lnTo>
                    <a:pt x="376" y="688"/>
                  </a:lnTo>
                  <a:lnTo>
                    <a:pt x="388" y="691"/>
                  </a:lnTo>
                  <a:lnTo>
                    <a:pt x="388" y="691"/>
                  </a:lnTo>
                  <a:lnTo>
                    <a:pt x="390" y="693"/>
                  </a:lnTo>
                  <a:lnTo>
                    <a:pt x="390" y="693"/>
                  </a:lnTo>
                  <a:lnTo>
                    <a:pt x="390" y="693"/>
                  </a:lnTo>
                  <a:lnTo>
                    <a:pt x="393" y="695"/>
                  </a:lnTo>
                  <a:lnTo>
                    <a:pt x="393" y="695"/>
                  </a:lnTo>
                  <a:lnTo>
                    <a:pt x="393" y="695"/>
                  </a:lnTo>
                  <a:lnTo>
                    <a:pt x="395" y="695"/>
                  </a:lnTo>
                  <a:lnTo>
                    <a:pt x="397" y="695"/>
                  </a:lnTo>
                  <a:lnTo>
                    <a:pt x="397" y="695"/>
                  </a:lnTo>
                  <a:lnTo>
                    <a:pt x="402" y="693"/>
                  </a:lnTo>
                  <a:lnTo>
                    <a:pt x="402" y="693"/>
                  </a:lnTo>
                  <a:lnTo>
                    <a:pt x="402" y="693"/>
                  </a:lnTo>
                  <a:lnTo>
                    <a:pt x="402" y="691"/>
                  </a:lnTo>
                  <a:lnTo>
                    <a:pt x="404" y="691"/>
                  </a:lnTo>
                  <a:lnTo>
                    <a:pt x="404" y="691"/>
                  </a:lnTo>
                  <a:lnTo>
                    <a:pt x="404" y="691"/>
                  </a:lnTo>
                  <a:lnTo>
                    <a:pt x="404" y="686"/>
                  </a:lnTo>
                  <a:lnTo>
                    <a:pt x="402" y="686"/>
                  </a:lnTo>
                  <a:lnTo>
                    <a:pt x="402" y="684"/>
                  </a:lnTo>
                  <a:lnTo>
                    <a:pt x="404" y="684"/>
                  </a:lnTo>
                  <a:lnTo>
                    <a:pt x="404" y="681"/>
                  </a:lnTo>
                  <a:lnTo>
                    <a:pt x="404" y="681"/>
                  </a:lnTo>
                  <a:lnTo>
                    <a:pt x="407" y="681"/>
                  </a:lnTo>
                  <a:lnTo>
                    <a:pt x="407" y="681"/>
                  </a:lnTo>
                  <a:lnTo>
                    <a:pt x="407" y="684"/>
                  </a:lnTo>
                  <a:lnTo>
                    <a:pt x="409" y="681"/>
                  </a:lnTo>
                  <a:lnTo>
                    <a:pt x="414" y="681"/>
                  </a:lnTo>
                  <a:lnTo>
                    <a:pt x="414" y="681"/>
                  </a:lnTo>
                  <a:lnTo>
                    <a:pt x="416" y="679"/>
                  </a:lnTo>
                  <a:lnTo>
                    <a:pt x="416" y="679"/>
                  </a:lnTo>
                  <a:lnTo>
                    <a:pt x="416" y="674"/>
                  </a:lnTo>
                  <a:lnTo>
                    <a:pt x="419" y="674"/>
                  </a:lnTo>
                  <a:lnTo>
                    <a:pt x="419" y="674"/>
                  </a:lnTo>
                  <a:lnTo>
                    <a:pt x="419" y="674"/>
                  </a:lnTo>
                  <a:lnTo>
                    <a:pt x="419" y="672"/>
                  </a:lnTo>
                  <a:lnTo>
                    <a:pt x="419" y="672"/>
                  </a:lnTo>
                  <a:lnTo>
                    <a:pt x="419" y="672"/>
                  </a:lnTo>
                  <a:lnTo>
                    <a:pt x="421" y="669"/>
                  </a:lnTo>
                  <a:lnTo>
                    <a:pt x="421" y="669"/>
                  </a:lnTo>
                  <a:lnTo>
                    <a:pt x="421" y="669"/>
                  </a:lnTo>
                  <a:lnTo>
                    <a:pt x="421" y="669"/>
                  </a:lnTo>
                  <a:lnTo>
                    <a:pt x="426" y="669"/>
                  </a:lnTo>
                  <a:lnTo>
                    <a:pt x="428" y="669"/>
                  </a:lnTo>
                  <a:lnTo>
                    <a:pt x="428" y="667"/>
                  </a:lnTo>
                  <a:lnTo>
                    <a:pt x="430" y="667"/>
                  </a:lnTo>
                  <a:lnTo>
                    <a:pt x="433" y="667"/>
                  </a:lnTo>
                  <a:lnTo>
                    <a:pt x="433" y="667"/>
                  </a:lnTo>
                  <a:lnTo>
                    <a:pt x="438" y="665"/>
                  </a:lnTo>
                  <a:lnTo>
                    <a:pt x="438" y="665"/>
                  </a:lnTo>
                  <a:lnTo>
                    <a:pt x="438" y="665"/>
                  </a:lnTo>
                  <a:lnTo>
                    <a:pt x="440" y="665"/>
                  </a:lnTo>
                  <a:lnTo>
                    <a:pt x="440" y="665"/>
                  </a:lnTo>
                  <a:lnTo>
                    <a:pt x="442" y="662"/>
                  </a:lnTo>
                  <a:lnTo>
                    <a:pt x="442" y="662"/>
                  </a:lnTo>
                  <a:lnTo>
                    <a:pt x="442" y="648"/>
                  </a:lnTo>
                  <a:lnTo>
                    <a:pt x="442" y="646"/>
                  </a:lnTo>
                  <a:lnTo>
                    <a:pt x="442" y="643"/>
                  </a:lnTo>
                  <a:lnTo>
                    <a:pt x="442" y="620"/>
                  </a:lnTo>
                  <a:lnTo>
                    <a:pt x="442" y="615"/>
                  </a:lnTo>
                  <a:lnTo>
                    <a:pt x="442" y="596"/>
                  </a:lnTo>
                  <a:lnTo>
                    <a:pt x="442" y="591"/>
                  </a:lnTo>
                  <a:lnTo>
                    <a:pt x="442" y="589"/>
                  </a:lnTo>
                  <a:lnTo>
                    <a:pt x="442" y="572"/>
                  </a:lnTo>
                  <a:lnTo>
                    <a:pt x="442" y="568"/>
                  </a:lnTo>
                  <a:lnTo>
                    <a:pt x="442" y="556"/>
                  </a:lnTo>
                  <a:lnTo>
                    <a:pt x="442" y="551"/>
                  </a:lnTo>
                  <a:lnTo>
                    <a:pt x="442" y="549"/>
                  </a:lnTo>
                  <a:lnTo>
                    <a:pt x="442" y="532"/>
                  </a:lnTo>
                  <a:lnTo>
                    <a:pt x="442" y="527"/>
                  </a:lnTo>
                  <a:lnTo>
                    <a:pt x="442" y="515"/>
                  </a:lnTo>
                  <a:lnTo>
                    <a:pt x="442" y="511"/>
                  </a:lnTo>
                  <a:lnTo>
                    <a:pt x="442" y="508"/>
                  </a:lnTo>
                  <a:lnTo>
                    <a:pt x="442" y="485"/>
                  </a:lnTo>
                  <a:lnTo>
                    <a:pt x="442" y="482"/>
                  </a:lnTo>
                  <a:lnTo>
                    <a:pt x="442" y="461"/>
                  </a:lnTo>
                  <a:lnTo>
                    <a:pt x="442" y="459"/>
                  </a:lnTo>
                  <a:lnTo>
                    <a:pt x="442" y="456"/>
                  </a:lnTo>
                  <a:lnTo>
                    <a:pt x="442" y="444"/>
                  </a:lnTo>
                  <a:lnTo>
                    <a:pt x="442" y="444"/>
                  </a:lnTo>
                  <a:lnTo>
                    <a:pt x="442" y="435"/>
                  </a:lnTo>
                  <a:lnTo>
                    <a:pt x="442" y="426"/>
                  </a:lnTo>
                  <a:lnTo>
                    <a:pt x="442" y="414"/>
                  </a:lnTo>
                  <a:lnTo>
                    <a:pt x="442" y="404"/>
                  </a:lnTo>
                  <a:lnTo>
                    <a:pt x="442" y="395"/>
                  </a:lnTo>
                  <a:lnTo>
                    <a:pt x="442" y="392"/>
                  </a:lnTo>
                  <a:lnTo>
                    <a:pt x="442" y="385"/>
                  </a:lnTo>
                  <a:lnTo>
                    <a:pt x="442" y="376"/>
                  </a:lnTo>
                  <a:lnTo>
                    <a:pt x="442" y="364"/>
                  </a:lnTo>
                  <a:lnTo>
                    <a:pt x="442" y="362"/>
                  </a:lnTo>
                  <a:lnTo>
                    <a:pt x="442" y="355"/>
                  </a:lnTo>
                  <a:lnTo>
                    <a:pt x="442" y="345"/>
                  </a:lnTo>
                  <a:lnTo>
                    <a:pt x="442" y="336"/>
                  </a:lnTo>
                  <a:lnTo>
                    <a:pt x="442" y="326"/>
                  </a:lnTo>
                  <a:lnTo>
                    <a:pt x="442" y="317"/>
                  </a:lnTo>
                  <a:lnTo>
                    <a:pt x="442" y="307"/>
                  </a:lnTo>
                  <a:lnTo>
                    <a:pt x="442" y="300"/>
                  </a:lnTo>
                  <a:lnTo>
                    <a:pt x="442" y="291"/>
                  </a:lnTo>
                  <a:lnTo>
                    <a:pt x="442" y="286"/>
                  </a:lnTo>
                  <a:lnTo>
                    <a:pt x="494" y="286"/>
                  </a:lnTo>
                  <a:lnTo>
                    <a:pt x="497" y="284"/>
                  </a:lnTo>
                  <a:lnTo>
                    <a:pt x="497" y="281"/>
                  </a:lnTo>
                  <a:lnTo>
                    <a:pt x="497" y="279"/>
                  </a:lnTo>
                  <a:lnTo>
                    <a:pt x="497" y="274"/>
                  </a:lnTo>
                  <a:lnTo>
                    <a:pt x="497" y="272"/>
                  </a:lnTo>
                  <a:lnTo>
                    <a:pt x="497" y="267"/>
                  </a:lnTo>
                  <a:lnTo>
                    <a:pt x="497" y="265"/>
                  </a:lnTo>
                  <a:lnTo>
                    <a:pt x="497" y="262"/>
                  </a:lnTo>
                  <a:lnTo>
                    <a:pt x="497" y="258"/>
                  </a:lnTo>
                  <a:lnTo>
                    <a:pt x="497" y="255"/>
                  </a:lnTo>
                  <a:lnTo>
                    <a:pt x="497" y="250"/>
                  </a:lnTo>
                  <a:lnTo>
                    <a:pt x="497" y="248"/>
                  </a:lnTo>
                  <a:lnTo>
                    <a:pt x="497" y="246"/>
                  </a:lnTo>
                  <a:lnTo>
                    <a:pt x="497" y="241"/>
                  </a:lnTo>
                  <a:lnTo>
                    <a:pt x="497" y="239"/>
                  </a:lnTo>
                  <a:lnTo>
                    <a:pt x="497" y="234"/>
                  </a:lnTo>
                  <a:lnTo>
                    <a:pt x="497" y="231"/>
                  </a:lnTo>
                  <a:lnTo>
                    <a:pt x="497" y="229"/>
                  </a:lnTo>
                  <a:lnTo>
                    <a:pt x="497" y="229"/>
                  </a:lnTo>
                  <a:lnTo>
                    <a:pt x="497" y="222"/>
                  </a:lnTo>
                  <a:lnTo>
                    <a:pt x="497" y="215"/>
                  </a:lnTo>
                  <a:lnTo>
                    <a:pt x="497" y="208"/>
                  </a:lnTo>
                  <a:lnTo>
                    <a:pt x="497" y="201"/>
                  </a:lnTo>
                  <a:lnTo>
                    <a:pt x="497" y="194"/>
                  </a:lnTo>
                  <a:lnTo>
                    <a:pt x="497" y="191"/>
                  </a:lnTo>
                  <a:lnTo>
                    <a:pt x="497" y="187"/>
                  </a:lnTo>
                  <a:lnTo>
                    <a:pt x="497" y="179"/>
                  </a:lnTo>
                  <a:lnTo>
                    <a:pt x="497" y="172"/>
                  </a:lnTo>
                  <a:lnTo>
                    <a:pt x="497" y="165"/>
                  </a:lnTo>
                  <a:lnTo>
                    <a:pt x="497" y="158"/>
                  </a:lnTo>
                  <a:lnTo>
                    <a:pt x="497" y="151"/>
                  </a:lnTo>
                  <a:lnTo>
                    <a:pt x="497" y="144"/>
                  </a:lnTo>
                  <a:lnTo>
                    <a:pt x="494" y="137"/>
                  </a:lnTo>
                  <a:lnTo>
                    <a:pt x="494" y="130"/>
                  </a:lnTo>
                  <a:lnTo>
                    <a:pt x="494" y="125"/>
                  </a:lnTo>
                  <a:lnTo>
                    <a:pt x="494" y="123"/>
                  </a:lnTo>
                  <a:lnTo>
                    <a:pt x="494" y="116"/>
                  </a:lnTo>
                  <a:lnTo>
                    <a:pt x="494" y="78"/>
                  </a:lnTo>
                  <a:lnTo>
                    <a:pt x="497" y="78"/>
                  </a:lnTo>
                  <a:lnTo>
                    <a:pt x="499" y="78"/>
                  </a:lnTo>
                  <a:lnTo>
                    <a:pt x="501" y="78"/>
                  </a:lnTo>
                  <a:lnTo>
                    <a:pt x="504" y="78"/>
                  </a:lnTo>
                  <a:lnTo>
                    <a:pt x="506" y="75"/>
                  </a:lnTo>
                  <a:lnTo>
                    <a:pt x="511" y="75"/>
                  </a:lnTo>
                  <a:lnTo>
                    <a:pt x="513" y="75"/>
                  </a:lnTo>
                  <a:lnTo>
                    <a:pt x="516" y="75"/>
                  </a:lnTo>
                  <a:lnTo>
                    <a:pt x="518" y="75"/>
                  </a:lnTo>
                  <a:lnTo>
                    <a:pt x="520" y="75"/>
                  </a:lnTo>
                  <a:lnTo>
                    <a:pt x="520" y="75"/>
                  </a:lnTo>
                  <a:lnTo>
                    <a:pt x="523" y="75"/>
                  </a:lnTo>
                  <a:lnTo>
                    <a:pt x="523" y="75"/>
                  </a:lnTo>
                  <a:lnTo>
                    <a:pt x="525" y="75"/>
                  </a:lnTo>
                  <a:lnTo>
                    <a:pt x="525" y="75"/>
                  </a:lnTo>
                  <a:lnTo>
                    <a:pt x="525" y="75"/>
                  </a:lnTo>
                  <a:lnTo>
                    <a:pt x="530" y="75"/>
                  </a:lnTo>
                  <a:lnTo>
                    <a:pt x="535" y="73"/>
                  </a:lnTo>
                  <a:lnTo>
                    <a:pt x="539" y="73"/>
                  </a:lnTo>
                  <a:lnTo>
                    <a:pt x="544" y="71"/>
                  </a:lnTo>
                  <a:lnTo>
                    <a:pt x="549" y="71"/>
                  </a:lnTo>
                  <a:lnTo>
                    <a:pt x="554" y="71"/>
                  </a:lnTo>
                  <a:lnTo>
                    <a:pt x="558" y="68"/>
                  </a:lnTo>
                  <a:lnTo>
                    <a:pt x="563" y="68"/>
                  </a:lnTo>
                  <a:lnTo>
                    <a:pt x="565" y="68"/>
                  </a:lnTo>
                  <a:lnTo>
                    <a:pt x="570" y="66"/>
                  </a:lnTo>
                  <a:lnTo>
                    <a:pt x="575" y="66"/>
                  </a:lnTo>
                  <a:lnTo>
                    <a:pt x="580" y="63"/>
                  </a:lnTo>
                  <a:lnTo>
                    <a:pt x="584" y="63"/>
                  </a:lnTo>
                  <a:lnTo>
                    <a:pt x="589" y="63"/>
                  </a:lnTo>
                  <a:lnTo>
                    <a:pt x="594" y="61"/>
                  </a:lnTo>
                  <a:lnTo>
                    <a:pt x="598" y="61"/>
                  </a:lnTo>
                  <a:lnTo>
                    <a:pt x="603" y="61"/>
                  </a:lnTo>
                  <a:lnTo>
                    <a:pt x="608" y="59"/>
                  </a:lnTo>
                  <a:lnTo>
                    <a:pt x="613" y="59"/>
                  </a:lnTo>
                  <a:lnTo>
                    <a:pt x="617" y="59"/>
                  </a:lnTo>
                  <a:lnTo>
                    <a:pt x="620" y="59"/>
                  </a:lnTo>
                  <a:lnTo>
                    <a:pt x="620" y="59"/>
                  </a:lnTo>
                  <a:lnTo>
                    <a:pt x="620" y="59"/>
                  </a:lnTo>
                  <a:lnTo>
                    <a:pt x="620" y="61"/>
                  </a:lnTo>
                  <a:lnTo>
                    <a:pt x="620" y="61"/>
                  </a:lnTo>
                  <a:lnTo>
                    <a:pt x="620" y="61"/>
                  </a:lnTo>
                  <a:lnTo>
                    <a:pt x="622" y="61"/>
                  </a:lnTo>
                  <a:lnTo>
                    <a:pt x="622" y="61"/>
                  </a:lnTo>
                  <a:lnTo>
                    <a:pt x="622" y="61"/>
                  </a:lnTo>
                  <a:lnTo>
                    <a:pt x="622" y="63"/>
                  </a:lnTo>
                  <a:lnTo>
                    <a:pt x="622" y="63"/>
                  </a:lnTo>
                  <a:lnTo>
                    <a:pt x="622" y="63"/>
                  </a:lnTo>
                  <a:lnTo>
                    <a:pt x="622" y="63"/>
                  </a:lnTo>
                  <a:lnTo>
                    <a:pt x="622" y="66"/>
                  </a:lnTo>
                  <a:lnTo>
                    <a:pt x="625" y="68"/>
                  </a:lnTo>
                  <a:lnTo>
                    <a:pt x="625" y="68"/>
                  </a:lnTo>
                  <a:lnTo>
                    <a:pt x="625" y="68"/>
                  </a:lnTo>
                  <a:lnTo>
                    <a:pt x="625" y="71"/>
                  </a:lnTo>
                  <a:lnTo>
                    <a:pt x="625" y="71"/>
                  </a:lnTo>
                  <a:lnTo>
                    <a:pt x="625" y="71"/>
                  </a:lnTo>
                  <a:lnTo>
                    <a:pt x="625" y="71"/>
                  </a:lnTo>
                  <a:lnTo>
                    <a:pt x="627" y="71"/>
                  </a:lnTo>
                  <a:lnTo>
                    <a:pt x="627" y="71"/>
                  </a:lnTo>
                  <a:lnTo>
                    <a:pt x="627" y="71"/>
                  </a:lnTo>
                  <a:lnTo>
                    <a:pt x="629" y="71"/>
                  </a:lnTo>
                  <a:lnTo>
                    <a:pt x="629" y="71"/>
                  </a:lnTo>
                  <a:lnTo>
                    <a:pt x="629" y="73"/>
                  </a:lnTo>
                  <a:lnTo>
                    <a:pt x="629" y="73"/>
                  </a:lnTo>
                  <a:lnTo>
                    <a:pt x="632" y="73"/>
                  </a:lnTo>
                  <a:lnTo>
                    <a:pt x="632" y="73"/>
                  </a:lnTo>
                  <a:lnTo>
                    <a:pt x="632" y="73"/>
                  </a:lnTo>
                  <a:lnTo>
                    <a:pt x="632" y="73"/>
                  </a:lnTo>
                  <a:lnTo>
                    <a:pt x="632" y="75"/>
                  </a:lnTo>
                  <a:lnTo>
                    <a:pt x="632" y="75"/>
                  </a:lnTo>
                  <a:lnTo>
                    <a:pt x="634" y="78"/>
                  </a:lnTo>
                  <a:lnTo>
                    <a:pt x="634" y="78"/>
                  </a:lnTo>
                  <a:lnTo>
                    <a:pt x="634" y="80"/>
                  </a:lnTo>
                  <a:lnTo>
                    <a:pt x="634" y="80"/>
                  </a:lnTo>
                  <a:lnTo>
                    <a:pt x="634" y="82"/>
                  </a:lnTo>
                  <a:lnTo>
                    <a:pt x="634" y="85"/>
                  </a:lnTo>
                  <a:lnTo>
                    <a:pt x="636" y="85"/>
                  </a:lnTo>
                  <a:lnTo>
                    <a:pt x="636" y="85"/>
                  </a:lnTo>
                  <a:lnTo>
                    <a:pt x="639" y="85"/>
                  </a:lnTo>
                  <a:lnTo>
                    <a:pt x="639" y="85"/>
                  </a:lnTo>
                  <a:lnTo>
                    <a:pt x="639" y="85"/>
                  </a:lnTo>
                  <a:lnTo>
                    <a:pt x="641" y="82"/>
                  </a:lnTo>
                  <a:lnTo>
                    <a:pt x="641" y="82"/>
                  </a:lnTo>
                  <a:lnTo>
                    <a:pt x="641" y="82"/>
                  </a:lnTo>
                  <a:lnTo>
                    <a:pt x="648" y="78"/>
                  </a:lnTo>
                  <a:lnTo>
                    <a:pt x="648" y="78"/>
                  </a:lnTo>
                  <a:lnTo>
                    <a:pt x="648" y="75"/>
                  </a:lnTo>
                  <a:lnTo>
                    <a:pt x="651" y="75"/>
                  </a:lnTo>
                  <a:lnTo>
                    <a:pt x="651" y="75"/>
                  </a:lnTo>
                  <a:lnTo>
                    <a:pt x="651" y="73"/>
                  </a:lnTo>
                  <a:lnTo>
                    <a:pt x="653" y="73"/>
                  </a:lnTo>
                  <a:lnTo>
                    <a:pt x="653" y="71"/>
                  </a:lnTo>
                  <a:lnTo>
                    <a:pt x="655" y="68"/>
                  </a:lnTo>
                  <a:lnTo>
                    <a:pt x="655" y="68"/>
                  </a:lnTo>
                  <a:lnTo>
                    <a:pt x="655" y="68"/>
                  </a:lnTo>
                  <a:lnTo>
                    <a:pt x="655" y="68"/>
                  </a:lnTo>
                  <a:lnTo>
                    <a:pt x="655" y="68"/>
                  </a:lnTo>
                  <a:lnTo>
                    <a:pt x="655" y="68"/>
                  </a:lnTo>
                  <a:lnTo>
                    <a:pt x="655" y="68"/>
                  </a:lnTo>
                  <a:lnTo>
                    <a:pt x="658" y="68"/>
                  </a:lnTo>
                  <a:lnTo>
                    <a:pt x="658" y="68"/>
                  </a:lnTo>
                  <a:lnTo>
                    <a:pt x="658" y="68"/>
                  </a:lnTo>
                  <a:lnTo>
                    <a:pt x="660" y="66"/>
                  </a:lnTo>
                  <a:lnTo>
                    <a:pt x="660" y="66"/>
                  </a:lnTo>
                  <a:lnTo>
                    <a:pt x="662" y="66"/>
                  </a:lnTo>
                  <a:lnTo>
                    <a:pt x="665" y="63"/>
                  </a:lnTo>
                  <a:lnTo>
                    <a:pt x="667" y="61"/>
                  </a:lnTo>
                  <a:lnTo>
                    <a:pt x="669" y="59"/>
                  </a:lnTo>
                  <a:lnTo>
                    <a:pt x="669" y="59"/>
                  </a:lnTo>
                  <a:lnTo>
                    <a:pt x="672" y="59"/>
                  </a:lnTo>
                  <a:lnTo>
                    <a:pt x="672" y="61"/>
                  </a:lnTo>
                  <a:lnTo>
                    <a:pt x="672" y="61"/>
                  </a:lnTo>
                  <a:lnTo>
                    <a:pt x="674" y="61"/>
                  </a:lnTo>
                  <a:lnTo>
                    <a:pt x="674" y="61"/>
                  </a:lnTo>
                  <a:lnTo>
                    <a:pt x="674" y="56"/>
                  </a:lnTo>
                  <a:lnTo>
                    <a:pt x="677" y="56"/>
                  </a:lnTo>
                  <a:lnTo>
                    <a:pt x="677" y="56"/>
                  </a:lnTo>
                  <a:lnTo>
                    <a:pt x="679" y="56"/>
                  </a:lnTo>
                  <a:lnTo>
                    <a:pt x="679" y="56"/>
                  </a:lnTo>
                  <a:lnTo>
                    <a:pt x="681" y="56"/>
                  </a:lnTo>
                  <a:lnTo>
                    <a:pt x="681" y="59"/>
                  </a:lnTo>
                  <a:lnTo>
                    <a:pt x="681" y="59"/>
                  </a:lnTo>
                  <a:lnTo>
                    <a:pt x="681" y="59"/>
                  </a:lnTo>
                  <a:lnTo>
                    <a:pt x="681" y="59"/>
                  </a:lnTo>
                  <a:lnTo>
                    <a:pt x="681" y="61"/>
                  </a:lnTo>
                  <a:lnTo>
                    <a:pt x="684" y="63"/>
                  </a:lnTo>
                  <a:lnTo>
                    <a:pt x="686" y="61"/>
                  </a:lnTo>
                  <a:lnTo>
                    <a:pt x="688" y="61"/>
                  </a:lnTo>
                  <a:lnTo>
                    <a:pt x="688" y="61"/>
                  </a:lnTo>
                  <a:lnTo>
                    <a:pt x="688" y="61"/>
                  </a:lnTo>
                  <a:lnTo>
                    <a:pt x="688" y="61"/>
                  </a:lnTo>
                  <a:lnTo>
                    <a:pt x="688" y="61"/>
                  </a:lnTo>
                  <a:lnTo>
                    <a:pt x="688" y="61"/>
                  </a:lnTo>
                  <a:lnTo>
                    <a:pt x="691" y="56"/>
                  </a:lnTo>
                  <a:lnTo>
                    <a:pt x="693" y="56"/>
                  </a:lnTo>
                  <a:lnTo>
                    <a:pt x="695" y="54"/>
                  </a:lnTo>
                  <a:lnTo>
                    <a:pt x="695" y="54"/>
                  </a:lnTo>
                  <a:lnTo>
                    <a:pt x="695" y="54"/>
                  </a:lnTo>
                  <a:lnTo>
                    <a:pt x="698" y="52"/>
                  </a:lnTo>
                  <a:lnTo>
                    <a:pt x="698" y="52"/>
                  </a:lnTo>
                  <a:lnTo>
                    <a:pt x="698" y="52"/>
                  </a:lnTo>
                  <a:lnTo>
                    <a:pt x="698" y="52"/>
                  </a:lnTo>
                  <a:lnTo>
                    <a:pt x="698" y="52"/>
                  </a:lnTo>
                  <a:lnTo>
                    <a:pt x="698" y="52"/>
                  </a:lnTo>
                  <a:lnTo>
                    <a:pt x="700" y="52"/>
                  </a:lnTo>
                  <a:lnTo>
                    <a:pt x="700" y="49"/>
                  </a:lnTo>
                  <a:lnTo>
                    <a:pt x="703" y="49"/>
                  </a:lnTo>
                  <a:lnTo>
                    <a:pt x="703" y="49"/>
                  </a:lnTo>
                  <a:lnTo>
                    <a:pt x="707" y="49"/>
                  </a:lnTo>
                  <a:lnTo>
                    <a:pt x="707" y="49"/>
                  </a:lnTo>
                  <a:lnTo>
                    <a:pt x="707" y="47"/>
                  </a:lnTo>
                  <a:lnTo>
                    <a:pt x="707" y="47"/>
                  </a:lnTo>
                  <a:lnTo>
                    <a:pt x="707" y="47"/>
                  </a:lnTo>
                  <a:lnTo>
                    <a:pt x="710" y="47"/>
                  </a:lnTo>
                  <a:lnTo>
                    <a:pt x="707" y="47"/>
                  </a:lnTo>
                  <a:lnTo>
                    <a:pt x="710" y="49"/>
                  </a:lnTo>
                  <a:lnTo>
                    <a:pt x="710" y="49"/>
                  </a:lnTo>
                  <a:lnTo>
                    <a:pt x="710" y="49"/>
                  </a:lnTo>
                  <a:lnTo>
                    <a:pt x="710" y="49"/>
                  </a:lnTo>
                  <a:lnTo>
                    <a:pt x="712" y="49"/>
                  </a:lnTo>
                  <a:lnTo>
                    <a:pt x="712" y="49"/>
                  </a:lnTo>
                  <a:lnTo>
                    <a:pt x="712" y="49"/>
                  </a:lnTo>
                  <a:lnTo>
                    <a:pt x="714" y="49"/>
                  </a:lnTo>
                  <a:lnTo>
                    <a:pt x="714" y="49"/>
                  </a:lnTo>
                  <a:lnTo>
                    <a:pt x="717" y="49"/>
                  </a:lnTo>
                  <a:lnTo>
                    <a:pt x="719" y="47"/>
                  </a:lnTo>
                  <a:lnTo>
                    <a:pt x="722" y="47"/>
                  </a:lnTo>
                  <a:lnTo>
                    <a:pt x="724" y="47"/>
                  </a:lnTo>
                  <a:lnTo>
                    <a:pt x="724" y="47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6">
              <a:extLst>
                <a:ext uri="{FF2B5EF4-FFF2-40B4-BE49-F238E27FC236}">
                  <a16:creationId xmlns:a16="http://schemas.microsoft.com/office/drawing/2014/main" id="{5CF69076-BA52-AA85-AAC7-7DE9886118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179729" y="4044763"/>
              <a:ext cx="725881" cy="1175418"/>
            </a:xfrm>
            <a:custGeom>
              <a:avLst/>
              <a:gdLst>
                <a:gd name="T0" fmla="*/ 281 w 570"/>
                <a:gd name="T1" fmla="*/ 613 h 923"/>
                <a:gd name="T2" fmla="*/ 565 w 570"/>
                <a:gd name="T3" fmla="*/ 218 h 923"/>
                <a:gd name="T4" fmla="*/ 563 w 570"/>
                <a:gd name="T5" fmla="*/ 203 h 923"/>
                <a:gd name="T6" fmla="*/ 558 w 570"/>
                <a:gd name="T7" fmla="*/ 187 h 923"/>
                <a:gd name="T8" fmla="*/ 554 w 570"/>
                <a:gd name="T9" fmla="*/ 144 h 923"/>
                <a:gd name="T10" fmla="*/ 554 w 570"/>
                <a:gd name="T11" fmla="*/ 130 h 923"/>
                <a:gd name="T12" fmla="*/ 554 w 570"/>
                <a:gd name="T13" fmla="*/ 116 h 923"/>
                <a:gd name="T14" fmla="*/ 551 w 570"/>
                <a:gd name="T15" fmla="*/ 87 h 923"/>
                <a:gd name="T16" fmla="*/ 549 w 570"/>
                <a:gd name="T17" fmla="*/ 47 h 923"/>
                <a:gd name="T18" fmla="*/ 556 w 570"/>
                <a:gd name="T19" fmla="*/ 19 h 923"/>
                <a:gd name="T20" fmla="*/ 542 w 570"/>
                <a:gd name="T21" fmla="*/ 5 h 923"/>
                <a:gd name="T22" fmla="*/ 454 w 570"/>
                <a:gd name="T23" fmla="*/ 43 h 923"/>
                <a:gd name="T24" fmla="*/ 409 w 570"/>
                <a:gd name="T25" fmla="*/ 50 h 923"/>
                <a:gd name="T26" fmla="*/ 369 w 570"/>
                <a:gd name="T27" fmla="*/ 64 h 923"/>
                <a:gd name="T28" fmla="*/ 324 w 570"/>
                <a:gd name="T29" fmla="*/ 66 h 923"/>
                <a:gd name="T30" fmla="*/ 293 w 570"/>
                <a:gd name="T31" fmla="*/ 54 h 923"/>
                <a:gd name="T32" fmla="*/ 234 w 570"/>
                <a:gd name="T33" fmla="*/ 73 h 923"/>
                <a:gd name="T34" fmla="*/ 284 w 570"/>
                <a:gd name="T35" fmla="*/ 206 h 923"/>
                <a:gd name="T36" fmla="*/ 291 w 570"/>
                <a:gd name="T37" fmla="*/ 308 h 923"/>
                <a:gd name="T38" fmla="*/ 267 w 570"/>
                <a:gd name="T39" fmla="*/ 336 h 923"/>
                <a:gd name="T40" fmla="*/ 260 w 570"/>
                <a:gd name="T41" fmla="*/ 362 h 923"/>
                <a:gd name="T42" fmla="*/ 239 w 570"/>
                <a:gd name="T43" fmla="*/ 329 h 923"/>
                <a:gd name="T44" fmla="*/ 227 w 570"/>
                <a:gd name="T45" fmla="*/ 270 h 923"/>
                <a:gd name="T46" fmla="*/ 225 w 570"/>
                <a:gd name="T47" fmla="*/ 218 h 923"/>
                <a:gd name="T48" fmla="*/ 180 w 570"/>
                <a:gd name="T49" fmla="*/ 218 h 923"/>
                <a:gd name="T50" fmla="*/ 78 w 570"/>
                <a:gd name="T51" fmla="*/ 220 h 923"/>
                <a:gd name="T52" fmla="*/ 9 w 570"/>
                <a:gd name="T53" fmla="*/ 277 h 923"/>
                <a:gd name="T54" fmla="*/ 61 w 570"/>
                <a:gd name="T55" fmla="*/ 308 h 923"/>
                <a:gd name="T56" fmla="*/ 135 w 570"/>
                <a:gd name="T57" fmla="*/ 341 h 923"/>
                <a:gd name="T58" fmla="*/ 147 w 570"/>
                <a:gd name="T59" fmla="*/ 386 h 923"/>
                <a:gd name="T60" fmla="*/ 149 w 570"/>
                <a:gd name="T61" fmla="*/ 428 h 923"/>
                <a:gd name="T62" fmla="*/ 132 w 570"/>
                <a:gd name="T63" fmla="*/ 464 h 923"/>
                <a:gd name="T64" fmla="*/ 139 w 570"/>
                <a:gd name="T65" fmla="*/ 502 h 923"/>
                <a:gd name="T66" fmla="*/ 142 w 570"/>
                <a:gd name="T67" fmla="*/ 535 h 923"/>
                <a:gd name="T68" fmla="*/ 121 w 570"/>
                <a:gd name="T69" fmla="*/ 599 h 923"/>
                <a:gd name="T70" fmla="*/ 83 w 570"/>
                <a:gd name="T71" fmla="*/ 745 h 923"/>
                <a:gd name="T72" fmla="*/ 97 w 570"/>
                <a:gd name="T73" fmla="*/ 871 h 923"/>
                <a:gd name="T74" fmla="*/ 144 w 570"/>
                <a:gd name="T75" fmla="*/ 878 h 923"/>
                <a:gd name="T76" fmla="*/ 123 w 570"/>
                <a:gd name="T77" fmla="*/ 871 h 923"/>
                <a:gd name="T78" fmla="*/ 142 w 570"/>
                <a:gd name="T79" fmla="*/ 845 h 923"/>
                <a:gd name="T80" fmla="*/ 267 w 570"/>
                <a:gd name="T81" fmla="*/ 783 h 923"/>
                <a:gd name="T82" fmla="*/ 274 w 570"/>
                <a:gd name="T83" fmla="*/ 750 h 923"/>
                <a:gd name="T84" fmla="*/ 286 w 570"/>
                <a:gd name="T85" fmla="*/ 696 h 923"/>
                <a:gd name="T86" fmla="*/ 279 w 570"/>
                <a:gd name="T87" fmla="*/ 646 h 923"/>
                <a:gd name="T88" fmla="*/ 270 w 570"/>
                <a:gd name="T89" fmla="*/ 625 h 923"/>
                <a:gd name="T90" fmla="*/ 260 w 570"/>
                <a:gd name="T91" fmla="*/ 589 h 923"/>
                <a:gd name="T92" fmla="*/ 260 w 570"/>
                <a:gd name="T93" fmla="*/ 577 h 923"/>
                <a:gd name="T94" fmla="*/ 246 w 570"/>
                <a:gd name="T95" fmla="*/ 558 h 923"/>
                <a:gd name="T96" fmla="*/ 239 w 570"/>
                <a:gd name="T97" fmla="*/ 535 h 923"/>
                <a:gd name="T98" fmla="*/ 241 w 570"/>
                <a:gd name="T99" fmla="*/ 518 h 923"/>
                <a:gd name="T100" fmla="*/ 241 w 570"/>
                <a:gd name="T101" fmla="*/ 509 h 923"/>
                <a:gd name="T102" fmla="*/ 291 w 570"/>
                <a:gd name="T103" fmla="*/ 478 h 923"/>
                <a:gd name="T104" fmla="*/ 317 w 570"/>
                <a:gd name="T105" fmla="*/ 457 h 923"/>
                <a:gd name="T106" fmla="*/ 331 w 570"/>
                <a:gd name="T107" fmla="*/ 452 h 923"/>
                <a:gd name="T108" fmla="*/ 357 w 570"/>
                <a:gd name="T109" fmla="*/ 421 h 923"/>
                <a:gd name="T110" fmla="*/ 376 w 570"/>
                <a:gd name="T111" fmla="*/ 398 h 923"/>
                <a:gd name="T112" fmla="*/ 423 w 570"/>
                <a:gd name="T113" fmla="*/ 371 h 923"/>
                <a:gd name="T114" fmla="*/ 475 w 570"/>
                <a:gd name="T115" fmla="*/ 353 h 923"/>
                <a:gd name="T116" fmla="*/ 516 w 570"/>
                <a:gd name="T117" fmla="*/ 324 h 923"/>
                <a:gd name="T118" fmla="*/ 532 w 570"/>
                <a:gd name="T119" fmla="*/ 296 h 923"/>
                <a:gd name="T120" fmla="*/ 556 w 570"/>
                <a:gd name="T121" fmla="*/ 256 h 923"/>
                <a:gd name="T122" fmla="*/ 561 w 570"/>
                <a:gd name="T123" fmla="*/ 241 h 923"/>
                <a:gd name="T124" fmla="*/ 241 w 570"/>
                <a:gd name="T125" fmla="*/ 83 h 9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70" h="923">
                  <a:moveTo>
                    <a:pt x="144" y="871"/>
                  </a:moveTo>
                  <a:lnTo>
                    <a:pt x="144" y="873"/>
                  </a:lnTo>
                  <a:lnTo>
                    <a:pt x="144" y="876"/>
                  </a:lnTo>
                  <a:lnTo>
                    <a:pt x="144" y="873"/>
                  </a:lnTo>
                  <a:lnTo>
                    <a:pt x="144" y="873"/>
                  </a:lnTo>
                  <a:lnTo>
                    <a:pt x="147" y="873"/>
                  </a:lnTo>
                  <a:lnTo>
                    <a:pt x="147" y="873"/>
                  </a:lnTo>
                  <a:lnTo>
                    <a:pt x="147" y="873"/>
                  </a:lnTo>
                  <a:lnTo>
                    <a:pt x="147" y="873"/>
                  </a:lnTo>
                  <a:lnTo>
                    <a:pt x="147" y="873"/>
                  </a:lnTo>
                  <a:lnTo>
                    <a:pt x="147" y="876"/>
                  </a:lnTo>
                  <a:lnTo>
                    <a:pt x="147" y="876"/>
                  </a:lnTo>
                  <a:lnTo>
                    <a:pt x="147" y="873"/>
                  </a:lnTo>
                  <a:lnTo>
                    <a:pt x="147" y="873"/>
                  </a:lnTo>
                  <a:lnTo>
                    <a:pt x="149" y="871"/>
                  </a:lnTo>
                  <a:lnTo>
                    <a:pt x="149" y="871"/>
                  </a:lnTo>
                  <a:lnTo>
                    <a:pt x="149" y="868"/>
                  </a:lnTo>
                  <a:lnTo>
                    <a:pt x="147" y="871"/>
                  </a:lnTo>
                  <a:lnTo>
                    <a:pt x="144" y="871"/>
                  </a:lnTo>
                  <a:close/>
                  <a:moveTo>
                    <a:pt x="518" y="317"/>
                  </a:moveTo>
                  <a:lnTo>
                    <a:pt x="516" y="317"/>
                  </a:lnTo>
                  <a:lnTo>
                    <a:pt x="516" y="317"/>
                  </a:lnTo>
                  <a:lnTo>
                    <a:pt x="513" y="319"/>
                  </a:lnTo>
                  <a:lnTo>
                    <a:pt x="513" y="319"/>
                  </a:lnTo>
                  <a:lnTo>
                    <a:pt x="516" y="322"/>
                  </a:lnTo>
                  <a:lnTo>
                    <a:pt x="516" y="324"/>
                  </a:lnTo>
                  <a:lnTo>
                    <a:pt x="518" y="324"/>
                  </a:lnTo>
                  <a:lnTo>
                    <a:pt x="518" y="324"/>
                  </a:lnTo>
                  <a:lnTo>
                    <a:pt x="518" y="322"/>
                  </a:lnTo>
                  <a:lnTo>
                    <a:pt x="518" y="322"/>
                  </a:lnTo>
                  <a:lnTo>
                    <a:pt x="518" y="319"/>
                  </a:lnTo>
                  <a:lnTo>
                    <a:pt x="520" y="319"/>
                  </a:lnTo>
                  <a:lnTo>
                    <a:pt x="520" y="317"/>
                  </a:lnTo>
                  <a:lnTo>
                    <a:pt x="520" y="317"/>
                  </a:lnTo>
                  <a:lnTo>
                    <a:pt x="518" y="317"/>
                  </a:lnTo>
                  <a:close/>
                  <a:moveTo>
                    <a:pt x="281" y="611"/>
                  </a:moveTo>
                  <a:lnTo>
                    <a:pt x="281" y="613"/>
                  </a:lnTo>
                  <a:lnTo>
                    <a:pt x="279" y="620"/>
                  </a:lnTo>
                  <a:lnTo>
                    <a:pt x="279" y="625"/>
                  </a:lnTo>
                  <a:lnTo>
                    <a:pt x="279" y="625"/>
                  </a:lnTo>
                  <a:lnTo>
                    <a:pt x="279" y="627"/>
                  </a:lnTo>
                  <a:lnTo>
                    <a:pt x="281" y="627"/>
                  </a:lnTo>
                  <a:lnTo>
                    <a:pt x="281" y="618"/>
                  </a:lnTo>
                  <a:lnTo>
                    <a:pt x="284" y="613"/>
                  </a:lnTo>
                  <a:lnTo>
                    <a:pt x="284" y="613"/>
                  </a:lnTo>
                  <a:lnTo>
                    <a:pt x="281" y="611"/>
                  </a:lnTo>
                  <a:lnTo>
                    <a:pt x="281" y="611"/>
                  </a:lnTo>
                  <a:close/>
                  <a:moveTo>
                    <a:pt x="568" y="234"/>
                  </a:moveTo>
                  <a:lnTo>
                    <a:pt x="568" y="234"/>
                  </a:lnTo>
                  <a:lnTo>
                    <a:pt x="568" y="232"/>
                  </a:lnTo>
                  <a:lnTo>
                    <a:pt x="568" y="232"/>
                  </a:lnTo>
                  <a:lnTo>
                    <a:pt x="570" y="229"/>
                  </a:lnTo>
                  <a:lnTo>
                    <a:pt x="570" y="229"/>
                  </a:lnTo>
                  <a:lnTo>
                    <a:pt x="568" y="227"/>
                  </a:lnTo>
                  <a:lnTo>
                    <a:pt x="568" y="227"/>
                  </a:lnTo>
                  <a:lnTo>
                    <a:pt x="568" y="227"/>
                  </a:lnTo>
                  <a:lnTo>
                    <a:pt x="568" y="227"/>
                  </a:lnTo>
                  <a:lnTo>
                    <a:pt x="568" y="227"/>
                  </a:lnTo>
                  <a:lnTo>
                    <a:pt x="568" y="227"/>
                  </a:lnTo>
                  <a:lnTo>
                    <a:pt x="568" y="227"/>
                  </a:lnTo>
                  <a:lnTo>
                    <a:pt x="568" y="225"/>
                  </a:lnTo>
                  <a:lnTo>
                    <a:pt x="568" y="225"/>
                  </a:lnTo>
                  <a:lnTo>
                    <a:pt x="568" y="222"/>
                  </a:lnTo>
                  <a:lnTo>
                    <a:pt x="568" y="220"/>
                  </a:lnTo>
                  <a:lnTo>
                    <a:pt x="568" y="220"/>
                  </a:lnTo>
                  <a:lnTo>
                    <a:pt x="568" y="220"/>
                  </a:lnTo>
                  <a:lnTo>
                    <a:pt x="568" y="220"/>
                  </a:lnTo>
                  <a:lnTo>
                    <a:pt x="565" y="220"/>
                  </a:lnTo>
                  <a:lnTo>
                    <a:pt x="565" y="220"/>
                  </a:lnTo>
                  <a:lnTo>
                    <a:pt x="565" y="220"/>
                  </a:lnTo>
                  <a:lnTo>
                    <a:pt x="565" y="220"/>
                  </a:lnTo>
                  <a:lnTo>
                    <a:pt x="565" y="220"/>
                  </a:lnTo>
                  <a:lnTo>
                    <a:pt x="565" y="220"/>
                  </a:lnTo>
                  <a:lnTo>
                    <a:pt x="565" y="218"/>
                  </a:lnTo>
                  <a:lnTo>
                    <a:pt x="568" y="218"/>
                  </a:lnTo>
                  <a:lnTo>
                    <a:pt x="568" y="218"/>
                  </a:lnTo>
                  <a:lnTo>
                    <a:pt x="568" y="215"/>
                  </a:lnTo>
                  <a:lnTo>
                    <a:pt x="568" y="215"/>
                  </a:lnTo>
                  <a:lnTo>
                    <a:pt x="568" y="213"/>
                  </a:lnTo>
                  <a:lnTo>
                    <a:pt x="565" y="213"/>
                  </a:lnTo>
                  <a:lnTo>
                    <a:pt x="565" y="213"/>
                  </a:lnTo>
                  <a:lnTo>
                    <a:pt x="561" y="215"/>
                  </a:lnTo>
                  <a:lnTo>
                    <a:pt x="561" y="215"/>
                  </a:lnTo>
                  <a:lnTo>
                    <a:pt x="558" y="220"/>
                  </a:lnTo>
                  <a:lnTo>
                    <a:pt x="558" y="220"/>
                  </a:lnTo>
                  <a:lnTo>
                    <a:pt x="558" y="222"/>
                  </a:lnTo>
                  <a:lnTo>
                    <a:pt x="558" y="220"/>
                  </a:lnTo>
                  <a:lnTo>
                    <a:pt x="558" y="218"/>
                  </a:lnTo>
                  <a:lnTo>
                    <a:pt x="558" y="218"/>
                  </a:lnTo>
                  <a:lnTo>
                    <a:pt x="558" y="218"/>
                  </a:lnTo>
                  <a:lnTo>
                    <a:pt x="558" y="218"/>
                  </a:lnTo>
                  <a:lnTo>
                    <a:pt x="556" y="218"/>
                  </a:lnTo>
                  <a:lnTo>
                    <a:pt x="558" y="218"/>
                  </a:lnTo>
                  <a:lnTo>
                    <a:pt x="558" y="215"/>
                  </a:lnTo>
                  <a:lnTo>
                    <a:pt x="558" y="215"/>
                  </a:lnTo>
                  <a:lnTo>
                    <a:pt x="558" y="215"/>
                  </a:lnTo>
                  <a:lnTo>
                    <a:pt x="558" y="215"/>
                  </a:lnTo>
                  <a:lnTo>
                    <a:pt x="558" y="211"/>
                  </a:lnTo>
                  <a:lnTo>
                    <a:pt x="558" y="211"/>
                  </a:lnTo>
                  <a:lnTo>
                    <a:pt x="561" y="211"/>
                  </a:lnTo>
                  <a:lnTo>
                    <a:pt x="561" y="211"/>
                  </a:lnTo>
                  <a:lnTo>
                    <a:pt x="561" y="211"/>
                  </a:lnTo>
                  <a:lnTo>
                    <a:pt x="563" y="211"/>
                  </a:lnTo>
                  <a:lnTo>
                    <a:pt x="563" y="211"/>
                  </a:lnTo>
                  <a:lnTo>
                    <a:pt x="563" y="208"/>
                  </a:lnTo>
                  <a:lnTo>
                    <a:pt x="563" y="208"/>
                  </a:lnTo>
                  <a:lnTo>
                    <a:pt x="563" y="206"/>
                  </a:lnTo>
                  <a:lnTo>
                    <a:pt x="563" y="206"/>
                  </a:lnTo>
                  <a:lnTo>
                    <a:pt x="563" y="206"/>
                  </a:lnTo>
                  <a:lnTo>
                    <a:pt x="563" y="203"/>
                  </a:lnTo>
                  <a:lnTo>
                    <a:pt x="563" y="203"/>
                  </a:lnTo>
                  <a:lnTo>
                    <a:pt x="563" y="201"/>
                  </a:lnTo>
                  <a:lnTo>
                    <a:pt x="561" y="201"/>
                  </a:lnTo>
                  <a:lnTo>
                    <a:pt x="561" y="201"/>
                  </a:lnTo>
                  <a:lnTo>
                    <a:pt x="558" y="201"/>
                  </a:lnTo>
                  <a:lnTo>
                    <a:pt x="556" y="203"/>
                  </a:lnTo>
                  <a:lnTo>
                    <a:pt x="556" y="203"/>
                  </a:lnTo>
                  <a:lnTo>
                    <a:pt x="556" y="206"/>
                  </a:lnTo>
                  <a:lnTo>
                    <a:pt x="556" y="206"/>
                  </a:lnTo>
                  <a:lnTo>
                    <a:pt x="556" y="206"/>
                  </a:lnTo>
                  <a:lnTo>
                    <a:pt x="556" y="206"/>
                  </a:lnTo>
                  <a:lnTo>
                    <a:pt x="556" y="206"/>
                  </a:lnTo>
                  <a:lnTo>
                    <a:pt x="556" y="203"/>
                  </a:lnTo>
                  <a:lnTo>
                    <a:pt x="556" y="203"/>
                  </a:lnTo>
                  <a:lnTo>
                    <a:pt x="556" y="203"/>
                  </a:lnTo>
                  <a:lnTo>
                    <a:pt x="556" y="203"/>
                  </a:lnTo>
                  <a:lnTo>
                    <a:pt x="556" y="201"/>
                  </a:lnTo>
                  <a:lnTo>
                    <a:pt x="554" y="201"/>
                  </a:lnTo>
                  <a:lnTo>
                    <a:pt x="554" y="203"/>
                  </a:lnTo>
                  <a:lnTo>
                    <a:pt x="554" y="203"/>
                  </a:lnTo>
                  <a:lnTo>
                    <a:pt x="554" y="201"/>
                  </a:lnTo>
                  <a:lnTo>
                    <a:pt x="554" y="201"/>
                  </a:lnTo>
                  <a:lnTo>
                    <a:pt x="554" y="199"/>
                  </a:lnTo>
                  <a:lnTo>
                    <a:pt x="554" y="199"/>
                  </a:lnTo>
                  <a:lnTo>
                    <a:pt x="556" y="199"/>
                  </a:lnTo>
                  <a:lnTo>
                    <a:pt x="556" y="199"/>
                  </a:lnTo>
                  <a:lnTo>
                    <a:pt x="556" y="199"/>
                  </a:lnTo>
                  <a:lnTo>
                    <a:pt x="556" y="196"/>
                  </a:lnTo>
                  <a:lnTo>
                    <a:pt x="556" y="196"/>
                  </a:lnTo>
                  <a:lnTo>
                    <a:pt x="556" y="196"/>
                  </a:lnTo>
                  <a:lnTo>
                    <a:pt x="556" y="196"/>
                  </a:lnTo>
                  <a:lnTo>
                    <a:pt x="558" y="194"/>
                  </a:lnTo>
                  <a:lnTo>
                    <a:pt x="558" y="194"/>
                  </a:lnTo>
                  <a:lnTo>
                    <a:pt x="558" y="192"/>
                  </a:lnTo>
                  <a:lnTo>
                    <a:pt x="558" y="192"/>
                  </a:lnTo>
                  <a:lnTo>
                    <a:pt x="558" y="189"/>
                  </a:lnTo>
                  <a:lnTo>
                    <a:pt x="558" y="187"/>
                  </a:lnTo>
                  <a:lnTo>
                    <a:pt x="558" y="187"/>
                  </a:lnTo>
                  <a:lnTo>
                    <a:pt x="558" y="187"/>
                  </a:lnTo>
                  <a:lnTo>
                    <a:pt x="556" y="187"/>
                  </a:lnTo>
                  <a:lnTo>
                    <a:pt x="556" y="185"/>
                  </a:lnTo>
                  <a:lnTo>
                    <a:pt x="556" y="185"/>
                  </a:lnTo>
                  <a:lnTo>
                    <a:pt x="556" y="185"/>
                  </a:lnTo>
                  <a:lnTo>
                    <a:pt x="556" y="182"/>
                  </a:lnTo>
                  <a:lnTo>
                    <a:pt x="554" y="177"/>
                  </a:lnTo>
                  <a:lnTo>
                    <a:pt x="554" y="175"/>
                  </a:lnTo>
                  <a:lnTo>
                    <a:pt x="554" y="173"/>
                  </a:lnTo>
                  <a:lnTo>
                    <a:pt x="554" y="170"/>
                  </a:lnTo>
                  <a:lnTo>
                    <a:pt x="554" y="170"/>
                  </a:lnTo>
                  <a:lnTo>
                    <a:pt x="556" y="168"/>
                  </a:lnTo>
                  <a:lnTo>
                    <a:pt x="556" y="168"/>
                  </a:lnTo>
                  <a:lnTo>
                    <a:pt x="556" y="168"/>
                  </a:lnTo>
                  <a:lnTo>
                    <a:pt x="554" y="166"/>
                  </a:lnTo>
                  <a:lnTo>
                    <a:pt x="554" y="166"/>
                  </a:lnTo>
                  <a:lnTo>
                    <a:pt x="554" y="166"/>
                  </a:lnTo>
                  <a:lnTo>
                    <a:pt x="551" y="163"/>
                  </a:lnTo>
                  <a:lnTo>
                    <a:pt x="551" y="163"/>
                  </a:lnTo>
                  <a:lnTo>
                    <a:pt x="554" y="163"/>
                  </a:lnTo>
                  <a:lnTo>
                    <a:pt x="554" y="163"/>
                  </a:lnTo>
                  <a:lnTo>
                    <a:pt x="554" y="161"/>
                  </a:lnTo>
                  <a:lnTo>
                    <a:pt x="554" y="158"/>
                  </a:lnTo>
                  <a:lnTo>
                    <a:pt x="556" y="156"/>
                  </a:lnTo>
                  <a:lnTo>
                    <a:pt x="556" y="156"/>
                  </a:lnTo>
                  <a:lnTo>
                    <a:pt x="556" y="156"/>
                  </a:lnTo>
                  <a:lnTo>
                    <a:pt x="554" y="156"/>
                  </a:lnTo>
                  <a:lnTo>
                    <a:pt x="554" y="156"/>
                  </a:lnTo>
                  <a:lnTo>
                    <a:pt x="554" y="151"/>
                  </a:lnTo>
                  <a:lnTo>
                    <a:pt x="554" y="154"/>
                  </a:lnTo>
                  <a:lnTo>
                    <a:pt x="551" y="154"/>
                  </a:lnTo>
                  <a:lnTo>
                    <a:pt x="551" y="151"/>
                  </a:lnTo>
                  <a:lnTo>
                    <a:pt x="554" y="151"/>
                  </a:lnTo>
                  <a:lnTo>
                    <a:pt x="554" y="151"/>
                  </a:lnTo>
                  <a:lnTo>
                    <a:pt x="554" y="151"/>
                  </a:lnTo>
                  <a:lnTo>
                    <a:pt x="554" y="149"/>
                  </a:lnTo>
                  <a:lnTo>
                    <a:pt x="554" y="144"/>
                  </a:lnTo>
                  <a:lnTo>
                    <a:pt x="554" y="144"/>
                  </a:lnTo>
                  <a:lnTo>
                    <a:pt x="554" y="142"/>
                  </a:lnTo>
                  <a:lnTo>
                    <a:pt x="554" y="142"/>
                  </a:lnTo>
                  <a:lnTo>
                    <a:pt x="554" y="140"/>
                  </a:lnTo>
                  <a:lnTo>
                    <a:pt x="556" y="137"/>
                  </a:lnTo>
                  <a:lnTo>
                    <a:pt x="556" y="135"/>
                  </a:lnTo>
                  <a:lnTo>
                    <a:pt x="556" y="135"/>
                  </a:lnTo>
                  <a:lnTo>
                    <a:pt x="554" y="135"/>
                  </a:lnTo>
                  <a:lnTo>
                    <a:pt x="554" y="135"/>
                  </a:lnTo>
                  <a:lnTo>
                    <a:pt x="554" y="135"/>
                  </a:lnTo>
                  <a:lnTo>
                    <a:pt x="551" y="132"/>
                  </a:lnTo>
                  <a:lnTo>
                    <a:pt x="551" y="132"/>
                  </a:lnTo>
                  <a:lnTo>
                    <a:pt x="551" y="132"/>
                  </a:lnTo>
                  <a:lnTo>
                    <a:pt x="551" y="135"/>
                  </a:lnTo>
                  <a:lnTo>
                    <a:pt x="551" y="135"/>
                  </a:lnTo>
                  <a:lnTo>
                    <a:pt x="551" y="135"/>
                  </a:lnTo>
                  <a:lnTo>
                    <a:pt x="551" y="137"/>
                  </a:lnTo>
                  <a:lnTo>
                    <a:pt x="551" y="137"/>
                  </a:lnTo>
                  <a:lnTo>
                    <a:pt x="549" y="137"/>
                  </a:lnTo>
                  <a:lnTo>
                    <a:pt x="549" y="137"/>
                  </a:lnTo>
                  <a:lnTo>
                    <a:pt x="546" y="135"/>
                  </a:lnTo>
                  <a:lnTo>
                    <a:pt x="546" y="135"/>
                  </a:lnTo>
                  <a:lnTo>
                    <a:pt x="546" y="132"/>
                  </a:lnTo>
                  <a:lnTo>
                    <a:pt x="546" y="132"/>
                  </a:lnTo>
                  <a:lnTo>
                    <a:pt x="546" y="132"/>
                  </a:lnTo>
                  <a:lnTo>
                    <a:pt x="549" y="130"/>
                  </a:lnTo>
                  <a:lnTo>
                    <a:pt x="549" y="130"/>
                  </a:lnTo>
                  <a:lnTo>
                    <a:pt x="549" y="130"/>
                  </a:lnTo>
                  <a:lnTo>
                    <a:pt x="551" y="130"/>
                  </a:lnTo>
                  <a:lnTo>
                    <a:pt x="551" y="130"/>
                  </a:lnTo>
                  <a:lnTo>
                    <a:pt x="551" y="130"/>
                  </a:lnTo>
                  <a:lnTo>
                    <a:pt x="551" y="130"/>
                  </a:lnTo>
                  <a:lnTo>
                    <a:pt x="551" y="130"/>
                  </a:lnTo>
                  <a:lnTo>
                    <a:pt x="551" y="132"/>
                  </a:lnTo>
                  <a:lnTo>
                    <a:pt x="551" y="130"/>
                  </a:lnTo>
                  <a:lnTo>
                    <a:pt x="551" y="130"/>
                  </a:lnTo>
                  <a:lnTo>
                    <a:pt x="554" y="130"/>
                  </a:lnTo>
                  <a:lnTo>
                    <a:pt x="554" y="128"/>
                  </a:lnTo>
                  <a:lnTo>
                    <a:pt x="554" y="128"/>
                  </a:lnTo>
                  <a:lnTo>
                    <a:pt x="554" y="128"/>
                  </a:lnTo>
                  <a:lnTo>
                    <a:pt x="551" y="128"/>
                  </a:lnTo>
                  <a:lnTo>
                    <a:pt x="551" y="125"/>
                  </a:lnTo>
                  <a:lnTo>
                    <a:pt x="551" y="125"/>
                  </a:lnTo>
                  <a:lnTo>
                    <a:pt x="554" y="125"/>
                  </a:lnTo>
                  <a:lnTo>
                    <a:pt x="554" y="125"/>
                  </a:lnTo>
                  <a:lnTo>
                    <a:pt x="554" y="125"/>
                  </a:lnTo>
                  <a:lnTo>
                    <a:pt x="554" y="125"/>
                  </a:lnTo>
                  <a:lnTo>
                    <a:pt x="554" y="125"/>
                  </a:lnTo>
                  <a:lnTo>
                    <a:pt x="554" y="123"/>
                  </a:lnTo>
                  <a:lnTo>
                    <a:pt x="556" y="125"/>
                  </a:lnTo>
                  <a:lnTo>
                    <a:pt x="556" y="125"/>
                  </a:lnTo>
                  <a:lnTo>
                    <a:pt x="558" y="125"/>
                  </a:lnTo>
                  <a:lnTo>
                    <a:pt x="558" y="123"/>
                  </a:lnTo>
                  <a:lnTo>
                    <a:pt x="558" y="123"/>
                  </a:lnTo>
                  <a:lnTo>
                    <a:pt x="558" y="123"/>
                  </a:lnTo>
                  <a:lnTo>
                    <a:pt x="558" y="123"/>
                  </a:lnTo>
                  <a:lnTo>
                    <a:pt x="558" y="123"/>
                  </a:lnTo>
                  <a:lnTo>
                    <a:pt x="558" y="123"/>
                  </a:lnTo>
                  <a:lnTo>
                    <a:pt x="556" y="121"/>
                  </a:lnTo>
                  <a:lnTo>
                    <a:pt x="556" y="121"/>
                  </a:lnTo>
                  <a:lnTo>
                    <a:pt x="556" y="121"/>
                  </a:lnTo>
                  <a:lnTo>
                    <a:pt x="556" y="121"/>
                  </a:lnTo>
                  <a:lnTo>
                    <a:pt x="554" y="121"/>
                  </a:lnTo>
                  <a:lnTo>
                    <a:pt x="554" y="118"/>
                  </a:lnTo>
                  <a:lnTo>
                    <a:pt x="554" y="118"/>
                  </a:lnTo>
                  <a:lnTo>
                    <a:pt x="554" y="116"/>
                  </a:lnTo>
                  <a:lnTo>
                    <a:pt x="556" y="116"/>
                  </a:lnTo>
                  <a:lnTo>
                    <a:pt x="556" y="118"/>
                  </a:lnTo>
                  <a:lnTo>
                    <a:pt x="556" y="118"/>
                  </a:lnTo>
                  <a:lnTo>
                    <a:pt x="556" y="116"/>
                  </a:lnTo>
                  <a:lnTo>
                    <a:pt x="556" y="116"/>
                  </a:lnTo>
                  <a:lnTo>
                    <a:pt x="556" y="116"/>
                  </a:lnTo>
                  <a:lnTo>
                    <a:pt x="554" y="116"/>
                  </a:lnTo>
                  <a:lnTo>
                    <a:pt x="554" y="116"/>
                  </a:lnTo>
                  <a:lnTo>
                    <a:pt x="554" y="114"/>
                  </a:lnTo>
                  <a:lnTo>
                    <a:pt x="554" y="111"/>
                  </a:lnTo>
                  <a:lnTo>
                    <a:pt x="554" y="111"/>
                  </a:lnTo>
                  <a:lnTo>
                    <a:pt x="551" y="111"/>
                  </a:lnTo>
                  <a:lnTo>
                    <a:pt x="551" y="111"/>
                  </a:lnTo>
                  <a:lnTo>
                    <a:pt x="551" y="109"/>
                  </a:lnTo>
                  <a:lnTo>
                    <a:pt x="549" y="109"/>
                  </a:lnTo>
                  <a:lnTo>
                    <a:pt x="549" y="109"/>
                  </a:lnTo>
                  <a:lnTo>
                    <a:pt x="551" y="106"/>
                  </a:lnTo>
                  <a:lnTo>
                    <a:pt x="551" y="104"/>
                  </a:lnTo>
                  <a:lnTo>
                    <a:pt x="551" y="104"/>
                  </a:lnTo>
                  <a:lnTo>
                    <a:pt x="554" y="104"/>
                  </a:lnTo>
                  <a:lnTo>
                    <a:pt x="554" y="104"/>
                  </a:lnTo>
                  <a:lnTo>
                    <a:pt x="554" y="104"/>
                  </a:lnTo>
                  <a:lnTo>
                    <a:pt x="554" y="102"/>
                  </a:lnTo>
                  <a:lnTo>
                    <a:pt x="551" y="104"/>
                  </a:lnTo>
                  <a:lnTo>
                    <a:pt x="551" y="102"/>
                  </a:lnTo>
                  <a:lnTo>
                    <a:pt x="551" y="102"/>
                  </a:lnTo>
                  <a:lnTo>
                    <a:pt x="551" y="102"/>
                  </a:lnTo>
                  <a:lnTo>
                    <a:pt x="551" y="102"/>
                  </a:lnTo>
                  <a:lnTo>
                    <a:pt x="551" y="99"/>
                  </a:lnTo>
                  <a:lnTo>
                    <a:pt x="551" y="99"/>
                  </a:lnTo>
                  <a:lnTo>
                    <a:pt x="551" y="97"/>
                  </a:lnTo>
                  <a:lnTo>
                    <a:pt x="551" y="97"/>
                  </a:lnTo>
                  <a:lnTo>
                    <a:pt x="549" y="97"/>
                  </a:lnTo>
                  <a:lnTo>
                    <a:pt x="549" y="97"/>
                  </a:lnTo>
                  <a:lnTo>
                    <a:pt x="549" y="95"/>
                  </a:lnTo>
                  <a:lnTo>
                    <a:pt x="549" y="95"/>
                  </a:lnTo>
                  <a:lnTo>
                    <a:pt x="549" y="95"/>
                  </a:lnTo>
                  <a:lnTo>
                    <a:pt x="551" y="95"/>
                  </a:lnTo>
                  <a:lnTo>
                    <a:pt x="551" y="95"/>
                  </a:lnTo>
                  <a:lnTo>
                    <a:pt x="551" y="95"/>
                  </a:lnTo>
                  <a:lnTo>
                    <a:pt x="551" y="92"/>
                  </a:lnTo>
                  <a:lnTo>
                    <a:pt x="551" y="92"/>
                  </a:lnTo>
                  <a:lnTo>
                    <a:pt x="551" y="92"/>
                  </a:lnTo>
                  <a:lnTo>
                    <a:pt x="551" y="90"/>
                  </a:lnTo>
                  <a:lnTo>
                    <a:pt x="551" y="87"/>
                  </a:lnTo>
                  <a:lnTo>
                    <a:pt x="551" y="87"/>
                  </a:lnTo>
                  <a:lnTo>
                    <a:pt x="551" y="85"/>
                  </a:lnTo>
                  <a:lnTo>
                    <a:pt x="551" y="83"/>
                  </a:lnTo>
                  <a:lnTo>
                    <a:pt x="551" y="83"/>
                  </a:lnTo>
                  <a:lnTo>
                    <a:pt x="554" y="83"/>
                  </a:lnTo>
                  <a:lnTo>
                    <a:pt x="554" y="83"/>
                  </a:lnTo>
                  <a:lnTo>
                    <a:pt x="551" y="80"/>
                  </a:lnTo>
                  <a:lnTo>
                    <a:pt x="551" y="78"/>
                  </a:lnTo>
                  <a:lnTo>
                    <a:pt x="549" y="76"/>
                  </a:lnTo>
                  <a:lnTo>
                    <a:pt x="551" y="76"/>
                  </a:lnTo>
                  <a:lnTo>
                    <a:pt x="551" y="73"/>
                  </a:lnTo>
                  <a:lnTo>
                    <a:pt x="551" y="73"/>
                  </a:lnTo>
                  <a:lnTo>
                    <a:pt x="551" y="73"/>
                  </a:lnTo>
                  <a:lnTo>
                    <a:pt x="551" y="73"/>
                  </a:lnTo>
                  <a:lnTo>
                    <a:pt x="549" y="73"/>
                  </a:lnTo>
                  <a:lnTo>
                    <a:pt x="549" y="71"/>
                  </a:lnTo>
                  <a:lnTo>
                    <a:pt x="549" y="69"/>
                  </a:lnTo>
                  <a:lnTo>
                    <a:pt x="549" y="69"/>
                  </a:lnTo>
                  <a:lnTo>
                    <a:pt x="549" y="69"/>
                  </a:lnTo>
                  <a:lnTo>
                    <a:pt x="549" y="66"/>
                  </a:lnTo>
                  <a:lnTo>
                    <a:pt x="546" y="66"/>
                  </a:lnTo>
                  <a:lnTo>
                    <a:pt x="546" y="64"/>
                  </a:lnTo>
                  <a:lnTo>
                    <a:pt x="546" y="64"/>
                  </a:lnTo>
                  <a:lnTo>
                    <a:pt x="546" y="64"/>
                  </a:lnTo>
                  <a:lnTo>
                    <a:pt x="546" y="61"/>
                  </a:lnTo>
                  <a:lnTo>
                    <a:pt x="549" y="61"/>
                  </a:lnTo>
                  <a:lnTo>
                    <a:pt x="549" y="61"/>
                  </a:lnTo>
                  <a:lnTo>
                    <a:pt x="549" y="59"/>
                  </a:lnTo>
                  <a:lnTo>
                    <a:pt x="546" y="59"/>
                  </a:lnTo>
                  <a:lnTo>
                    <a:pt x="546" y="59"/>
                  </a:lnTo>
                  <a:lnTo>
                    <a:pt x="546" y="57"/>
                  </a:lnTo>
                  <a:lnTo>
                    <a:pt x="546" y="57"/>
                  </a:lnTo>
                  <a:lnTo>
                    <a:pt x="549" y="57"/>
                  </a:lnTo>
                  <a:lnTo>
                    <a:pt x="549" y="54"/>
                  </a:lnTo>
                  <a:lnTo>
                    <a:pt x="549" y="52"/>
                  </a:lnTo>
                  <a:lnTo>
                    <a:pt x="549" y="50"/>
                  </a:lnTo>
                  <a:lnTo>
                    <a:pt x="549" y="47"/>
                  </a:lnTo>
                  <a:lnTo>
                    <a:pt x="546" y="50"/>
                  </a:lnTo>
                  <a:lnTo>
                    <a:pt x="546" y="47"/>
                  </a:lnTo>
                  <a:lnTo>
                    <a:pt x="546" y="47"/>
                  </a:lnTo>
                  <a:lnTo>
                    <a:pt x="544" y="47"/>
                  </a:lnTo>
                  <a:lnTo>
                    <a:pt x="544" y="45"/>
                  </a:lnTo>
                  <a:lnTo>
                    <a:pt x="544" y="47"/>
                  </a:lnTo>
                  <a:lnTo>
                    <a:pt x="544" y="47"/>
                  </a:lnTo>
                  <a:lnTo>
                    <a:pt x="544" y="45"/>
                  </a:lnTo>
                  <a:lnTo>
                    <a:pt x="542" y="45"/>
                  </a:lnTo>
                  <a:lnTo>
                    <a:pt x="544" y="45"/>
                  </a:lnTo>
                  <a:lnTo>
                    <a:pt x="544" y="45"/>
                  </a:lnTo>
                  <a:lnTo>
                    <a:pt x="544" y="45"/>
                  </a:lnTo>
                  <a:lnTo>
                    <a:pt x="546" y="45"/>
                  </a:lnTo>
                  <a:lnTo>
                    <a:pt x="546" y="43"/>
                  </a:lnTo>
                  <a:lnTo>
                    <a:pt x="546" y="40"/>
                  </a:lnTo>
                  <a:lnTo>
                    <a:pt x="551" y="38"/>
                  </a:lnTo>
                  <a:lnTo>
                    <a:pt x="551" y="38"/>
                  </a:lnTo>
                  <a:lnTo>
                    <a:pt x="551" y="38"/>
                  </a:lnTo>
                  <a:lnTo>
                    <a:pt x="551" y="35"/>
                  </a:lnTo>
                  <a:lnTo>
                    <a:pt x="551" y="35"/>
                  </a:lnTo>
                  <a:lnTo>
                    <a:pt x="551" y="35"/>
                  </a:lnTo>
                  <a:lnTo>
                    <a:pt x="554" y="33"/>
                  </a:lnTo>
                  <a:lnTo>
                    <a:pt x="554" y="31"/>
                  </a:lnTo>
                  <a:lnTo>
                    <a:pt x="554" y="31"/>
                  </a:lnTo>
                  <a:lnTo>
                    <a:pt x="554" y="28"/>
                  </a:lnTo>
                  <a:lnTo>
                    <a:pt x="554" y="28"/>
                  </a:lnTo>
                  <a:lnTo>
                    <a:pt x="551" y="28"/>
                  </a:lnTo>
                  <a:lnTo>
                    <a:pt x="551" y="28"/>
                  </a:lnTo>
                  <a:lnTo>
                    <a:pt x="551" y="31"/>
                  </a:lnTo>
                  <a:lnTo>
                    <a:pt x="551" y="28"/>
                  </a:lnTo>
                  <a:lnTo>
                    <a:pt x="551" y="26"/>
                  </a:lnTo>
                  <a:lnTo>
                    <a:pt x="551" y="26"/>
                  </a:lnTo>
                  <a:lnTo>
                    <a:pt x="551" y="24"/>
                  </a:lnTo>
                  <a:lnTo>
                    <a:pt x="551" y="21"/>
                  </a:lnTo>
                  <a:lnTo>
                    <a:pt x="554" y="21"/>
                  </a:lnTo>
                  <a:lnTo>
                    <a:pt x="556" y="19"/>
                  </a:lnTo>
                  <a:lnTo>
                    <a:pt x="556" y="19"/>
                  </a:lnTo>
                  <a:lnTo>
                    <a:pt x="556" y="19"/>
                  </a:lnTo>
                  <a:lnTo>
                    <a:pt x="551" y="16"/>
                  </a:lnTo>
                  <a:lnTo>
                    <a:pt x="551" y="14"/>
                  </a:lnTo>
                  <a:lnTo>
                    <a:pt x="551" y="16"/>
                  </a:lnTo>
                  <a:lnTo>
                    <a:pt x="551" y="16"/>
                  </a:lnTo>
                  <a:lnTo>
                    <a:pt x="551" y="16"/>
                  </a:lnTo>
                  <a:lnTo>
                    <a:pt x="551" y="16"/>
                  </a:lnTo>
                  <a:lnTo>
                    <a:pt x="549" y="14"/>
                  </a:lnTo>
                  <a:lnTo>
                    <a:pt x="554" y="12"/>
                  </a:lnTo>
                  <a:lnTo>
                    <a:pt x="556" y="12"/>
                  </a:lnTo>
                  <a:lnTo>
                    <a:pt x="558" y="12"/>
                  </a:lnTo>
                  <a:lnTo>
                    <a:pt x="558" y="12"/>
                  </a:lnTo>
                  <a:lnTo>
                    <a:pt x="558" y="9"/>
                  </a:lnTo>
                  <a:lnTo>
                    <a:pt x="558" y="9"/>
                  </a:lnTo>
                  <a:lnTo>
                    <a:pt x="556" y="9"/>
                  </a:lnTo>
                  <a:lnTo>
                    <a:pt x="554" y="9"/>
                  </a:lnTo>
                  <a:lnTo>
                    <a:pt x="554" y="7"/>
                  </a:lnTo>
                  <a:lnTo>
                    <a:pt x="554" y="7"/>
                  </a:lnTo>
                  <a:lnTo>
                    <a:pt x="554" y="5"/>
                  </a:lnTo>
                  <a:lnTo>
                    <a:pt x="554" y="5"/>
                  </a:lnTo>
                  <a:lnTo>
                    <a:pt x="551" y="5"/>
                  </a:lnTo>
                  <a:lnTo>
                    <a:pt x="551" y="5"/>
                  </a:lnTo>
                  <a:lnTo>
                    <a:pt x="551" y="2"/>
                  </a:lnTo>
                  <a:lnTo>
                    <a:pt x="551" y="2"/>
                  </a:lnTo>
                  <a:lnTo>
                    <a:pt x="551" y="2"/>
                  </a:lnTo>
                  <a:lnTo>
                    <a:pt x="551" y="0"/>
                  </a:lnTo>
                  <a:lnTo>
                    <a:pt x="551" y="0"/>
                  </a:lnTo>
                  <a:lnTo>
                    <a:pt x="551" y="0"/>
                  </a:lnTo>
                  <a:lnTo>
                    <a:pt x="549" y="0"/>
                  </a:lnTo>
                  <a:lnTo>
                    <a:pt x="549" y="0"/>
                  </a:lnTo>
                  <a:lnTo>
                    <a:pt x="549" y="0"/>
                  </a:lnTo>
                  <a:lnTo>
                    <a:pt x="549" y="0"/>
                  </a:lnTo>
                  <a:lnTo>
                    <a:pt x="549" y="0"/>
                  </a:lnTo>
                  <a:lnTo>
                    <a:pt x="546" y="0"/>
                  </a:lnTo>
                  <a:lnTo>
                    <a:pt x="546" y="0"/>
                  </a:lnTo>
                  <a:lnTo>
                    <a:pt x="544" y="2"/>
                  </a:lnTo>
                  <a:lnTo>
                    <a:pt x="542" y="5"/>
                  </a:lnTo>
                  <a:lnTo>
                    <a:pt x="539" y="5"/>
                  </a:lnTo>
                  <a:lnTo>
                    <a:pt x="537" y="7"/>
                  </a:lnTo>
                  <a:lnTo>
                    <a:pt x="535" y="9"/>
                  </a:lnTo>
                  <a:lnTo>
                    <a:pt x="532" y="12"/>
                  </a:lnTo>
                  <a:lnTo>
                    <a:pt x="532" y="12"/>
                  </a:lnTo>
                  <a:lnTo>
                    <a:pt x="530" y="12"/>
                  </a:lnTo>
                  <a:lnTo>
                    <a:pt x="525" y="16"/>
                  </a:lnTo>
                  <a:lnTo>
                    <a:pt x="523" y="19"/>
                  </a:lnTo>
                  <a:lnTo>
                    <a:pt x="518" y="21"/>
                  </a:lnTo>
                  <a:lnTo>
                    <a:pt x="513" y="24"/>
                  </a:lnTo>
                  <a:lnTo>
                    <a:pt x="511" y="24"/>
                  </a:lnTo>
                  <a:lnTo>
                    <a:pt x="502" y="26"/>
                  </a:lnTo>
                  <a:lnTo>
                    <a:pt x="497" y="26"/>
                  </a:lnTo>
                  <a:lnTo>
                    <a:pt x="497" y="26"/>
                  </a:lnTo>
                  <a:lnTo>
                    <a:pt x="497" y="28"/>
                  </a:lnTo>
                  <a:lnTo>
                    <a:pt x="485" y="35"/>
                  </a:lnTo>
                  <a:lnTo>
                    <a:pt x="485" y="35"/>
                  </a:lnTo>
                  <a:lnTo>
                    <a:pt x="483" y="38"/>
                  </a:lnTo>
                  <a:lnTo>
                    <a:pt x="483" y="38"/>
                  </a:lnTo>
                  <a:lnTo>
                    <a:pt x="480" y="35"/>
                  </a:lnTo>
                  <a:lnTo>
                    <a:pt x="478" y="35"/>
                  </a:lnTo>
                  <a:lnTo>
                    <a:pt x="478" y="35"/>
                  </a:lnTo>
                  <a:lnTo>
                    <a:pt x="475" y="35"/>
                  </a:lnTo>
                  <a:lnTo>
                    <a:pt x="473" y="35"/>
                  </a:lnTo>
                  <a:lnTo>
                    <a:pt x="466" y="35"/>
                  </a:lnTo>
                  <a:lnTo>
                    <a:pt x="464" y="35"/>
                  </a:lnTo>
                  <a:lnTo>
                    <a:pt x="464" y="38"/>
                  </a:lnTo>
                  <a:lnTo>
                    <a:pt x="461" y="38"/>
                  </a:lnTo>
                  <a:lnTo>
                    <a:pt x="461" y="38"/>
                  </a:lnTo>
                  <a:lnTo>
                    <a:pt x="461" y="40"/>
                  </a:lnTo>
                  <a:lnTo>
                    <a:pt x="459" y="40"/>
                  </a:lnTo>
                  <a:lnTo>
                    <a:pt x="457" y="43"/>
                  </a:lnTo>
                  <a:lnTo>
                    <a:pt x="457" y="43"/>
                  </a:lnTo>
                  <a:lnTo>
                    <a:pt x="457" y="43"/>
                  </a:lnTo>
                  <a:lnTo>
                    <a:pt x="454" y="43"/>
                  </a:lnTo>
                  <a:lnTo>
                    <a:pt x="454" y="43"/>
                  </a:lnTo>
                  <a:lnTo>
                    <a:pt x="454" y="43"/>
                  </a:lnTo>
                  <a:lnTo>
                    <a:pt x="452" y="43"/>
                  </a:lnTo>
                  <a:lnTo>
                    <a:pt x="452" y="43"/>
                  </a:lnTo>
                  <a:lnTo>
                    <a:pt x="449" y="45"/>
                  </a:lnTo>
                  <a:lnTo>
                    <a:pt x="445" y="47"/>
                  </a:lnTo>
                  <a:lnTo>
                    <a:pt x="442" y="50"/>
                  </a:lnTo>
                  <a:lnTo>
                    <a:pt x="442" y="50"/>
                  </a:lnTo>
                  <a:lnTo>
                    <a:pt x="442" y="50"/>
                  </a:lnTo>
                  <a:lnTo>
                    <a:pt x="438" y="47"/>
                  </a:lnTo>
                  <a:lnTo>
                    <a:pt x="435" y="47"/>
                  </a:lnTo>
                  <a:lnTo>
                    <a:pt x="433" y="45"/>
                  </a:lnTo>
                  <a:lnTo>
                    <a:pt x="431" y="43"/>
                  </a:lnTo>
                  <a:lnTo>
                    <a:pt x="428" y="43"/>
                  </a:lnTo>
                  <a:lnTo>
                    <a:pt x="428" y="43"/>
                  </a:lnTo>
                  <a:lnTo>
                    <a:pt x="426" y="43"/>
                  </a:lnTo>
                  <a:lnTo>
                    <a:pt x="426" y="43"/>
                  </a:lnTo>
                  <a:lnTo>
                    <a:pt x="426" y="43"/>
                  </a:lnTo>
                  <a:lnTo>
                    <a:pt x="423" y="43"/>
                  </a:lnTo>
                  <a:lnTo>
                    <a:pt x="423" y="43"/>
                  </a:lnTo>
                  <a:lnTo>
                    <a:pt x="423" y="43"/>
                  </a:lnTo>
                  <a:lnTo>
                    <a:pt x="423" y="40"/>
                  </a:lnTo>
                  <a:lnTo>
                    <a:pt x="423" y="40"/>
                  </a:lnTo>
                  <a:lnTo>
                    <a:pt x="423" y="40"/>
                  </a:lnTo>
                  <a:lnTo>
                    <a:pt x="423" y="40"/>
                  </a:lnTo>
                  <a:lnTo>
                    <a:pt x="421" y="40"/>
                  </a:lnTo>
                  <a:lnTo>
                    <a:pt x="421" y="43"/>
                  </a:lnTo>
                  <a:lnTo>
                    <a:pt x="421" y="43"/>
                  </a:lnTo>
                  <a:lnTo>
                    <a:pt x="421" y="43"/>
                  </a:lnTo>
                  <a:lnTo>
                    <a:pt x="419" y="43"/>
                  </a:lnTo>
                  <a:lnTo>
                    <a:pt x="416" y="43"/>
                  </a:lnTo>
                  <a:lnTo>
                    <a:pt x="416" y="43"/>
                  </a:lnTo>
                  <a:lnTo>
                    <a:pt x="414" y="43"/>
                  </a:lnTo>
                  <a:lnTo>
                    <a:pt x="414" y="43"/>
                  </a:lnTo>
                  <a:lnTo>
                    <a:pt x="409" y="45"/>
                  </a:lnTo>
                  <a:lnTo>
                    <a:pt x="409" y="45"/>
                  </a:lnTo>
                  <a:lnTo>
                    <a:pt x="409" y="45"/>
                  </a:lnTo>
                  <a:lnTo>
                    <a:pt x="409" y="50"/>
                  </a:lnTo>
                  <a:lnTo>
                    <a:pt x="409" y="50"/>
                  </a:lnTo>
                  <a:lnTo>
                    <a:pt x="409" y="50"/>
                  </a:lnTo>
                  <a:lnTo>
                    <a:pt x="407" y="52"/>
                  </a:lnTo>
                  <a:lnTo>
                    <a:pt x="407" y="54"/>
                  </a:lnTo>
                  <a:lnTo>
                    <a:pt x="407" y="54"/>
                  </a:lnTo>
                  <a:lnTo>
                    <a:pt x="407" y="54"/>
                  </a:lnTo>
                  <a:lnTo>
                    <a:pt x="407" y="57"/>
                  </a:lnTo>
                  <a:lnTo>
                    <a:pt x="407" y="57"/>
                  </a:lnTo>
                  <a:lnTo>
                    <a:pt x="407" y="57"/>
                  </a:lnTo>
                  <a:lnTo>
                    <a:pt x="405" y="57"/>
                  </a:lnTo>
                  <a:lnTo>
                    <a:pt x="402" y="59"/>
                  </a:lnTo>
                  <a:lnTo>
                    <a:pt x="400" y="61"/>
                  </a:lnTo>
                  <a:lnTo>
                    <a:pt x="397" y="61"/>
                  </a:lnTo>
                  <a:lnTo>
                    <a:pt x="397" y="61"/>
                  </a:lnTo>
                  <a:lnTo>
                    <a:pt x="395" y="61"/>
                  </a:lnTo>
                  <a:lnTo>
                    <a:pt x="395" y="61"/>
                  </a:lnTo>
                  <a:lnTo>
                    <a:pt x="393" y="64"/>
                  </a:lnTo>
                  <a:lnTo>
                    <a:pt x="390" y="64"/>
                  </a:lnTo>
                  <a:lnTo>
                    <a:pt x="390" y="64"/>
                  </a:lnTo>
                  <a:lnTo>
                    <a:pt x="390" y="64"/>
                  </a:lnTo>
                  <a:lnTo>
                    <a:pt x="390" y="66"/>
                  </a:lnTo>
                  <a:lnTo>
                    <a:pt x="390" y="66"/>
                  </a:lnTo>
                  <a:lnTo>
                    <a:pt x="388" y="66"/>
                  </a:lnTo>
                  <a:lnTo>
                    <a:pt x="388" y="66"/>
                  </a:lnTo>
                  <a:lnTo>
                    <a:pt x="388" y="66"/>
                  </a:lnTo>
                  <a:lnTo>
                    <a:pt x="386" y="66"/>
                  </a:lnTo>
                  <a:lnTo>
                    <a:pt x="383" y="66"/>
                  </a:lnTo>
                  <a:lnTo>
                    <a:pt x="383" y="66"/>
                  </a:lnTo>
                  <a:lnTo>
                    <a:pt x="383" y="64"/>
                  </a:lnTo>
                  <a:lnTo>
                    <a:pt x="381" y="64"/>
                  </a:lnTo>
                  <a:lnTo>
                    <a:pt x="381" y="64"/>
                  </a:lnTo>
                  <a:lnTo>
                    <a:pt x="381" y="64"/>
                  </a:lnTo>
                  <a:lnTo>
                    <a:pt x="381" y="64"/>
                  </a:lnTo>
                  <a:lnTo>
                    <a:pt x="381" y="66"/>
                  </a:lnTo>
                  <a:lnTo>
                    <a:pt x="378" y="66"/>
                  </a:lnTo>
                  <a:lnTo>
                    <a:pt x="376" y="66"/>
                  </a:lnTo>
                  <a:lnTo>
                    <a:pt x="371" y="64"/>
                  </a:lnTo>
                  <a:lnTo>
                    <a:pt x="369" y="64"/>
                  </a:lnTo>
                  <a:lnTo>
                    <a:pt x="367" y="61"/>
                  </a:lnTo>
                  <a:lnTo>
                    <a:pt x="367" y="59"/>
                  </a:lnTo>
                  <a:lnTo>
                    <a:pt x="364" y="59"/>
                  </a:lnTo>
                  <a:lnTo>
                    <a:pt x="364" y="59"/>
                  </a:lnTo>
                  <a:lnTo>
                    <a:pt x="364" y="59"/>
                  </a:lnTo>
                  <a:lnTo>
                    <a:pt x="364" y="59"/>
                  </a:lnTo>
                  <a:lnTo>
                    <a:pt x="357" y="59"/>
                  </a:lnTo>
                  <a:lnTo>
                    <a:pt x="357" y="59"/>
                  </a:lnTo>
                  <a:lnTo>
                    <a:pt x="357" y="59"/>
                  </a:lnTo>
                  <a:lnTo>
                    <a:pt x="355" y="59"/>
                  </a:lnTo>
                  <a:lnTo>
                    <a:pt x="355" y="59"/>
                  </a:lnTo>
                  <a:lnTo>
                    <a:pt x="355" y="59"/>
                  </a:lnTo>
                  <a:lnTo>
                    <a:pt x="352" y="61"/>
                  </a:lnTo>
                  <a:lnTo>
                    <a:pt x="350" y="64"/>
                  </a:lnTo>
                  <a:lnTo>
                    <a:pt x="350" y="64"/>
                  </a:lnTo>
                  <a:lnTo>
                    <a:pt x="348" y="64"/>
                  </a:lnTo>
                  <a:lnTo>
                    <a:pt x="348" y="66"/>
                  </a:lnTo>
                  <a:lnTo>
                    <a:pt x="345" y="66"/>
                  </a:lnTo>
                  <a:lnTo>
                    <a:pt x="345" y="66"/>
                  </a:lnTo>
                  <a:lnTo>
                    <a:pt x="345" y="66"/>
                  </a:lnTo>
                  <a:lnTo>
                    <a:pt x="343" y="66"/>
                  </a:lnTo>
                  <a:lnTo>
                    <a:pt x="343" y="66"/>
                  </a:lnTo>
                  <a:lnTo>
                    <a:pt x="341" y="66"/>
                  </a:lnTo>
                  <a:lnTo>
                    <a:pt x="338" y="66"/>
                  </a:lnTo>
                  <a:lnTo>
                    <a:pt x="338" y="66"/>
                  </a:lnTo>
                  <a:lnTo>
                    <a:pt x="338" y="66"/>
                  </a:lnTo>
                  <a:lnTo>
                    <a:pt x="338" y="66"/>
                  </a:lnTo>
                  <a:lnTo>
                    <a:pt x="336" y="64"/>
                  </a:lnTo>
                  <a:lnTo>
                    <a:pt x="336" y="64"/>
                  </a:lnTo>
                  <a:lnTo>
                    <a:pt x="331" y="64"/>
                  </a:lnTo>
                  <a:lnTo>
                    <a:pt x="329" y="64"/>
                  </a:lnTo>
                  <a:lnTo>
                    <a:pt x="329" y="64"/>
                  </a:lnTo>
                  <a:lnTo>
                    <a:pt x="329" y="66"/>
                  </a:lnTo>
                  <a:lnTo>
                    <a:pt x="326" y="66"/>
                  </a:lnTo>
                  <a:lnTo>
                    <a:pt x="326" y="66"/>
                  </a:lnTo>
                  <a:lnTo>
                    <a:pt x="324" y="66"/>
                  </a:lnTo>
                  <a:lnTo>
                    <a:pt x="324" y="66"/>
                  </a:lnTo>
                  <a:lnTo>
                    <a:pt x="324" y="66"/>
                  </a:lnTo>
                  <a:lnTo>
                    <a:pt x="322" y="66"/>
                  </a:lnTo>
                  <a:lnTo>
                    <a:pt x="322" y="66"/>
                  </a:lnTo>
                  <a:lnTo>
                    <a:pt x="319" y="66"/>
                  </a:lnTo>
                  <a:lnTo>
                    <a:pt x="319" y="64"/>
                  </a:lnTo>
                  <a:lnTo>
                    <a:pt x="319" y="64"/>
                  </a:lnTo>
                  <a:lnTo>
                    <a:pt x="319" y="61"/>
                  </a:lnTo>
                  <a:lnTo>
                    <a:pt x="319" y="61"/>
                  </a:lnTo>
                  <a:lnTo>
                    <a:pt x="319" y="59"/>
                  </a:lnTo>
                  <a:lnTo>
                    <a:pt x="319" y="59"/>
                  </a:lnTo>
                  <a:lnTo>
                    <a:pt x="317" y="59"/>
                  </a:lnTo>
                  <a:lnTo>
                    <a:pt x="317" y="59"/>
                  </a:lnTo>
                  <a:lnTo>
                    <a:pt x="317" y="59"/>
                  </a:lnTo>
                  <a:lnTo>
                    <a:pt x="317" y="57"/>
                  </a:lnTo>
                  <a:lnTo>
                    <a:pt x="317" y="57"/>
                  </a:lnTo>
                  <a:lnTo>
                    <a:pt x="317" y="57"/>
                  </a:lnTo>
                  <a:lnTo>
                    <a:pt x="315" y="57"/>
                  </a:lnTo>
                  <a:lnTo>
                    <a:pt x="315" y="57"/>
                  </a:lnTo>
                  <a:lnTo>
                    <a:pt x="312" y="54"/>
                  </a:lnTo>
                  <a:lnTo>
                    <a:pt x="312" y="54"/>
                  </a:lnTo>
                  <a:lnTo>
                    <a:pt x="310" y="54"/>
                  </a:lnTo>
                  <a:lnTo>
                    <a:pt x="310" y="54"/>
                  </a:lnTo>
                  <a:lnTo>
                    <a:pt x="307" y="54"/>
                  </a:lnTo>
                  <a:lnTo>
                    <a:pt x="307" y="54"/>
                  </a:lnTo>
                  <a:lnTo>
                    <a:pt x="307" y="52"/>
                  </a:lnTo>
                  <a:lnTo>
                    <a:pt x="307" y="52"/>
                  </a:lnTo>
                  <a:lnTo>
                    <a:pt x="307" y="52"/>
                  </a:lnTo>
                  <a:lnTo>
                    <a:pt x="305" y="52"/>
                  </a:lnTo>
                  <a:lnTo>
                    <a:pt x="305" y="52"/>
                  </a:lnTo>
                  <a:lnTo>
                    <a:pt x="303" y="50"/>
                  </a:lnTo>
                  <a:lnTo>
                    <a:pt x="300" y="50"/>
                  </a:lnTo>
                  <a:lnTo>
                    <a:pt x="300" y="50"/>
                  </a:lnTo>
                  <a:lnTo>
                    <a:pt x="298" y="52"/>
                  </a:lnTo>
                  <a:lnTo>
                    <a:pt x="298" y="54"/>
                  </a:lnTo>
                  <a:lnTo>
                    <a:pt x="296" y="54"/>
                  </a:lnTo>
                  <a:lnTo>
                    <a:pt x="293" y="54"/>
                  </a:lnTo>
                  <a:lnTo>
                    <a:pt x="293" y="54"/>
                  </a:lnTo>
                  <a:lnTo>
                    <a:pt x="293" y="57"/>
                  </a:lnTo>
                  <a:lnTo>
                    <a:pt x="293" y="57"/>
                  </a:lnTo>
                  <a:lnTo>
                    <a:pt x="293" y="57"/>
                  </a:lnTo>
                  <a:lnTo>
                    <a:pt x="291" y="59"/>
                  </a:lnTo>
                  <a:lnTo>
                    <a:pt x="291" y="59"/>
                  </a:lnTo>
                  <a:lnTo>
                    <a:pt x="289" y="59"/>
                  </a:lnTo>
                  <a:lnTo>
                    <a:pt x="289" y="59"/>
                  </a:lnTo>
                  <a:lnTo>
                    <a:pt x="286" y="61"/>
                  </a:lnTo>
                  <a:lnTo>
                    <a:pt x="286" y="59"/>
                  </a:lnTo>
                  <a:lnTo>
                    <a:pt x="286" y="59"/>
                  </a:lnTo>
                  <a:lnTo>
                    <a:pt x="284" y="59"/>
                  </a:lnTo>
                  <a:lnTo>
                    <a:pt x="284" y="61"/>
                  </a:lnTo>
                  <a:lnTo>
                    <a:pt x="284" y="61"/>
                  </a:lnTo>
                  <a:lnTo>
                    <a:pt x="284" y="59"/>
                  </a:lnTo>
                  <a:lnTo>
                    <a:pt x="284" y="59"/>
                  </a:lnTo>
                  <a:lnTo>
                    <a:pt x="284" y="59"/>
                  </a:lnTo>
                  <a:lnTo>
                    <a:pt x="284" y="59"/>
                  </a:lnTo>
                  <a:lnTo>
                    <a:pt x="284" y="59"/>
                  </a:lnTo>
                  <a:lnTo>
                    <a:pt x="281" y="59"/>
                  </a:lnTo>
                  <a:lnTo>
                    <a:pt x="281" y="59"/>
                  </a:lnTo>
                  <a:lnTo>
                    <a:pt x="281" y="59"/>
                  </a:lnTo>
                  <a:lnTo>
                    <a:pt x="281" y="59"/>
                  </a:lnTo>
                  <a:lnTo>
                    <a:pt x="281" y="59"/>
                  </a:lnTo>
                  <a:lnTo>
                    <a:pt x="279" y="59"/>
                  </a:lnTo>
                  <a:lnTo>
                    <a:pt x="279" y="59"/>
                  </a:lnTo>
                  <a:lnTo>
                    <a:pt x="279" y="59"/>
                  </a:lnTo>
                  <a:lnTo>
                    <a:pt x="279" y="59"/>
                  </a:lnTo>
                  <a:lnTo>
                    <a:pt x="277" y="59"/>
                  </a:lnTo>
                  <a:lnTo>
                    <a:pt x="255" y="59"/>
                  </a:lnTo>
                  <a:lnTo>
                    <a:pt x="239" y="59"/>
                  </a:lnTo>
                  <a:lnTo>
                    <a:pt x="237" y="59"/>
                  </a:lnTo>
                  <a:lnTo>
                    <a:pt x="237" y="59"/>
                  </a:lnTo>
                  <a:lnTo>
                    <a:pt x="237" y="61"/>
                  </a:lnTo>
                  <a:lnTo>
                    <a:pt x="237" y="64"/>
                  </a:lnTo>
                  <a:lnTo>
                    <a:pt x="237" y="66"/>
                  </a:lnTo>
                  <a:lnTo>
                    <a:pt x="234" y="66"/>
                  </a:lnTo>
                  <a:lnTo>
                    <a:pt x="234" y="73"/>
                  </a:lnTo>
                  <a:lnTo>
                    <a:pt x="229" y="78"/>
                  </a:lnTo>
                  <a:lnTo>
                    <a:pt x="222" y="87"/>
                  </a:lnTo>
                  <a:lnTo>
                    <a:pt x="222" y="90"/>
                  </a:lnTo>
                  <a:lnTo>
                    <a:pt x="222" y="92"/>
                  </a:lnTo>
                  <a:lnTo>
                    <a:pt x="222" y="92"/>
                  </a:lnTo>
                  <a:lnTo>
                    <a:pt x="222" y="97"/>
                  </a:lnTo>
                  <a:lnTo>
                    <a:pt x="227" y="109"/>
                  </a:lnTo>
                  <a:lnTo>
                    <a:pt x="229" y="118"/>
                  </a:lnTo>
                  <a:lnTo>
                    <a:pt x="229" y="125"/>
                  </a:lnTo>
                  <a:lnTo>
                    <a:pt x="232" y="132"/>
                  </a:lnTo>
                  <a:lnTo>
                    <a:pt x="232" y="140"/>
                  </a:lnTo>
                  <a:lnTo>
                    <a:pt x="232" y="144"/>
                  </a:lnTo>
                  <a:lnTo>
                    <a:pt x="232" y="149"/>
                  </a:lnTo>
                  <a:lnTo>
                    <a:pt x="232" y="154"/>
                  </a:lnTo>
                  <a:lnTo>
                    <a:pt x="234" y="158"/>
                  </a:lnTo>
                  <a:lnTo>
                    <a:pt x="234" y="158"/>
                  </a:lnTo>
                  <a:lnTo>
                    <a:pt x="234" y="158"/>
                  </a:lnTo>
                  <a:lnTo>
                    <a:pt x="234" y="158"/>
                  </a:lnTo>
                  <a:lnTo>
                    <a:pt x="237" y="161"/>
                  </a:lnTo>
                  <a:lnTo>
                    <a:pt x="237" y="161"/>
                  </a:lnTo>
                  <a:lnTo>
                    <a:pt x="237" y="163"/>
                  </a:lnTo>
                  <a:lnTo>
                    <a:pt x="237" y="163"/>
                  </a:lnTo>
                  <a:lnTo>
                    <a:pt x="237" y="163"/>
                  </a:lnTo>
                  <a:lnTo>
                    <a:pt x="239" y="163"/>
                  </a:lnTo>
                  <a:lnTo>
                    <a:pt x="239" y="163"/>
                  </a:lnTo>
                  <a:lnTo>
                    <a:pt x="246" y="163"/>
                  </a:lnTo>
                  <a:lnTo>
                    <a:pt x="248" y="163"/>
                  </a:lnTo>
                  <a:lnTo>
                    <a:pt x="248" y="163"/>
                  </a:lnTo>
                  <a:lnTo>
                    <a:pt x="248" y="163"/>
                  </a:lnTo>
                  <a:lnTo>
                    <a:pt x="251" y="166"/>
                  </a:lnTo>
                  <a:lnTo>
                    <a:pt x="255" y="170"/>
                  </a:lnTo>
                  <a:lnTo>
                    <a:pt x="260" y="175"/>
                  </a:lnTo>
                  <a:lnTo>
                    <a:pt x="265" y="180"/>
                  </a:lnTo>
                  <a:lnTo>
                    <a:pt x="272" y="187"/>
                  </a:lnTo>
                  <a:lnTo>
                    <a:pt x="277" y="194"/>
                  </a:lnTo>
                  <a:lnTo>
                    <a:pt x="281" y="199"/>
                  </a:lnTo>
                  <a:lnTo>
                    <a:pt x="284" y="206"/>
                  </a:lnTo>
                  <a:lnTo>
                    <a:pt x="289" y="211"/>
                  </a:lnTo>
                  <a:lnTo>
                    <a:pt x="296" y="218"/>
                  </a:lnTo>
                  <a:lnTo>
                    <a:pt x="296" y="220"/>
                  </a:lnTo>
                  <a:lnTo>
                    <a:pt x="298" y="222"/>
                  </a:lnTo>
                  <a:lnTo>
                    <a:pt x="300" y="225"/>
                  </a:lnTo>
                  <a:lnTo>
                    <a:pt x="303" y="227"/>
                  </a:lnTo>
                  <a:lnTo>
                    <a:pt x="303" y="227"/>
                  </a:lnTo>
                  <a:lnTo>
                    <a:pt x="303" y="239"/>
                  </a:lnTo>
                  <a:lnTo>
                    <a:pt x="303" y="239"/>
                  </a:lnTo>
                  <a:lnTo>
                    <a:pt x="303" y="239"/>
                  </a:lnTo>
                  <a:lnTo>
                    <a:pt x="305" y="239"/>
                  </a:lnTo>
                  <a:lnTo>
                    <a:pt x="303" y="244"/>
                  </a:lnTo>
                  <a:lnTo>
                    <a:pt x="300" y="248"/>
                  </a:lnTo>
                  <a:lnTo>
                    <a:pt x="298" y="253"/>
                  </a:lnTo>
                  <a:lnTo>
                    <a:pt x="298" y="256"/>
                  </a:lnTo>
                  <a:lnTo>
                    <a:pt x="298" y="256"/>
                  </a:lnTo>
                  <a:lnTo>
                    <a:pt x="298" y="258"/>
                  </a:lnTo>
                  <a:lnTo>
                    <a:pt x="300" y="263"/>
                  </a:lnTo>
                  <a:lnTo>
                    <a:pt x="300" y="270"/>
                  </a:lnTo>
                  <a:lnTo>
                    <a:pt x="300" y="272"/>
                  </a:lnTo>
                  <a:lnTo>
                    <a:pt x="300" y="272"/>
                  </a:lnTo>
                  <a:lnTo>
                    <a:pt x="300" y="274"/>
                  </a:lnTo>
                  <a:lnTo>
                    <a:pt x="300" y="282"/>
                  </a:lnTo>
                  <a:lnTo>
                    <a:pt x="300" y="286"/>
                  </a:lnTo>
                  <a:lnTo>
                    <a:pt x="300" y="296"/>
                  </a:lnTo>
                  <a:lnTo>
                    <a:pt x="298" y="298"/>
                  </a:lnTo>
                  <a:lnTo>
                    <a:pt x="298" y="298"/>
                  </a:lnTo>
                  <a:lnTo>
                    <a:pt x="298" y="300"/>
                  </a:lnTo>
                  <a:lnTo>
                    <a:pt x="298" y="300"/>
                  </a:lnTo>
                  <a:lnTo>
                    <a:pt x="298" y="303"/>
                  </a:lnTo>
                  <a:lnTo>
                    <a:pt x="298" y="303"/>
                  </a:lnTo>
                  <a:lnTo>
                    <a:pt x="298" y="305"/>
                  </a:lnTo>
                  <a:lnTo>
                    <a:pt x="293" y="308"/>
                  </a:lnTo>
                  <a:lnTo>
                    <a:pt x="293" y="308"/>
                  </a:lnTo>
                  <a:lnTo>
                    <a:pt x="293" y="308"/>
                  </a:lnTo>
                  <a:lnTo>
                    <a:pt x="291" y="308"/>
                  </a:lnTo>
                  <a:lnTo>
                    <a:pt x="291" y="308"/>
                  </a:lnTo>
                  <a:lnTo>
                    <a:pt x="286" y="308"/>
                  </a:lnTo>
                  <a:lnTo>
                    <a:pt x="284" y="308"/>
                  </a:lnTo>
                  <a:lnTo>
                    <a:pt x="284" y="310"/>
                  </a:lnTo>
                  <a:lnTo>
                    <a:pt x="284" y="310"/>
                  </a:lnTo>
                  <a:lnTo>
                    <a:pt x="284" y="310"/>
                  </a:lnTo>
                  <a:lnTo>
                    <a:pt x="284" y="310"/>
                  </a:lnTo>
                  <a:lnTo>
                    <a:pt x="281" y="310"/>
                  </a:lnTo>
                  <a:lnTo>
                    <a:pt x="281" y="310"/>
                  </a:lnTo>
                  <a:lnTo>
                    <a:pt x="281" y="308"/>
                  </a:lnTo>
                  <a:lnTo>
                    <a:pt x="281" y="308"/>
                  </a:lnTo>
                  <a:lnTo>
                    <a:pt x="279" y="308"/>
                  </a:lnTo>
                  <a:lnTo>
                    <a:pt x="279" y="308"/>
                  </a:lnTo>
                  <a:lnTo>
                    <a:pt x="277" y="308"/>
                  </a:lnTo>
                  <a:lnTo>
                    <a:pt x="277" y="308"/>
                  </a:lnTo>
                  <a:lnTo>
                    <a:pt x="272" y="312"/>
                  </a:lnTo>
                  <a:lnTo>
                    <a:pt x="272" y="312"/>
                  </a:lnTo>
                  <a:lnTo>
                    <a:pt x="272" y="315"/>
                  </a:lnTo>
                  <a:lnTo>
                    <a:pt x="270" y="317"/>
                  </a:lnTo>
                  <a:lnTo>
                    <a:pt x="270" y="319"/>
                  </a:lnTo>
                  <a:lnTo>
                    <a:pt x="270" y="319"/>
                  </a:lnTo>
                  <a:lnTo>
                    <a:pt x="270" y="322"/>
                  </a:lnTo>
                  <a:lnTo>
                    <a:pt x="270" y="322"/>
                  </a:lnTo>
                  <a:lnTo>
                    <a:pt x="270" y="322"/>
                  </a:lnTo>
                  <a:lnTo>
                    <a:pt x="270" y="324"/>
                  </a:lnTo>
                  <a:lnTo>
                    <a:pt x="270" y="324"/>
                  </a:lnTo>
                  <a:lnTo>
                    <a:pt x="270" y="327"/>
                  </a:lnTo>
                  <a:lnTo>
                    <a:pt x="270" y="327"/>
                  </a:lnTo>
                  <a:lnTo>
                    <a:pt x="267" y="327"/>
                  </a:lnTo>
                  <a:lnTo>
                    <a:pt x="265" y="331"/>
                  </a:lnTo>
                  <a:lnTo>
                    <a:pt x="263" y="331"/>
                  </a:lnTo>
                  <a:lnTo>
                    <a:pt x="265" y="334"/>
                  </a:lnTo>
                  <a:lnTo>
                    <a:pt x="265" y="334"/>
                  </a:lnTo>
                  <a:lnTo>
                    <a:pt x="265" y="336"/>
                  </a:lnTo>
                  <a:lnTo>
                    <a:pt x="265" y="336"/>
                  </a:lnTo>
                  <a:lnTo>
                    <a:pt x="267" y="336"/>
                  </a:lnTo>
                  <a:lnTo>
                    <a:pt x="267" y="336"/>
                  </a:lnTo>
                  <a:lnTo>
                    <a:pt x="267" y="336"/>
                  </a:lnTo>
                  <a:lnTo>
                    <a:pt x="267" y="336"/>
                  </a:lnTo>
                  <a:lnTo>
                    <a:pt x="270" y="336"/>
                  </a:lnTo>
                  <a:lnTo>
                    <a:pt x="270" y="338"/>
                  </a:lnTo>
                  <a:lnTo>
                    <a:pt x="270" y="338"/>
                  </a:lnTo>
                  <a:lnTo>
                    <a:pt x="270" y="338"/>
                  </a:lnTo>
                  <a:lnTo>
                    <a:pt x="270" y="338"/>
                  </a:lnTo>
                  <a:lnTo>
                    <a:pt x="270" y="338"/>
                  </a:lnTo>
                  <a:lnTo>
                    <a:pt x="272" y="338"/>
                  </a:lnTo>
                  <a:lnTo>
                    <a:pt x="272" y="341"/>
                  </a:lnTo>
                  <a:lnTo>
                    <a:pt x="272" y="343"/>
                  </a:lnTo>
                  <a:lnTo>
                    <a:pt x="272" y="345"/>
                  </a:lnTo>
                  <a:lnTo>
                    <a:pt x="272" y="348"/>
                  </a:lnTo>
                  <a:lnTo>
                    <a:pt x="272" y="348"/>
                  </a:lnTo>
                  <a:lnTo>
                    <a:pt x="272" y="350"/>
                  </a:lnTo>
                  <a:lnTo>
                    <a:pt x="272" y="350"/>
                  </a:lnTo>
                  <a:lnTo>
                    <a:pt x="272" y="353"/>
                  </a:lnTo>
                  <a:lnTo>
                    <a:pt x="272" y="353"/>
                  </a:lnTo>
                  <a:lnTo>
                    <a:pt x="272" y="353"/>
                  </a:lnTo>
                  <a:lnTo>
                    <a:pt x="272" y="353"/>
                  </a:lnTo>
                  <a:lnTo>
                    <a:pt x="272" y="353"/>
                  </a:lnTo>
                  <a:lnTo>
                    <a:pt x="272" y="355"/>
                  </a:lnTo>
                  <a:lnTo>
                    <a:pt x="272" y="355"/>
                  </a:lnTo>
                  <a:lnTo>
                    <a:pt x="274" y="355"/>
                  </a:lnTo>
                  <a:lnTo>
                    <a:pt x="272" y="355"/>
                  </a:lnTo>
                  <a:lnTo>
                    <a:pt x="272" y="357"/>
                  </a:lnTo>
                  <a:lnTo>
                    <a:pt x="272" y="357"/>
                  </a:lnTo>
                  <a:lnTo>
                    <a:pt x="272" y="360"/>
                  </a:lnTo>
                  <a:lnTo>
                    <a:pt x="272" y="362"/>
                  </a:lnTo>
                  <a:lnTo>
                    <a:pt x="272" y="362"/>
                  </a:lnTo>
                  <a:lnTo>
                    <a:pt x="272" y="362"/>
                  </a:lnTo>
                  <a:lnTo>
                    <a:pt x="272" y="364"/>
                  </a:lnTo>
                  <a:lnTo>
                    <a:pt x="272" y="364"/>
                  </a:lnTo>
                  <a:lnTo>
                    <a:pt x="270" y="364"/>
                  </a:lnTo>
                  <a:lnTo>
                    <a:pt x="263" y="364"/>
                  </a:lnTo>
                  <a:lnTo>
                    <a:pt x="260" y="364"/>
                  </a:lnTo>
                  <a:lnTo>
                    <a:pt x="260" y="362"/>
                  </a:lnTo>
                  <a:lnTo>
                    <a:pt x="260" y="362"/>
                  </a:lnTo>
                  <a:lnTo>
                    <a:pt x="258" y="357"/>
                  </a:lnTo>
                  <a:lnTo>
                    <a:pt x="258" y="357"/>
                  </a:lnTo>
                  <a:lnTo>
                    <a:pt x="260" y="355"/>
                  </a:lnTo>
                  <a:lnTo>
                    <a:pt x="260" y="355"/>
                  </a:lnTo>
                  <a:lnTo>
                    <a:pt x="263" y="355"/>
                  </a:lnTo>
                  <a:lnTo>
                    <a:pt x="263" y="353"/>
                  </a:lnTo>
                  <a:lnTo>
                    <a:pt x="263" y="350"/>
                  </a:lnTo>
                  <a:lnTo>
                    <a:pt x="263" y="348"/>
                  </a:lnTo>
                  <a:lnTo>
                    <a:pt x="263" y="348"/>
                  </a:lnTo>
                  <a:lnTo>
                    <a:pt x="263" y="345"/>
                  </a:lnTo>
                  <a:lnTo>
                    <a:pt x="260" y="345"/>
                  </a:lnTo>
                  <a:lnTo>
                    <a:pt x="258" y="345"/>
                  </a:lnTo>
                  <a:lnTo>
                    <a:pt x="258" y="345"/>
                  </a:lnTo>
                  <a:lnTo>
                    <a:pt x="255" y="345"/>
                  </a:lnTo>
                  <a:lnTo>
                    <a:pt x="253" y="343"/>
                  </a:lnTo>
                  <a:lnTo>
                    <a:pt x="253" y="343"/>
                  </a:lnTo>
                  <a:lnTo>
                    <a:pt x="253" y="343"/>
                  </a:lnTo>
                  <a:lnTo>
                    <a:pt x="253" y="343"/>
                  </a:lnTo>
                  <a:lnTo>
                    <a:pt x="251" y="343"/>
                  </a:lnTo>
                  <a:lnTo>
                    <a:pt x="251" y="343"/>
                  </a:lnTo>
                  <a:lnTo>
                    <a:pt x="251" y="341"/>
                  </a:lnTo>
                  <a:lnTo>
                    <a:pt x="251" y="341"/>
                  </a:lnTo>
                  <a:lnTo>
                    <a:pt x="251" y="341"/>
                  </a:lnTo>
                  <a:lnTo>
                    <a:pt x="251" y="341"/>
                  </a:lnTo>
                  <a:lnTo>
                    <a:pt x="251" y="338"/>
                  </a:lnTo>
                  <a:lnTo>
                    <a:pt x="248" y="338"/>
                  </a:lnTo>
                  <a:lnTo>
                    <a:pt x="248" y="338"/>
                  </a:lnTo>
                  <a:lnTo>
                    <a:pt x="248" y="338"/>
                  </a:lnTo>
                  <a:lnTo>
                    <a:pt x="248" y="336"/>
                  </a:lnTo>
                  <a:lnTo>
                    <a:pt x="246" y="336"/>
                  </a:lnTo>
                  <a:lnTo>
                    <a:pt x="244" y="334"/>
                  </a:lnTo>
                  <a:lnTo>
                    <a:pt x="244" y="334"/>
                  </a:lnTo>
                  <a:lnTo>
                    <a:pt x="244" y="331"/>
                  </a:lnTo>
                  <a:lnTo>
                    <a:pt x="241" y="331"/>
                  </a:lnTo>
                  <a:lnTo>
                    <a:pt x="239" y="329"/>
                  </a:lnTo>
                  <a:lnTo>
                    <a:pt x="239" y="329"/>
                  </a:lnTo>
                  <a:lnTo>
                    <a:pt x="239" y="329"/>
                  </a:lnTo>
                  <a:lnTo>
                    <a:pt x="237" y="327"/>
                  </a:lnTo>
                  <a:lnTo>
                    <a:pt x="237" y="327"/>
                  </a:lnTo>
                  <a:lnTo>
                    <a:pt x="237" y="327"/>
                  </a:lnTo>
                  <a:lnTo>
                    <a:pt x="234" y="324"/>
                  </a:lnTo>
                  <a:lnTo>
                    <a:pt x="234" y="324"/>
                  </a:lnTo>
                  <a:lnTo>
                    <a:pt x="234" y="322"/>
                  </a:lnTo>
                  <a:lnTo>
                    <a:pt x="232" y="319"/>
                  </a:lnTo>
                  <a:lnTo>
                    <a:pt x="232" y="317"/>
                  </a:lnTo>
                  <a:lnTo>
                    <a:pt x="229" y="317"/>
                  </a:lnTo>
                  <a:lnTo>
                    <a:pt x="227" y="317"/>
                  </a:lnTo>
                  <a:lnTo>
                    <a:pt x="225" y="317"/>
                  </a:lnTo>
                  <a:lnTo>
                    <a:pt x="225" y="312"/>
                  </a:lnTo>
                  <a:lnTo>
                    <a:pt x="225" y="310"/>
                  </a:lnTo>
                  <a:lnTo>
                    <a:pt x="225" y="305"/>
                  </a:lnTo>
                  <a:lnTo>
                    <a:pt x="225" y="305"/>
                  </a:lnTo>
                  <a:lnTo>
                    <a:pt x="225" y="303"/>
                  </a:lnTo>
                  <a:lnTo>
                    <a:pt x="220" y="298"/>
                  </a:lnTo>
                  <a:lnTo>
                    <a:pt x="218" y="298"/>
                  </a:lnTo>
                  <a:lnTo>
                    <a:pt x="218" y="296"/>
                  </a:lnTo>
                  <a:lnTo>
                    <a:pt x="215" y="296"/>
                  </a:lnTo>
                  <a:lnTo>
                    <a:pt x="215" y="296"/>
                  </a:lnTo>
                  <a:lnTo>
                    <a:pt x="215" y="293"/>
                  </a:lnTo>
                  <a:lnTo>
                    <a:pt x="215" y="291"/>
                  </a:lnTo>
                  <a:lnTo>
                    <a:pt x="215" y="289"/>
                  </a:lnTo>
                  <a:lnTo>
                    <a:pt x="218" y="289"/>
                  </a:lnTo>
                  <a:lnTo>
                    <a:pt x="218" y="286"/>
                  </a:lnTo>
                  <a:lnTo>
                    <a:pt x="220" y="286"/>
                  </a:lnTo>
                  <a:lnTo>
                    <a:pt x="220" y="286"/>
                  </a:lnTo>
                  <a:lnTo>
                    <a:pt x="222" y="286"/>
                  </a:lnTo>
                  <a:lnTo>
                    <a:pt x="222" y="286"/>
                  </a:lnTo>
                  <a:lnTo>
                    <a:pt x="225" y="282"/>
                  </a:lnTo>
                  <a:lnTo>
                    <a:pt x="225" y="279"/>
                  </a:lnTo>
                  <a:lnTo>
                    <a:pt x="225" y="277"/>
                  </a:lnTo>
                  <a:lnTo>
                    <a:pt x="225" y="274"/>
                  </a:lnTo>
                  <a:lnTo>
                    <a:pt x="225" y="272"/>
                  </a:lnTo>
                  <a:lnTo>
                    <a:pt x="225" y="272"/>
                  </a:lnTo>
                  <a:lnTo>
                    <a:pt x="227" y="270"/>
                  </a:lnTo>
                  <a:lnTo>
                    <a:pt x="227" y="270"/>
                  </a:lnTo>
                  <a:lnTo>
                    <a:pt x="229" y="267"/>
                  </a:lnTo>
                  <a:lnTo>
                    <a:pt x="229" y="267"/>
                  </a:lnTo>
                  <a:lnTo>
                    <a:pt x="229" y="267"/>
                  </a:lnTo>
                  <a:lnTo>
                    <a:pt x="229" y="265"/>
                  </a:lnTo>
                  <a:lnTo>
                    <a:pt x="229" y="265"/>
                  </a:lnTo>
                  <a:lnTo>
                    <a:pt x="232" y="265"/>
                  </a:lnTo>
                  <a:lnTo>
                    <a:pt x="232" y="265"/>
                  </a:lnTo>
                  <a:lnTo>
                    <a:pt x="232" y="263"/>
                  </a:lnTo>
                  <a:lnTo>
                    <a:pt x="234" y="263"/>
                  </a:lnTo>
                  <a:lnTo>
                    <a:pt x="234" y="260"/>
                  </a:lnTo>
                  <a:lnTo>
                    <a:pt x="232" y="258"/>
                  </a:lnTo>
                  <a:lnTo>
                    <a:pt x="232" y="253"/>
                  </a:lnTo>
                  <a:lnTo>
                    <a:pt x="232" y="251"/>
                  </a:lnTo>
                  <a:lnTo>
                    <a:pt x="232" y="251"/>
                  </a:lnTo>
                  <a:lnTo>
                    <a:pt x="232" y="251"/>
                  </a:lnTo>
                  <a:lnTo>
                    <a:pt x="232" y="251"/>
                  </a:lnTo>
                  <a:lnTo>
                    <a:pt x="232" y="248"/>
                  </a:lnTo>
                  <a:lnTo>
                    <a:pt x="232" y="248"/>
                  </a:lnTo>
                  <a:lnTo>
                    <a:pt x="234" y="246"/>
                  </a:lnTo>
                  <a:lnTo>
                    <a:pt x="234" y="246"/>
                  </a:lnTo>
                  <a:lnTo>
                    <a:pt x="234" y="246"/>
                  </a:lnTo>
                  <a:lnTo>
                    <a:pt x="234" y="244"/>
                  </a:lnTo>
                  <a:lnTo>
                    <a:pt x="234" y="244"/>
                  </a:lnTo>
                  <a:lnTo>
                    <a:pt x="232" y="241"/>
                  </a:lnTo>
                  <a:lnTo>
                    <a:pt x="232" y="241"/>
                  </a:lnTo>
                  <a:lnTo>
                    <a:pt x="232" y="241"/>
                  </a:lnTo>
                  <a:lnTo>
                    <a:pt x="232" y="237"/>
                  </a:lnTo>
                  <a:lnTo>
                    <a:pt x="232" y="234"/>
                  </a:lnTo>
                  <a:lnTo>
                    <a:pt x="232" y="232"/>
                  </a:lnTo>
                  <a:lnTo>
                    <a:pt x="229" y="232"/>
                  </a:lnTo>
                  <a:lnTo>
                    <a:pt x="229" y="229"/>
                  </a:lnTo>
                  <a:lnTo>
                    <a:pt x="232" y="227"/>
                  </a:lnTo>
                  <a:lnTo>
                    <a:pt x="232" y="225"/>
                  </a:lnTo>
                  <a:lnTo>
                    <a:pt x="229" y="222"/>
                  </a:lnTo>
                  <a:lnTo>
                    <a:pt x="227" y="220"/>
                  </a:lnTo>
                  <a:lnTo>
                    <a:pt x="225" y="218"/>
                  </a:lnTo>
                  <a:lnTo>
                    <a:pt x="225" y="215"/>
                  </a:lnTo>
                  <a:lnTo>
                    <a:pt x="222" y="213"/>
                  </a:lnTo>
                  <a:lnTo>
                    <a:pt x="222" y="213"/>
                  </a:lnTo>
                  <a:lnTo>
                    <a:pt x="222" y="213"/>
                  </a:lnTo>
                  <a:lnTo>
                    <a:pt x="220" y="213"/>
                  </a:lnTo>
                  <a:lnTo>
                    <a:pt x="220" y="213"/>
                  </a:lnTo>
                  <a:lnTo>
                    <a:pt x="220" y="213"/>
                  </a:lnTo>
                  <a:lnTo>
                    <a:pt x="220" y="213"/>
                  </a:lnTo>
                  <a:lnTo>
                    <a:pt x="220" y="213"/>
                  </a:lnTo>
                  <a:lnTo>
                    <a:pt x="218" y="213"/>
                  </a:lnTo>
                  <a:lnTo>
                    <a:pt x="218" y="213"/>
                  </a:lnTo>
                  <a:lnTo>
                    <a:pt x="213" y="215"/>
                  </a:lnTo>
                  <a:lnTo>
                    <a:pt x="208" y="215"/>
                  </a:lnTo>
                  <a:lnTo>
                    <a:pt x="208" y="215"/>
                  </a:lnTo>
                  <a:lnTo>
                    <a:pt x="206" y="215"/>
                  </a:lnTo>
                  <a:lnTo>
                    <a:pt x="206" y="218"/>
                  </a:lnTo>
                  <a:lnTo>
                    <a:pt x="206" y="218"/>
                  </a:lnTo>
                  <a:lnTo>
                    <a:pt x="201" y="218"/>
                  </a:lnTo>
                  <a:lnTo>
                    <a:pt x="199" y="218"/>
                  </a:lnTo>
                  <a:lnTo>
                    <a:pt x="196" y="218"/>
                  </a:lnTo>
                  <a:lnTo>
                    <a:pt x="194" y="220"/>
                  </a:lnTo>
                  <a:lnTo>
                    <a:pt x="192" y="220"/>
                  </a:lnTo>
                  <a:lnTo>
                    <a:pt x="192" y="220"/>
                  </a:lnTo>
                  <a:lnTo>
                    <a:pt x="187" y="218"/>
                  </a:lnTo>
                  <a:lnTo>
                    <a:pt x="187" y="218"/>
                  </a:lnTo>
                  <a:lnTo>
                    <a:pt x="187" y="220"/>
                  </a:lnTo>
                  <a:lnTo>
                    <a:pt x="184" y="220"/>
                  </a:lnTo>
                  <a:lnTo>
                    <a:pt x="184" y="222"/>
                  </a:lnTo>
                  <a:lnTo>
                    <a:pt x="184" y="225"/>
                  </a:lnTo>
                  <a:lnTo>
                    <a:pt x="184" y="225"/>
                  </a:lnTo>
                  <a:lnTo>
                    <a:pt x="184" y="225"/>
                  </a:lnTo>
                  <a:lnTo>
                    <a:pt x="184" y="222"/>
                  </a:lnTo>
                  <a:lnTo>
                    <a:pt x="182" y="222"/>
                  </a:lnTo>
                  <a:lnTo>
                    <a:pt x="182" y="222"/>
                  </a:lnTo>
                  <a:lnTo>
                    <a:pt x="182" y="220"/>
                  </a:lnTo>
                  <a:lnTo>
                    <a:pt x="182" y="220"/>
                  </a:lnTo>
                  <a:lnTo>
                    <a:pt x="180" y="218"/>
                  </a:lnTo>
                  <a:lnTo>
                    <a:pt x="180" y="218"/>
                  </a:lnTo>
                  <a:lnTo>
                    <a:pt x="180" y="218"/>
                  </a:lnTo>
                  <a:lnTo>
                    <a:pt x="177" y="218"/>
                  </a:lnTo>
                  <a:lnTo>
                    <a:pt x="177" y="215"/>
                  </a:lnTo>
                  <a:lnTo>
                    <a:pt x="177" y="215"/>
                  </a:lnTo>
                  <a:lnTo>
                    <a:pt x="177" y="215"/>
                  </a:lnTo>
                  <a:lnTo>
                    <a:pt x="175" y="213"/>
                  </a:lnTo>
                  <a:lnTo>
                    <a:pt x="175" y="213"/>
                  </a:lnTo>
                  <a:lnTo>
                    <a:pt x="173" y="211"/>
                  </a:lnTo>
                  <a:lnTo>
                    <a:pt x="170" y="206"/>
                  </a:lnTo>
                  <a:lnTo>
                    <a:pt x="170" y="206"/>
                  </a:lnTo>
                  <a:lnTo>
                    <a:pt x="168" y="203"/>
                  </a:lnTo>
                  <a:lnTo>
                    <a:pt x="168" y="203"/>
                  </a:lnTo>
                  <a:lnTo>
                    <a:pt x="168" y="203"/>
                  </a:lnTo>
                  <a:lnTo>
                    <a:pt x="168" y="203"/>
                  </a:lnTo>
                  <a:lnTo>
                    <a:pt x="168" y="201"/>
                  </a:lnTo>
                  <a:lnTo>
                    <a:pt x="166" y="201"/>
                  </a:lnTo>
                  <a:lnTo>
                    <a:pt x="166" y="199"/>
                  </a:lnTo>
                  <a:lnTo>
                    <a:pt x="166" y="199"/>
                  </a:lnTo>
                  <a:lnTo>
                    <a:pt x="166" y="196"/>
                  </a:lnTo>
                  <a:lnTo>
                    <a:pt x="166" y="194"/>
                  </a:lnTo>
                  <a:lnTo>
                    <a:pt x="163" y="194"/>
                  </a:lnTo>
                  <a:lnTo>
                    <a:pt x="161" y="192"/>
                  </a:lnTo>
                  <a:lnTo>
                    <a:pt x="156" y="194"/>
                  </a:lnTo>
                  <a:lnTo>
                    <a:pt x="151" y="194"/>
                  </a:lnTo>
                  <a:lnTo>
                    <a:pt x="144" y="196"/>
                  </a:lnTo>
                  <a:lnTo>
                    <a:pt x="135" y="201"/>
                  </a:lnTo>
                  <a:lnTo>
                    <a:pt x="128" y="203"/>
                  </a:lnTo>
                  <a:lnTo>
                    <a:pt x="118" y="206"/>
                  </a:lnTo>
                  <a:lnTo>
                    <a:pt x="113" y="208"/>
                  </a:lnTo>
                  <a:lnTo>
                    <a:pt x="109" y="211"/>
                  </a:lnTo>
                  <a:lnTo>
                    <a:pt x="104" y="211"/>
                  </a:lnTo>
                  <a:lnTo>
                    <a:pt x="102" y="211"/>
                  </a:lnTo>
                  <a:lnTo>
                    <a:pt x="97" y="213"/>
                  </a:lnTo>
                  <a:lnTo>
                    <a:pt x="92" y="215"/>
                  </a:lnTo>
                  <a:lnTo>
                    <a:pt x="85" y="218"/>
                  </a:lnTo>
                  <a:lnTo>
                    <a:pt x="78" y="220"/>
                  </a:lnTo>
                  <a:lnTo>
                    <a:pt x="73" y="222"/>
                  </a:lnTo>
                  <a:lnTo>
                    <a:pt x="69" y="225"/>
                  </a:lnTo>
                  <a:lnTo>
                    <a:pt x="64" y="225"/>
                  </a:lnTo>
                  <a:lnTo>
                    <a:pt x="59" y="227"/>
                  </a:lnTo>
                  <a:lnTo>
                    <a:pt x="52" y="229"/>
                  </a:lnTo>
                  <a:lnTo>
                    <a:pt x="47" y="229"/>
                  </a:lnTo>
                  <a:lnTo>
                    <a:pt x="45" y="229"/>
                  </a:lnTo>
                  <a:lnTo>
                    <a:pt x="38" y="232"/>
                  </a:lnTo>
                  <a:lnTo>
                    <a:pt x="33" y="232"/>
                  </a:lnTo>
                  <a:lnTo>
                    <a:pt x="26" y="237"/>
                  </a:lnTo>
                  <a:lnTo>
                    <a:pt x="21" y="237"/>
                  </a:lnTo>
                  <a:lnTo>
                    <a:pt x="14" y="239"/>
                  </a:lnTo>
                  <a:lnTo>
                    <a:pt x="9" y="241"/>
                  </a:lnTo>
                  <a:lnTo>
                    <a:pt x="7" y="244"/>
                  </a:lnTo>
                  <a:lnTo>
                    <a:pt x="2" y="244"/>
                  </a:lnTo>
                  <a:lnTo>
                    <a:pt x="0" y="244"/>
                  </a:lnTo>
                  <a:lnTo>
                    <a:pt x="0" y="244"/>
                  </a:lnTo>
                  <a:lnTo>
                    <a:pt x="0" y="246"/>
                  </a:lnTo>
                  <a:lnTo>
                    <a:pt x="0" y="246"/>
                  </a:lnTo>
                  <a:lnTo>
                    <a:pt x="0" y="248"/>
                  </a:lnTo>
                  <a:lnTo>
                    <a:pt x="2" y="251"/>
                  </a:lnTo>
                  <a:lnTo>
                    <a:pt x="2" y="258"/>
                  </a:lnTo>
                  <a:lnTo>
                    <a:pt x="5" y="260"/>
                  </a:lnTo>
                  <a:lnTo>
                    <a:pt x="7" y="263"/>
                  </a:lnTo>
                  <a:lnTo>
                    <a:pt x="7" y="263"/>
                  </a:lnTo>
                  <a:lnTo>
                    <a:pt x="7" y="263"/>
                  </a:lnTo>
                  <a:lnTo>
                    <a:pt x="9" y="265"/>
                  </a:lnTo>
                  <a:lnTo>
                    <a:pt x="9" y="265"/>
                  </a:lnTo>
                  <a:lnTo>
                    <a:pt x="9" y="267"/>
                  </a:lnTo>
                  <a:lnTo>
                    <a:pt x="9" y="270"/>
                  </a:lnTo>
                  <a:lnTo>
                    <a:pt x="9" y="270"/>
                  </a:lnTo>
                  <a:lnTo>
                    <a:pt x="9" y="272"/>
                  </a:lnTo>
                  <a:lnTo>
                    <a:pt x="9" y="272"/>
                  </a:lnTo>
                  <a:lnTo>
                    <a:pt x="9" y="272"/>
                  </a:lnTo>
                  <a:lnTo>
                    <a:pt x="9" y="274"/>
                  </a:lnTo>
                  <a:lnTo>
                    <a:pt x="9" y="277"/>
                  </a:lnTo>
                  <a:lnTo>
                    <a:pt x="9" y="277"/>
                  </a:lnTo>
                  <a:lnTo>
                    <a:pt x="9" y="279"/>
                  </a:lnTo>
                  <a:lnTo>
                    <a:pt x="9" y="279"/>
                  </a:lnTo>
                  <a:lnTo>
                    <a:pt x="12" y="279"/>
                  </a:lnTo>
                  <a:lnTo>
                    <a:pt x="12" y="282"/>
                  </a:lnTo>
                  <a:lnTo>
                    <a:pt x="9" y="282"/>
                  </a:lnTo>
                  <a:lnTo>
                    <a:pt x="9" y="286"/>
                  </a:lnTo>
                  <a:lnTo>
                    <a:pt x="9" y="291"/>
                  </a:lnTo>
                  <a:lnTo>
                    <a:pt x="9" y="298"/>
                  </a:lnTo>
                  <a:lnTo>
                    <a:pt x="12" y="300"/>
                  </a:lnTo>
                  <a:lnTo>
                    <a:pt x="16" y="300"/>
                  </a:lnTo>
                  <a:lnTo>
                    <a:pt x="21" y="300"/>
                  </a:lnTo>
                  <a:lnTo>
                    <a:pt x="28" y="300"/>
                  </a:lnTo>
                  <a:lnTo>
                    <a:pt x="35" y="300"/>
                  </a:lnTo>
                  <a:lnTo>
                    <a:pt x="38" y="300"/>
                  </a:lnTo>
                  <a:lnTo>
                    <a:pt x="40" y="303"/>
                  </a:lnTo>
                  <a:lnTo>
                    <a:pt x="40" y="303"/>
                  </a:lnTo>
                  <a:lnTo>
                    <a:pt x="40" y="305"/>
                  </a:lnTo>
                  <a:lnTo>
                    <a:pt x="42" y="305"/>
                  </a:lnTo>
                  <a:lnTo>
                    <a:pt x="42" y="303"/>
                  </a:lnTo>
                  <a:lnTo>
                    <a:pt x="45" y="303"/>
                  </a:lnTo>
                  <a:lnTo>
                    <a:pt x="45" y="303"/>
                  </a:lnTo>
                  <a:lnTo>
                    <a:pt x="45" y="303"/>
                  </a:lnTo>
                  <a:lnTo>
                    <a:pt x="45" y="303"/>
                  </a:lnTo>
                  <a:lnTo>
                    <a:pt x="47" y="303"/>
                  </a:lnTo>
                  <a:lnTo>
                    <a:pt x="47" y="303"/>
                  </a:lnTo>
                  <a:lnTo>
                    <a:pt x="47" y="300"/>
                  </a:lnTo>
                  <a:lnTo>
                    <a:pt x="50" y="300"/>
                  </a:lnTo>
                  <a:lnTo>
                    <a:pt x="52" y="300"/>
                  </a:lnTo>
                  <a:lnTo>
                    <a:pt x="57" y="303"/>
                  </a:lnTo>
                  <a:lnTo>
                    <a:pt x="57" y="303"/>
                  </a:lnTo>
                  <a:lnTo>
                    <a:pt x="59" y="303"/>
                  </a:lnTo>
                  <a:lnTo>
                    <a:pt x="59" y="305"/>
                  </a:lnTo>
                  <a:lnTo>
                    <a:pt x="59" y="305"/>
                  </a:lnTo>
                  <a:lnTo>
                    <a:pt x="61" y="308"/>
                  </a:lnTo>
                  <a:lnTo>
                    <a:pt x="61" y="308"/>
                  </a:lnTo>
                  <a:lnTo>
                    <a:pt x="61" y="308"/>
                  </a:lnTo>
                  <a:lnTo>
                    <a:pt x="61" y="308"/>
                  </a:lnTo>
                  <a:lnTo>
                    <a:pt x="64" y="308"/>
                  </a:lnTo>
                  <a:lnTo>
                    <a:pt x="64" y="310"/>
                  </a:lnTo>
                  <a:lnTo>
                    <a:pt x="64" y="310"/>
                  </a:lnTo>
                  <a:lnTo>
                    <a:pt x="64" y="310"/>
                  </a:lnTo>
                  <a:lnTo>
                    <a:pt x="64" y="310"/>
                  </a:lnTo>
                  <a:lnTo>
                    <a:pt x="64" y="310"/>
                  </a:lnTo>
                  <a:lnTo>
                    <a:pt x="64" y="310"/>
                  </a:lnTo>
                  <a:lnTo>
                    <a:pt x="64" y="310"/>
                  </a:lnTo>
                  <a:lnTo>
                    <a:pt x="64" y="310"/>
                  </a:lnTo>
                  <a:lnTo>
                    <a:pt x="66" y="310"/>
                  </a:lnTo>
                  <a:lnTo>
                    <a:pt x="66" y="310"/>
                  </a:lnTo>
                  <a:lnTo>
                    <a:pt x="69" y="310"/>
                  </a:lnTo>
                  <a:lnTo>
                    <a:pt x="69" y="310"/>
                  </a:lnTo>
                  <a:lnTo>
                    <a:pt x="71" y="312"/>
                  </a:lnTo>
                  <a:lnTo>
                    <a:pt x="80" y="312"/>
                  </a:lnTo>
                  <a:lnTo>
                    <a:pt x="80" y="312"/>
                  </a:lnTo>
                  <a:lnTo>
                    <a:pt x="83" y="315"/>
                  </a:lnTo>
                  <a:lnTo>
                    <a:pt x="85" y="317"/>
                  </a:lnTo>
                  <a:lnTo>
                    <a:pt x="87" y="319"/>
                  </a:lnTo>
                  <a:lnTo>
                    <a:pt x="87" y="319"/>
                  </a:lnTo>
                  <a:lnTo>
                    <a:pt x="90" y="319"/>
                  </a:lnTo>
                  <a:lnTo>
                    <a:pt x="90" y="322"/>
                  </a:lnTo>
                  <a:lnTo>
                    <a:pt x="90" y="324"/>
                  </a:lnTo>
                  <a:lnTo>
                    <a:pt x="90" y="324"/>
                  </a:lnTo>
                  <a:lnTo>
                    <a:pt x="92" y="324"/>
                  </a:lnTo>
                  <a:lnTo>
                    <a:pt x="97" y="327"/>
                  </a:lnTo>
                  <a:lnTo>
                    <a:pt x="106" y="324"/>
                  </a:lnTo>
                  <a:lnTo>
                    <a:pt x="111" y="327"/>
                  </a:lnTo>
                  <a:lnTo>
                    <a:pt x="118" y="329"/>
                  </a:lnTo>
                  <a:lnTo>
                    <a:pt x="125" y="331"/>
                  </a:lnTo>
                  <a:lnTo>
                    <a:pt x="132" y="334"/>
                  </a:lnTo>
                  <a:lnTo>
                    <a:pt x="132" y="334"/>
                  </a:lnTo>
                  <a:lnTo>
                    <a:pt x="132" y="336"/>
                  </a:lnTo>
                  <a:lnTo>
                    <a:pt x="132" y="336"/>
                  </a:lnTo>
                  <a:lnTo>
                    <a:pt x="132" y="338"/>
                  </a:lnTo>
                  <a:lnTo>
                    <a:pt x="135" y="341"/>
                  </a:lnTo>
                  <a:lnTo>
                    <a:pt x="135" y="341"/>
                  </a:lnTo>
                  <a:lnTo>
                    <a:pt x="135" y="341"/>
                  </a:lnTo>
                  <a:lnTo>
                    <a:pt x="135" y="341"/>
                  </a:lnTo>
                  <a:lnTo>
                    <a:pt x="137" y="341"/>
                  </a:lnTo>
                  <a:lnTo>
                    <a:pt x="137" y="338"/>
                  </a:lnTo>
                  <a:lnTo>
                    <a:pt x="139" y="338"/>
                  </a:lnTo>
                  <a:lnTo>
                    <a:pt x="142" y="341"/>
                  </a:lnTo>
                  <a:lnTo>
                    <a:pt x="144" y="341"/>
                  </a:lnTo>
                  <a:lnTo>
                    <a:pt x="144" y="341"/>
                  </a:lnTo>
                  <a:lnTo>
                    <a:pt x="147" y="338"/>
                  </a:lnTo>
                  <a:lnTo>
                    <a:pt x="147" y="338"/>
                  </a:lnTo>
                  <a:lnTo>
                    <a:pt x="147" y="338"/>
                  </a:lnTo>
                  <a:lnTo>
                    <a:pt x="147" y="341"/>
                  </a:lnTo>
                  <a:lnTo>
                    <a:pt x="147" y="345"/>
                  </a:lnTo>
                  <a:lnTo>
                    <a:pt x="144" y="348"/>
                  </a:lnTo>
                  <a:lnTo>
                    <a:pt x="144" y="348"/>
                  </a:lnTo>
                  <a:lnTo>
                    <a:pt x="139" y="353"/>
                  </a:lnTo>
                  <a:lnTo>
                    <a:pt x="139" y="353"/>
                  </a:lnTo>
                  <a:lnTo>
                    <a:pt x="144" y="357"/>
                  </a:lnTo>
                  <a:lnTo>
                    <a:pt x="147" y="362"/>
                  </a:lnTo>
                  <a:lnTo>
                    <a:pt x="147" y="367"/>
                  </a:lnTo>
                  <a:lnTo>
                    <a:pt x="147" y="369"/>
                  </a:lnTo>
                  <a:lnTo>
                    <a:pt x="149" y="371"/>
                  </a:lnTo>
                  <a:lnTo>
                    <a:pt x="149" y="371"/>
                  </a:lnTo>
                  <a:lnTo>
                    <a:pt x="149" y="374"/>
                  </a:lnTo>
                  <a:lnTo>
                    <a:pt x="149" y="374"/>
                  </a:lnTo>
                  <a:lnTo>
                    <a:pt x="149" y="374"/>
                  </a:lnTo>
                  <a:lnTo>
                    <a:pt x="151" y="376"/>
                  </a:lnTo>
                  <a:lnTo>
                    <a:pt x="151" y="376"/>
                  </a:lnTo>
                  <a:lnTo>
                    <a:pt x="151" y="376"/>
                  </a:lnTo>
                  <a:lnTo>
                    <a:pt x="151" y="376"/>
                  </a:lnTo>
                  <a:lnTo>
                    <a:pt x="149" y="379"/>
                  </a:lnTo>
                  <a:lnTo>
                    <a:pt x="149" y="379"/>
                  </a:lnTo>
                  <a:lnTo>
                    <a:pt x="147" y="383"/>
                  </a:lnTo>
                  <a:lnTo>
                    <a:pt x="147" y="383"/>
                  </a:lnTo>
                  <a:lnTo>
                    <a:pt x="147" y="383"/>
                  </a:lnTo>
                  <a:lnTo>
                    <a:pt x="147" y="383"/>
                  </a:lnTo>
                  <a:lnTo>
                    <a:pt x="147" y="386"/>
                  </a:lnTo>
                  <a:lnTo>
                    <a:pt x="147" y="386"/>
                  </a:lnTo>
                  <a:lnTo>
                    <a:pt x="147" y="388"/>
                  </a:lnTo>
                  <a:lnTo>
                    <a:pt x="149" y="388"/>
                  </a:lnTo>
                  <a:lnTo>
                    <a:pt x="149" y="388"/>
                  </a:lnTo>
                  <a:lnTo>
                    <a:pt x="151" y="390"/>
                  </a:lnTo>
                  <a:lnTo>
                    <a:pt x="151" y="390"/>
                  </a:lnTo>
                  <a:lnTo>
                    <a:pt x="151" y="393"/>
                  </a:lnTo>
                  <a:lnTo>
                    <a:pt x="149" y="393"/>
                  </a:lnTo>
                  <a:lnTo>
                    <a:pt x="149" y="395"/>
                  </a:lnTo>
                  <a:lnTo>
                    <a:pt x="149" y="398"/>
                  </a:lnTo>
                  <a:lnTo>
                    <a:pt x="149" y="400"/>
                  </a:lnTo>
                  <a:lnTo>
                    <a:pt x="149" y="402"/>
                  </a:lnTo>
                  <a:lnTo>
                    <a:pt x="147" y="402"/>
                  </a:lnTo>
                  <a:lnTo>
                    <a:pt x="147" y="402"/>
                  </a:lnTo>
                  <a:lnTo>
                    <a:pt x="147" y="405"/>
                  </a:lnTo>
                  <a:lnTo>
                    <a:pt x="147" y="405"/>
                  </a:lnTo>
                  <a:lnTo>
                    <a:pt x="147" y="407"/>
                  </a:lnTo>
                  <a:lnTo>
                    <a:pt x="147" y="407"/>
                  </a:lnTo>
                  <a:lnTo>
                    <a:pt x="147" y="409"/>
                  </a:lnTo>
                  <a:lnTo>
                    <a:pt x="147" y="409"/>
                  </a:lnTo>
                  <a:lnTo>
                    <a:pt x="147" y="409"/>
                  </a:lnTo>
                  <a:lnTo>
                    <a:pt x="147" y="409"/>
                  </a:lnTo>
                  <a:lnTo>
                    <a:pt x="147" y="412"/>
                  </a:lnTo>
                  <a:lnTo>
                    <a:pt x="147" y="412"/>
                  </a:lnTo>
                  <a:lnTo>
                    <a:pt x="147" y="412"/>
                  </a:lnTo>
                  <a:lnTo>
                    <a:pt x="147" y="412"/>
                  </a:lnTo>
                  <a:lnTo>
                    <a:pt x="147" y="414"/>
                  </a:lnTo>
                  <a:lnTo>
                    <a:pt x="147" y="414"/>
                  </a:lnTo>
                  <a:lnTo>
                    <a:pt x="149" y="421"/>
                  </a:lnTo>
                  <a:lnTo>
                    <a:pt x="149" y="421"/>
                  </a:lnTo>
                  <a:lnTo>
                    <a:pt x="149" y="424"/>
                  </a:lnTo>
                  <a:lnTo>
                    <a:pt x="147" y="424"/>
                  </a:lnTo>
                  <a:lnTo>
                    <a:pt x="147" y="424"/>
                  </a:lnTo>
                  <a:lnTo>
                    <a:pt x="147" y="426"/>
                  </a:lnTo>
                  <a:lnTo>
                    <a:pt x="147" y="426"/>
                  </a:lnTo>
                  <a:lnTo>
                    <a:pt x="147" y="426"/>
                  </a:lnTo>
                  <a:lnTo>
                    <a:pt x="149" y="428"/>
                  </a:lnTo>
                  <a:lnTo>
                    <a:pt x="151" y="431"/>
                  </a:lnTo>
                  <a:lnTo>
                    <a:pt x="151" y="431"/>
                  </a:lnTo>
                  <a:lnTo>
                    <a:pt x="151" y="431"/>
                  </a:lnTo>
                  <a:lnTo>
                    <a:pt x="151" y="433"/>
                  </a:lnTo>
                  <a:lnTo>
                    <a:pt x="149" y="433"/>
                  </a:lnTo>
                  <a:lnTo>
                    <a:pt x="149" y="435"/>
                  </a:lnTo>
                  <a:lnTo>
                    <a:pt x="149" y="435"/>
                  </a:lnTo>
                  <a:lnTo>
                    <a:pt x="149" y="435"/>
                  </a:lnTo>
                  <a:lnTo>
                    <a:pt x="149" y="435"/>
                  </a:lnTo>
                  <a:lnTo>
                    <a:pt x="149" y="438"/>
                  </a:lnTo>
                  <a:lnTo>
                    <a:pt x="149" y="438"/>
                  </a:lnTo>
                  <a:lnTo>
                    <a:pt x="149" y="438"/>
                  </a:lnTo>
                  <a:lnTo>
                    <a:pt x="147" y="440"/>
                  </a:lnTo>
                  <a:lnTo>
                    <a:pt x="147" y="440"/>
                  </a:lnTo>
                  <a:lnTo>
                    <a:pt x="144" y="440"/>
                  </a:lnTo>
                  <a:lnTo>
                    <a:pt x="144" y="440"/>
                  </a:lnTo>
                  <a:lnTo>
                    <a:pt x="144" y="440"/>
                  </a:lnTo>
                  <a:lnTo>
                    <a:pt x="142" y="442"/>
                  </a:lnTo>
                  <a:lnTo>
                    <a:pt x="142" y="442"/>
                  </a:lnTo>
                  <a:lnTo>
                    <a:pt x="142" y="445"/>
                  </a:lnTo>
                  <a:lnTo>
                    <a:pt x="144" y="447"/>
                  </a:lnTo>
                  <a:lnTo>
                    <a:pt x="144" y="450"/>
                  </a:lnTo>
                  <a:lnTo>
                    <a:pt x="144" y="452"/>
                  </a:lnTo>
                  <a:lnTo>
                    <a:pt x="144" y="452"/>
                  </a:lnTo>
                  <a:lnTo>
                    <a:pt x="144" y="454"/>
                  </a:lnTo>
                  <a:lnTo>
                    <a:pt x="144" y="454"/>
                  </a:lnTo>
                  <a:lnTo>
                    <a:pt x="144" y="457"/>
                  </a:lnTo>
                  <a:lnTo>
                    <a:pt x="142" y="457"/>
                  </a:lnTo>
                  <a:lnTo>
                    <a:pt x="139" y="457"/>
                  </a:lnTo>
                  <a:lnTo>
                    <a:pt x="137" y="457"/>
                  </a:lnTo>
                  <a:lnTo>
                    <a:pt x="132" y="459"/>
                  </a:lnTo>
                  <a:lnTo>
                    <a:pt x="132" y="459"/>
                  </a:lnTo>
                  <a:lnTo>
                    <a:pt x="132" y="461"/>
                  </a:lnTo>
                  <a:lnTo>
                    <a:pt x="135" y="464"/>
                  </a:lnTo>
                  <a:lnTo>
                    <a:pt x="135" y="464"/>
                  </a:lnTo>
                  <a:lnTo>
                    <a:pt x="135" y="464"/>
                  </a:lnTo>
                  <a:lnTo>
                    <a:pt x="132" y="464"/>
                  </a:lnTo>
                  <a:lnTo>
                    <a:pt x="132" y="464"/>
                  </a:lnTo>
                  <a:lnTo>
                    <a:pt x="132" y="466"/>
                  </a:lnTo>
                  <a:lnTo>
                    <a:pt x="132" y="466"/>
                  </a:lnTo>
                  <a:lnTo>
                    <a:pt x="132" y="469"/>
                  </a:lnTo>
                  <a:lnTo>
                    <a:pt x="132" y="469"/>
                  </a:lnTo>
                  <a:lnTo>
                    <a:pt x="132" y="469"/>
                  </a:lnTo>
                  <a:lnTo>
                    <a:pt x="132" y="469"/>
                  </a:lnTo>
                  <a:lnTo>
                    <a:pt x="135" y="469"/>
                  </a:lnTo>
                  <a:lnTo>
                    <a:pt x="135" y="469"/>
                  </a:lnTo>
                  <a:lnTo>
                    <a:pt x="137" y="469"/>
                  </a:lnTo>
                  <a:lnTo>
                    <a:pt x="139" y="469"/>
                  </a:lnTo>
                  <a:lnTo>
                    <a:pt x="139" y="469"/>
                  </a:lnTo>
                  <a:lnTo>
                    <a:pt x="139" y="471"/>
                  </a:lnTo>
                  <a:lnTo>
                    <a:pt x="139" y="471"/>
                  </a:lnTo>
                  <a:lnTo>
                    <a:pt x="139" y="471"/>
                  </a:lnTo>
                  <a:lnTo>
                    <a:pt x="139" y="471"/>
                  </a:lnTo>
                  <a:lnTo>
                    <a:pt x="142" y="471"/>
                  </a:lnTo>
                  <a:lnTo>
                    <a:pt x="142" y="473"/>
                  </a:lnTo>
                  <a:lnTo>
                    <a:pt x="142" y="473"/>
                  </a:lnTo>
                  <a:lnTo>
                    <a:pt x="142" y="476"/>
                  </a:lnTo>
                  <a:lnTo>
                    <a:pt x="139" y="483"/>
                  </a:lnTo>
                  <a:lnTo>
                    <a:pt x="139" y="483"/>
                  </a:lnTo>
                  <a:lnTo>
                    <a:pt x="139" y="485"/>
                  </a:lnTo>
                  <a:lnTo>
                    <a:pt x="139" y="485"/>
                  </a:lnTo>
                  <a:lnTo>
                    <a:pt x="139" y="487"/>
                  </a:lnTo>
                  <a:lnTo>
                    <a:pt x="137" y="487"/>
                  </a:lnTo>
                  <a:lnTo>
                    <a:pt x="137" y="490"/>
                  </a:lnTo>
                  <a:lnTo>
                    <a:pt x="137" y="490"/>
                  </a:lnTo>
                  <a:lnTo>
                    <a:pt x="137" y="492"/>
                  </a:lnTo>
                  <a:lnTo>
                    <a:pt x="137" y="495"/>
                  </a:lnTo>
                  <a:lnTo>
                    <a:pt x="137" y="495"/>
                  </a:lnTo>
                  <a:lnTo>
                    <a:pt x="139" y="495"/>
                  </a:lnTo>
                  <a:lnTo>
                    <a:pt x="139" y="495"/>
                  </a:lnTo>
                  <a:lnTo>
                    <a:pt x="139" y="495"/>
                  </a:lnTo>
                  <a:lnTo>
                    <a:pt x="139" y="497"/>
                  </a:lnTo>
                  <a:lnTo>
                    <a:pt x="139" y="497"/>
                  </a:lnTo>
                  <a:lnTo>
                    <a:pt x="139" y="502"/>
                  </a:lnTo>
                  <a:lnTo>
                    <a:pt x="139" y="502"/>
                  </a:lnTo>
                  <a:lnTo>
                    <a:pt x="139" y="502"/>
                  </a:lnTo>
                  <a:lnTo>
                    <a:pt x="139" y="504"/>
                  </a:lnTo>
                  <a:lnTo>
                    <a:pt x="139" y="504"/>
                  </a:lnTo>
                  <a:lnTo>
                    <a:pt x="139" y="504"/>
                  </a:lnTo>
                  <a:lnTo>
                    <a:pt x="139" y="504"/>
                  </a:lnTo>
                  <a:lnTo>
                    <a:pt x="139" y="506"/>
                  </a:lnTo>
                  <a:lnTo>
                    <a:pt x="139" y="506"/>
                  </a:lnTo>
                  <a:lnTo>
                    <a:pt x="142" y="506"/>
                  </a:lnTo>
                  <a:lnTo>
                    <a:pt x="142" y="506"/>
                  </a:lnTo>
                  <a:lnTo>
                    <a:pt x="144" y="506"/>
                  </a:lnTo>
                  <a:lnTo>
                    <a:pt x="147" y="504"/>
                  </a:lnTo>
                  <a:lnTo>
                    <a:pt x="147" y="504"/>
                  </a:lnTo>
                  <a:lnTo>
                    <a:pt x="147" y="506"/>
                  </a:lnTo>
                  <a:lnTo>
                    <a:pt x="147" y="506"/>
                  </a:lnTo>
                  <a:lnTo>
                    <a:pt x="147" y="509"/>
                  </a:lnTo>
                  <a:lnTo>
                    <a:pt x="147" y="509"/>
                  </a:lnTo>
                  <a:lnTo>
                    <a:pt x="149" y="511"/>
                  </a:lnTo>
                  <a:lnTo>
                    <a:pt x="149" y="511"/>
                  </a:lnTo>
                  <a:lnTo>
                    <a:pt x="151" y="511"/>
                  </a:lnTo>
                  <a:lnTo>
                    <a:pt x="151" y="513"/>
                  </a:lnTo>
                  <a:lnTo>
                    <a:pt x="151" y="513"/>
                  </a:lnTo>
                  <a:lnTo>
                    <a:pt x="151" y="516"/>
                  </a:lnTo>
                  <a:lnTo>
                    <a:pt x="151" y="518"/>
                  </a:lnTo>
                  <a:lnTo>
                    <a:pt x="149" y="521"/>
                  </a:lnTo>
                  <a:lnTo>
                    <a:pt x="149" y="525"/>
                  </a:lnTo>
                  <a:lnTo>
                    <a:pt x="149" y="525"/>
                  </a:lnTo>
                  <a:lnTo>
                    <a:pt x="149" y="525"/>
                  </a:lnTo>
                  <a:lnTo>
                    <a:pt x="147" y="525"/>
                  </a:lnTo>
                  <a:lnTo>
                    <a:pt x="147" y="528"/>
                  </a:lnTo>
                  <a:lnTo>
                    <a:pt x="147" y="528"/>
                  </a:lnTo>
                  <a:lnTo>
                    <a:pt x="147" y="530"/>
                  </a:lnTo>
                  <a:lnTo>
                    <a:pt x="144" y="530"/>
                  </a:lnTo>
                  <a:lnTo>
                    <a:pt x="144" y="530"/>
                  </a:lnTo>
                  <a:lnTo>
                    <a:pt x="144" y="530"/>
                  </a:lnTo>
                  <a:lnTo>
                    <a:pt x="142" y="532"/>
                  </a:lnTo>
                  <a:lnTo>
                    <a:pt x="142" y="535"/>
                  </a:lnTo>
                  <a:lnTo>
                    <a:pt x="142" y="535"/>
                  </a:lnTo>
                  <a:lnTo>
                    <a:pt x="142" y="535"/>
                  </a:lnTo>
                  <a:lnTo>
                    <a:pt x="142" y="537"/>
                  </a:lnTo>
                  <a:lnTo>
                    <a:pt x="142" y="537"/>
                  </a:lnTo>
                  <a:lnTo>
                    <a:pt x="142" y="537"/>
                  </a:lnTo>
                  <a:lnTo>
                    <a:pt x="142" y="540"/>
                  </a:lnTo>
                  <a:lnTo>
                    <a:pt x="142" y="540"/>
                  </a:lnTo>
                  <a:lnTo>
                    <a:pt x="142" y="542"/>
                  </a:lnTo>
                  <a:lnTo>
                    <a:pt x="139" y="544"/>
                  </a:lnTo>
                  <a:lnTo>
                    <a:pt x="135" y="549"/>
                  </a:lnTo>
                  <a:lnTo>
                    <a:pt x="135" y="551"/>
                  </a:lnTo>
                  <a:lnTo>
                    <a:pt x="132" y="554"/>
                  </a:lnTo>
                  <a:lnTo>
                    <a:pt x="130" y="556"/>
                  </a:lnTo>
                  <a:lnTo>
                    <a:pt x="128" y="556"/>
                  </a:lnTo>
                  <a:lnTo>
                    <a:pt x="125" y="556"/>
                  </a:lnTo>
                  <a:lnTo>
                    <a:pt x="123" y="556"/>
                  </a:lnTo>
                  <a:lnTo>
                    <a:pt x="121" y="558"/>
                  </a:lnTo>
                  <a:lnTo>
                    <a:pt x="121" y="561"/>
                  </a:lnTo>
                  <a:lnTo>
                    <a:pt x="121" y="563"/>
                  </a:lnTo>
                  <a:lnTo>
                    <a:pt x="123" y="570"/>
                  </a:lnTo>
                  <a:lnTo>
                    <a:pt x="123" y="575"/>
                  </a:lnTo>
                  <a:lnTo>
                    <a:pt x="123" y="577"/>
                  </a:lnTo>
                  <a:lnTo>
                    <a:pt x="121" y="580"/>
                  </a:lnTo>
                  <a:lnTo>
                    <a:pt x="118" y="584"/>
                  </a:lnTo>
                  <a:lnTo>
                    <a:pt x="113" y="589"/>
                  </a:lnTo>
                  <a:lnTo>
                    <a:pt x="113" y="589"/>
                  </a:lnTo>
                  <a:lnTo>
                    <a:pt x="116" y="589"/>
                  </a:lnTo>
                  <a:lnTo>
                    <a:pt x="116" y="592"/>
                  </a:lnTo>
                  <a:lnTo>
                    <a:pt x="116" y="592"/>
                  </a:lnTo>
                  <a:lnTo>
                    <a:pt x="116" y="592"/>
                  </a:lnTo>
                  <a:lnTo>
                    <a:pt x="116" y="592"/>
                  </a:lnTo>
                  <a:lnTo>
                    <a:pt x="116" y="592"/>
                  </a:lnTo>
                  <a:lnTo>
                    <a:pt x="116" y="592"/>
                  </a:lnTo>
                  <a:lnTo>
                    <a:pt x="116" y="592"/>
                  </a:lnTo>
                  <a:lnTo>
                    <a:pt x="116" y="592"/>
                  </a:lnTo>
                  <a:lnTo>
                    <a:pt x="121" y="599"/>
                  </a:lnTo>
                  <a:lnTo>
                    <a:pt x="121" y="599"/>
                  </a:lnTo>
                  <a:lnTo>
                    <a:pt x="121" y="599"/>
                  </a:lnTo>
                  <a:lnTo>
                    <a:pt x="118" y="599"/>
                  </a:lnTo>
                  <a:lnTo>
                    <a:pt x="116" y="601"/>
                  </a:lnTo>
                  <a:lnTo>
                    <a:pt x="113" y="603"/>
                  </a:lnTo>
                  <a:lnTo>
                    <a:pt x="111" y="606"/>
                  </a:lnTo>
                  <a:lnTo>
                    <a:pt x="109" y="608"/>
                  </a:lnTo>
                  <a:lnTo>
                    <a:pt x="104" y="613"/>
                  </a:lnTo>
                  <a:lnTo>
                    <a:pt x="102" y="615"/>
                  </a:lnTo>
                  <a:lnTo>
                    <a:pt x="99" y="618"/>
                  </a:lnTo>
                  <a:lnTo>
                    <a:pt x="97" y="622"/>
                  </a:lnTo>
                  <a:lnTo>
                    <a:pt x="95" y="625"/>
                  </a:lnTo>
                  <a:lnTo>
                    <a:pt x="90" y="627"/>
                  </a:lnTo>
                  <a:lnTo>
                    <a:pt x="87" y="632"/>
                  </a:lnTo>
                  <a:lnTo>
                    <a:pt x="85" y="634"/>
                  </a:lnTo>
                  <a:lnTo>
                    <a:pt x="83" y="637"/>
                  </a:lnTo>
                  <a:lnTo>
                    <a:pt x="80" y="641"/>
                  </a:lnTo>
                  <a:lnTo>
                    <a:pt x="78" y="644"/>
                  </a:lnTo>
                  <a:lnTo>
                    <a:pt x="73" y="646"/>
                  </a:lnTo>
                  <a:lnTo>
                    <a:pt x="71" y="648"/>
                  </a:lnTo>
                  <a:lnTo>
                    <a:pt x="69" y="653"/>
                  </a:lnTo>
                  <a:lnTo>
                    <a:pt x="66" y="655"/>
                  </a:lnTo>
                  <a:lnTo>
                    <a:pt x="61" y="658"/>
                  </a:lnTo>
                  <a:lnTo>
                    <a:pt x="59" y="660"/>
                  </a:lnTo>
                  <a:lnTo>
                    <a:pt x="57" y="663"/>
                  </a:lnTo>
                  <a:lnTo>
                    <a:pt x="59" y="670"/>
                  </a:lnTo>
                  <a:lnTo>
                    <a:pt x="61" y="679"/>
                  </a:lnTo>
                  <a:lnTo>
                    <a:pt x="66" y="686"/>
                  </a:lnTo>
                  <a:lnTo>
                    <a:pt x="69" y="693"/>
                  </a:lnTo>
                  <a:lnTo>
                    <a:pt x="71" y="705"/>
                  </a:lnTo>
                  <a:lnTo>
                    <a:pt x="71" y="708"/>
                  </a:lnTo>
                  <a:lnTo>
                    <a:pt x="71" y="719"/>
                  </a:lnTo>
                  <a:lnTo>
                    <a:pt x="71" y="722"/>
                  </a:lnTo>
                  <a:lnTo>
                    <a:pt x="71" y="724"/>
                  </a:lnTo>
                  <a:lnTo>
                    <a:pt x="78" y="729"/>
                  </a:lnTo>
                  <a:lnTo>
                    <a:pt x="78" y="731"/>
                  </a:lnTo>
                  <a:lnTo>
                    <a:pt x="80" y="738"/>
                  </a:lnTo>
                  <a:lnTo>
                    <a:pt x="83" y="745"/>
                  </a:lnTo>
                  <a:lnTo>
                    <a:pt x="83" y="745"/>
                  </a:lnTo>
                  <a:lnTo>
                    <a:pt x="85" y="748"/>
                  </a:lnTo>
                  <a:lnTo>
                    <a:pt x="87" y="750"/>
                  </a:lnTo>
                  <a:lnTo>
                    <a:pt x="87" y="750"/>
                  </a:lnTo>
                  <a:lnTo>
                    <a:pt x="87" y="750"/>
                  </a:lnTo>
                  <a:lnTo>
                    <a:pt x="87" y="753"/>
                  </a:lnTo>
                  <a:lnTo>
                    <a:pt x="90" y="762"/>
                  </a:lnTo>
                  <a:lnTo>
                    <a:pt x="90" y="764"/>
                  </a:lnTo>
                  <a:lnTo>
                    <a:pt x="92" y="769"/>
                  </a:lnTo>
                  <a:lnTo>
                    <a:pt x="95" y="774"/>
                  </a:lnTo>
                  <a:lnTo>
                    <a:pt x="95" y="779"/>
                  </a:lnTo>
                  <a:lnTo>
                    <a:pt x="95" y="783"/>
                  </a:lnTo>
                  <a:lnTo>
                    <a:pt x="95" y="788"/>
                  </a:lnTo>
                  <a:lnTo>
                    <a:pt x="95" y="795"/>
                  </a:lnTo>
                  <a:lnTo>
                    <a:pt x="95" y="805"/>
                  </a:lnTo>
                  <a:lnTo>
                    <a:pt x="95" y="812"/>
                  </a:lnTo>
                  <a:lnTo>
                    <a:pt x="95" y="821"/>
                  </a:lnTo>
                  <a:lnTo>
                    <a:pt x="95" y="835"/>
                  </a:lnTo>
                  <a:lnTo>
                    <a:pt x="95" y="838"/>
                  </a:lnTo>
                  <a:lnTo>
                    <a:pt x="95" y="838"/>
                  </a:lnTo>
                  <a:lnTo>
                    <a:pt x="95" y="840"/>
                  </a:lnTo>
                  <a:lnTo>
                    <a:pt x="95" y="842"/>
                  </a:lnTo>
                  <a:lnTo>
                    <a:pt x="95" y="845"/>
                  </a:lnTo>
                  <a:lnTo>
                    <a:pt x="95" y="845"/>
                  </a:lnTo>
                  <a:lnTo>
                    <a:pt x="97" y="850"/>
                  </a:lnTo>
                  <a:lnTo>
                    <a:pt x="97" y="850"/>
                  </a:lnTo>
                  <a:lnTo>
                    <a:pt x="95" y="850"/>
                  </a:lnTo>
                  <a:lnTo>
                    <a:pt x="95" y="852"/>
                  </a:lnTo>
                  <a:lnTo>
                    <a:pt x="95" y="852"/>
                  </a:lnTo>
                  <a:lnTo>
                    <a:pt x="95" y="852"/>
                  </a:lnTo>
                  <a:lnTo>
                    <a:pt x="95" y="852"/>
                  </a:lnTo>
                  <a:lnTo>
                    <a:pt x="92" y="859"/>
                  </a:lnTo>
                  <a:lnTo>
                    <a:pt x="90" y="861"/>
                  </a:lnTo>
                  <a:lnTo>
                    <a:pt x="92" y="861"/>
                  </a:lnTo>
                  <a:lnTo>
                    <a:pt x="92" y="868"/>
                  </a:lnTo>
                  <a:lnTo>
                    <a:pt x="95" y="871"/>
                  </a:lnTo>
                  <a:lnTo>
                    <a:pt x="97" y="871"/>
                  </a:lnTo>
                  <a:lnTo>
                    <a:pt x="99" y="871"/>
                  </a:lnTo>
                  <a:lnTo>
                    <a:pt x="99" y="873"/>
                  </a:lnTo>
                  <a:lnTo>
                    <a:pt x="99" y="876"/>
                  </a:lnTo>
                  <a:lnTo>
                    <a:pt x="99" y="878"/>
                  </a:lnTo>
                  <a:lnTo>
                    <a:pt x="99" y="880"/>
                  </a:lnTo>
                  <a:lnTo>
                    <a:pt x="99" y="883"/>
                  </a:lnTo>
                  <a:lnTo>
                    <a:pt x="99" y="887"/>
                  </a:lnTo>
                  <a:lnTo>
                    <a:pt x="99" y="887"/>
                  </a:lnTo>
                  <a:lnTo>
                    <a:pt x="99" y="895"/>
                  </a:lnTo>
                  <a:lnTo>
                    <a:pt x="99" y="897"/>
                  </a:lnTo>
                  <a:lnTo>
                    <a:pt x="102" y="902"/>
                  </a:lnTo>
                  <a:lnTo>
                    <a:pt x="102" y="906"/>
                  </a:lnTo>
                  <a:lnTo>
                    <a:pt x="102" y="921"/>
                  </a:lnTo>
                  <a:lnTo>
                    <a:pt x="104" y="921"/>
                  </a:lnTo>
                  <a:lnTo>
                    <a:pt x="106" y="921"/>
                  </a:lnTo>
                  <a:lnTo>
                    <a:pt x="109" y="921"/>
                  </a:lnTo>
                  <a:lnTo>
                    <a:pt x="111" y="923"/>
                  </a:lnTo>
                  <a:lnTo>
                    <a:pt x="116" y="923"/>
                  </a:lnTo>
                  <a:lnTo>
                    <a:pt x="121" y="923"/>
                  </a:lnTo>
                  <a:lnTo>
                    <a:pt x="128" y="923"/>
                  </a:lnTo>
                  <a:lnTo>
                    <a:pt x="135" y="923"/>
                  </a:lnTo>
                  <a:lnTo>
                    <a:pt x="144" y="921"/>
                  </a:lnTo>
                  <a:lnTo>
                    <a:pt x="144" y="921"/>
                  </a:lnTo>
                  <a:lnTo>
                    <a:pt x="144" y="921"/>
                  </a:lnTo>
                  <a:lnTo>
                    <a:pt x="142" y="921"/>
                  </a:lnTo>
                  <a:lnTo>
                    <a:pt x="144" y="918"/>
                  </a:lnTo>
                  <a:lnTo>
                    <a:pt x="144" y="918"/>
                  </a:lnTo>
                  <a:lnTo>
                    <a:pt x="144" y="913"/>
                  </a:lnTo>
                  <a:lnTo>
                    <a:pt x="144" y="911"/>
                  </a:lnTo>
                  <a:lnTo>
                    <a:pt x="144" y="909"/>
                  </a:lnTo>
                  <a:lnTo>
                    <a:pt x="144" y="909"/>
                  </a:lnTo>
                  <a:lnTo>
                    <a:pt x="144" y="904"/>
                  </a:lnTo>
                  <a:lnTo>
                    <a:pt x="147" y="887"/>
                  </a:lnTo>
                  <a:lnTo>
                    <a:pt x="147" y="878"/>
                  </a:lnTo>
                  <a:lnTo>
                    <a:pt x="147" y="876"/>
                  </a:lnTo>
                  <a:lnTo>
                    <a:pt x="144" y="878"/>
                  </a:lnTo>
                  <a:lnTo>
                    <a:pt x="144" y="878"/>
                  </a:lnTo>
                  <a:lnTo>
                    <a:pt x="144" y="878"/>
                  </a:lnTo>
                  <a:lnTo>
                    <a:pt x="144" y="880"/>
                  </a:lnTo>
                  <a:lnTo>
                    <a:pt x="142" y="883"/>
                  </a:lnTo>
                  <a:lnTo>
                    <a:pt x="142" y="885"/>
                  </a:lnTo>
                  <a:lnTo>
                    <a:pt x="142" y="885"/>
                  </a:lnTo>
                  <a:lnTo>
                    <a:pt x="142" y="887"/>
                  </a:lnTo>
                  <a:lnTo>
                    <a:pt x="142" y="887"/>
                  </a:lnTo>
                  <a:lnTo>
                    <a:pt x="142" y="887"/>
                  </a:lnTo>
                  <a:lnTo>
                    <a:pt x="142" y="887"/>
                  </a:lnTo>
                  <a:lnTo>
                    <a:pt x="139" y="887"/>
                  </a:lnTo>
                  <a:lnTo>
                    <a:pt x="139" y="887"/>
                  </a:lnTo>
                  <a:lnTo>
                    <a:pt x="139" y="885"/>
                  </a:lnTo>
                  <a:lnTo>
                    <a:pt x="137" y="885"/>
                  </a:lnTo>
                  <a:lnTo>
                    <a:pt x="137" y="883"/>
                  </a:lnTo>
                  <a:lnTo>
                    <a:pt x="137" y="883"/>
                  </a:lnTo>
                  <a:lnTo>
                    <a:pt x="135" y="883"/>
                  </a:lnTo>
                  <a:lnTo>
                    <a:pt x="132" y="883"/>
                  </a:lnTo>
                  <a:lnTo>
                    <a:pt x="132" y="883"/>
                  </a:lnTo>
                  <a:lnTo>
                    <a:pt x="132" y="880"/>
                  </a:lnTo>
                  <a:lnTo>
                    <a:pt x="130" y="878"/>
                  </a:lnTo>
                  <a:lnTo>
                    <a:pt x="130" y="878"/>
                  </a:lnTo>
                  <a:lnTo>
                    <a:pt x="130" y="876"/>
                  </a:lnTo>
                  <a:lnTo>
                    <a:pt x="130" y="876"/>
                  </a:lnTo>
                  <a:lnTo>
                    <a:pt x="130" y="876"/>
                  </a:lnTo>
                  <a:lnTo>
                    <a:pt x="130" y="876"/>
                  </a:lnTo>
                  <a:lnTo>
                    <a:pt x="128" y="873"/>
                  </a:lnTo>
                  <a:lnTo>
                    <a:pt x="128" y="873"/>
                  </a:lnTo>
                  <a:lnTo>
                    <a:pt x="128" y="873"/>
                  </a:lnTo>
                  <a:lnTo>
                    <a:pt x="128" y="873"/>
                  </a:lnTo>
                  <a:lnTo>
                    <a:pt x="125" y="871"/>
                  </a:lnTo>
                  <a:lnTo>
                    <a:pt x="125" y="871"/>
                  </a:lnTo>
                  <a:lnTo>
                    <a:pt x="125" y="871"/>
                  </a:lnTo>
                  <a:lnTo>
                    <a:pt x="125" y="871"/>
                  </a:lnTo>
                  <a:lnTo>
                    <a:pt x="125" y="871"/>
                  </a:lnTo>
                  <a:lnTo>
                    <a:pt x="123" y="868"/>
                  </a:lnTo>
                  <a:lnTo>
                    <a:pt x="123" y="868"/>
                  </a:lnTo>
                  <a:lnTo>
                    <a:pt x="123" y="871"/>
                  </a:lnTo>
                  <a:lnTo>
                    <a:pt x="123" y="871"/>
                  </a:lnTo>
                  <a:lnTo>
                    <a:pt x="123" y="871"/>
                  </a:lnTo>
                  <a:lnTo>
                    <a:pt x="123" y="873"/>
                  </a:lnTo>
                  <a:lnTo>
                    <a:pt x="121" y="871"/>
                  </a:lnTo>
                  <a:lnTo>
                    <a:pt x="121" y="871"/>
                  </a:lnTo>
                  <a:lnTo>
                    <a:pt x="123" y="868"/>
                  </a:lnTo>
                  <a:lnTo>
                    <a:pt x="123" y="868"/>
                  </a:lnTo>
                  <a:lnTo>
                    <a:pt x="123" y="868"/>
                  </a:lnTo>
                  <a:lnTo>
                    <a:pt x="125" y="868"/>
                  </a:lnTo>
                  <a:lnTo>
                    <a:pt x="125" y="868"/>
                  </a:lnTo>
                  <a:lnTo>
                    <a:pt x="128" y="868"/>
                  </a:lnTo>
                  <a:lnTo>
                    <a:pt x="128" y="868"/>
                  </a:lnTo>
                  <a:lnTo>
                    <a:pt x="128" y="868"/>
                  </a:lnTo>
                  <a:lnTo>
                    <a:pt x="128" y="868"/>
                  </a:lnTo>
                  <a:lnTo>
                    <a:pt x="130" y="868"/>
                  </a:lnTo>
                  <a:lnTo>
                    <a:pt x="130" y="868"/>
                  </a:lnTo>
                  <a:lnTo>
                    <a:pt x="130" y="866"/>
                  </a:lnTo>
                  <a:lnTo>
                    <a:pt x="132" y="864"/>
                  </a:lnTo>
                  <a:lnTo>
                    <a:pt x="132" y="864"/>
                  </a:lnTo>
                  <a:lnTo>
                    <a:pt x="132" y="864"/>
                  </a:lnTo>
                  <a:lnTo>
                    <a:pt x="132" y="861"/>
                  </a:lnTo>
                  <a:lnTo>
                    <a:pt x="132" y="861"/>
                  </a:lnTo>
                  <a:lnTo>
                    <a:pt x="135" y="861"/>
                  </a:lnTo>
                  <a:lnTo>
                    <a:pt x="135" y="861"/>
                  </a:lnTo>
                  <a:lnTo>
                    <a:pt x="135" y="861"/>
                  </a:lnTo>
                  <a:lnTo>
                    <a:pt x="135" y="859"/>
                  </a:lnTo>
                  <a:lnTo>
                    <a:pt x="135" y="859"/>
                  </a:lnTo>
                  <a:lnTo>
                    <a:pt x="135" y="861"/>
                  </a:lnTo>
                  <a:lnTo>
                    <a:pt x="135" y="861"/>
                  </a:lnTo>
                  <a:lnTo>
                    <a:pt x="135" y="861"/>
                  </a:lnTo>
                  <a:lnTo>
                    <a:pt x="135" y="861"/>
                  </a:lnTo>
                  <a:lnTo>
                    <a:pt x="135" y="857"/>
                  </a:lnTo>
                  <a:lnTo>
                    <a:pt x="137" y="857"/>
                  </a:lnTo>
                  <a:lnTo>
                    <a:pt x="137" y="852"/>
                  </a:lnTo>
                  <a:lnTo>
                    <a:pt x="139" y="850"/>
                  </a:lnTo>
                  <a:lnTo>
                    <a:pt x="142" y="847"/>
                  </a:lnTo>
                  <a:lnTo>
                    <a:pt x="142" y="845"/>
                  </a:lnTo>
                  <a:lnTo>
                    <a:pt x="156" y="835"/>
                  </a:lnTo>
                  <a:lnTo>
                    <a:pt x="158" y="833"/>
                  </a:lnTo>
                  <a:lnTo>
                    <a:pt x="161" y="833"/>
                  </a:lnTo>
                  <a:lnTo>
                    <a:pt x="161" y="833"/>
                  </a:lnTo>
                  <a:lnTo>
                    <a:pt x="163" y="831"/>
                  </a:lnTo>
                  <a:lnTo>
                    <a:pt x="161" y="831"/>
                  </a:lnTo>
                  <a:lnTo>
                    <a:pt x="161" y="831"/>
                  </a:lnTo>
                  <a:lnTo>
                    <a:pt x="161" y="831"/>
                  </a:lnTo>
                  <a:lnTo>
                    <a:pt x="161" y="831"/>
                  </a:lnTo>
                  <a:lnTo>
                    <a:pt x="163" y="828"/>
                  </a:lnTo>
                  <a:lnTo>
                    <a:pt x="163" y="828"/>
                  </a:lnTo>
                  <a:lnTo>
                    <a:pt x="166" y="828"/>
                  </a:lnTo>
                  <a:lnTo>
                    <a:pt x="166" y="828"/>
                  </a:lnTo>
                  <a:lnTo>
                    <a:pt x="168" y="826"/>
                  </a:lnTo>
                  <a:lnTo>
                    <a:pt x="168" y="828"/>
                  </a:lnTo>
                  <a:lnTo>
                    <a:pt x="166" y="828"/>
                  </a:lnTo>
                  <a:lnTo>
                    <a:pt x="166" y="828"/>
                  </a:lnTo>
                  <a:lnTo>
                    <a:pt x="163" y="831"/>
                  </a:lnTo>
                  <a:lnTo>
                    <a:pt x="163" y="831"/>
                  </a:lnTo>
                  <a:lnTo>
                    <a:pt x="166" y="828"/>
                  </a:lnTo>
                  <a:lnTo>
                    <a:pt x="175" y="826"/>
                  </a:lnTo>
                  <a:lnTo>
                    <a:pt x="180" y="824"/>
                  </a:lnTo>
                  <a:lnTo>
                    <a:pt x="189" y="819"/>
                  </a:lnTo>
                  <a:lnTo>
                    <a:pt x="199" y="814"/>
                  </a:lnTo>
                  <a:lnTo>
                    <a:pt x="210" y="809"/>
                  </a:lnTo>
                  <a:lnTo>
                    <a:pt x="215" y="809"/>
                  </a:lnTo>
                  <a:lnTo>
                    <a:pt x="220" y="807"/>
                  </a:lnTo>
                  <a:lnTo>
                    <a:pt x="222" y="807"/>
                  </a:lnTo>
                  <a:lnTo>
                    <a:pt x="229" y="805"/>
                  </a:lnTo>
                  <a:lnTo>
                    <a:pt x="229" y="805"/>
                  </a:lnTo>
                  <a:lnTo>
                    <a:pt x="237" y="802"/>
                  </a:lnTo>
                  <a:lnTo>
                    <a:pt x="246" y="797"/>
                  </a:lnTo>
                  <a:lnTo>
                    <a:pt x="263" y="788"/>
                  </a:lnTo>
                  <a:lnTo>
                    <a:pt x="265" y="786"/>
                  </a:lnTo>
                  <a:lnTo>
                    <a:pt x="267" y="783"/>
                  </a:lnTo>
                  <a:lnTo>
                    <a:pt x="267" y="783"/>
                  </a:lnTo>
                  <a:lnTo>
                    <a:pt x="267" y="783"/>
                  </a:lnTo>
                  <a:lnTo>
                    <a:pt x="267" y="783"/>
                  </a:lnTo>
                  <a:lnTo>
                    <a:pt x="272" y="776"/>
                  </a:lnTo>
                  <a:lnTo>
                    <a:pt x="281" y="764"/>
                  </a:lnTo>
                  <a:lnTo>
                    <a:pt x="281" y="762"/>
                  </a:lnTo>
                  <a:lnTo>
                    <a:pt x="281" y="762"/>
                  </a:lnTo>
                  <a:lnTo>
                    <a:pt x="281" y="762"/>
                  </a:lnTo>
                  <a:lnTo>
                    <a:pt x="281" y="762"/>
                  </a:lnTo>
                  <a:lnTo>
                    <a:pt x="284" y="760"/>
                  </a:lnTo>
                  <a:lnTo>
                    <a:pt x="284" y="760"/>
                  </a:lnTo>
                  <a:lnTo>
                    <a:pt x="284" y="760"/>
                  </a:lnTo>
                  <a:lnTo>
                    <a:pt x="281" y="757"/>
                  </a:lnTo>
                  <a:lnTo>
                    <a:pt x="281" y="757"/>
                  </a:lnTo>
                  <a:lnTo>
                    <a:pt x="281" y="757"/>
                  </a:lnTo>
                  <a:lnTo>
                    <a:pt x="286" y="745"/>
                  </a:lnTo>
                  <a:lnTo>
                    <a:pt x="286" y="745"/>
                  </a:lnTo>
                  <a:lnTo>
                    <a:pt x="284" y="745"/>
                  </a:lnTo>
                  <a:lnTo>
                    <a:pt x="284" y="745"/>
                  </a:lnTo>
                  <a:lnTo>
                    <a:pt x="284" y="743"/>
                  </a:lnTo>
                  <a:lnTo>
                    <a:pt x="284" y="743"/>
                  </a:lnTo>
                  <a:lnTo>
                    <a:pt x="281" y="741"/>
                  </a:lnTo>
                  <a:lnTo>
                    <a:pt x="281" y="741"/>
                  </a:lnTo>
                  <a:lnTo>
                    <a:pt x="281" y="743"/>
                  </a:lnTo>
                  <a:lnTo>
                    <a:pt x="281" y="745"/>
                  </a:lnTo>
                  <a:lnTo>
                    <a:pt x="281" y="748"/>
                  </a:lnTo>
                  <a:lnTo>
                    <a:pt x="281" y="748"/>
                  </a:lnTo>
                  <a:lnTo>
                    <a:pt x="279" y="745"/>
                  </a:lnTo>
                  <a:lnTo>
                    <a:pt x="279" y="745"/>
                  </a:lnTo>
                  <a:lnTo>
                    <a:pt x="277" y="745"/>
                  </a:lnTo>
                  <a:lnTo>
                    <a:pt x="277" y="745"/>
                  </a:lnTo>
                  <a:lnTo>
                    <a:pt x="277" y="745"/>
                  </a:lnTo>
                  <a:lnTo>
                    <a:pt x="277" y="748"/>
                  </a:lnTo>
                  <a:lnTo>
                    <a:pt x="277" y="748"/>
                  </a:lnTo>
                  <a:lnTo>
                    <a:pt x="274" y="753"/>
                  </a:lnTo>
                  <a:lnTo>
                    <a:pt x="274" y="753"/>
                  </a:lnTo>
                  <a:lnTo>
                    <a:pt x="274" y="750"/>
                  </a:lnTo>
                  <a:lnTo>
                    <a:pt x="274" y="750"/>
                  </a:lnTo>
                  <a:lnTo>
                    <a:pt x="274" y="750"/>
                  </a:lnTo>
                  <a:lnTo>
                    <a:pt x="274" y="748"/>
                  </a:lnTo>
                  <a:lnTo>
                    <a:pt x="274" y="748"/>
                  </a:lnTo>
                  <a:lnTo>
                    <a:pt x="274" y="748"/>
                  </a:lnTo>
                  <a:lnTo>
                    <a:pt x="274" y="748"/>
                  </a:lnTo>
                  <a:lnTo>
                    <a:pt x="274" y="745"/>
                  </a:lnTo>
                  <a:lnTo>
                    <a:pt x="274" y="745"/>
                  </a:lnTo>
                  <a:lnTo>
                    <a:pt x="274" y="745"/>
                  </a:lnTo>
                  <a:lnTo>
                    <a:pt x="274" y="743"/>
                  </a:lnTo>
                  <a:lnTo>
                    <a:pt x="274" y="741"/>
                  </a:lnTo>
                  <a:lnTo>
                    <a:pt x="277" y="738"/>
                  </a:lnTo>
                  <a:lnTo>
                    <a:pt x="277" y="738"/>
                  </a:lnTo>
                  <a:lnTo>
                    <a:pt x="277" y="738"/>
                  </a:lnTo>
                  <a:lnTo>
                    <a:pt x="277" y="736"/>
                  </a:lnTo>
                  <a:lnTo>
                    <a:pt x="274" y="736"/>
                  </a:lnTo>
                  <a:lnTo>
                    <a:pt x="274" y="736"/>
                  </a:lnTo>
                  <a:lnTo>
                    <a:pt x="274" y="736"/>
                  </a:lnTo>
                  <a:lnTo>
                    <a:pt x="274" y="736"/>
                  </a:lnTo>
                  <a:lnTo>
                    <a:pt x="277" y="736"/>
                  </a:lnTo>
                  <a:lnTo>
                    <a:pt x="277" y="736"/>
                  </a:lnTo>
                  <a:lnTo>
                    <a:pt x="277" y="736"/>
                  </a:lnTo>
                  <a:lnTo>
                    <a:pt x="277" y="738"/>
                  </a:lnTo>
                  <a:lnTo>
                    <a:pt x="277" y="738"/>
                  </a:lnTo>
                  <a:lnTo>
                    <a:pt x="277" y="738"/>
                  </a:lnTo>
                  <a:lnTo>
                    <a:pt x="279" y="738"/>
                  </a:lnTo>
                  <a:lnTo>
                    <a:pt x="279" y="736"/>
                  </a:lnTo>
                  <a:lnTo>
                    <a:pt x="279" y="731"/>
                  </a:lnTo>
                  <a:lnTo>
                    <a:pt x="279" y="724"/>
                  </a:lnTo>
                  <a:lnTo>
                    <a:pt x="281" y="715"/>
                  </a:lnTo>
                  <a:lnTo>
                    <a:pt x="281" y="712"/>
                  </a:lnTo>
                  <a:lnTo>
                    <a:pt x="281" y="710"/>
                  </a:lnTo>
                  <a:lnTo>
                    <a:pt x="281" y="708"/>
                  </a:lnTo>
                  <a:lnTo>
                    <a:pt x="281" y="708"/>
                  </a:lnTo>
                  <a:lnTo>
                    <a:pt x="281" y="705"/>
                  </a:lnTo>
                  <a:lnTo>
                    <a:pt x="281" y="705"/>
                  </a:lnTo>
                  <a:lnTo>
                    <a:pt x="284" y="703"/>
                  </a:lnTo>
                  <a:lnTo>
                    <a:pt x="286" y="698"/>
                  </a:lnTo>
                  <a:lnTo>
                    <a:pt x="286" y="696"/>
                  </a:lnTo>
                  <a:lnTo>
                    <a:pt x="289" y="693"/>
                  </a:lnTo>
                  <a:lnTo>
                    <a:pt x="289" y="691"/>
                  </a:lnTo>
                  <a:lnTo>
                    <a:pt x="289" y="691"/>
                  </a:lnTo>
                  <a:lnTo>
                    <a:pt x="289" y="691"/>
                  </a:lnTo>
                  <a:lnTo>
                    <a:pt x="289" y="691"/>
                  </a:lnTo>
                  <a:lnTo>
                    <a:pt x="289" y="691"/>
                  </a:lnTo>
                  <a:lnTo>
                    <a:pt x="286" y="691"/>
                  </a:lnTo>
                  <a:lnTo>
                    <a:pt x="286" y="691"/>
                  </a:lnTo>
                  <a:lnTo>
                    <a:pt x="286" y="691"/>
                  </a:lnTo>
                  <a:lnTo>
                    <a:pt x="286" y="693"/>
                  </a:lnTo>
                  <a:lnTo>
                    <a:pt x="286" y="693"/>
                  </a:lnTo>
                  <a:lnTo>
                    <a:pt x="284" y="691"/>
                  </a:lnTo>
                  <a:lnTo>
                    <a:pt x="281" y="679"/>
                  </a:lnTo>
                  <a:lnTo>
                    <a:pt x="284" y="672"/>
                  </a:lnTo>
                  <a:lnTo>
                    <a:pt x="286" y="663"/>
                  </a:lnTo>
                  <a:lnTo>
                    <a:pt x="286" y="660"/>
                  </a:lnTo>
                  <a:lnTo>
                    <a:pt x="286" y="658"/>
                  </a:lnTo>
                  <a:lnTo>
                    <a:pt x="286" y="655"/>
                  </a:lnTo>
                  <a:lnTo>
                    <a:pt x="286" y="648"/>
                  </a:lnTo>
                  <a:lnTo>
                    <a:pt x="286" y="648"/>
                  </a:lnTo>
                  <a:lnTo>
                    <a:pt x="286" y="651"/>
                  </a:lnTo>
                  <a:lnTo>
                    <a:pt x="284" y="651"/>
                  </a:lnTo>
                  <a:lnTo>
                    <a:pt x="284" y="653"/>
                  </a:lnTo>
                  <a:lnTo>
                    <a:pt x="284" y="655"/>
                  </a:lnTo>
                  <a:lnTo>
                    <a:pt x="284" y="655"/>
                  </a:lnTo>
                  <a:lnTo>
                    <a:pt x="284" y="646"/>
                  </a:lnTo>
                  <a:lnTo>
                    <a:pt x="284" y="646"/>
                  </a:lnTo>
                  <a:lnTo>
                    <a:pt x="284" y="644"/>
                  </a:lnTo>
                  <a:lnTo>
                    <a:pt x="284" y="644"/>
                  </a:lnTo>
                  <a:lnTo>
                    <a:pt x="281" y="644"/>
                  </a:lnTo>
                  <a:lnTo>
                    <a:pt x="281" y="644"/>
                  </a:lnTo>
                  <a:lnTo>
                    <a:pt x="281" y="644"/>
                  </a:lnTo>
                  <a:lnTo>
                    <a:pt x="281" y="644"/>
                  </a:lnTo>
                  <a:lnTo>
                    <a:pt x="281" y="644"/>
                  </a:lnTo>
                  <a:lnTo>
                    <a:pt x="281" y="646"/>
                  </a:lnTo>
                  <a:lnTo>
                    <a:pt x="281" y="646"/>
                  </a:lnTo>
                  <a:lnTo>
                    <a:pt x="279" y="646"/>
                  </a:lnTo>
                  <a:lnTo>
                    <a:pt x="279" y="646"/>
                  </a:lnTo>
                  <a:lnTo>
                    <a:pt x="279" y="646"/>
                  </a:lnTo>
                  <a:lnTo>
                    <a:pt x="279" y="646"/>
                  </a:lnTo>
                  <a:lnTo>
                    <a:pt x="279" y="646"/>
                  </a:lnTo>
                  <a:lnTo>
                    <a:pt x="279" y="648"/>
                  </a:lnTo>
                  <a:lnTo>
                    <a:pt x="279" y="648"/>
                  </a:lnTo>
                  <a:lnTo>
                    <a:pt x="279" y="648"/>
                  </a:lnTo>
                  <a:lnTo>
                    <a:pt x="281" y="651"/>
                  </a:lnTo>
                  <a:lnTo>
                    <a:pt x="279" y="653"/>
                  </a:lnTo>
                  <a:lnTo>
                    <a:pt x="279" y="653"/>
                  </a:lnTo>
                  <a:lnTo>
                    <a:pt x="279" y="651"/>
                  </a:lnTo>
                  <a:lnTo>
                    <a:pt x="279" y="651"/>
                  </a:lnTo>
                  <a:lnTo>
                    <a:pt x="279" y="651"/>
                  </a:lnTo>
                  <a:lnTo>
                    <a:pt x="279" y="651"/>
                  </a:lnTo>
                  <a:lnTo>
                    <a:pt x="279" y="651"/>
                  </a:lnTo>
                  <a:lnTo>
                    <a:pt x="277" y="653"/>
                  </a:lnTo>
                  <a:lnTo>
                    <a:pt x="277" y="658"/>
                  </a:lnTo>
                  <a:lnTo>
                    <a:pt x="279" y="660"/>
                  </a:lnTo>
                  <a:lnTo>
                    <a:pt x="279" y="663"/>
                  </a:lnTo>
                  <a:lnTo>
                    <a:pt x="279" y="663"/>
                  </a:lnTo>
                  <a:lnTo>
                    <a:pt x="277" y="663"/>
                  </a:lnTo>
                  <a:lnTo>
                    <a:pt x="277" y="665"/>
                  </a:lnTo>
                  <a:lnTo>
                    <a:pt x="277" y="667"/>
                  </a:lnTo>
                  <a:lnTo>
                    <a:pt x="277" y="665"/>
                  </a:lnTo>
                  <a:lnTo>
                    <a:pt x="277" y="663"/>
                  </a:lnTo>
                  <a:lnTo>
                    <a:pt x="274" y="663"/>
                  </a:lnTo>
                  <a:lnTo>
                    <a:pt x="274" y="663"/>
                  </a:lnTo>
                  <a:lnTo>
                    <a:pt x="272" y="663"/>
                  </a:lnTo>
                  <a:lnTo>
                    <a:pt x="272" y="660"/>
                  </a:lnTo>
                  <a:lnTo>
                    <a:pt x="272" y="658"/>
                  </a:lnTo>
                  <a:lnTo>
                    <a:pt x="274" y="644"/>
                  </a:lnTo>
                  <a:lnTo>
                    <a:pt x="274" y="639"/>
                  </a:lnTo>
                  <a:lnTo>
                    <a:pt x="274" y="637"/>
                  </a:lnTo>
                  <a:lnTo>
                    <a:pt x="272" y="632"/>
                  </a:lnTo>
                  <a:lnTo>
                    <a:pt x="272" y="632"/>
                  </a:lnTo>
                  <a:lnTo>
                    <a:pt x="272" y="627"/>
                  </a:lnTo>
                  <a:lnTo>
                    <a:pt x="270" y="625"/>
                  </a:lnTo>
                  <a:lnTo>
                    <a:pt x="272" y="620"/>
                  </a:lnTo>
                  <a:lnTo>
                    <a:pt x="272" y="618"/>
                  </a:lnTo>
                  <a:lnTo>
                    <a:pt x="270" y="615"/>
                  </a:lnTo>
                  <a:lnTo>
                    <a:pt x="270" y="613"/>
                  </a:lnTo>
                  <a:lnTo>
                    <a:pt x="267" y="613"/>
                  </a:lnTo>
                  <a:lnTo>
                    <a:pt x="265" y="608"/>
                  </a:lnTo>
                  <a:lnTo>
                    <a:pt x="263" y="603"/>
                  </a:lnTo>
                  <a:lnTo>
                    <a:pt x="263" y="599"/>
                  </a:lnTo>
                  <a:lnTo>
                    <a:pt x="263" y="596"/>
                  </a:lnTo>
                  <a:lnTo>
                    <a:pt x="263" y="592"/>
                  </a:lnTo>
                  <a:lnTo>
                    <a:pt x="263" y="592"/>
                  </a:lnTo>
                  <a:lnTo>
                    <a:pt x="263" y="599"/>
                  </a:lnTo>
                  <a:lnTo>
                    <a:pt x="260" y="599"/>
                  </a:lnTo>
                  <a:lnTo>
                    <a:pt x="260" y="596"/>
                  </a:lnTo>
                  <a:lnTo>
                    <a:pt x="260" y="596"/>
                  </a:lnTo>
                  <a:lnTo>
                    <a:pt x="260" y="596"/>
                  </a:lnTo>
                  <a:lnTo>
                    <a:pt x="260" y="596"/>
                  </a:lnTo>
                  <a:lnTo>
                    <a:pt x="258" y="596"/>
                  </a:lnTo>
                  <a:lnTo>
                    <a:pt x="260" y="594"/>
                  </a:lnTo>
                  <a:lnTo>
                    <a:pt x="260" y="594"/>
                  </a:lnTo>
                  <a:lnTo>
                    <a:pt x="260" y="594"/>
                  </a:lnTo>
                  <a:lnTo>
                    <a:pt x="260" y="594"/>
                  </a:lnTo>
                  <a:lnTo>
                    <a:pt x="260" y="594"/>
                  </a:lnTo>
                  <a:lnTo>
                    <a:pt x="260" y="594"/>
                  </a:lnTo>
                  <a:lnTo>
                    <a:pt x="260" y="594"/>
                  </a:lnTo>
                  <a:lnTo>
                    <a:pt x="260" y="592"/>
                  </a:lnTo>
                  <a:lnTo>
                    <a:pt x="260" y="592"/>
                  </a:lnTo>
                  <a:lnTo>
                    <a:pt x="260" y="592"/>
                  </a:lnTo>
                  <a:lnTo>
                    <a:pt x="260" y="592"/>
                  </a:lnTo>
                  <a:lnTo>
                    <a:pt x="260" y="592"/>
                  </a:lnTo>
                  <a:lnTo>
                    <a:pt x="260" y="589"/>
                  </a:lnTo>
                  <a:lnTo>
                    <a:pt x="260" y="589"/>
                  </a:lnTo>
                  <a:lnTo>
                    <a:pt x="260" y="589"/>
                  </a:lnTo>
                  <a:lnTo>
                    <a:pt x="260" y="589"/>
                  </a:lnTo>
                  <a:lnTo>
                    <a:pt x="260" y="589"/>
                  </a:lnTo>
                  <a:lnTo>
                    <a:pt x="260" y="589"/>
                  </a:lnTo>
                  <a:lnTo>
                    <a:pt x="260" y="589"/>
                  </a:lnTo>
                  <a:lnTo>
                    <a:pt x="258" y="589"/>
                  </a:lnTo>
                  <a:lnTo>
                    <a:pt x="258" y="589"/>
                  </a:lnTo>
                  <a:lnTo>
                    <a:pt x="258" y="587"/>
                  </a:lnTo>
                  <a:lnTo>
                    <a:pt x="258" y="587"/>
                  </a:lnTo>
                  <a:lnTo>
                    <a:pt x="258" y="587"/>
                  </a:lnTo>
                  <a:lnTo>
                    <a:pt x="258" y="587"/>
                  </a:lnTo>
                  <a:lnTo>
                    <a:pt x="258" y="587"/>
                  </a:lnTo>
                  <a:lnTo>
                    <a:pt x="258" y="587"/>
                  </a:lnTo>
                  <a:lnTo>
                    <a:pt x="258" y="587"/>
                  </a:lnTo>
                  <a:lnTo>
                    <a:pt x="260" y="587"/>
                  </a:lnTo>
                  <a:lnTo>
                    <a:pt x="260" y="587"/>
                  </a:lnTo>
                  <a:lnTo>
                    <a:pt x="260" y="584"/>
                  </a:lnTo>
                  <a:lnTo>
                    <a:pt x="260" y="584"/>
                  </a:lnTo>
                  <a:lnTo>
                    <a:pt x="260" y="582"/>
                  </a:lnTo>
                  <a:lnTo>
                    <a:pt x="260" y="582"/>
                  </a:lnTo>
                  <a:lnTo>
                    <a:pt x="260" y="582"/>
                  </a:lnTo>
                  <a:lnTo>
                    <a:pt x="260" y="582"/>
                  </a:lnTo>
                  <a:lnTo>
                    <a:pt x="260" y="582"/>
                  </a:lnTo>
                  <a:lnTo>
                    <a:pt x="260" y="582"/>
                  </a:lnTo>
                  <a:lnTo>
                    <a:pt x="260" y="582"/>
                  </a:lnTo>
                  <a:lnTo>
                    <a:pt x="260" y="582"/>
                  </a:lnTo>
                  <a:lnTo>
                    <a:pt x="260" y="582"/>
                  </a:lnTo>
                  <a:lnTo>
                    <a:pt x="263" y="582"/>
                  </a:lnTo>
                  <a:lnTo>
                    <a:pt x="263" y="582"/>
                  </a:lnTo>
                  <a:lnTo>
                    <a:pt x="263" y="580"/>
                  </a:lnTo>
                  <a:lnTo>
                    <a:pt x="263" y="580"/>
                  </a:lnTo>
                  <a:lnTo>
                    <a:pt x="263" y="580"/>
                  </a:lnTo>
                  <a:lnTo>
                    <a:pt x="263" y="580"/>
                  </a:lnTo>
                  <a:lnTo>
                    <a:pt x="263" y="580"/>
                  </a:lnTo>
                  <a:lnTo>
                    <a:pt x="263" y="580"/>
                  </a:lnTo>
                  <a:lnTo>
                    <a:pt x="263" y="577"/>
                  </a:lnTo>
                  <a:lnTo>
                    <a:pt x="263" y="577"/>
                  </a:lnTo>
                  <a:lnTo>
                    <a:pt x="263" y="577"/>
                  </a:lnTo>
                  <a:lnTo>
                    <a:pt x="263" y="577"/>
                  </a:lnTo>
                  <a:lnTo>
                    <a:pt x="263" y="577"/>
                  </a:lnTo>
                  <a:lnTo>
                    <a:pt x="260" y="577"/>
                  </a:lnTo>
                  <a:lnTo>
                    <a:pt x="260" y="577"/>
                  </a:lnTo>
                  <a:lnTo>
                    <a:pt x="258" y="577"/>
                  </a:lnTo>
                  <a:lnTo>
                    <a:pt x="258" y="577"/>
                  </a:lnTo>
                  <a:lnTo>
                    <a:pt x="258" y="575"/>
                  </a:lnTo>
                  <a:lnTo>
                    <a:pt x="258" y="575"/>
                  </a:lnTo>
                  <a:lnTo>
                    <a:pt x="260" y="575"/>
                  </a:lnTo>
                  <a:lnTo>
                    <a:pt x="258" y="575"/>
                  </a:lnTo>
                  <a:lnTo>
                    <a:pt x="258" y="573"/>
                  </a:lnTo>
                  <a:lnTo>
                    <a:pt x="255" y="570"/>
                  </a:lnTo>
                  <a:lnTo>
                    <a:pt x="258" y="570"/>
                  </a:lnTo>
                  <a:lnTo>
                    <a:pt x="258" y="570"/>
                  </a:lnTo>
                  <a:lnTo>
                    <a:pt x="258" y="570"/>
                  </a:lnTo>
                  <a:lnTo>
                    <a:pt x="258" y="568"/>
                  </a:lnTo>
                  <a:lnTo>
                    <a:pt x="258" y="568"/>
                  </a:lnTo>
                  <a:lnTo>
                    <a:pt x="258" y="568"/>
                  </a:lnTo>
                  <a:lnTo>
                    <a:pt x="255" y="568"/>
                  </a:lnTo>
                  <a:lnTo>
                    <a:pt x="255" y="568"/>
                  </a:lnTo>
                  <a:lnTo>
                    <a:pt x="255" y="566"/>
                  </a:lnTo>
                  <a:lnTo>
                    <a:pt x="255" y="566"/>
                  </a:lnTo>
                  <a:lnTo>
                    <a:pt x="255" y="566"/>
                  </a:lnTo>
                  <a:lnTo>
                    <a:pt x="253" y="563"/>
                  </a:lnTo>
                  <a:lnTo>
                    <a:pt x="251" y="563"/>
                  </a:lnTo>
                  <a:lnTo>
                    <a:pt x="251" y="563"/>
                  </a:lnTo>
                  <a:lnTo>
                    <a:pt x="251" y="563"/>
                  </a:lnTo>
                  <a:lnTo>
                    <a:pt x="251" y="566"/>
                  </a:lnTo>
                  <a:lnTo>
                    <a:pt x="251" y="566"/>
                  </a:lnTo>
                  <a:lnTo>
                    <a:pt x="248" y="563"/>
                  </a:lnTo>
                  <a:lnTo>
                    <a:pt x="251" y="563"/>
                  </a:lnTo>
                  <a:lnTo>
                    <a:pt x="251" y="563"/>
                  </a:lnTo>
                  <a:lnTo>
                    <a:pt x="251" y="561"/>
                  </a:lnTo>
                  <a:lnTo>
                    <a:pt x="251" y="561"/>
                  </a:lnTo>
                  <a:lnTo>
                    <a:pt x="248" y="563"/>
                  </a:lnTo>
                  <a:lnTo>
                    <a:pt x="248" y="563"/>
                  </a:lnTo>
                  <a:lnTo>
                    <a:pt x="248" y="561"/>
                  </a:lnTo>
                  <a:lnTo>
                    <a:pt x="248" y="561"/>
                  </a:lnTo>
                  <a:lnTo>
                    <a:pt x="248" y="558"/>
                  </a:lnTo>
                  <a:lnTo>
                    <a:pt x="246" y="558"/>
                  </a:lnTo>
                  <a:lnTo>
                    <a:pt x="246" y="558"/>
                  </a:lnTo>
                  <a:lnTo>
                    <a:pt x="246" y="558"/>
                  </a:lnTo>
                  <a:lnTo>
                    <a:pt x="244" y="556"/>
                  </a:lnTo>
                  <a:lnTo>
                    <a:pt x="244" y="556"/>
                  </a:lnTo>
                  <a:lnTo>
                    <a:pt x="244" y="556"/>
                  </a:lnTo>
                  <a:lnTo>
                    <a:pt x="244" y="556"/>
                  </a:lnTo>
                  <a:lnTo>
                    <a:pt x="244" y="554"/>
                  </a:lnTo>
                  <a:lnTo>
                    <a:pt x="241" y="554"/>
                  </a:lnTo>
                  <a:lnTo>
                    <a:pt x="241" y="554"/>
                  </a:lnTo>
                  <a:lnTo>
                    <a:pt x="239" y="556"/>
                  </a:lnTo>
                  <a:lnTo>
                    <a:pt x="239" y="554"/>
                  </a:lnTo>
                  <a:lnTo>
                    <a:pt x="241" y="554"/>
                  </a:lnTo>
                  <a:lnTo>
                    <a:pt x="241" y="551"/>
                  </a:lnTo>
                  <a:lnTo>
                    <a:pt x="241" y="551"/>
                  </a:lnTo>
                  <a:lnTo>
                    <a:pt x="241" y="549"/>
                  </a:lnTo>
                  <a:lnTo>
                    <a:pt x="241" y="549"/>
                  </a:lnTo>
                  <a:lnTo>
                    <a:pt x="241" y="549"/>
                  </a:lnTo>
                  <a:lnTo>
                    <a:pt x="239" y="549"/>
                  </a:lnTo>
                  <a:lnTo>
                    <a:pt x="239" y="549"/>
                  </a:lnTo>
                  <a:lnTo>
                    <a:pt x="239" y="549"/>
                  </a:lnTo>
                  <a:lnTo>
                    <a:pt x="237" y="547"/>
                  </a:lnTo>
                  <a:lnTo>
                    <a:pt x="237" y="547"/>
                  </a:lnTo>
                  <a:lnTo>
                    <a:pt x="237" y="547"/>
                  </a:lnTo>
                  <a:lnTo>
                    <a:pt x="239" y="547"/>
                  </a:lnTo>
                  <a:lnTo>
                    <a:pt x="239" y="547"/>
                  </a:lnTo>
                  <a:lnTo>
                    <a:pt x="239" y="547"/>
                  </a:lnTo>
                  <a:lnTo>
                    <a:pt x="241" y="547"/>
                  </a:lnTo>
                  <a:lnTo>
                    <a:pt x="241" y="544"/>
                  </a:lnTo>
                  <a:lnTo>
                    <a:pt x="239" y="544"/>
                  </a:lnTo>
                  <a:lnTo>
                    <a:pt x="239" y="544"/>
                  </a:lnTo>
                  <a:lnTo>
                    <a:pt x="241" y="542"/>
                  </a:lnTo>
                  <a:lnTo>
                    <a:pt x="241" y="542"/>
                  </a:lnTo>
                  <a:lnTo>
                    <a:pt x="241" y="540"/>
                  </a:lnTo>
                  <a:lnTo>
                    <a:pt x="241" y="540"/>
                  </a:lnTo>
                  <a:lnTo>
                    <a:pt x="241" y="537"/>
                  </a:lnTo>
                  <a:lnTo>
                    <a:pt x="244" y="537"/>
                  </a:lnTo>
                  <a:lnTo>
                    <a:pt x="244" y="537"/>
                  </a:lnTo>
                  <a:lnTo>
                    <a:pt x="239" y="535"/>
                  </a:lnTo>
                  <a:lnTo>
                    <a:pt x="239" y="535"/>
                  </a:lnTo>
                  <a:lnTo>
                    <a:pt x="239" y="535"/>
                  </a:lnTo>
                  <a:lnTo>
                    <a:pt x="239" y="532"/>
                  </a:lnTo>
                  <a:lnTo>
                    <a:pt x="239" y="532"/>
                  </a:lnTo>
                  <a:lnTo>
                    <a:pt x="239" y="535"/>
                  </a:lnTo>
                  <a:lnTo>
                    <a:pt x="239" y="535"/>
                  </a:lnTo>
                  <a:lnTo>
                    <a:pt x="239" y="535"/>
                  </a:lnTo>
                  <a:lnTo>
                    <a:pt x="241" y="532"/>
                  </a:lnTo>
                  <a:lnTo>
                    <a:pt x="241" y="535"/>
                  </a:lnTo>
                  <a:lnTo>
                    <a:pt x="244" y="535"/>
                  </a:lnTo>
                  <a:lnTo>
                    <a:pt x="244" y="535"/>
                  </a:lnTo>
                  <a:lnTo>
                    <a:pt x="244" y="535"/>
                  </a:lnTo>
                  <a:lnTo>
                    <a:pt x="244" y="532"/>
                  </a:lnTo>
                  <a:lnTo>
                    <a:pt x="244" y="532"/>
                  </a:lnTo>
                  <a:lnTo>
                    <a:pt x="244" y="532"/>
                  </a:lnTo>
                  <a:lnTo>
                    <a:pt x="244" y="532"/>
                  </a:lnTo>
                  <a:lnTo>
                    <a:pt x="244" y="530"/>
                  </a:lnTo>
                  <a:lnTo>
                    <a:pt x="244" y="530"/>
                  </a:lnTo>
                  <a:lnTo>
                    <a:pt x="244" y="530"/>
                  </a:lnTo>
                  <a:lnTo>
                    <a:pt x="244" y="528"/>
                  </a:lnTo>
                  <a:lnTo>
                    <a:pt x="244" y="528"/>
                  </a:lnTo>
                  <a:lnTo>
                    <a:pt x="244" y="528"/>
                  </a:lnTo>
                  <a:lnTo>
                    <a:pt x="244" y="528"/>
                  </a:lnTo>
                  <a:lnTo>
                    <a:pt x="244" y="525"/>
                  </a:lnTo>
                  <a:lnTo>
                    <a:pt x="244" y="525"/>
                  </a:lnTo>
                  <a:lnTo>
                    <a:pt x="244" y="525"/>
                  </a:lnTo>
                  <a:lnTo>
                    <a:pt x="244" y="525"/>
                  </a:lnTo>
                  <a:lnTo>
                    <a:pt x="244" y="525"/>
                  </a:lnTo>
                  <a:lnTo>
                    <a:pt x="244" y="523"/>
                  </a:lnTo>
                  <a:lnTo>
                    <a:pt x="244" y="523"/>
                  </a:lnTo>
                  <a:lnTo>
                    <a:pt x="244" y="521"/>
                  </a:lnTo>
                  <a:lnTo>
                    <a:pt x="244" y="521"/>
                  </a:lnTo>
                  <a:lnTo>
                    <a:pt x="244" y="518"/>
                  </a:lnTo>
                  <a:lnTo>
                    <a:pt x="244" y="518"/>
                  </a:lnTo>
                  <a:lnTo>
                    <a:pt x="244" y="518"/>
                  </a:lnTo>
                  <a:lnTo>
                    <a:pt x="241" y="518"/>
                  </a:lnTo>
                  <a:lnTo>
                    <a:pt x="241" y="518"/>
                  </a:lnTo>
                  <a:lnTo>
                    <a:pt x="241" y="518"/>
                  </a:lnTo>
                  <a:lnTo>
                    <a:pt x="241" y="518"/>
                  </a:lnTo>
                  <a:lnTo>
                    <a:pt x="241" y="518"/>
                  </a:lnTo>
                  <a:lnTo>
                    <a:pt x="244" y="518"/>
                  </a:lnTo>
                  <a:lnTo>
                    <a:pt x="244" y="516"/>
                  </a:lnTo>
                  <a:lnTo>
                    <a:pt x="244" y="513"/>
                  </a:lnTo>
                  <a:lnTo>
                    <a:pt x="244" y="513"/>
                  </a:lnTo>
                  <a:lnTo>
                    <a:pt x="244" y="511"/>
                  </a:lnTo>
                  <a:lnTo>
                    <a:pt x="244" y="511"/>
                  </a:lnTo>
                  <a:lnTo>
                    <a:pt x="241" y="511"/>
                  </a:lnTo>
                  <a:lnTo>
                    <a:pt x="241" y="511"/>
                  </a:lnTo>
                  <a:lnTo>
                    <a:pt x="241" y="511"/>
                  </a:lnTo>
                  <a:lnTo>
                    <a:pt x="241" y="511"/>
                  </a:lnTo>
                  <a:lnTo>
                    <a:pt x="239" y="511"/>
                  </a:lnTo>
                  <a:lnTo>
                    <a:pt x="237" y="506"/>
                  </a:lnTo>
                  <a:lnTo>
                    <a:pt x="237" y="504"/>
                  </a:lnTo>
                  <a:lnTo>
                    <a:pt x="237" y="504"/>
                  </a:lnTo>
                  <a:lnTo>
                    <a:pt x="237" y="502"/>
                  </a:lnTo>
                  <a:lnTo>
                    <a:pt x="234" y="502"/>
                  </a:lnTo>
                  <a:lnTo>
                    <a:pt x="234" y="502"/>
                  </a:lnTo>
                  <a:lnTo>
                    <a:pt x="234" y="502"/>
                  </a:lnTo>
                  <a:lnTo>
                    <a:pt x="232" y="504"/>
                  </a:lnTo>
                  <a:lnTo>
                    <a:pt x="232" y="504"/>
                  </a:lnTo>
                  <a:lnTo>
                    <a:pt x="232" y="504"/>
                  </a:lnTo>
                  <a:lnTo>
                    <a:pt x="232" y="502"/>
                  </a:lnTo>
                  <a:lnTo>
                    <a:pt x="232" y="502"/>
                  </a:lnTo>
                  <a:lnTo>
                    <a:pt x="234" y="502"/>
                  </a:lnTo>
                  <a:lnTo>
                    <a:pt x="234" y="502"/>
                  </a:lnTo>
                  <a:lnTo>
                    <a:pt x="234" y="502"/>
                  </a:lnTo>
                  <a:lnTo>
                    <a:pt x="237" y="502"/>
                  </a:lnTo>
                  <a:lnTo>
                    <a:pt x="237" y="502"/>
                  </a:lnTo>
                  <a:lnTo>
                    <a:pt x="237" y="502"/>
                  </a:lnTo>
                  <a:lnTo>
                    <a:pt x="237" y="504"/>
                  </a:lnTo>
                  <a:lnTo>
                    <a:pt x="237" y="504"/>
                  </a:lnTo>
                  <a:lnTo>
                    <a:pt x="239" y="504"/>
                  </a:lnTo>
                  <a:lnTo>
                    <a:pt x="239" y="506"/>
                  </a:lnTo>
                  <a:lnTo>
                    <a:pt x="241" y="509"/>
                  </a:lnTo>
                  <a:lnTo>
                    <a:pt x="241" y="509"/>
                  </a:lnTo>
                  <a:lnTo>
                    <a:pt x="244" y="509"/>
                  </a:lnTo>
                  <a:lnTo>
                    <a:pt x="246" y="511"/>
                  </a:lnTo>
                  <a:lnTo>
                    <a:pt x="246" y="511"/>
                  </a:lnTo>
                  <a:lnTo>
                    <a:pt x="246" y="513"/>
                  </a:lnTo>
                  <a:lnTo>
                    <a:pt x="248" y="513"/>
                  </a:lnTo>
                  <a:lnTo>
                    <a:pt x="248" y="516"/>
                  </a:lnTo>
                  <a:lnTo>
                    <a:pt x="248" y="516"/>
                  </a:lnTo>
                  <a:lnTo>
                    <a:pt x="248" y="516"/>
                  </a:lnTo>
                  <a:lnTo>
                    <a:pt x="251" y="516"/>
                  </a:lnTo>
                  <a:lnTo>
                    <a:pt x="253" y="516"/>
                  </a:lnTo>
                  <a:lnTo>
                    <a:pt x="255" y="513"/>
                  </a:lnTo>
                  <a:lnTo>
                    <a:pt x="255" y="513"/>
                  </a:lnTo>
                  <a:lnTo>
                    <a:pt x="255" y="513"/>
                  </a:lnTo>
                  <a:lnTo>
                    <a:pt x="258" y="511"/>
                  </a:lnTo>
                  <a:lnTo>
                    <a:pt x="260" y="509"/>
                  </a:lnTo>
                  <a:lnTo>
                    <a:pt x="260" y="509"/>
                  </a:lnTo>
                  <a:lnTo>
                    <a:pt x="263" y="509"/>
                  </a:lnTo>
                  <a:lnTo>
                    <a:pt x="267" y="502"/>
                  </a:lnTo>
                  <a:lnTo>
                    <a:pt x="274" y="497"/>
                  </a:lnTo>
                  <a:lnTo>
                    <a:pt x="279" y="492"/>
                  </a:lnTo>
                  <a:lnTo>
                    <a:pt x="284" y="487"/>
                  </a:lnTo>
                  <a:lnTo>
                    <a:pt x="284" y="487"/>
                  </a:lnTo>
                  <a:lnTo>
                    <a:pt x="284" y="487"/>
                  </a:lnTo>
                  <a:lnTo>
                    <a:pt x="284" y="487"/>
                  </a:lnTo>
                  <a:lnTo>
                    <a:pt x="284" y="485"/>
                  </a:lnTo>
                  <a:lnTo>
                    <a:pt x="284" y="485"/>
                  </a:lnTo>
                  <a:lnTo>
                    <a:pt x="284" y="485"/>
                  </a:lnTo>
                  <a:lnTo>
                    <a:pt x="286" y="483"/>
                  </a:lnTo>
                  <a:lnTo>
                    <a:pt x="289" y="483"/>
                  </a:lnTo>
                  <a:lnTo>
                    <a:pt x="286" y="483"/>
                  </a:lnTo>
                  <a:lnTo>
                    <a:pt x="289" y="480"/>
                  </a:lnTo>
                  <a:lnTo>
                    <a:pt x="291" y="478"/>
                  </a:lnTo>
                  <a:lnTo>
                    <a:pt x="293" y="478"/>
                  </a:lnTo>
                  <a:lnTo>
                    <a:pt x="293" y="478"/>
                  </a:lnTo>
                  <a:lnTo>
                    <a:pt x="291" y="478"/>
                  </a:lnTo>
                  <a:lnTo>
                    <a:pt x="291" y="478"/>
                  </a:lnTo>
                  <a:lnTo>
                    <a:pt x="291" y="478"/>
                  </a:lnTo>
                  <a:lnTo>
                    <a:pt x="291" y="476"/>
                  </a:lnTo>
                  <a:lnTo>
                    <a:pt x="293" y="476"/>
                  </a:lnTo>
                  <a:lnTo>
                    <a:pt x="293" y="476"/>
                  </a:lnTo>
                  <a:lnTo>
                    <a:pt x="293" y="476"/>
                  </a:lnTo>
                  <a:lnTo>
                    <a:pt x="296" y="473"/>
                  </a:lnTo>
                  <a:lnTo>
                    <a:pt x="296" y="473"/>
                  </a:lnTo>
                  <a:lnTo>
                    <a:pt x="303" y="469"/>
                  </a:lnTo>
                  <a:lnTo>
                    <a:pt x="303" y="466"/>
                  </a:lnTo>
                  <a:lnTo>
                    <a:pt x="303" y="466"/>
                  </a:lnTo>
                  <a:lnTo>
                    <a:pt x="303" y="466"/>
                  </a:lnTo>
                  <a:lnTo>
                    <a:pt x="303" y="466"/>
                  </a:lnTo>
                  <a:lnTo>
                    <a:pt x="303" y="466"/>
                  </a:lnTo>
                  <a:lnTo>
                    <a:pt x="303" y="466"/>
                  </a:lnTo>
                  <a:lnTo>
                    <a:pt x="303" y="466"/>
                  </a:lnTo>
                  <a:lnTo>
                    <a:pt x="303" y="466"/>
                  </a:lnTo>
                  <a:lnTo>
                    <a:pt x="303" y="466"/>
                  </a:lnTo>
                  <a:lnTo>
                    <a:pt x="303" y="466"/>
                  </a:lnTo>
                  <a:lnTo>
                    <a:pt x="305" y="466"/>
                  </a:lnTo>
                  <a:lnTo>
                    <a:pt x="305" y="466"/>
                  </a:lnTo>
                  <a:lnTo>
                    <a:pt x="305" y="466"/>
                  </a:lnTo>
                  <a:lnTo>
                    <a:pt x="307" y="466"/>
                  </a:lnTo>
                  <a:lnTo>
                    <a:pt x="307" y="464"/>
                  </a:lnTo>
                  <a:lnTo>
                    <a:pt x="307" y="464"/>
                  </a:lnTo>
                  <a:lnTo>
                    <a:pt x="307" y="464"/>
                  </a:lnTo>
                  <a:lnTo>
                    <a:pt x="307" y="461"/>
                  </a:lnTo>
                  <a:lnTo>
                    <a:pt x="310" y="461"/>
                  </a:lnTo>
                  <a:lnTo>
                    <a:pt x="310" y="464"/>
                  </a:lnTo>
                  <a:lnTo>
                    <a:pt x="307" y="464"/>
                  </a:lnTo>
                  <a:lnTo>
                    <a:pt x="310" y="464"/>
                  </a:lnTo>
                  <a:lnTo>
                    <a:pt x="312" y="464"/>
                  </a:lnTo>
                  <a:lnTo>
                    <a:pt x="315" y="459"/>
                  </a:lnTo>
                  <a:lnTo>
                    <a:pt x="315" y="457"/>
                  </a:lnTo>
                  <a:lnTo>
                    <a:pt x="317" y="457"/>
                  </a:lnTo>
                  <a:lnTo>
                    <a:pt x="317" y="457"/>
                  </a:lnTo>
                  <a:lnTo>
                    <a:pt x="317" y="457"/>
                  </a:lnTo>
                  <a:lnTo>
                    <a:pt x="317" y="457"/>
                  </a:lnTo>
                  <a:lnTo>
                    <a:pt x="317" y="459"/>
                  </a:lnTo>
                  <a:lnTo>
                    <a:pt x="317" y="459"/>
                  </a:lnTo>
                  <a:lnTo>
                    <a:pt x="317" y="461"/>
                  </a:lnTo>
                  <a:lnTo>
                    <a:pt x="317" y="461"/>
                  </a:lnTo>
                  <a:lnTo>
                    <a:pt x="319" y="461"/>
                  </a:lnTo>
                  <a:lnTo>
                    <a:pt x="322" y="461"/>
                  </a:lnTo>
                  <a:lnTo>
                    <a:pt x="324" y="461"/>
                  </a:lnTo>
                  <a:lnTo>
                    <a:pt x="324" y="461"/>
                  </a:lnTo>
                  <a:lnTo>
                    <a:pt x="324" y="461"/>
                  </a:lnTo>
                  <a:lnTo>
                    <a:pt x="324" y="461"/>
                  </a:lnTo>
                  <a:lnTo>
                    <a:pt x="324" y="461"/>
                  </a:lnTo>
                  <a:lnTo>
                    <a:pt x="324" y="461"/>
                  </a:lnTo>
                  <a:lnTo>
                    <a:pt x="324" y="461"/>
                  </a:lnTo>
                  <a:lnTo>
                    <a:pt x="324" y="461"/>
                  </a:lnTo>
                  <a:lnTo>
                    <a:pt x="324" y="459"/>
                  </a:lnTo>
                  <a:lnTo>
                    <a:pt x="324" y="457"/>
                  </a:lnTo>
                  <a:lnTo>
                    <a:pt x="322" y="452"/>
                  </a:lnTo>
                  <a:lnTo>
                    <a:pt x="322" y="452"/>
                  </a:lnTo>
                  <a:lnTo>
                    <a:pt x="324" y="454"/>
                  </a:lnTo>
                  <a:lnTo>
                    <a:pt x="326" y="457"/>
                  </a:lnTo>
                  <a:lnTo>
                    <a:pt x="326" y="457"/>
                  </a:lnTo>
                  <a:lnTo>
                    <a:pt x="329" y="457"/>
                  </a:lnTo>
                  <a:lnTo>
                    <a:pt x="329" y="457"/>
                  </a:lnTo>
                  <a:lnTo>
                    <a:pt x="331" y="457"/>
                  </a:lnTo>
                  <a:lnTo>
                    <a:pt x="331" y="457"/>
                  </a:lnTo>
                  <a:lnTo>
                    <a:pt x="331" y="457"/>
                  </a:lnTo>
                  <a:lnTo>
                    <a:pt x="331" y="454"/>
                  </a:lnTo>
                  <a:lnTo>
                    <a:pt x="331" y="454"/>
                  </a:lnTo>
                  <a:lnTo>
                    <a:pt x="331" y="454"/>
                  </a:lnTo>
                  <a:lnTo>
                    <a:pt x="331" y="454"/>
                  </a:lnTo>
                  <a:lnTo>
                    <a:pt x="331" y="454"/>
                  </a:lnTo>
                  <a:lnTo>
                    <a:pt x="331" y="454"/>
                  </a:lnTo>
                  <a:lnTo>
                    <a:pt x="331" y="452"/>
                  </a:lnTo>
                  <a:lnTo>
                    <a:pt x="331" y="454"/>
                  </a:lnTo>
                  <a:lnTo>
                    <a:pt x="331" y="454"/>
                  </a:lnTo>
                  <a:lnTo>
                    <a:pt x="329" y="454"/>
                  </a:lnTo>
                  <a:lnTo>
                    <a:pt x="331" y="452"/>
                  </a:lnTo>
                  <a:lnTo>
                    <a:pt x="331" y="452"/>
                  </a:lnTo>
                  <a:lnTo>
                    <a:pt x="331" y="450"/>
                  </a:lnTo>
                  <a:lnTo>
                    <a:pt x="331" y="450"/>
                  </a:lnTo>
                  <a:lnTo>
                    <a:pt x="331" y="450"/>
                  </a:lnTo>
                  <a:lnTo>
                    <a:pt x="331" y="452"/>
                  </a:lnTo>
                  <a:lnTo>
                    <a:pt x="331" y="452"/>
                  </a:lnTo>
                  <a:lnTo>
                    <a:pt x="331" y="450"/>
                  </a:lnTo>
                  <a:lnTo>
                    <a:pt x="334" y="447"/>
                  </a:lnTo>
                  <a:lnTo>
                    <a:pt x="336" y="445"/>
                  </a:lnTo>
                  <a:lnTo>
                    <a:pt x="336" y="445"/>
                  </a:lnTo>
                  <a:lnTo>
                    <a:pt x="336" y="442"/>
                  </a:lnTo>
                  <a:lnTo>
                    <a:pt x="336" y="442"/>
                  </a:lnTo>
                  <a:lnTo>
                    <a:pt x="336" y="442"/>
                  </a:lnTo>
                  <a:lnTo>
                    <a:pt x="336" y="442"/>
                  </a:lnTo>
                  <a:lnTo>
                    <a:pt x="338" y="442"/>
                  </a:lnTo>
                  <a:lnTo>
                    <a:pt x="338" y="442"/>
                  </a:lnTo>
                  <a:lnTo>
                    <a:pt x="338" y="442"/>
                  </a:lnTo>
                  <a:lnTo>
                    <a:pt x="338" y="442"/>
                  </a:lnTo>
                  <a:lnTo>
                    <a:pt x="338" y="442"/>
                  </a:lnTo>
                  <a:lnTo>
                    <a:pt x="338" y="442"/>
                  </a:lnTo>
                  <a:lnTo>
                    <a:pt x="338" y="440"/>
                  </a:lnTo>
                  <a:lnTo>
                    <a:pt x="341" y="438"/>
                  </a:lnTo>
                  <a:lnTo>
                    <a:pt x="343" y="435"/>
                  </a:lnTo>
                  <a:lnTo>
                    <a:pt x="348" y="431"/>
                  </a:lnTo>
                  <a:lnTo>
                    <a:pt x="350" y="428"/>
                  </a:lnTo>
                  <a:lnTo>
                    <a:pt x="355" y="424"/>
                  </a:lnTo>
                  <a:lnTo>
                    <a:pt x="355" y="424"/>
                  </a:lnTo>
                  <a:lnTo>
                    <a:pt x="355" y="424"/>
                  </a:lnTo>
                  <a:lnTo>
                    <a:pt x="352" y="424"/>
                  </a:lnTo>
                  <a:lnTo>
                    <a:pt x="352" y="426"/>
                  </a:lnTo>
                  <a:lnTo>
                    <a:pt x="352" y="424"/>
                  </a:lnTo>
                  <a:lnTo>
                    <a:pt x="352" y="424"/>
                  </a:lnTo>
                  <a:lnTo>
                    <a:pt x="355" y="421"/>
                  </a:lnTo>
                  <a:lnTo>
                    <a:pt x="355" y="421"/>
                  </a:lnTo>
                  <a:lnTo>
                    <a:pt x="357" y="424"/>
                  </a:lnTo>
                  <a:lnTo>
                    <a:pt x="357" y="424"/>
                  </a:lnTo>
                  <a:lnTo>
                    <a:pt x="357" y="421"/>
                  </a:lnTo>
                  <a:lnTo>
                    <a:pt x="357" y="421"/>
                  </a:lnTo>
                  <a:lnTo>
                    <a:pt x="360" y="421"/>
                  </a:lnTo>
                  <a:lnTo>
                    <a:pt x="360" y="419"/>
                  </a:lnTo>
                  <a:lnTo>
                    <a:pt x="360" y="419"/>
                  </a:lnTo>
                  <a:lnTo>
                    <a:pt x="362" y="414"/>
                  </a:lnTo>
                  <a:lnTo>
                    <a:pt x="362" y="414"/>
                  </a:lnTo>
                  <a:lnTo>
                    <a:pt x="362" y="414"/>
                  </a:lnTo>
                  <a:lnTo>
                    <a:pt x="360" y="414"/>
                  </a:lnTo>
                  <a:lnTo>
                    <a:pt x="360" y="412"/>
                  </a:lnTo>
                  <a:lnTo>
                    <a:pt x="357" y="412"/>
                  </a:lnTo>
                  <a:lnTo>
                    <a:pt x="357" y="409"/>
                  </a:lnTo>
                  <a:lnTo>
                    <a:pt x="357" y="409"/>
                  </a:lnTo>
                  <a:lnTo>
                    <a:pt x="357" y="407"/>
                  </a:lnTo>
                  <a:lnTo>
                    <a:pt x="355" y="405"/>
                  </a:lnTo>
                  <a:lnTo>
                    <a:pt x="355" y="407"/>
                  </a:lnTo>
                  <a:lnTo>
                    <a:pt x="355" y="405"/>
                  </a:lnTo>
                  <a:lnTo>
                    <a:pt x="355" y="405"/>
                  </a:lnTo>
                  <a:lnTo>
                    <a:pt x="357" y="405"/>
                  </a:lnTo>
                  <a:lnTo>
                    <a:pt x="360" y="407"/>
                  </a:lnTo>
                  <a:lnTo>
                    <a:pt x="360" y="407"/>
                  </a:lnTo>
                  <a:lnTo>
                    <a:pt x="360" y="409"/>
                  </a:lnTo>
                  <a:lnTo>
                    <a:pt x="360" y="409"/>
                  </a:lnTo>
                  <a:lnTo>
                    <a:pt x="360" y="409"/>
                  </a:lnTo>
                  <a:lnTo>
                    <a:pt x="360" y="409"/>
                  </a:lnTo>
                  <a:lnTo>
                    <a:pt x="362" y="409"/>
                  </a:lnTo>
                  <a:lnTo>
                    <a:pt x="362" y="412"/>
                  </a:lnTo>
                  <a:lnTo>
                    <a:pt x="362" y="412"/>
                  </a:lnTo>
                  <a:lnTo>
                    <a:pt x="362" y="412"/>
                  </a:lnTo>
                  <a:lnTo>
                    <a:pt x="362" y="412"/>
                  </a:lnTo>
                  <a:lnTo>
                    <a:pt x="362" y="412"/>
                  </a:lnTo>
                  <a:lnTo>
                    <a:pt x="364" y="412"/>
                  </a:lnTo>
                  <a:lnTo>
                    <a:pt x="369" y="405"/>
                  </a:lnTo>
                  <a:lnTo>
                    <a:pt x="371" y="402"/>
                  </a:lnTo>
                  <a:lnTo>
                    <a:pt x="374" y="400"/>
                  </a:lnTo>
                  <a:lnTo>
                    <a:pt x="374" y="398"/>
                  </a:lnTo>
                  <a:lnTo>
                    <a:pt x="374" y="398"/>
                  </a:lnTo>
                  <a:lnTo>
                    <a:pt x="376" y="398"/>
                  </a:lnTo>
                  <a:lnTo>
                    <a:pt x="378" y="398"/>
                  </a:lnTo>
                  <a:lnTo>
                    <a:pt x="378" y="395"/>
                  </a:lnTo>
                  <a:lnTo>
                    <a:pt x="378" y="395"/>
                  </a:lnTo>
                  <a:lnTo>
                    <a:pt x="378" y="395"/>
                  </a:lnTo>
                  <a:lnTo>
                    <a:pt x="381" y="395"/>
                  </a:lnTo>
                  <a:lnTo>
                    <a:pt x="381" y="395"/>
                  </a:lnTo>
                  <a:lnTo>
                    <a:pt x="381" y="393"/>
                  </a:lnTo>
                  <a:lnTo>
                    <a:pt x="383" y="393"/>
                  </a:lnTo>
                  <a:lnTo>
                    <a:pt x="383" y="393"/>
                  </a:lnTo>
                  <a:lnTo>
                    <a:pt x="383" y="393"/>
                  </a:lnTo>
                  <a:lnTo>
                    <a:pt x="386" y="393"/>
                  </a:lnTo>
                  <a:lnTo>
                    <a:pt x="386" y="390"/>
                  </a:lnTo>
                  <a:lnTo>
                    <a:pt x="393" y="386"/>
                  </a:lnTo>
                  <a:lnTo>
                    <a:pt x="395" y="386"/>
                  </a:lnTo>
                  <a:lnTo>
                    <a:pt x="397" y="386"/>
                  </a:lnTo>
                  <a:lnTo>
                    <a:pt x="397" y="383"/>
                  </a:lnTo>
                  <a:lnTo>
                    <a:pt x="400" y="383"/>
                  </a:lnTo>
                  <a:lnTo>
                    <a:pt x="402" y="381"/>
                  </a:lnTo>
                  <a:lnTo>
                    <a:pt x="402" y="383"/>
                  </a:lnTo>
                  <a:lnTo>
                    <a:pt x="402" y="383"/>
                  </a:lnTo>
                  <a:lnTo>
                    <a:pt x="409" y="379"/>
                  </a:lnTo>
                  <a:lnTo>
                    <a:pt x="412" y="376"/>
                  </a:lnTo>
                  <a:lnTo>
                    <a:pt x="419" y="374"/>
                  </a:lnTo>
                  <a:lnTo>
                    <a:pt x="423" y="374"/>
                  </a:lnTo>
                  <a:lnTo>
                    <a:pt x="423" y="371"/>
                  </a:lnTo>
                  <a:lnTo>
                    <a:pt x="423" y="371"/>
                  </a:lnTo>
                  <a:lnTo>
                    <a:pt x="423" y="371"/>
                  </a:lnTo>
                  <a:lnTo>
                    <a:pt x="423" y="369"/>
                  </a:lnTo>
                  <a:lnTo>
                    <a:pt x="421" y="369"/>
                  </a:lnTo>
                  <a:lnTo>
                    <a:pt x="421" y="367"/>
                  </a:lnTo>
                  <a:lnTo>
                    <a:pt x="421" y="367"/>
                  </a:lnTo>
                  <a:lnTo>
                    <a:pt x="423" y="367"/>
                  </a:lnTo>
                  <a:lnTo>
                    <a:pt x="423" y="367"/>
                  </a:lnTo>
                  <a:lnTo>
                    <a:pt x="423" y="367"/>
                  </a:lnTo>
                  <a:lnTo>
                    <a:pt x="423" y="367"/>
                  </a:lnTo>
                  <a:lnTo>
                    <a:pt x="423" y="367"/>
                  </a:lnTo>
                  <a:lnTo>
                    <a:pt x="423" y="371"/>
                  </a:lnTo>
                  <a:lnTo>
                    <a:pt x="426" y="371"/>
                  </a:lnTo>
                  <a:lnTo>
                    <a:pt x="426" y="371"/>
                  </a:lnTo>
                  <a:lnTo>
                    <a:pt x="426" y="371"/>
                  </a:lnTo>
                  <a:lnTo>
                    <a:pt x="428" y="371"/>
                  </a:lnTo>
                  <a:lnTo>
                    <a:pt x="428" y="369"/>
                  </a:lnTo>
                  <a:lnTo>
                    <a:pt x="445" y="364"/>
                  </a:lnTo>
                  <a:lnTo>
                    <a:pt x="445" y="364"/>
                  </a:lnTo>
                  <a:lnTo>
                    <a:pt x="445" y="362"/>
                  </a:lnTo>
                  <a:lnTo>
                    <a:pt x="445" y="362"/>
                  </a:lnTo>
                  <a:lnTo>
                    <a:pt x="445" y="362"/>
                  </a:lnTo>
                  <a:lnTo>
                    <a:pt x="445" y="362"/>
                  </a:lnTo>
                  <a:lnTo>
                    <a:pt x="445" y="362"/>
                  </a:lnTo>
                  <a:lnTo>
                    <a:pt x="445" y="362"/>
                  </a:lnTo>
                  <a:lnTo>
                    <a:pt x="447" y="362"/>
                  </a:lnTo>
                  <a:lnTo>
                    <a:pt x="449" y="360"/>
                  </a:lnTo>
                  <a:lnTo>
                    <a:pt x="449" y="362"/>
                  </a:lnTo>
                  <a:lnTo>
                    <a:pt x="449" y="362"/>
                  </a:lnTo>
                  <a:lnTo>
                    <a:pt x="452" y="360"/>
                  </a:lnTo>
                  <a:lnTo>
                    <a:pt x="454" y="360"/>
                  </a:lnTo>
                  <a:lnTo>
                    <a:pt x="452" y="357"/>
                  </a:lnTo>
                  <a:lnTo>
                    <a:pt x="454" y="357"/>
                  </a:lnTo>
                  <a:lnTo>
                    <a:pt x="454" y="360"/>
                  </a:lnTo>
                  <a:lnTo>
                    <a:pt x="454" y="360"/>
                  </a:lnTo>
                  <a:lnTo>
                    <a:pt x="464" y="360"/>
                  </a:lnTo>
                  <a:lnTo>
                    <a:pt x="466" y="357"/>
                  </a:lnTo>
                  <a:lnTo>
                    <a:pt x="468" y="357"/>
                  </a:lnTo>
                  <a:lnTo>
                    <a:pt x="471" y="355"/>
                  </a:lnTo>
                  <a:lnTo>
                    <a:pt x="473" y="355"/>
                  </a:lnTo>
                  <a:lnTo>
                    <a:pt x="473" y="355"/>
                  </a:lnTo>
                  <a:lnTo>
                    <a:pt x="475" y="355"/>
                  </a:lnTo>
                  <a:lnTo>
                    <a:pt x="475" y="355"/>
                  </a:lnTo>
                  <a:lnTo>
                    <a:pt x="475" y="355"/>
                  </a:lnTo>
                  <a:lnTo>
                    <a:pt x="478" y="353"/>
                  </a:lnTo>
                  <a:lnTo>
                    <a:pt x="478" y="353"/>
                  </a:lnTo>
                  <a:lnTo>
                    <a:pt x="475" y="353"/>
                  </a:lnTo>
                  <a:lnTo>
                    <a:pt x="475" y="353"/>
                  </a:lnTo>
                  <a:lnTo>
                    <a:pt x="475" y="353"/>
                  </a:lnTo>
                  <a:lnTo>
                    <a:pt x="475" y="350"/>
                  </a:lnTo>
                  <a:lnTo>
                    <a:pt x="475" y="350"/>
                  </a:lnTo>
                  <a:lnTo>
                    <a:pt x="478" y="350"/>
                  </a:lnTo>
                  <a:lnTo>
                    <a:pt x="478" y="350"/>
                  </a:lnTo>
                  <a:lnTo>
                    <a:pt x="478" y="348"/>
                  </a:lnTo>
                  <a:lnTo>
                    <a:pt x="478" y="350"/>
                  </a:lnTo>
                  <a:lnTo>
                    <a:pt x="478" y="348"/>
                  </a:lnTo>
                  <a:lnTo>
                    <a:pt x="480" y="348"/>
                  </a:lnTo>
                  <a:lnTo>
                    <a:pt x="480" y="345"/>
                  </a:lnTo>
                  <a:lnTo>
                    <a:pt x="490" y="341"/>
                  </a:lnTo>
                  <a:lnTo>
                    <a:pt x="499" y="336"/>
                  </a:lnTo>
                  <a:lnTo>
                    <a:pt x="499" y="334"/>
                  </a:lnTo>
                  <a:lnTo>
                    <a:pt x="502" y="334"/>
                  </a:lnTo>
                  <a:lnTo>
                    <a:pt x="504" y="334"/>
                  </a:lnTo>
                  <a:lnTo>
                    <a:pt x="504" y="331"/>
                  </a:lnTo>
                  <a:lnTo>
                    <a:pt x="506" y="331"/>
                  </a:lnTo>
                  <a:lnTo>
                    <a:pt x="509" y="331"/>
                  </a:lnTo>
                  <a:lnTo>
                    <a:pt x="509" y="329"/>
                  </a:lnTo>
                  <a:lnTo>
                    <a:pt x="509" y="329"/>
                  </a:lnTo>
                  <a:lnTo>
                    <a:pt x="509" y="329"/>
                  </a:lnTo>
                  <a:lnTo>
                    <a:pt x="509" y="329"/>
                  </a:lnTo>
                  <a:lnTo>
                    <a:pt x="509" y="329"/>
                  </a:lnTo>
                  <a:lnTo>
                    <a:pt x="509" y="327"/>
                  </a:lnTo>
                  <a:lnTo>
                    <a:pt x="511" y="327"/>
                  </a:lnTo>
                  <a:lnTo>
                    <a:pt x="511" y="327"/>
                  </a:lnTo>
                  <a:lnTo>
                    <a:pt x="511" y="327"/>
                  </a:lnTo>
                  <a:lnTo>
                    <a:pt x="511" y="327"/>
                  </a:lnTo>
                  <a:lnTo>
                    <a:pt x="511" y="327"/>
                  </a:lnTo>
                  <a:lnTo>
                    <a:pt x="511" y="327"/>
                  </a:lnTo>
                  <a:lnTo>
                    <a:pt x="511" y="327"/>
                  </a:lnTo>
                  <a:lnTo>
                    <a:pt x="511" y="324"/>
                  </a:lnTo>
                  <a:lnTo>
                    <a:pt x="513" y="324"/>
                  </a:lnTo>
                  <a:lnTo>
                    <a:pt x="513" y="327"/>
                  </a:lnTo>
                  <a:lnTo>
                    <a:pt x="513" y="327"/>
                  </a:lnTo>
                  <a:lnTo>
                    <a:pt x="513" y="327"/>
                  </a:lnTo>
                  <a:lnTo>
                    <a:pt x="513" y="327"/>
                  </a:lnTo>
                  <a:lnTo>
                    <a:pt x="516" y="324"/>
                  </a:lnTo>
                  <a:lnTo>
                    <a:pt x="516" y="324"/>
                  </a:lnTo>
                  <a:lnTo>
                    <a:pt x="513" y="324"/>
                  </a:lnTo>
                  <a:lnTo>
                    <a:pt x="513" y="322"/>
                  </a:lnTo>
                  <a:lnTo>
                    <a:pt x="513" y="322"/>
                  </a:lnTo>
                  <a:lnTo>
                    <a:pt x="513" y="322"/>
                  </a:lnTo>
                  <a:lnTo>
                    <a:pt x="513" y="319"/>
                  </a:lnTo>
                  <a:lnTo>
                    <a:pt x="513" y="319"/>
                  </a:lnTo>
                  <a:lnTo>
                    <a:pt x="513" y="319"/>
                  </a:lnTo>
                  <a:lnTo>
                    <a:pt x="511" y="319"/>
                  </a:lnTo>
                  <a:lnTo>
                    <a:pt x="511" y="317"/>
                  </a:lnTo>
                  <a:lnTo>
                    <a:pt x="513" y="317"/>
                  </a:lnTo>
                  <a:lnTo>
                    <a:pt x="513" y="317"/>
                  </a:lnTo>
                  <a:lnTo>
                    <a:pt x="518" y="315"/>
                  </a:lnTo>
                  <a:lnTo>
                    <a:pt x="518" y="315"/>
                  </a:lnTo>
                  <a:lnTo>
                    <a:pt x="520" y="315"/>
                  </a:lnTo>
                  <a:lnTo>
                    <a:pt x="523" y="312"/>
                  </a:lnTo>
                  <a:lnTo>
                    <a:pt x="525" y="310"/>
                  </a:lnTo>
                  <a:lnTo>
                    <a:pt x="528" y="308"/>
                  </a:lnTo>
                  <a:lnTo>
                    <a:pt x="530" y="305"/>
                  </a:lnTo>
                  <a:lnTo>
                    <a:pt x="530" y="305"/>
                  </a:lnTo>
                  <a:lnTo>
                    <a:pt x="530" y="303"/>
                  </a:lnTo>
                  <a:lnTo>
                    <a:pt x="530" y="303"/>
                  </a:lnTo>
                  <a:lnTo>
                    <a:pt x="530" y="300"/>
                  </a:lnTo>
                  <a:lnTo>
                    <a:pt x="530" y="300"/>
                  </a:lnTo>
                  <a:lnTo>
                    <a:pt x="530" y="298"/>
                  </a:lnTo>
                  <a:lnTo>
                    <a:pt x="530" y="300"/>
                  </a:lnTo>
                  <a:lnTo>
                    <a:pt x="528" y="300"/>
                  </a:lnTo>
                  <a:lnTo>
                    <a:pt x="528" y="300"/>
                  </a:lnTo>
                  <a:lnTo>
                    <a:pt x="528" y="300"/>
                  </a:lnTo>
                  <a:lnTo>
                    <a:pt x="528" y="300"/>
                  </a:lnTo>
                  <a:lnTo>
                    <a:pt x="528" y="300"/>
                  </a:lnTo>
                  <a:lnTo>
                    <a:pt x="530" y="300"/>
                  </a:lnTo>
                  <a:lnTo>
                    <a:pt x="530" y="300"/>
                  </a:lnTo>
                  <a:lnTo>
                    <a:pt x="530" y="298"/>
                  </a:lnTo>
                  <a:lnTo>
                    <a:pt x="530" y="298"/>
                  </a:lnTo>
                  <a:lnTo>
                    <a:pt x="530" y="298"/>
                  </a:lnTo>
                  <a:lnTo>
                    <a:pt x="532" y="296"/>
                  </a:lnTo>
                  <a:lnTo>
                    <a:pt x="544" y="286"/>
                  </a:lnTo>
                  <a:lnTo>
                    <a:pt x="546" y="279"/>
                  </a:lnTo>
                  <a:lnTo>
                    <a:pt x="546" y="279"/>
                  </a:lnTo>
                  <a:lnTo>
                    <a:pt x="549" y="277"/>
                  </a:lnTo>
                  <a:lnTo>
                    <a:pt x="551" y="277"/>
                  </a:lnTo>
                  <a:lnTo>
                    <a:pt x="551" y="274"/>
                  </a:lnTo>
                  <a:lnTo>
                    <a:pt x="551" y="274"/>
                  </a:lnTo>
                  <a:lnTo>
                    <a:pt x="551" y="274"/>
                  </a:lnTo>
                  <a:lnTo>
                    <a:pt x="554" y="274"/>
                  </a:lnTo>
                  <a:lnTo>
                    <a:pt x="554" y="274"/>
                  </a:lnTo>
                  <a:lnTo>
                    <a:pt x="554" y="274"/>
                  </a:lnTo>
                  <a:lnTo>
                    <a:pt x="556" y="272"/>
                  </a:lnTo>
                  <a:lnTo>
                    <a:pt x="556" y="272"/>
                  </a:lnTo>
                  <a:lnTo>
                    <a:pt x="554" y="272"/>
                  </a:lnTo>
                  <a:lnTo>
                    <a:pt x="554" y="272"/>
                  </a:lnTo>
                  <a:lnTo>
                    <a:pt x="554" y="270"/>
                  </a:lnTo>
                  <a:lnTo>
                    <a:pt x="556" y="270"/>
                  </a:lnTo>
                  <a:lnTo>
                    <a:pt x="556" y="270"/>
                  </a:lnTo>
                  <a:lnTo>
                    <a:pt x="556" y="270"/>
                  </a:lnTo>
                  <a:lnTo>
                    <a:pt x="556" y="267"/>
                  </a:lnTo>
                  <a:lnTo>
                    <a:pt x="556" y="267"/>
                  </a:lnTo>
                  <a:lnTo>
                    <a:pt x="556" y="267"/>
                  </a:lnTo>
                  <a:lnTo>
                    <a:pt x="556" y="267"/>
                  </a:lnTo>
                  <a:lnTo>
                    <a:pt x="556" y="265"/>
                  </a:lnTo>
                  <a:lnTo>
                    <a:pt x="558" y="265"/>
                  </a:lnTo>
                  <a:lnTo>
                    <a:pt x="558" y="265"/>
                  </a:lnTo>
                  <a:lnTo>
                    <a:pt x="558" y="265"/>
                  </a:lnTo>
                  <a:lnTo>
                    <a:pt x="558" y="263"/>
                  </a:lnTo>
                  <a:lnTo>
                    <a:pt x="561" y="263"/>
                  </a:lnTo>
                  <a:lnTo>
                    <a:pt x="558" y="260"/>
                  </a:lnTo>
                  <a:lnTo>
                    <a:pt x="561" y="260"/>
                  </a:lnTo>
                  <a:lnTo>
                    <a:pt x="561" y="258"/>
                  </a:lnTo>
                  <a:lnTo>
                    <a:pt x="561" y="258"/>
                  </a:lnTo>
                  <a:lnTo>
                    <a:pt x="558" y="256"/>
                  </a:lnTo>
                  <a:lnTo>
                    <a:pt x="558" y="256"/>
                  </a:lnTo>
                  <a:lnTo>
                    <a:pt x="556" y="256"/>
                  </a:lnTo>
                  <a:lnTo>
                    <a:pt x="556" y="256"/>
                  </a:lnTo>
                  <a:lnTo>
                    <a:pt x="556" y="258"/>
                  </a:lnTo>
                  <a:lnTo>
                    <a:pt x="554" y="256"/>
                  </a:lnTo>
                  <a:lnTo>
                    <a:pt x="554" y="256"/>
                  </a:lnTo>
                  <a:lnTo>
                    <a:pt x="551" y="256"/>
                  </a:lnTo>
                  <a:lnTo>
                    <a:pt x="551" y="256"/>
                  </a:lnTo>
                  <a:lnTo>
                    <a:pt x="551" y="253"/>
                  </a:lnTo>
                  <a:lnTo>
                    <a:pt x="551" y="253"/>
                  </a:lnTo>
                  <a:lnTo>
                    <a:pt x="554" y="253"/>
                  </a:lnTo>
                  <a:lnTo>
                    <a:pt x="554" y="253"/>
                  </a:lnTo>
                  <a:lnTo>
                    <a:pt x="556" y="253"/>
                  </a:lnTo>
                  <a:lnTo>
                    <a:pt x="556" y="253"/>
                  </a:lnTo>
                  <a:lnTo>
                    <a:pt x="556" y="251"/>
                  </a:lnTo>
                  <a:lnTo>
                    <a:pt x="558" y="251"/>
                  </a:lnTo>
                  <a:lnTo>
                    <a:pt x="561" y="251"/>
                  </a:lnTo>
                  <a:lnTo>
                    <a:pt x="561" y="251"/>
                  </a:lnTo>
                  <a:lnTo>
                    <a:pt x="561" y="246"/>
                  </a:lnTo>
                  <a:lnTo>
                    <a:pt x="558" y="246"/>
                  </a:lnTo>
                  <a:lnTo>
                    <a:pt x="561" y="244"/>
                  </a:lnTo>
                  <a:lnTo>
                    <a:pt x="563" y="246"/>
                  </a:lnTo>
                  <a:lnTo>
                    <a:pt x="563" y="246"/>
                  </a:lnTo>
                  <a:lnTo>
                    <a:pt x="563" y="246"/>
                  </a:lnTo>
                  <a:lnTo>
                    <a:pt x="565" y="246"/>
                  </a:lnTo>
                  <a:lnTo>
                    <a:pt x="565" y="246"/>
                  </a:lnTo>
                  <a:lnTo>
                    <a:pt x="565" y="244"/>
                  </a:lnTo>
                  <a:lnTo>
                    <a:pt x="565" y="244"/>
                  </a:lnTo>
                  <a:lnTo>
                    <a:pt x="563" y="241"/>
                  </a:lnTo>
                  <a:lnTo>
                    <a:pt x="563" y="241"/>
                  </a:lnTo>
                  <a:lnTo>
                    <a:pt x="563" y="241"/>
                  </a:lnTo>
                  <a:lnTo>
                    <a:pt x="561" y="241"/>
                  </a:lnTo>
                  <a:lnTo>
                    <a:pt x="561" y="241"/>
                  </a:lnTo>
                  <a:lnTo>
                    <a:pt x="558" y="241"/>
                  </a:lnTo>
                  <a:lnTo>
                    <a:pt x="558" y="239"/>
                  </a:lnTo>
                  <a:lnTo>
                    <a:pt x="558" y="239"/>
                  </a:lnTo>
                  <a:lnTo>
                    <a:pt x="558" y="237"/>
                  </a:lnTo>
                  <a:lnTo>
                    <a:pt x="558" y="239"/>
                  </a:lnTo>
                  <a:lnTo>
                    <a:pt x="558" y="239"/>
                  </a:lnTo>
                  <a:lnTo>
                    <a:pt x="561" y="241"/>
                  </a:lnTo>
                  <a:lnTo>
                    <a:pt x="561" y="241"/>
                  </a:lnTo>
                  <a:lnTo>
                    <a:pt x="561" y="239"/>
                  </a:lnTo>
                  <a:lnTo>
                    <a:pt x="563" y="239"/>
                  </a:lnTo>
                  <a:lnTo>
                    <a:pt x="563" y="239"/>
                  </a:lnTo>
                  <a:lnTo>
                    <a:pt x="565" y="237"/>
                  </a:lnTo>
                  <a:lnTo>
                    <a:pt x="565" y="237"/>
                  </a:lnTo>
                  <a:lnTo>
                    <a:pt x="565" y="237"/>
                  </a:lnTo>
                  <a:lnTo>
                    <a:pt x="568" y="234"/>
                  </a:lnTo>
                  <a:lnTo>
                    <a:pt x="568" y="234"/>
                  </a:lnTo>
                  <a:lnTo>
                    <a:pt x="568" y="234"/>
                  </a:lnTo>
                  <a:lnTo>
                    <a:pt x="568" y="234"/>
                  </a:lnTo>
                  <a:lnTo>
                    <a:pt x="568" y="234"/>
                  </a:lnTo>
                  <a:close/>
                  <a:moveTo>
                    <a:pt x="237" y="85"/>
                  </a:moveTo>
                  <a:lnTo>
                    <a:pt x="237" y="85"/>
                  </a:lnTo>
                  <a:lnTo>
                    <a:pt x="234" y="85"/>
                  </a:lnTo>
                  <a:lnTo>
                    <a:pt x="234" y="85"/>
                  </a:lnTo>
                  <a:lnTo>
                    <a:pt x="234" y="85"/>
                  </a:lnTo>
                  <a:lnTo>
                    <a:pt x="232" y="83"/>
                  </a:lnTo>
                  <a:lnTo>
                    <a:pt x="232" y="80"/>
                  </a:lnTo>
                  <a:lnTo>
                    <a:pt x="234" y="80"/>
                  </a:lnTo>
                  <a:lnTo>
                    <a:pt x="234" y="80"/>
                  </a:lnTo>
                  <a:lnTo>
                    <a:pt x="234" y="80"/>
                  </a:lnTo>
                  <a:lnTo>
                    <a:pt x="237" y="80"/>
                  </a:lnTo>
                  <a:lnTo>
                    <a:pt x="237" y="83"/>
                  </a:lnTo>
                  <a:lnTo>
                    <a:pt x="237" y="85"/>
                  </a:lnTo>
                  <a:close/>
                  <a:moveTo>
                    <a:pt x="244" y="85"/>
                  </a:moveTo>
                  <a:lnTo>
                    <a:pt x="244" y="87"/>
                  </a:lnTo>
                  <a:lnTo>
                    <a:pt x="241" y="87"/>
                  </a:lnTo>
                  <a:lnTo>
                    <a:pt x="241" y="87"/>
                  </a:lnTo>
                  <a:lnTo>
                    <a:pt x="239" y="87"/>
                  </a:lnTo>
                  <a:lnTo>
                    <a:pt x="239" y="87"/>
                  </a:lnTo>
                  <a:lnTo>
                    <a:pt x="239" y="87"/>
                  </a:lnTo>
                  <a:lnTo>
                    <a:pt x="239" y="85"/>
                  </a:lnTo>
                  <a:lnTo>
                    <a:pt x="239" y="85"/>
                  </a:lnTo>
                  <a:lnTo>
                    <a:pt x="239" y="83"/>
                  </a:lnTo>
                  <a:lnTo>
                    <a:pt x="239" y="83"/>
                  </a:lnTo>
                  <a:lnTo>
                    <a:pt x="241" y="83"/>
                  </a:lnTo>
                  <a:lnTo>
                    <a:pt x="241" y="83"/>
                  </a:lnTo>
                  <a:lnTo>
                    <a:pt x="244" y="83"/>
                  </a:lnTo>
                  <a:lnTo>
                    <a:pt x="244" y="83"/>
                  </a:lnTo>
                  <a:lnTo>
                    <a:pt x="244" y="85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7">
              <a:extLst>
                <a:ext uri="{FF2B5EF4-FFF2-40B4-BE49-F238E27FC236}">
                  <a16:creationId xmlns:a16="http://schemas.microsoft.com/office/drawing/2014/main" id="{8777D5D9-B51A-65C4-9D5F-D8F261B0D61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9111" y="719720"/>
              <a:ext cx="1092642" cy="1172871"/>
            </a:xfrm>
            <a:custGeom>
              <a:avLst/>
              <a:gdLst>
                <a:gd name="T0" fmla="*/ 832 w 858"/>
                <a:gd name="T1" fmla="*/ 185 h 921"/>
                <a:gd name="T2" fmla="*/ 825 w 858"/>
                <a:gd name="T3" fmla="*/ 147 h 921"/>
                <a:gd name="T4" fmla="*/ 825 w 858"/>
                <a:gd name="T5" fmla="*/ 121 h 921"/>
                <a:gd name="T6" fmla="*/ 818 w 858"/>
                <a:gd name="T7" fmla="*/ 79 h 921"/>
                <a:gd name="T8" fmla="*/ 795 w 858"/>
                <a:gd name="T9" fmla="*/ 60 h 921"/>
                <a:gd name="T10" fmla="*/ 766 w 858"/>
                <a:gd name="T11" fmla="*/ 53 h 921"/>
                <a:gd name="T12" fmla="*/ 759 w 858"/>
                <a:gd name="T13" fmla="*/ 48 h 921"/>
                <a:gd name="T14" fmla="*/ 757 w 858"/>
                <a:gd name="T15" fmla="*/ 34 h 921"/>
                <a:gd name="T16" fmla="*/ 735 w 858"/>
                <a:gd name="T17" fmla="*/ 48 h 921"/>
                <a:gd name="T18" fmla="*/ 714 w 858"/>
                <a:gd name="T19" fmla="*/ 43 h 921"/>
                <a:gd name="T20" fmla="*/ 705 w 858"/>
                <a:gd name="T21" fmla="*/ 45 h 921"/>
                <a:gd name="T22" fmla="*/ 653 w 858"/>
                <a:gd name="T23" fmla="*/ 41 h 921"/>
                <a:gd name="T24" fmla="*/ 631 w 858"/>
                <a:gd name="T25" fmla="*/ 17 h 921"/>
                <a:gd name="T26" fmla="*/ 627 w 858"/>
                <a:gd name="T27" fmla="*/ 3 h 921"/>
                <a:gd name="T28" fmla="*/ 615 w 858"/>
                <a:gd name="T29" fmla="*/ 8 h 921"/>
                <a:gd name="T30" fmla="*/ 596 w 858"/>
                <a:gd name="T31" fmla="*/ 12 h 921"/>
                <a:gd name="T32" fmla="*/ 563 w 858"/>
                <a:gd name="T33" fmla="*/ 98 h 921"/>
                <a:gd name="T34" fmla="*/ 522 w 858"/>
                <a:gd name="T35" fmla="*/ 142 h 921"/>
                <a:gd name="T36" fmla="*/ 506 w 858"/>
                <a:gd name="T37" fmla="*/ 152 h 921"/>
                <a:gd name="T38" fmla="*/ 485 w 858"/>
                <a:gd name="T39" fmla="*/ 161 h 921"/>
                <a:gd name="T40" fmla="*/ 454 w 858"/>
                <a:gd name="T41" fmla="*/ 178 h 921"/>
                <a:gd name="T42" fmla="*/ 418 w 858"/>
                <a:gd name="T43" fmla="*/ 223 h 921"/>
                <a:gd name="T44" fmla="*/ 414 w 858"/>
                <a:gd name="T45" fmla="*/ 249 h 921"/>
                <a:gd name="T46" fmla="*/ 395 w 858"/>
                <a:gd name="T47" fmla="*/ 277 h 921"/>
                <a:gd name="T48" fmla="*/ 388 w 858"/>
                <a:gd name="T49" fmla="*/ 306 h 921"/>
                <a:gd name="T50" fmla="*/ 385 w 858"/>
                <a:gd name="T51" fmla="*/ 337 h 921"/>
                <a:gd name="T52" fmla="*/ 399 w 858"/>
                <a:gd name="T53" fmla="*/ 353 h 921"/>
                <a:gd name="T54" fmla="*/ 376 w 858"/>
                <a:gd name="T55" fmla="*/ 405 h 921"/>
                <a:gd name="T56" fmla="*/ 362 w 858"/>
                <a:gd name="T57" fmla="*/ 424 h 921"/>
                <a:gd name="T58" fmla="*/ 314 w 858"/>
                <a:gd name="T59" fmla="*/ 462 h 921"/>
                <a:gd name="T60" fmla="*/ 272 w 858"/>
                <a:gd name="T61" fmla="*/ 493 h 921"/>
                <a:gd name="T62" fmla="*/ 212 w 858"/>
                <a:gd name="T63" fmla="*/ 516 h 921"/>
                <a:gd name="T64" fmla="*/ 203 w 858"/>
                <a:gd name="T65" fmla="*/ 540 h 921"/>
                <a:gd name="T66" fmla="*/ 156 w 858"/>
                <a:gd name="T67" fmla="*/ 595 h 921"/>
                <a:gd name="T68" fmla="*/ 139 w 858"/>
                <a:gd name="T69" fmla="*/ 618 h 921"/>
                <a:gd name="T70" fmla="*/ 123 w 858"/>
                <a:gd name="T71" fmla="*/ 651 h 921"/>
                <a:gd name="T72" fmla="*/ 120 w 858"/>
                <a:gd name="T73" fmla="*/ 680 h 921"/>
                <a:gd name="T74" fmla="*/ 111 w 858"/>
                <a:gd name="T75" fmla="*/ 703 h 921"/>
                <a:gd name="T76" fmla="*/ 85 w 858"/>
                <a:gd name="T77" fmla="*/ 727 h 921"/>
                <a:gd name="T78" fmla="*/ 59 w 858"/>
                <a:gd name="T79" fmla="*/ 753 h 921"/>
                <a:gd name="T80" fmla="*/ 66 w 858"/>
                <a:gd name="T81" fmla="*/ 746 h 921"/>
                <a:gd name="T82" fmla="*/ 71 w 858"/>
                <a:gd name="T83" fmla="*/ 746 h 921"/>
                <a:gd name="T84" fmla="*/ 59 w 858"/>
                <a:gd name="T85" fmla="*/ 767 h 921"/>
                <a:gd name="T86" fmla="*/ 49 w 858"/>
                <a:gd name="T87" fmla="*/ 793 h 921"/>
                <a:gd name="T88" fmla="*/ 42 w 858"/>
                <a:gd name="T89" fmla="*/ 805 h 921"/>
                <a:gd name="T90" fmla="*/ 23 w 858"/>
                <a:gd name="T91" fmla="*/ 836 h 921"/>
                <a:gd name="T92" fmla="*/ 14 w 858"/>
                <a:gd name="T93" fmla="*/ 843 h 921"/>
                <a:gd name="T94" fmla="*/ 7 w 858"/>
                <a:gd name="T95" fmla="*/ 871 h 921"/>
                <a:gd name="T96" fmla="*/ 2 w 858"/>
                <a:gd name="T97" fmla="*/ 921 h 921"/>
                <a:gd name="T98" fmla="*/ 94 w 858"/>
                <a:gd name="T99" fmla="*/ 890 h 921"/>
                <a:gd name="T100" fmla="*/ 210 w 858"/>
                <a:gd name="T101" fmla="*/ 808 h 921"/>
                <a:gd name="T102" fmla="*/ 272 w 858"/>
                <a:gd name="T103" fmla="*/ 767 h 921"/>
                <a:gd name="T104" fmla="*/ 449 w 858"/>
                <a:gd name="T105" fmla="*/ 592 h 921"/>
                <a:gd name="T106" fmla="*/ 463 w 858"/>
                <a:gd name="T107" fmla="*/ 448 h 921"/>
                <a:gd name="T108" fmla="*/ 506 w 858"/>
                <a:gd name="T109" fmla="*/ 415 h 921"/>
                <a:gd name="T110" fmla="*/ 572 w 858"/>
                <a:gd name="T111" fmla="*/ 405 h 921"/>
                <a:gd name="T112" fmla="*/ 660 w 858"/>
                <a:gd name="T113" fmla="*/ 363 h 921"/>
                <a:gd name="T114" fmla="*/ 721 w 858"/>
                <a:gd name="T115" fmla="*/ 311 h 921"/>
                <a:gd name="T116" fmla="*/ 709 w 858"/>
                <a:gd name="T117" fmla="*/ 301 h 921"/>
                <a:gd name="T118" fmla="*/ 757 w 858"/>
                <a:gd name="T119" fmla="*/ 251 h 921"/>
                <a:gd name="T120" fmla="*/ 832 w 858"/>
                <a:gd name="T121" fmla="*/ 247 h 921"/>
                <a:gd name="T122" fmla="*/ 844 w 858"/>
                <a:gd name="T123" fmla="*/ 242 h 921"/>
                <a:gd name="T124" fmla="*/ 856 w 858"/>
                <a:gd name="T125" fmla="*/ 225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58" h="921">
                  <a:moveTo>
                    <a:pt x="858" y="221"/>
                  </a:moveTo>
                  <a:lnTo>
                    <a:pt x="842" y="209"/>
                  </a:lnTo>
                  <a:lnTo>
                    <a:pt x="839" y="209"/>
                  </a:lnTo>
                  <a:lnTo>
                    <a:pt x="837" y="206"/>
                  </a:lnTo>
                  <a:lnTo>
                    <a:pt x="830" y="195"/>
                  </a:lnTo>
                  <a:lnTo>
                    <a:pt x="832" y="192"/>
                  </a:lnTo>
                  <a:lnTo>
                    <a:pt x="832" y="192"/>
                  </a:lnTo>
                  <a:lnTo>
                    <a:pt x="832" y="192"/>
                  </a:lnTo>
                  <a:lnTo>
                    <a:pt x="835" y="192"/>
                  </a:lnTo>
                  <a:lnTo>
                    <a:pt x="835" y="190"/>
                  </a:lnTo>
                  <a:lnTo>
                    <a:pt x="835" y="190"/>
                  </a:lnTo>
                  <a:lnTo>
                    <a:pt x="835" y="187"/>
                  </a:lnTo>
                  <a:lnTo>
                    <a:pt x="835" y="187"/>
                  </a:lnTo>
                  <a:lnTo>
                    <a:pt x="832" y="185"/>
                  </a:lnTo>
                  <a:lnTo>
                    <a:pt x="832" y="185"/>
                  </a:lnTo>
                  <a:lnTo>
                    <a:pt x="830" y="183"/>
                  </a:lnTo>
                  <a:lnTo>
                    <a:pt x="828" y="180"/>
                  </a:lnTo>
                  <a:lnTo>
                    <a:pt x="828" y="180"/>
                  </a:lnTo>
                  <a:lnTo>
                    <a:pt x="828" y="178"/>
                  </a:lnTo>
                  <a:lnTo>
                    <a:pt x="825" y="176"/>
                  </a:lnTo>
                  <a:lnTo>
                    <a:pt x="823" y="173"/>
                  </a:lnTo>
                  <a:lnTo>
                    <a:pt x="823" y="166"/>
                  </a:lnTo>
                  <a:lnTo>
                    <a:pt x="825" y="166"/>
                  </a:lnTo>
                  <a:lnTo>
                    <a:pt x="825" y="164"/>
                  </a:lnTo>
                  <a:lnTo>
                    <a:pt x="825" y="159"/>
                  </a:lnTo>
                  <a:lnTo>
                    <a:pt x="828" y="159"/>
                  </a:lnTo>
                  <a:lnTo>
                    <a:pt x="828" y="157"/>
                  </a:lnTo>
                  <a:lnTo>
                    <a:pt x="828" y="154"/>
                  </a:lnTo>
                  <a:lnTo>
                    <a:pt x="825" y="150"/>
                  </a:lnTo>
                  <a:lnTo>
                    <a:pt x="825" y="147"/>
                  </a:lnTo>
                  <a:lnTo>
                    <a:pt x="823" y="147"/>
                  </a:lnTo>
                  <a:lnTo>
                    <a:pt x="821" y="147"/>
                  </a:lnTo>
                  <a:lnTo>
                    <a:pt x="821" y="147"/>
                  </a:lnTo>
                  <a:lnTo>
                    <a:pt x="821" y="145"/>
                  </a:lnTo>
                  <a:lnTo>
                    <a:pt x="821" y="145"/>
                  </a:lnTo>
                  <a:lnTo>
                    <a:pt x="821" y="145"/>
                  </a:lnTo>
                  <a:lnTo>
                    <a:pt x="823" y="142"/>
                  </a:lnTo>
                  <a:lnTo>
                    <a:pt x="823" y="142"/>
                  </a:lnTo>
                  <a:lnTo>
                    <a:pt x="823" y="142"/>
                  </a:lnTo>
                  <a:lnTo>
                    <a:pt x="823" y="140"/>
                  </a:lnTo>
                  <a:lnTo>
                    <a:pt x="823" y="140"/>
                  </a:lnTo>
                  <a:lnTo>
                    <a:pt x="823" y="135"/>
                  </a:lnTo>
                  <a:lnTo>
                    <a:pt x="823" y="133"/>
                  </a:lnTo>
                  <a:lnTo>
                    <a:pt x="825" y="124"/>
                  </a:lnTo>
                  <a:lnTo>
                    <a:pt x="825" y="121"/>
                  </a:lnTo>
                  <a:lnTo>
                    <a:pt x="825" y="121"/>
                  </a:lnTo>
                  <a:lnTo>
                    <a:pt x="825" y="119"/>
                  </a:lnTo>
                  <a:lnTo>
                    <a:pt x="821" y="107"/>
                  </a:lnTo>
                  <a:lnTo>
                    <a:pt x="818" y="105"/>
                  </a:lnTo>
                  <a:lnTo>
                    <a:pt x="818" y="102"/>
                  </a:lnTo>
                  <a:lnTo>
                    <a:pt x="823" y="95"/>
                  </a:lnTo>
                  <a:lnTo>
                    <a:pt x="823" y="95"/>
                  </a:lnTo>
                  <a:lnTo>
                    <a:pt x="821" y="95"/>
                  </a:lnTo>
                  <a:lnTo>
                    <a:pt x="813" y="88"/>
                  </a:lnTo>
                  <a:lnTo>
                    <a:pt x="813" y="86"/>
                  </a:lnTo>
                  <a:lnTo>
                    <a:pt x="818" y="83"/>
                  </a:lnTo>
                  <a:lnTo>
                    <a:pt x="818" y="79"/>
                  </a:lnTo>
                  <a:lnTo>
                    <a:pt x="818" y="79"/>
                  </a:lnTo>
                  <a:lnTo>
                    <a:pt x="818" y="79"/>
                  </a:lnTo>
                  <a:lnTo>
                    <a:pt x="818" y="79"/>
                  </a:lnTo>
                  <a:lnTo>
                    <a:pt x="813" y="74"/>
                  </a:lnTo>
                  <a:lnTo>
                    <a:pt x="811" y="71"/>
                  </a:lnTo>
                  <a:lnTo>
                    <a:pt x="809" y="71"/>
                  </a:lnTo>
                  <a:lnTo>
                    <a:pt x="806" y="69"/>
                  </a:lnTo>
                  <a:lnTo>
                    <a:pt x="806" y="69"/>
                  </a:lnTo>
                  <a:lnTo>
                    <a:pt x="806" y="67"/>
                  </a:lnTo>
                  <a:lnTo>
                    <a:pt x="806" y="67"/>
                  </a:lnTo>
                  <a:lnTo>
                    <a:pt x="806" y="67"/>
                  </a:lnTo>
                  <a:lnTo>
                    <a:pt x="804" y="67"/>
                  </a:lnTo>
                  <a:lnTo>
                    <a:pt x="802" y="64"/>
                  </a:lnTo>
                  <a:lnTo>
                    <a:pt x="799" y="64"/>
                  </a:lnTo>
                  <a:lnTo>
                    <a:pt x="799" y="62"/>
                  </a:lnTo>
                  <a:lnTo>
                    <a:pt x="797" y="62"/>
                  </a:lnTo>
                  <a:lnTo>
                    <a:pt x="795" y="60"/>
                  </a:lnTo>
                  <a:lnTo>
                    <a:pt x="795" y="60"/>
                  </a:lnTo>
                  <a:lnTo>
                    <a:pt x="795" y="55"/>
                  </a:lnTo>
                  <a:lnTo>
                    <a:pt x="795" y="55"/>
                  </a:lnTo>
                  <a:lnTo>
                    <a:pt x="792" y="55"/>
                  </a:lnTo>
                  <a:lnTo>
                    <a:pt x="792" y="55"/>
                  </a:lnTo>
                  <a:lnTo>
                    <a:pt x="790" y="55"/>
                  </a:lnTo>
                  <a:lnTo>
                    <a:pt x="785" y="53"/>
                  </a:lnTo>
                  <a:lnTo>
                    <a:pt x="783" y="53"/>
                  </a:lnTo>
                  <a:lnTo>
                    <a:pt x="783" y="53"/>
                  </a:lnTo>
                  <a:lnTo>
                    <a:pt x="780" y="55"/>
                  </a:lnTo>
                  <a:lnTo>
                    <a:pt x="780" y="55"/>
                  </a:lnTo>
                  <a:lnTo>
                    <a:pt x="780" y="55"/>
                  </a:lnTo>
                  <a:lnTo>
                    <a:pt x="778" y="55"/>
                  </a:lnTo>
                  <a:lnTo>
                    <a:pt x="771" y="55"/>
                  </a:lnTo>
                  <a:lnTo>
                    <a:pt x="769" y="53"/>
                  </a:lnTo>
                  <a:lnTo>
                    <a:pt x="766" y="53"/>
                  </a:lnTo>
                  <a:lnTo>
                    <a:pt x="764" y="50"/>
                  </a:lnTo>
                  <a:lnTo>
                    <a:pt x="764" y="50"/>
                  </a:lnTo>
                  <a:lnTo>
                    <a:pt x="761" y="45"/>
                  </a:lnTo>
                  <a:lnTo>
                    <a:pt x="759" y="45"/>
                  </a:lnTo>
                  <a:lnTo>
                    <a:pt x="759" y="45"/>
                  </a:lnTo>
                  <a:lnTo>
                    <a:pt x="761" y="48"/>
                  </a:lnTo>
                  <a:lnTo>
                    <a:pt x="764" y="53"/>
                  </a:lnTo>
                  <a:lnTo>
                    <a:pt x="766" y="55"/>
                  </a:lnTo>
                  <a:lnTo>
                    <a:pt x="764" y="55"/>
                  </a:lnTo>
                  <a:lnTo>
                    <a:pt x="761" y="53"/>
                  </a:lnTo>
                  <a:lnTo>
                    <a:pt x="759" y="53"/>
                  </a:lnTo>
                  <a:lnTo>
                    <a:pt x="759" y="50"/>
                  </a:lnTo>
                  <a:lnTo>
                    <a:pt x="759" y="50"/>
                  </a:lnTo>
                  <a:lnTo>
                    <a:pt x="759" y="50"/>
                  </a:lnTo>
                  <a:lnTo>
                    <a:pt x="759" y="48"/>
                  </a:lnTo>
                  <a:lnTo>
                    <a:pt x="759" y="45"/>
                  </a:lnTo>
                  <a:lnTo>
                    <a:pt x="759" y="45"/>
                  </a:lnTo>
                  <a:lnTo>
                    <a:pt x="759" y="45"/>
                  </a:lnTo>
                  <a:lnTo>
                    <a:pt x="759" y="43"/>
                  </a:lnTo>
                  <a:lnTo>
                    <a:pt x="757" y="45"/>
                  </a:lnTo>
                  <a:lnTo>
                    <a:pt x="754" y="43"/>
                  </a:lnTo>
                  <a:lnTo>
                    <a:pt x="754" y="41"/>
                  </a:lnTo>
                  <a:lnTo>
                    <a:pt x="757" y="41"/>
                  </a:lnTo>
                  <a:lnTo>
                    <a:pt x="757" y="41"/>
                  </a:lnTo>
                  <a:lnTo>
                    <a:pt x="757" y="41"/>
                  </a:lnTo>
                  <a:lnTo>
                    <a:pt x="757" y="38"/>
                  </a:lnTo>
                  <a:lnTo>
                    <a:pt x="757" y="36"/>
                  </a:lnTo>
                  <a:lnTo>
                    <a:pt x="757" y="34"/>
                  </a:lnTo>
                  <a:lnTo>
                    <a:pt x="757" y="34"/>
                  </a:lnTo>
                  <a:lnTo>
                    <a:pt x="757" y="34"/>
                  </a:lnTo>
                  <a:lnTo>
                    <a:pt x="754" y="34"/>
                  </a:lnTo>
                  <a:lnTo>
                    <a:pt x="754" y="34"/>
                  </a:lnTo>
                  <a:lnTo>
                    <a:pt x="754" y="34"/>
                  </a:lnTo>
                  <a:lnTo>
                    <a:pt x="754" y="34"/>
                  </a:lnTo>
                  <a:lnTo>
                    <a:pt x="754" y="36"/>
                  </a:lnTo>
                  <a:lnTo>
                    <a:pt x="752" y="41"/>
                  </a:lnTo>
                  <a:lnTo>
                    <a:pt x="750" y="43"/>
                  </a:lnTo>
                  <a:lnTo>
                    <a:pt x="750" y="43"/>
                  </a:lnTo>
                  <a:lnTo>
                    <a:pt x="747" y="43"/>
                  </a:lnTo>
                  <a:lnTo>
                    <a:pt x="747" y="43"/>
                  </a:lnTo>
                  <a:lnTo>
                    <a:pt x="747" y="43"/>
                  </a:lnTo>
                  <a:lnTo>
                    <a:pt x="747" y="43"/>
                  </a:lnTo>
                  <a:lnTo>
                    <a:pt x="745" y="45"/>
                  </a:lnTo>
                  <a:lnTo>
                    <a:pt x="742" y="45"/>
                  </a:lnTo>
                  <a:lnTo>
                    <a:pt x="735" y="48"/>
                  </a:lnTo>
                  <a:lnTo>
                    <a:pt x="733" y="50"/>
                  </a:lnTo>
                  <a:lnTo>
                    <a:pt x="731" y="48"/>
                  </a:lnTo>
                  <a:lnTo>
                    <a:pt x="731" y="48"/>
                  </a:lnTo>
                  <a:lnTo>
                    <a:pt x="731" y="48"/>
                  </a:lnTo>
                  <a:lnTo>
                    <a:pt x="728" y="48"/>
                  </a:lnTo>
                  <a:lnTo>
                    <a:pt x="728" y="48"/>
                  </a:lnTo>
                  <a:lnTo>
                    <a:pt x="728" y="48"/>
                  </a:lnTo>
                  <a:lnTo>
                    <a:pt x="728" y="48"/>
                  </a:lnTo>
                  <a:lnTo>
                    <a:pt x="726" y="48"/>
                  </a:lnTo>
                  <a:lnTo>
                    <a:pt x="721" y="45"/>
                  </a:lnTo>
                  <a:lnTo>
                    <a:pt x="721" y="45"/>
                  </a:lnTo>
                  <a:lnTo>
                    <a:pt x="719" y="43"/>
                  </a:lnTo>
                  <a:lnTo>
                    <a:pt x="716" y="43"/>
                  </a:lnTo>
                  <a:lnTo>
                    <a:pt x="716" y="43"/>
                  </a:lnTo>
                  <a:lnTo>
                    <a:pt x="714" y="43"/>
                  </a:lnTo>
                  <a:lnTo>
                    <a:pt x="714" y="45"/>
                  </a:lnTo>
                  <a:lnTo>
                    <a:pt x="714" y="45"/>
                  </a:lnTo>
                  <a:lnTo>
                    <a:pt x="712" y="48"/>
                  </a:lnTo>
                  <a:lnTo>
                    <a:pt x="712" y="48"/>
                  </a:lnTo>
                  <a:lnTo>
                    <a:pt x="709" y="48"/>
                  </a:lnTo>
                  <a:lnTo>
                    <a:pt x="709" y="48"/>
                  </a:lnTo>
                  <a:lnTo>
                    <a:pt x="707" y="48"/>
                  </a:lnTo>
                  <a:lnTo>
                    <a:pt x="707" y="48"/>
                  </a:lnTo>
                  <a:lnTo>
                    <a:pt x="705" y="48"/>
                  </a:lnTo>
                  <a:lnTo>
                    <a:pt x="705" y="48"/>
                  </a:lnTo>
                  <a:lnTo>
                    <a:pt x="705" y="45"/>
                  </a:lnTo>
                  <a:lnTo>
                    <a:pt x="705" y="45"/>
                  </a:lnTo>
                  <a:lnTo>
                    <a:pt x="705" y="45"/>
                  </a:lnTo>
                  <a:lnTo>
                    <a:pt x="705" y="45"/>
                  </a:lnTo>
                  <a:lnTo>
                    <a:pt x="705" y="45"/>
                  </a:lnTo>
                  <a:lnTo>
                    <a:pt x="705" y="45"/>
                  </a:lnTo>
                  <a:lnTo>
                    <a:pt x="702" y="45"/>
                  </a:lnTo>
                  <a:lnTo>
                    <a:pt x="698" y="45"/>
                  </a:lnTo>
                  <a:lnTo>
                    <a:pt x="693" y="48"/>
                  </a:lnTo>
                  <a:lnTo>
                    <a:pt x="686" y="50"/>
                  </a:lnTo>
                  <a:lnTo>
                    <a:pt x="683" y="53"/>
                  </a:lnTo>
                  <a:lnTo>
                    <a:pt x="681" y="53"/>
                  </a:lnTo>
                  <a:lnTo>
                    <a:pt x="681" y="53"/>
                  </a:lnTo>
                  <a:lnTo>
                    <a:pt x="674" y="50"/>
                  </a:lnTo>
                  <a:lnTo>
                    <a:pt x="674" y="50"/>
                  </a:lnTo>
                  <a:lnTo>
                    <a:pt x="667" y="48"/>
                  </a:lnTo>
                  <a:lnTo>
                    <a:pt x="660" y="45"/>
                  </a:lnTo>
                  <a:lnTo>
                    <a:pt x="657" y="45"/>
                  </a:lnTo>
                  <a:lnTo>
                    <a:pt x="655" y="43"/>
                  </a:lnTo>
                  <a:lnTo>
                    <a:pt x="653" y="41"/>
                  </a:lnTo>
                  <a:lnTo>
                    <a:pt x="650" y="41"/>
                  </a:lnTo>
                  <a:lnTo>
                    <a:pt x="648" y="38"/>
                  </a:lnTo>
                  <a:lnTo>
                    <a:pt x="648" y="36"/>
                  </a:lnTo>
                  <a:lnTo>
                    <a:pt x="645" y="36"/>
                  </a:lnTo>
                  <a:lnTo>
                    <a:pt x="645" y="36"/>
                  </a:lnTo>
                  <a:lnTo>
                    <a:pt x="643" y="36"/>
                  </a:lnTo>
                  <a:lnTo>
                    <a:pt x="643" y="34"/>
                  </a:lnTo>
                  <a:lnTo>
                    <a:pt x="638" y="29"/>
                  </a:lnTo>
                  <a:lnTo>
                    <a:pt x="636" y="27"/>
                  </a:lnTo>
                  <a:lnTo>
                    <a:pt x="634" y="24"/>
                  </a:lnTo>
                  <a:lnTo>
                    <a:pt x="634" y="24"/>
                  </a:lnTo>
                  <a:lnTo>
                    <a:pt x="634" y="22"/>
                  </a:lnTo>
                  <a:lnTo>
                    <a:pt x="631" y="19"/>
                  </a:lnTo>
                  <a:lnTo>
                    <a:pt x="631" y="19"/>
                  </a:lnTo>
                  <a:lnTo>
                    <a:pt x="631" y="17"/>
                  </a:lnTo>
                  <a:lnTo>
                    <a:pt x="631" y="17"/>
                  </a:lnTo>
                  <a:lnTo>
                    <a:pt x="631" y="17"/>
                  </a:lnTo>
                  <a:lnTo>
                    <a:pt x="631" y="17"/>
                  </a:lnTo>
                  <a:lnTo>
                    <a:pt x="631" y="17"/>
                  </a:lnTo>
                  <a:lnTo>
                    <a:pt x="629" y="17"/>
                  </a:lnTo>
                  <a:lnTo>
                    <a:pt x="629" y="17"/>
                  </a:lnTo>
                  <a:lnTo>
                    <a:pt x="629" y="15"/>
                  </a:lnTo>
                  <a:lnTo>
                    <a:pt x="629" y="12"/>
                  </a:lnTo>
                  <a:lnTo>
                    <a:pt x="629" y="10"/>
                  </a:lnTo>
                  <a:lnTo>
                    <a:pt x="629" y="8"/>
                  </a:lnTo>
                  <a:lnTo>
                    <a:pt x="629" y="5"/>
                  </a:lnTo>
                  <a:lnTo>
                    <a:pt x="629" y="5"/>
                  </a:lnTo>
                  <a:lnTo>
                    <a:pt x="627" y="5"/>
                  </a:lnTo>
                  <a:lnTo>
                    <a:pt x="627" y="5"/>
                  </a:lnTo>
                  <a:lnTo>
                    <a:pt x="627" y="3"/>
                  </a:lnTo>
                  <a:lnTo>
                    <a:pt x="624" y="0"/>
                  </a:lnTo>
                  <a:lnTo>
                    <a:pt x="624" y="0"/>
                  </a:lnTo>
                  <a:lnTo>
                    <a:pt x="624" y="0"/>
                  </a:lnTo>
                  <a:lnTo>
                    <a:pt x="624" y="0"/>
                  </a:lnTo>
                  <a:lnTo>
                    <a:pt x="624" y="3"/>
                  </a:lnTo>
                  <a:lnTo>
                    <a:pt x="624" y="3"/>
                  </a:lnTo>
                  <a:lnTo>
                    <a:pt x="624" y="3"/>
                  </a:lnTo>
                  <a:lnTo>
                    <a:pt x="624" y="3"/>
                  </a:lnTo>
                  <a:lnTo>
                    <a:pt x="624" y="3"/>
                  </a:lnTo>
                  <a:lnTo>
                    <a:pt x="622" y="3"/>
                  </a:lnTo>
                  <a:lnTo>
                    <a:pt x="622" y="3"/>
                  </a:lnTo>
                  <a:lnTo>
                    <a:pt x="619" y="3"/>
                  </a:lnTo>
                  <a:lnTo>
                    <a:pt x="619" y="5"/>
                  </a:lnTo>
                  <a:lnTo>
                    <a:pt x="617" y="5"/>
                  </a:lnTo>
                  <a:lnTo>
                    <a:pt x="615" y="8"/>
                  </a:lnTo>
                  <a:lnTo>
                    <a:pt x="615" y="8"/>
                  </a:lnTo>
                  <a:lnTo>
                    <a:pt x="612" y="8"/>
                  </a:lnTo>
                  <a:lnTo>
                    <a:pt x="610" y="8"/>
                  </a:lnTo>
                  <a:lnTo>
                    <a:pt x="610" y="8"/>
                  </a:lnTo>
                  <a:lnTo>
                    <a:pt x="610" y="8"/>
                  </a:lnTo>
                  <a:lnTo>
                    <a:pt x="608" y="8"/>
                  </a:lnTo>
                  <a:lnTo>
                    <a:pt x="608" y="8"/>
                  </a:lnTo>
                  <a:lnTo>
                    <a:pt x="608" y="8"/>
                  </a:lnTo>
                  <a:lnTo>
                    <a:pt x="605" y="10"/>
                  </a:lnTo>
                  <a:lnTo>
                    <a:pt x="605" y="10"/>
                  </a:lnTo>
                  <a:lnTo>
                    <a:pt x="601" y="10"/>
                  </a:lnTo>
                  <a:lnTo>
                    <a:pt x="598" y="10"/>
                  </a:lnTo>
                  <a:lnTo>
                    <a:pt x="598" y="10"/>
                  </a:lnTo>
                  <a:lnTo>
                    <a:pt x="596" y="12"/>
                  </a:lnTo>
                  <a:lnTo>
                    <a:pt x="596" y="12"/>
                  </a:lnTo>
                  <a:lnTo>
                    <a:pt x="596" y="17"/>
                  </a:lnTo>
                  <a:lnTo>
                    <a:pt x="596" y="17"/>
                  </a:lnTo>
                  <a:lnTo>
                    <a:pt x="596" y="17"/>
                  </a:lnTo>
                  <a:lnTo>
                    <a:pt x="596" y="19"/>
                  </a:lnTo>
                  <a:lnTo>
                    <a:pt x="596" y="19"/>
                  </a:lnTo>
                  <a:lnTo>
                    <a:pt x="593" y="22"/>
                  </a:lnTo>
                  <a:lnTo>
                    <a:pt x="593" y="24"/>
                  </a:lnTo>
                  <a:lnTo>
                    <a:pt x="591" y="27"/>
                  </a:lnTo>
                  <a:lnTo>
                    <a:pt x="591" y="29"/>
                  </a:lnTo>
                  <a:lnTo>
                    <a:pt x="591" y="29"/>
                  </a:lnTo>
                  <a:lnTo>
                    <a:pt x="582" y="53"/>
                  </a:lnTo>
                  <a:lnTo>
                    <a:pt x="577" y="69"/>
                  </a:lnTo>
                  <a:lnTo>
                    <a:pt x="565" y="93"/>
                  </a:lnTo>
                  <a:lnTo>
                    <a:pt x="565" y="95"/>
                  </a:lnTo>
                  <a:lnTo>
                    <a:pt x="563" y="98"/>
                  </a:lnTo>
                  <a:lnTo>
                    <a:pt x="563" y="100"/>
                  </a:lnTo>
                  <a:lnTo>
                    <a:pt x="558" y="109"/>
                  </a:lnTo>
                  <a:lnTo>
                    <a:pt x="553" y="116"/>
                  </a:lnTo>
                  <a:lnTo>
                    <a:pt x="548" y="124"/>
                  </a:lnTo>
                  <a:lnTo>
                    <a:pt x="544" y="131"/>
                  </a:lnTo>
                  <a:lnTo>
                    <a:pt x="539" y="135"/>
                  </a:lnTo>
                  <a:lnTo>
                    <a:pt x="537" y="135"/>
                  </a:lnTo>
                  <a:lnTo>
                    <a:pt x="534" y="138"/>
                  </a:lnTo>
                  <a:lnTo>
                    <a:pt x="534" y="138"/>
                  </a:lnTo>
                  <a:lnTo>
                    <a:pt x="534" y="138"/>
                  </a:lnTo>
                  <a:lnTo>
                    <a:pt x="532" y="138"/>
                  </a:lnTo>
                  <a:lnTo>
                    <a:pt x="530" y="138"/>
                  </a:lnTo>
                  <a:lnTo>
                    <a:pt x="527" y="140"/>
                  </a:lnTo>
                  <a:lnTo>
                    <a:pt x="525" y="140"/>
                  </a:lnTo>
                  <a:lnTo>
                    <a:pt x="522" y="142"/>
                  </a:lnTo>
                  <a:lnTo>
                    <a:pt x="520" y="145"/>
                  </a:lnTo>
                  <a:lnTo>
                    <a:pt x="520" y="145"/>
                  </a:lnTo>
                  <a:lnTo>
                    <a:pt x="518" y="145"/>
                  </a:lnTo>
                  <a:lnTo>
                    <a:pt x="520" y="142"/>
                  </a:lnTo>
                  <a:lnTo>
                    <a:pt x="518" y="145"/>
                  </a:lnTo>
                  <a:lnTo>
                    <a:pt x="515" y="145"/>
                  </a:lnTo>
                  <a:lnTo>
                    <a:pt x="515" y="147"/>
                  </a:lnTo>
                  <a:lnTo>
                    <a:pt x="513" y="150"/>
                  </a:lnTo>
                  <a:lnTo>
                    <a:pt x="513" y="150"/>
                  </a:lnTo>
                  <a:lnTo>
                    <a:pt x="511" y="150"/>
                  </a:lnTo>
                  <a:lnTo>
                    <a:pt x="511" y="150"/>
                  </a:lnTo>
                  <a:lnTo>
                    <a:pt x="508" y="150"/>
                  </a:lnTo>
                  <a:lnTo>
                    <a:pt x="508" y="152"/>
                  </a:lnTo>
                  <a:lnTo>
                    <a:pt x="508" y="152"/>
                  </a:lnTo>
                  <a:lnTo>
                    <a:pt x="506" y="152"/>
                  </a:lnTo>
                  <a:lnTo>
                    <a:pt x="506" y="152"/>
                  </a:lnTo>
                  <a:lnTo>
                    <a:pt x="506" y="152"/>
                  </a:lnTo>
                  <a:lnTo>
                    <a:pt x="506" y="152"/>
                  </a:lnTo>
                  <a:lnTo>
                    <a:pt x="504" y="152"/>
                  </a:lnTo>
                  <a:lnTo>
                    <a:pt x="504" y="152"/>
                  </a:lnTo>
                  <a:lnTo>
                    <a:pt x="501" y="152"/>
                  </a:lnTo>
                  <a:lnTo>
                    <a:pt x="501" y="154"/>
                  </a:lnTo>
                  <a:lnTo>
                    <a:pt x="501" y="154"/>
                  </a:lnTo>
                  <a:lnTo>
                    <a:pt x="499" y="154"/>
                  </a:lnTo>
                  <a:lnTo>
                    <a:pt x="494" y="157"/>
                  </a:lnTo>
                  <a:lnTo>
                    <a:pt x="494" y="157"/>
                  </a:lnTo>
                  <a:lnTo>
                    <a:pt x="492" y="159"/>
                  </a:lnTo>
                  <a:lnTo>
                    <a:pt x="492" y="159"/>
                  </a:lnTo>
                  <a:lnTo>
                    <a:pt x="489" y="159"/>
                  </a:lnTo>
                  <a:lnTo>
                    <a:pt x="485" y="161"/>
                  </a:lnTo>
                  <a:lnTo>
                    <a:pt x="480" y="164"/>
                  </a:lnTo>
                  <a:lnTo>
                    <a:pt x="473" y="164"/>
                  </a:lnTo>
                  <a:lnTo>
                    <a:pt x="470" y="166"/>
                  </a:lnTo>
                  <a:lnTo>
                    <a:pt x="468" y="166"/>
                  </a:lnTo>
                  <a:lnTo>
                    <a:pt x="466" y="171"/>
                  </a:lnTo>
                  <a:lnTo>
                    <a:pt x="463" y="173"/>
                  </a:lnTo>
                  <a:lnTo>
                    <a:pt x="461" y="173"/>
                  </a:lnTo>
                  <a:lnTo>
                    <a:pt x="461" y="173"/>
                  </a:lnTo>
                  <a:lnTo>
                    <a:pt x="461" y="173"/>
                  </a:lnTo>
                  <a:lnTo>
                    <a:pt x="459" y="173"/>
                  </a:lnTo>
                  <a:lnTo>
                    <a:pt x="459" y="173"/>
                  </a:lnTo>
                  <a:lnTo>
                    <a:pt x="459" y="173"/>
                  </a:lnTo>
                  <a:lnTo>
                    <a:pt x="459" y="173"/>
                  </a:lnTo>
                  <a:lnTo>
                    <a:pt x="454" y="178"/>
                  </a:lnTo>
                  <a:lnTo>
                    <a:pt x="454" y="178"/>
                  </a:lnTo>
                  <a:lnTo>
                    <a:pt x="454" y="180"/>
                  </a:lnTo>
                  <a:lnTo>
                    <a:pt x="454" y="180"/>
                  </a:lnTo>
                  <a:lnTo>
                    <a:pt x="451" y="183"/>
                  </a:lnTo>
                  <a:lnTo>
                    <a:pt x="447" y="190"/>
                  </a:lnTo>
                  <a:lnTo>
                    <a:pt x="440" y="197"/>
                  </a:lnTo>
                  <a:lnTo>
                    <a:pt x="437" y="199"/>
                  </a:lnTo>
                  <a:lnTo>
                    <a:pt x="433" y="204"/>
                  </a:lnTo>
                  <a:lnTo>
                    <a:pt x="428" y="211"/>
                  </a:lnTo>
                  <a:lnTo>
                    <a:pt x="418" y="216"/>
                  </a:lnTo>
                  <a:lnTo>
                    <a:pt x="418" y="218"/>
                  </a:lnTo>
                  <a:lnTo>
                    <a:pt x="418" y="221"/>
                  </a:lnTo>
                  <a:lnTo>
                    <a:pt x="418" y="221"/>
                  </a:lnTo>
                  <a:lnTo>
                    <a:pt x="418" y="223"/>
                  </a:lnTo>
                  <a:lnTo>
                    <a:pt x="418" y="223"/>
                  </a:lnTo>
                  <a:lnTo>
                    <a:pt x="418" y="223"/>
                  </a:lnTo>
                  <a:lnTo>
                    <a:pt x="418" y="225"/>
                  </a:lnTo>
                  <a:lnTo>
                    <a:pt x="418" y="225"/>
                  </a:lnTo>
                  <a:lnTo>
                    <a:pt x="418" y="230"/>
                  </a:lnTo>
                  <a:lnTo>
                    <a:pt x="418" y="230"/>
                  </a:lnTo>
                  <a:lnTo>
                    <a:pt x="416" y="230"/>
                  </a:lnTo>
                  <a:lnTo>
                    <a:pt x="418" y="232"/>
                  </a:lnTo>
                  <a:lnTo>
                    <a:pt x="418" y="232"/>
                  </a:lnTo>
                  <a:lnTo>
                    <a:pt x="418" y="232"/>
                  </a:lnTo>
                  <a:lnTo>
                    <a:pt x="418" y="240"/>
                  </a:lnTo>
                  <a:lnTo>
                    <a:pt x="418" y="242"/>
                  </a:lnTo>
                  <a:lnTo>
                    <a:pt x="416" y="242"/>
                  </a:lnTo>
                  <a:lnTo>
                    <a:pt x="416" y="244"/>
                  </a:lnTo>
                  <a:lnTo>
                    <a:pt x="416" y="247"/>
                  </a:lnTo>
                  <a:lnTo>
                    <a:pt x="416" y="247"/>
                  </a:lnTo>
                  <a:lnTo>
                    <a:pt x="414" y="249"/>
                  </a:lnTo>
                  <a:lnTo>
                    <a:pt x="414" y="251"/>
                  </a:lnTo>
                  <a:lnTo>
                    <a:pt x="414" y="251"/>
                  </a:lnTo>
                  <a:lnTo>
                    <a:pt x="406" y="258"/>
                  </a:lnTo>
                  <a:lnTo>
                    <a:pt x="406" y="258"/>
                  </a:lnTo>
                  <a:lnTo>
                    <a:pt x="406" y="261"/>
                  </a:lnTo>
                  <a:lnTo>
                    <a:pt x="406" y="261"/>
                  </a:lnTo>
                  <a:lnTo>
                    <a:pt x="404" y="261"/>
                  </a:lnTo>
                  <a:lnTo>
                    <a:pt x="404" y="261"/>
                  </a:lnTo>
                  <a:lnTo>
                    <a:pt x="404" y="261"/>
                  </a:lnTo>
                  <a:lnTo>
                    <a:pt x="402" y="266"/>
                  </a:lnTo>
                  <a:lnTo>
                    <a:pt x="397" y="270"/>
                  </a:lnTo>
                  <a:lnTo>
                    <a:pt x="397" y="270"/>
                  </a:lnTo>
                  <a:lnTo>
                    <a:pt x="395" y="275"/>
                  </a:lnTo>
                  <a:lnTo>
                    <a:pt x="395" y="277"/>
                  </a:lnTo>
                  <a:lnTo>
                    <a:pt x="395" y="277"/>
                  </a:lnTo>
                  <a:lnTo>
                    <a:pt x="395" y="277"/>
                  </a:lnTo>
                  <a:lnTo>
                    <a:pt x="395" y="280"/>
                  </a:lnTo>
                  <a:lnTo>
                    <a:pt x="395" y="280"/>
                  </a:lnTo>
                  <a:lnTo>
                    <a:pt x="392" y="280"/>
                  </a:lnTo>
                  <a:lnTo>
                    <a:pt x="392" y="282"/>
                  </a:lnTo>
                  <a:lnTo>
                    <a:pt x="392" y="282"/>
                  </a:lnTo>
                  <a:lnTo>
                    <a:pt x="390" y="287"/>
                  </a:lnTo>
                  <a:lnTo>
                    <a:pt x="390" y="289"/>
                  </a:lnTo>
                  <a:lnTo>
                    <a:pt x="388" y="292"/>
                  </a:lnTo>
                  <a:lnTo>
                    <a:pt x="388" y="292"/>
                  </a:lnTo>
                  <a:lnTo>
                    <a:pt x="390" y="292"/>
                  </a:lnTo>
                  <a:lnTo>
                    <a:pt x="390" y="294"/>
                  </a:lnTo>
                  <a:lnTo>
                    <a:pt x="390" y="294"/>
                  </a:lnTo>
                  <a:lnTo>
                    <a:pt x="390" y="299"/>
                  </a:lnTo>
                  <a:lnTo>
                    <a:pt x="388" y="306"/>
                  </a:lnTo>
                  <a:lnTo>
                    <a:pt x="388" y="308"/>
                  </a:lnTo>
                  <a:lnTo>
                    <a:pt x="388" y="311"/>
                  </a:lnTo>
                  <a:lnTo>
                    <a:pt x="388" y="311"/>
                  </a:lnTo>
                  <a:lnTo>
                    <a:pt x="390" y="325"/>
                  </a:lnTo>
                  <a:lnTo>
                    <a:pt x="390" y="325"/>
                  </a:lnTo>
                  <a:lnTo>
                    <a:pt x="388" y="325"/>
                  </a:lnTo>
                  <a:lnTo>
                    <a:pt x="388" y="325"/>
                  </a:lnTo>
                  <a:lnTo>
                    <a:pt x="390" y="325"/>
                  </a:lnTo>
                  <a:lnTo>
                    <a:pt x="390" y="327"/>
                  </a:lnTo>
                  <a:lnTo>
                    <a:pt x="390" y="327"/>
                  </a:lnTo>
                  <a:lnTo>
                    <a:pt x="390" y="329"/>
                  </a:lnTo>
                  <a:lnTo>
                    <a:pt x="388" y="329"/>
                  </a:lnTo>
                  <a:lnTo>
                    <a:pt x="388" y="332"/>
                  </a:lnTo>
                  <a:lnTo>
                    <a:pt x="385" y="334"/>
                  </a:lnTo>
                  <a:lnTo>
                    <a:pt x="385" y="337"/>
                  </a:lnTo>
                  <a:lnTo>
                    <a:pt x="385" y="339"/>
                  </a:lnTo>
                  <a:lnTo>
                    <a:pt x="388" y="339"/>
                  </a:lnTo>
                  <a:lnTo>
                    <a:pt x="388" y="339"/>
                  </a:lnTo>
                  <a:lnTo>
                    <a:pt x="392" y="341"/>
                  </a:lnTo>
                  <a:lnTo>
                    <a:pt x="392" y="344"/>
                  </a:lnTo>
                  <a:lnTo>
                    <a:pt x="395" y="344"/>
                  </a:lnTo>
                  <a:lnTo>
                    <a:pt x="395" y="344"/>
                  </a:lnTo>
                  <a:lnTo>
                    <a:pt x="395" y="344"/>
                  </a:lnTo>
                  <a:lnTo>
                    <a:pt x="395" y="344"/>
                  </a:lnTo>
                  <a:lnTo>
                    <a:pt x="395" y="346"/>
                  </a:lnTo>
                  <a:lnTo>
                    <a:pt x="397" y="348"/>
                  </a:lnTo>
                  <a:lnTo>
                    <a:pt x="397" y="351"/>
                  </a:lnTo>
                  <a:lnTo>
                    <a:pt x="399" y="351"/>
                  </a:lnTo>
                  <a:lnTo>
                    <a:pt x="399" y="351"/>
                  </a:lnTo>
                  <a:lnTo>
                    <a:pt x="399" y="353"/>
                  </a:lnTo>
                  <a:lnTo>
                    <a:pt x="399" y="353"/>
                  </a:lnTo>
                  <a:lnTo>
                    <a:pt x="399" y="355"/>
                  </a:lnTo>
                  <a:lnTo>
                    <a:pt x="399" y="360"/>
                  </a:lnTo>
                  <a:lnTo>
                    <a:pt x="397" y="367"/>
                  </a:lnTo>
                  <a:lnTo>
                    <a:pt x="397" y="370"/>
                  </a:lnTo>
                  <a:lnTo>
                    <a:pt x="395" y="377"/>
                  </a:lnTo>
                  <a:lnTo>
                    <a:pt x="390" y="386"/>
                  </a:lnTo>
                  <a:lnTo>
                    <a:pt x="383" y="396"/>
                  </a:lnTo>
                  <a:lnTo>
                    <a:pt x="380" y="398"/>
                  </a:lnTo>
                  <a:lnTo>
                    <a:pt x="380" y="398"/>
                  </a:lnTo>
                  <a:lnTo>
                    <a:pt x="378" y="400"/>
                  </a:lnTo>
                  <a:lnTo>
                    <a:pt x="376" y="403"/>
                  </a:lnTo>
                  <a:lnTo>
                    <a:pt x="376" y="403"/>
                  </a:lnTo>
                  <a:lnTo>
                    <a:pt x="376" y="405"/>
                  </a:lnTo>
                  <a:lnTo>
                    <a:pt x="376" y="405"/>
                  </a:lnTo>
                  <a:lnTo>
                    <a:pt x="376" y="408"/>
                  </a:lnTo>
                  <a:lnTo>
                    <a:pt x="376" y="408"/>
                  </a:lnTo>
                  <a:lnTo>
                    <a:pt x="373" y="410"/>
                  </a:lnTo>
                  <a:lnTo>
                    <a:pt x="371" y="412"/>
                  </a:lnTo>
                  <a:lnTo>
                    <a:pt x="371" y="412"/>
                  </a:lnTo>
                  <a:lnTo>
                    <a:pt x="369" y="415"/>
                  </a:lnTo>
                  <a:lnTo>
                    <a:pt x="369" y="415"/>
                  </a:lnTo>
                  <a:lnTo>
                    <a:pt x="369" y="415"/>
                  </a:lnTo>
                  <a:lnTo>
                    <a:pt x="369" y="417"/>
                  </a:lnTo>
                  <a:lnTo>
                    <a:pt x="366" y="419"/>
                  </a:lnTo>
                  <a:lnTo>
                    <a:pt x="366" y="419"/>
                  </a:lnTo>
                  <a:lnTo>
                    <a:pt x="366" y="422"/>
                  </a:lnTo>
                  <a:lnTo>
                    <a:pt x="364" y="422"/>
                  </a:lnTo>
                  <a:lnTo>
                    <a:pt x="362" y="422"/>
                  </a:lnTo>
                  <a:lnTo>
                    <a:pt x="362" y="424"/>
                  </a:lnTo>
                  <a:lnTo>
                    <a:pt x="354" y="434"/>
                  </a:lnTo>
                  <a:lnTo>
                    <a:pt x="350" y="438"/>
                  </a:lnTo>
                  <a:lnTo>
                    <a:pt x="347" y="441"/>
                  </a:lnTo>
                  <a:lnTo>
                    <a:pt x="343" y="443"/>
                  </a:lnTo>
                  <a:lnTo>
                    <a:pt x="338" y="445"/>
                  </a:lnTo>
                  <a:lnTo>
                    <a:pt x="324" y="453"/>
                  </a:lnTo>
                  <a:lnTo>
                    <a:pt x="321" y="453"/>
                  </a:lnTo>
                  <a:lnTo>
                    <a:pt x="321" y="455"/>
                  </a:lnTo>
                  <a:lnTo>
                    <a:pt x="319" y="457"/>
                  </a:lnTo>
                  <a:lnTo>
                    <a:pt x="319" y="457"/>
                  </a:lnTo>
                  <a:lnTo>
                    <a:pt x="319" y="460"/>
                  </a:lnTo>
                  <a:lnTo>
                    <a:pt x="317" y="460"/>
                  </a:lnTo>
                  <a:lnTo>
                    <a:pt x="317" y="460"/>
                  </a:lnTo>
                  <a:lnTo>
                    <a:pt x="317" y="460"/>
                  </a:lnTo>
                  <a:lnTo>
                    <a:pt x="314" y="462"/>
                  </a:lnTo>
                  <a:lnTo>
                    <a:pt x="314" y="462"/>
                  </a:lnTo>
                  <a:lnTo>
                    <a:pt x="312" y="467"/>
                  </a:lnTo>
                  <a:lnTo>
                    <a:pt x="309" y="469"/>
                  </a:lnTo>
                  <a:lnTo>
                    <a:pt x="307" y="469"/>
                  </a:lnTo>
                  <a:lnTo>
                    <a:pt x="307" y="469"/>
                  </a:lnTo>
                  <a:lnTo>
                    <a:pt x="307" y="471"/>
                  </a:lnTo>
                  <a:lnTo>
                    <a:pt x="305" y="471"/>
                  </a:lnTo>
                  <a:lnTo>
                    <a:pt x="305" y="474"/>
                  </a:lnTo>
                  <a:lnTo>
                    <a:pt x="302" y="476"/>
                  </a:lnTo>
                  <a:lnTo>
                    <a:pt x="302" y="479"/>
                  </a:lnTo>
                  <a:lnTo>
                    <a:pt x="300" y="479"/>
                  </a:lnTo>
                  <a:lnTo>
                    <a:pt x="283" y="486"/>
                  </a:lnTo>
                  <a:lnTo>
                    <a:pt x="272" y="493"/>
                  </a:lnTo>
                  <a:lnTo>
                    <a:pt x="272" y="493"/>
                  </a:lnTo>
                  <a:lnTo>
                    <a:pt x="272" y="493"/>
                  </a:lnTo>
                  <a:lnTo>
                    <a:pt x="269" y="493"/>
                  </a:lnTo>
                  <a:lnTo>
                    <a:pt x="269" y="493"/>
                  </a:lnTo>
                  <a:lnTo>
                    <a:pt x="255" y="497"/>
                  </a:lnTo>
                  <a:lnTo>
                    <a:pt x="246" y="500"/>
                  </a:lnTo>
                  <a:lnTo>
                    <a:pt x="236" y="500"/>
                  </a:lnTo>
                  <a:lnTo>
                    <a:pt x="227" y="500"/>
                  </a:lnTo>
                  <a:lnTo>
                    <a:pt x="222" y="502"/>
                  </a:lnTo>
                  <a:lnTo>
                    <a:pt x="222" y="505"/>
                  </a:lnTo>
                  <a:lnTo>
                    <a:pt x="220" y="505"/>
                  </a:lnTo>
                  <a:lnTo>
                    <a:pt x="220" y="505"/>
                  </a:lnTo>
                  <a:lnTo>
                    <a:pt x="220" y="509"/>
                  </a:lnTo>
                  <a:lnTo>
                    <a:pt x="217" y="514"/>
                  </a:lnTo>
                  <a:lnTo>
                    <a:pt x="215" y="514"/>
                  </a:lnTo>
                  <a:lnTo>
                    <a:pt x="212" y="516"/>
                  </a:lnTo>
                  <a:lnTo>
                    <a:pt x="212" y="516"/>
                  </a:lnTo>
                  <a:lnTo>
                    <a:pt x="210" y="516"/>
                  </a:lnTo>
                  <a:lnTo>
                    <a:pt x="210" y="519"/>
                  </a:lnTo>
                  <a:lnTo>
                    <a:pt x="210" y="519"/>
                  </a:lnTo>
                  <a:lnTo>
                    <a:pt x="210" y="519"/>
                  </a:lnTo>
                  <a:lnTo>
                    <a:pt x="210" y="519"/>
                  </a:lnTo>
                  <a:lnTo>
                    <a:pt x="210" y="521"/>
                  </a:lnTo>
                  <a:lnTo>
                    <a:pt x="208" y="524"/>
                  </a:lnTo>
                  <a:lnTo>
                    <a:pt x="208" y="524"/>
                  </a:lnTo>
                  <a:lnTo>
                    <a:pt x="208" y="526"/>
                  </a:lnTo>
                  <a:lnTo>
                    <a:pt x="205" y="531"/>
                  </a:lnTo>
                  <a:lnTo>
                    <a:pt x="203" y="538"/>
                  </a:lnTo>
                  <a:lnTo>
                    <a:pt x="203" y="538"/>
                  </a:lnTo>
                  <a:lnTo>
                    <a:pt x="203" y="538"/>
                  </a:lnTo>
                  <a:lnTo>
                    <a:pt x="203" y="540"/>
                  </a:lnTo>
                  <a:lnTo>
                    <a:pt x="203" y="540"/>
                  </a:lnTo>
                  <a:lnTo>
                    <a:pt x="198" y="547"/>
                  </a:lnTo>
                  <a:lnTo>
                    <a:pt x="198" y="550"/>
                  </a:lnTo>
                  <a:lnTo>
                    <a:pt x="196" y="557"/>
                  </a:lnTo>
                  <a:lnTo>
                    <a:pt x="194" y="559"/>
                  </a:lnTo>
                  <a:lnTo>
                    <a:pt x="194" y="564"/>
                  </a:lnTo>
                  <a:lnTo>
                    <a:pt x="191" y="568"/>
                  </a:lnTo>
                  <a:lnTo>
                    <a:pt x="189" y="573"/>
                  </a:lnTo>
                  <a:lnTo>
                    <a:pt x="186" y="578"/>
                  </a:lnTo>
                  <a:lnTo>
                    <a:pt x="179" y="583"/>
                  </a:lnTo>
                  <a:lnTo>
                    <a:pt x="170" y="590"/>
                  </a:lnTo>
                  <a:lnTo>
                    <a:pt x="163" y="592"/>
                  </a:lnTo>
                  <a:lnTo>
                    <a:pt x="163" y="592"/>
                  </a:lnTo>
                  <a:lnTo>
                    <a:pt x="158" y="592"/>
                  </a:lnTo>
                  <a:lnTo>
                    <a:pt x="156" y="595"/>
                  </a:lnTo>
                  <a:lnTo>
                    <a:pt x="156" y="595"/>
                  </a:lnTo>
                  <a:lnTo>
                    <a:pt x="156" y="595"/>
                  </a:lnTo>
                  <a:lnTo>
                    <a:pt x="153" y="597"/>
                  </a:lnTo>
                  <a:lnTo>
                    <a:pt x="149" y="602"/>
                  </a:lnTo>
                  <a:lnTo>
                    <a:pt x="146" y="602"/>
                  </a:lnTo>
                  <a:lnTo>
                    <a:pt x="144" y="602"/>
                  </a:lnTo>
                  <a:lnTo>
                    <a:pt x="144" y="604"/>
                  </a:lnTo>
                  <a:lnTo>
                    <a:pt x="141" y="606"/>
                  </a:lnTo>
                  <a:lnTo>
                    <a:pt x="139" y="609"/>
                  </a:lnTo>
                  <a:lnTo>
                    <a:pt x="139" y="609"/>
                  </a:lnTo>
                  <a:lnTo>
                    <a:pt x="139" y="611"/>
                  </a:lnTo>
                  <a:lnTo>
                    <a:pt x="139" y="611"/>
                  </a:lnTo>
                  <a:lnTo>
                    <a:pt x="139" y="613"/>
                  </a:lnTo>
                  <a:lnTo>
                    <a:pt x="139" y="613"/>
                  </a:lnTo>
                  <a:lnTo>
                    <a:pt x="139" y="616"/>
                  </a:lnTo>
                  <a:lnTo>
                    <a:pt x="139" y="618"/>
                  </a:lnTo>
                  <a:lnTo>
                    <a:pt x="139" y="618"/>
                  </a:lnTo>
                  <a:lnTo>
                    <a:pt x="139" y="621"/>
                  </a:lnTo>
                  <a:lnTo>
                    <a:pt x="137" y="623"/>
                  </a:lnTo>
                  <a:lnTo>
                    <a:pt x="137" y="623"/>
                  </a:lnTo>
                  <a:lnTo>
                    <a:pt x="137" y="625"/>
                  </a:lnTo>
                  <a:lnTo>
                    <a:pt x="132" y="632"/>
                  </a:lnTo>
                  <a:lnTo>
                    <a:pt x="130" y="637"/>
                  </a:lnTo>
                  <a:lnTo>
                    <a:pt x="130" y="639"/>
                  </a:lnTo>
                  <a:lnTo>
                    <a:pt x="130" y="639"/>
                  </a:lnTo>
                  <a:lnTo>
                    <a:pt x="130" y="639"/>
                  </a:lnTo>
                  <a:lnTo>
                    <a:pt x="130" y="642"/>
                  </a:lnTo>
                  <a:lnTo>
                    <a:pt x="127" y="647"/>
                  </a:lnTo>
                  <a:lnTo>
                    <a:pt x="127" y="647"/>
                  </a:lnTo>
                  <a:lnTo>
                    <a:pt x="125" y="649"/>
                  </a:lnTo>
                  <a:lnTo>
                    <a:pt x="123" y="651"/>
                  </a:lnTo>
                  <a:lnTo>
                    <a:pt x="123" y="656"/>
                  </a:lnTo>
                  <a:lnTo>
                    <a:pt x="123" y="658"/>
                  </a:lnTo>
                  <a:lnTo>
                    <a:pt x="120" y="666"/>
                  </a:lnTo>
                  <a:lnTo>
                    <a:pt x="120" y="666"/>
                  </a:lnTo>
                  <a:lnTo>
                    <a:pt x="120" y="673"/>
                  </a:lnTo>
                  <a:lnTo>
                    <a:pt x="120" y="673"/>
                  </a:lnTo>
                  <a:lnTo>
                    <a:pt x="120" y="673"/>
                  </a:lnTo>
                  <a:lnTo>
                    <a:pt x="120" y="675"/>
                  </a:lnTo>
                  <a:lnTo>
                    <a:pt x="120" y="675"/>
                  </a:lnTo>
                  <a:lnTo>
                    <a:pt x="120" y="677"/>
                  </a:lnTo>
                  <a:lnTo>
                    <a:pt x="120" y="677"/>
                  </a:lnTo>
                  <a:lnTo>
                    <a:pt x="120" y="677"/>
                  </a:lnTo>
                  <a:lnTo>
                    <a:pt x="120" y="680"/>
                  </a:lnTo>
                  <a:lnTo>
                    <a:pt x="120" y="680"/>
                  </a:lnTo>
                  <a:lnTo>
                    <a:pt x="120" y="680"/>
                  </a:lnTo>
                  <a:lnTo>
                    <a:pt x="120" y="682"/>
                  </a:lnTo>
                  <a:lnTo>
                    <a:pt x="120" y="682"/>
                  </a:lnTo>
                  <a:lnTo>
                    <a:pt x="120" y="682"/>
                  </a:lnTo>
                  <a:lnTo>
                    <a:pt x="120" y="684"/>
                  </a:lnTo>
                  <a:lnTo>
                    <a:pt x="120" y="687"/>
                  </a:lnTo>
                  <a:lnTo>
                    <a:pt x="118" y="692"/>
                  </a:lnTo>
                  <a:lnTo>
                    <a:pt x="118" y="694"/>
                  </a:lnTo>
                  <a:lnTo>
                    <a:pt x="118" y="696"/>
                  </a:lnTo>
                  <a:lnTo>
                    <a:pt x="115" y="696"/>
                  </a:lnTo>
                  <a:lnTo>
                    <a:pt x="115" y="699"/>
                  </a:lnTo>
                  <a:lnTo>
                    <a:pt x="113" y="699"/>
                  </a:lnTo>
                  <a:lnTo>
                    <a:pt x="111" y="701"/>
                  </a:lnTo>
                  <a:lnTo>
                    <a:pt x="111" y="701"/>
                  </a:lnTo>
                  <a:lnTo>
                    <a:pt x="111" y="701"/>
                  </a:lnTo>
                  <a:lnTo>
                    <a:pt x="111" y="703"/>
                  </a:lnTo>
                  <a:lnTo>
                    <a:pt x="108" y="703"/>
                  </a:lnTo>
                  <a:lnTo>
                    <a:pt x="108" y="706"/>
                  </a:lnTo>
                  <a:lnTo>
                    <a:pt x="106" y="706"/>
                  </a:lnTo>
                  <a:lnTo>
                    <a:pt x="104" y="706"/>
                  </a:lnTo>
                  <a:lnTo>
                    <a:pt x="104" y="706"/>
                  </a:lnTo>
                  <a:lnTo>
                    <a:pt x="104" y="708"/>
                  </a:lnTo>
                  <a:lnTo>
                    <a:pt x="101" y="708"/>
                  </a:lnTo>
                  <a:lnTo>
                    <a:pt x="99" y="710"/>
                  </a:lnTo>
                  <a:lnTo>
                    <a:pt x="97" y="715"/>
                  </a:lnTo>
                  <a:lnTo>
                    <a:pt x="92" y="720"/>
                  </a:lnTo>
                  <a:lnTo>
                    <a:pt x="87" y="722"/>
                  </a:lnTo>
                  <a:lnTo>
                    <a:pt x="87" y="725"/>
                  </a:lnTo>
                  <a:lnTo>
                    <a:pt x="87" y="725"/>
                  </a:lnTo>
                  <a:lnTo>
                    <a:pt x="87" y="725"/>
                  </a:lnTo>
                  <a:lnTo>
                    <a:pt x="85" y="727"/>
                  </a:lnTo>
                  <a:lnTo>
                    <a:pt x="82" y="729"/>
                  </a:lnTo>
                  <a:lnTo>
                    <a:pt x="80" y="732"/>
                  </a:lnTo>
                  <a:lnTo>
                    <a:pt x="80" y="734"/>
                  </a:lnTo>
                  <a:lnTo>
                    <a:pt x="78" y="734"/>
                  </a:lnTo>
                  <a:lnTo>
                    <a:pt x="78" y="737"/>
                  </a:lnTo>
                  <a:lnTo>
                    <a:pt x="75" y="737"/>
                  </a:lnTo>
                  <a:lnTo>
                    <a:pt x="75" y="737"/>
                  </a:lnTo>
                  <a:lnTo>
                    <a:pt x="73" y="737"/>
                  </a:lnTo>
                  <a:lnTo>
                    <a:pt x="71" y="739"/>
                  </a:lnTo>
                  <a:lnTo>
                    <a:pt x="66" y="741"/>
                  </a:lnTo>
                  <a:lnTo>
                    <a:pt x="66" y="744"/>
                  </a:lnTo>
                  <a:lnTo>
                    <a:pt x="66" y="744"/>
                  </a:lnTo>
                  <a:lnTo>
                    <a:pt x="66" y="744"/>
                  </a:lnTo>
                  <a:lnTo>
                    <a:pt x="61" y="748"/>
                  </a:lnTo>
                  <a:lnTo>
                    <a:pt x="59" y="753"/>
                  </a:lnTo>
                  <a:lnTo>
                    <a:pt x="59" y="753"/>
                  </a:lnTo>
                  <a:lnTo>
                    <a:pt x="59" y="755"/>
                  </a:lnTo>
                  <a:lnTo>
                    <a:pt x="59" y="755"/>
                  </a:lnTo>
                  <a:lnTo>
                    <a:pt x="59" y="755"/>
                  </a:lnTo>
                  <a:lnTo>
                    <a:pt x="61" y="755"/>
                  </a:lnTo>
                  <a:lnTo>
                    <a:pt x="61" y="753"/>
                  </a:lnTo>
                  <a:lnTo>
                    <a:pt x="61" y="753"/>
                  </a:lnTo>
                  <a:lnTo>
                    <a:pt x="63" y="753"/>
                  </a:lnTo>
                  <a:lnTo>
                    <a:pt x="63" y="751"/>
                  </a:lnTo>
                  <a:lnTo>
                    <a:pt x="63" y="751"/>
                  </a:lnTo>
                  <a:lnTo>
                    <a:pt x="63" y="751"/>
                  </a:lnTo>
                  <a:lnTo>
                    <a:pt x="63" y="748"/>
                  </a:lnTo>
                  <a:lnTo>
                    <a:pt x="63" y="746"/>
                  </a:lnTo>
                  <a:lnTo>
                    <a:pt x="66" y="746"/>
                  </a:lnTo>
                  <a:lnTo>
                    <a:pt x="66" y="746"/>
                  </a:lnTo>
                  <a:lnTo>
                    <a:pt x="66" y="746"/>
                  </a:lnTo>
                  <a:lnTo>
                    <a:pt x="66" y="746"/>
                  </a:lnTo>
                  <a:lnTo>
                    <a:pt x="68" y="746"/>
                  </a:lnTo>
                  <a:lnTo>
                    <a:pt x="68" y="746"/>
                  </a:lnTo>
                  <a:lnTo>
                    <a:pt x="71" y="744"/>
                  </a:lnTo>
                  <a:lnTo>
                    <a:pt x="71" y="744"/>
                  </a:lnTo>
                  <a:lnTo>
                    <a:pt x="71" y="744"/>
                  </a:lnTo>
                  <a:lnTo>
                    <a:pt x="71" y="741"/>
                  </a:lnTo>
                  <a:lnTo>
                    <a:pt x="71" y="741"/>
                  </a:lnTo>
                  <a:lnTo>
                    <a:pt x="71" y="741"/>
                  </a:lnTo>
                  <a:lnTo>
                    <a:pt x="71" y="741"/>
                  </a:lnTo>
                  <a:lnTo>
                    <a:pt x="71" y="741"/>
                  </a:lnTo>
                  <a:lnTo>
                    <a:pt x="71" y="744"/>
                  </a:lnTo>
                  <a:lnTo>
                    <a:pt x="71" y="744"/>
                  </a:lnTo>
                  <a:lnTo>
                    <a:pt x="71" y="746"/>
                  </a:lnTo>
                  <a:lnTo>
                    <a:pt x="71" y="748"/>
                  </a:lnTo>
                  <a:lnTo>
                    <a:pt x="71" y="748"/>
                  </a:lnTo>
                  <a:lnTo>
                    <a:pt x="68" y="751"/>
                  </a:lnTo>
                  <a:lnTo>
                    <a:pt x="68" y="751"/>
                  </a:lnTo>
                  <a:lnTo>
                    <a:pt x="68" y="753"/>
                  </a:lnTo>
                  <a:lnTo>
                    <a:pt x="68" y="753"/>
                  </a:lnTo>
                  <a:lnTo>
                    <a:pt x="68" y="753"/>
                  </a:lnTo>
                  <a:lnTo>
                    <a:pt x="68" y="755"/>
                  </a:lnTo>
                  <a:lnTo>
                    <a:pt x="66" y="755"/>
                  </a:lnTo>
                  <a:lnTo>
                    <a:pt x="66" y="755"/>
                  </a:lnTo>
                  <a:lnTo>
                    <a:pt x="63" y="758"/>
                  </a:lnTo>
                  <a:lnTo>
                    <a:pt x="61" y="763"/>
                  </a:lnTo>
                  <a:lnTo>
                    <a:pt x="61" y="763"/>
                  </a:lnTo>
                  <a:lnTo>
                    <a:pt x="61" y="765"/>
                  </a:lnTo>
                  <a:lnTo>
                    <a:pt x="59" y="767"/>
                  </a:lnTo>
                  <a:lnTo>
                    <a:pt x="56" y="772"/>
                  </a:lnTo>
                  <a:lnTo>
                    <a:pt x="56" y="772"/>
                  </a:lnTo>
                  <a:lnTo>
                    <a:pt x="56" y="774"/>
                  </a:lnTo>
                  <a:lnTo>
                    <a:pt x="56" y="774"/>
                  </a:lnTo>
                  <a:lnTo>
                    <a:pt x="52" y="784"/>
                  </a:lnTo>
                  <a:lnTo>
                    <a:pt x="52" y="784"/>
                  </a:lnTo>
                  <a:lnTo>
                    <a:pt x="49" y="786"/>
                  </a:lnTo>
                  <a:lnTo>
                    <a:pt x="47" y="786"/>
                  </a:lnTo>
                  <a:lnTo>
                    <a:pt x="47" y="789"/>
                  </a:lnTo>
                  <a:lnTo>
                    <a:pt x="47" y="789"/>
                  </a:lnTo>
                  <a:lnTo>
                    <a:pt x="49" y="789"/>
                  </a:lnTo>
                  <a:lnTo>
                    <a:pt x="49" y="789"/>
                  </a:lnTo>
                  <a:lnTo>
                    <a:pt x="49" y="791"/>
                  </a:lnTo>
                  <a:lnTo>
                    <a:pt x="49" y="791"/>
                  </a:lnTo>
                  <a:lnTo>
                    <a:pt x="49" y="793"/>
                  </a:lnTo>
                  <a:lnTo>
                    <a:pt x="49" y="793"/>
                  </a:lnTo>
                  <a:lnTo>
                    <a:pt x="49" y="796"/>
                  </a:lnTo>
                  <a:lnTo>
                    <a:pt x="47" y="798"/>
                  </a:lnTo>
                  <a:lnTo>
                    <a:pt x="44" y="798"/>
                  </a:lnTo>
                  <a:lnTo>
                    <a:pt x="44" y="800"/>
                  </a:lnTo>
                  <a:lnTo>
                    <a:pt x="42" y="800"/>
                  </a:lnTo>
                  <a:lnTo>
                    <a:pt x="42" y="800"/>
                  </a:lnTo>
                  <a:lnTo>
                    <a:pt x="42" y="800"/>
                  </a:lnTo>
                  <a:lnTo>
                    <a:pt x="42" y="800"/>
                  </a:lnTo>
                  <a:lnTo>
                    <a:pt x="42" y="800"/>
                  </a:lnTo>
                  <a:lnTo>
                    <a:pt x="42" y="803"/>
                  </a:lnTo>
                  <a:lnTo>
                    <a:pt x="42" y="803"/>
                  </a:lnTo>
                  <a:lnTo>
                    <a:pt x="42" y="803"/>
                  </a:lnTo>
                  <a:lnTo>
                    <a:pt x="42" y="803"/>
                  </a:lnTo>
                  <a:lnTo>
                    <a:pt x="42" y="805"/>
                  </a:lnTo>
                  <a:lnTo>
                    <a:pt x="42" y="805"/>
                  </a:lnTo>
                  <a:lnTo>
                    <a:pt x="40" y="808"/>
                  </a:lnTo>
                  <a:lnTo>
                    <a:pt x="40" y="810"/>
                  </a:lnTo>
                  <a:lnTo>
                    <a:pt x="40" y="815"/>
                  </a:lnTo>
                  <a:lnTo>
                    <a:pt x="40" y="817"/>
                  </a:lnTo>
                  <a:lnTo>
                    <a:pt x="40" y="819"/>
                  </a:lnTo>
                  <a:lnTo>
                    <a:pt x="35" y="822"/>
                  </a:lnTo>
                  <a:lnTo>
                    <a:pt x="35" y="822"/>
                  </a:lnTo>
                  <a:lnTo>
                    <a:pt x="35" y="824"/>
                  </a:lnTo>
                  <a:lnTo>
                    <a:pt x="33" y="829"/>
                  </a:lnTo>
                  <a:lnTo>
                    <a:pt x="33" y="831"/>
                  </a:lnTo>
                  <a:lnTo>
                    <a:pt x="33" y="834"/>
                  </a:lnTo>
                  <a:lnTo>
                    <a:pt x="30" y="834"/>
                  </a:lnTo>
                  <a:lnTo>
                    <a:pt x="26" y="836"/>
                  </a:lnTo>
                  <a:lnTo>
                    <a:pt x="23" y="836"/>
                  </a:lnTo>
                  <a:lnTo>
                    <a:pt x="23" y="836"/>
                  </a:lnTo>
                  <a:lnTo>
                    <a:pt x="23" y="834"/>
                  </a:lnTo>
                  <a:lnTo>
                    <a:pt x="23" y="834"/>
                  </a:lnTo>
                  <a:lnTo>
                    <a:pt x="23" y="836"/>
                  </a:lnTo>
                  <a:lnTo>
                    <a:pt x="21" y="836"/>
                  </a:lnTo>
                  <a:lnTo>
                    <a:pt x="21" y="836"/>
                  </a:lnTo>
                  <a:lnTo>
                    <a:pt x="21" y="836"/>
                  </a:lnTo>
                  <a:lnTo>
                    <a:pt x="18" y="838"/>
                  </a:lnTo>
                  <a:lnTo>
                    <a:pt x="18" y="838"/>
                  </a:lnTo>
                  <a:lnTo>
                    <a:pt x="18" y="838"/>
                  </a:lnTo>
                  <a:lnTo>
                    <a:pt x="18" y="841"/>
                  </a:lnTo>
                  <a:lnTo>
                    <a:pt x="16" y="841"/>
                  </a:lnTo>
                  <a:lnTo>
                    <a:pt x="16" y="841"/>
                  </a:lnTo>
                  <a:lnTo>
                    <a:pt x="16" y="843"/>
                  </a:lnTo>
                  <a:lnTo>
                    <a:pt x="14" y="843"/>
                  </a:lnTo>
                  <a:lnTo>
                    <a:pt x="9" y="855"/>
                  </a:lnTo>
                  <a:lnTo>
                    <a:pt x="9" y="857"/>
                  </a:lnTo>
                  <a:lnTo>
                    <a:pt x="9" y="860"/>
                  </a:lnTo>
                  <a:lnTo>
                    <a:pt x="7" y="862"/>
                  </a:lnTo>
                  <a:lnTo>
                    <a:pt x="7" y="864"/>
                  </a:lnTo>
                  <a:lnTo>
                    <a:pt x="7" y="864"/>
                  </a:lnTo>
                  <a:lnTo>
                    <a:pt x="7" y="864"/>
                  </a:lnTo>
                  <a:lnTo>
                    <a:pt x="7" y="864"/>
                  </a:lnTo>
                  <a:lnTo>
                    <a:pt x="7" y="864"/>
                  </a:lnTo>
                  <a:lnTo>
                    <a:pt x="7" y="867"/>
                  </a:lnTo>
                  <a:lnTo>
                    <a:pt x="7" y="867"/>
                  </a:lnTo>
                  <a:lnTo>
                    <a:pt x="7" y="867"/>
                  </a:lnTo>
                  <a:lnTo>
                    <a:pt x="7" y="869"/>
                  </a:lnTo>
                  <a:lnTo>
                    <a:pt x="7" y="869"/>
                  </a:lnTo>
                  <a:lnTo>
                    <a:pt x="7" y="871"/>
                  </a:lnTo>
                  <a:lnTo>
                    <a:pt x="7" y="874"/>
                  </a:lnTo>
                  <a:lnTo>
                    <a:pt x="4" y="883"/>
                  </a:lnTo>
                  <a:lnTo>
                    <a:pt x="4" y="886"/>
                  </a:lnTo>
                  <a:lnTo>
                    <a:pt x="4" y="888"/>
                  </a:lnTo>
                  <a:lnTo>
                    <a:pt x="4" y="888"/>
                  </a:lnTo>
                  <a:lnTo>
                    <a:pt x="4" y="890"/>
                  </a:lnTo>
                  <a:lnTo>
                    <a:pt x="2" y="907"/>
                  </a:lnTo>
                  <a:lnTo>
                    <a:pt x="0" y="909"/>
                  </a:lnTo>
                  <a:lnTo>
                    <a:pt x="0" y="912"/>
                  </a:lnTo>
                  <a:lnTo>
                    <a:pt x="0" y="914"/>
                  </a:lnTo>
                  <a:lnTo>
                    <a:pt x="0" y="914"/>
                  </a:lnTo>
                  <a:lnTo>
                    <a:pt x="0" y="916"/>
                  </a:lnTo>
                  <a:lnTo>
                    <a:pt x="0" y="916"/>
                  </a:lnTo>
                  <a:lnTo>
                    <a:pt x="0" y="919"/>
                  </a:lnTo>
                  <a:lnTo>
                    <a:pt x="2" y="921"/>
                  </a:lnTo>
                  <a:lnTo>
                    <a:pt x="2" y="921"/>
                  </a:lnTo>
                  <a:lnTo>
                    <a:pt x="0" y="916"/>
                  </a:lnTo>
                  <a:lnTo>
                    <a:pt x="2" y="914"/>
                  </a:lnTo>
                  <a:lnTo>
                    <a:pt x="2" y="909"/>
                  </a:lnTo>
                  <a:lnTo>
                    <a:pt x="2" y="907"/>
                  </a:lnTo>
                  <a:lnTo>
                    <a:pt x="4" y="900"/>
                  </a:lnTo>
                  <a:lnTo>
                    <a:pt x="7" y="895"/>
                  </a:lnTo>
                  <a:lnTo>
                    <a:pt x="7" y="890"/>
                  </a:lnTo>
                  <a:lnTo>
                    <a:pt x="7" y="890"/>
                  </a:lnTo>
                  <a:lnTo>
                    <a:pt x="16" y="890"/>
                  </a:lnTo>
                  <a:lnTo>
                    <a:pt x="21" y="890"/>
                  </a:lnTo>
                  <a:lnTo>
                    <a:pt x="44" y="890"/>
                  </a:lnTo>
                  <a:lnTo>
                    <a:pt x="59" y="890"/>
                  </a:lnTo>
                  <a:lnTo>
                    <a:pt x="75" y="890"/>
                  </a:lnTo>
                  <a:lnTo>
                    <a:pt x="94" y="890"/>
                  </a:lnTo>
                  <a:lnTo>
                    <a:pt x="111" y="890"/>
                  </a:lnTo>
                  <a:lnTo>
                    <a:pt x="130" y="890"/>
                  </a:lnTo>
                  <a:lnTo>
                    <a:pt x="149" y="890"/>
                  </a:lnTo>
                  <a:lnTo>
                    <a:pt x="165" y="890"/>
                  </a:lnTo>
                  <a:lnTo>
                    <a:pt x="179" y="890"/>
                  </a:lnTo>
                  <a:lnTo>
                    <a:pt x="191" y="890"/>
                  </a:lnTo>
                  <a:lnTo>
                    <a:pt x="217" y="890"/>
                  </a:lnTo>
                  <a:lnTo>
                    <a:pt x="217" y="881"/>
                  </a:lnTo>
                  <a:lnTo>
                    <a:pt x="217" y="876"/>
                  </a:lnTo>
                  <a:lnTo>
                    <a:pt x="215" y="852"/>
                  </a:lnTo>
                  <a:lnTo>
                    <a:pt x="215" y="838"/>
                  </a:lnTo>
                  <a:lnTo>
                    <a:pt x="215" y="824"/>
                  </a:lnTo>
                  <a:lnTo>
                    <a:pt x="212" y="819"/>
                  </a:lnTo>
                  <a:lnTo>
                    <a:pt x="210" y="812"/>
                  </a:lnTo>
                  <a:lnTo>
                    <a:pt x="210" y="808"/>
                  </a:lnTo>
                  <a:lnTo>
                    <a:pt x="210" y="805"/>
                  </a:lnTo>
                  <a:lnTo>
                    <a:pt x="212" y="800"/>
                  </a:lnTo>
                  <a:lnTo>
                    <a:pt x="217" y="793"/>
                  </a:lnTo>
                  <a:lnTo>
                    <a:pt x="217" y="793"/>
                  </a:lnTo>
                  <a:lnTo>
                    <a:pt x="217" y="793"/>
                  </a:lnTo>
                  <a:lnTo>
                    <a:pt x="224" y="789"/>
                  </a:lnTo>
                  <a:lnTo>
                    <a:pt x="229" y="784"/>
                  </a:lnTo>
                  <a:lnTo>
                    <a:pt x="236" y="781"/>
                  </a:lnTo>
                  <a:lnTo>
                    <a:pt x="238" y="779"/>
                  </a:lnTo>
                  <a:lnTo>
                    <a:pt x="243" y="777"/>
                  </a:lnTo>
                  <a:lnTo>
                    <a:pt x="250" y="777"/>
                  </a:lnTo>
                  <a:lnTo>
                    <a:pt x="253" y="774"/>
                  </a:lnTo>
                  <a:lnTo>
                    <a:pt x="265" y="770"/>
                  </a:lnTo>
                  <a:lnTo>
                    <a:pt x="272" y="767"/>
                  </a:lnTo>
                  <a:lnTo>
                    <a:pt x="272" y="767"/>
                  </a:lnTo>
                  <a:lnTo>
                    <a:pt x="272" y="765"/>
                  </a:lnTo>
                  <a:lnTo>
                    <a:pt x="272" y="618"/>
                  </a:lnTo>
                  <a:lnTo>
                    <a:pt x="276" y="618"/>
                  </a:lnTo>
                  <a:lnTo>
                    <a:pt x="437" y="618"/>
                  </a:lnTo>
                  <a:lnTo>
                    <a:pt x="444" y="618"/>
                  </a:lnTo>
                  <a:lnTo>
                    <a:pt x="449" y="618"/>
                  </a:lnTo>
                  <a:lnTo>
                    <a:pt x="449" y="618"/>
                  </a:lnTo>
                  <a:lnTo>
                    <a:pt x="449" y="618"/>
                  </a:lnTo>
                  <a:lnTo>
                    <a:pt x="449" y="616"/>
                  </a:lnTo>
                  <a:lnTo>
                    <a:pt x="449" y="613"/>
                  </a:lnTo>
                  <a:lnTo>
                    <a:pt x="449" y="611"/>
                  </a:lnTo>
                  <a:lnTo>
                    <a:pt x="449" y="609"/>
                  </a:lnTo>
                  <a:lnTo>
                    <a:pt x="449" y="604"/>
                  </a:lnTo>
                  <a:lnTo>
                    <a:pt x="449" y="599"/>
                  </a:lnTo>
                  <a:lnTo>
                    <a:pt x="449" y="592"/>
                  </a:lnTo>
                  <a:lnTo>
                    <a:pt x="449" y="585"/>
                  </a:lnTo>
                  <a:lnTo>
                    <a:pt x="449" y="571"/>
                  </a:lnTo>
                  <a:lnTo>
                    <a:pt x="449" y="566"/>
                  </a:lnTo>
                  <a:lnTo>
                    <a:pt x="449" y="559"/>
                  </a:lnTo>
                  <a:lnTo>
                    <a:pt x="449" y="554"/>
                  </a:lnTo>
                  <a:lnTo>
                    <a:pt x="449" y="550"/>
                  </a:lnTo>
                  <a:lnTo>
                    <a:pt x="449" y="542"/>
                  </a:lnTo>
                  <a:lnTo>
                    <a:pt x="449" y="542"/>
                  </a:lnTo>
                  <a:lnTo>
                    <a:pt x="449" y="460"/>
                  </a:lnTo>
                  <a:lnTo>
                    <a:pt x="449" y="457"/>
                  </a:lnTo>
                  <a:lnTo>
                    <a:pt x="451" y="457"/>
                  </a:lnTo>
                  <a:lnTo>
                    <a:pt x="451" y="455"/>
                  </a:lnTo>
                  <a:lnTo>
                    <a:pt x="459" y="453"/>
                  </a:lnTo>
                  <a:lnTo>
                    <a:pt x="461" y="450"/>
                  </a:lnTo>
                  <a:lnTo>
                    <a:pt x="463" y="448"/>
                  </a:lnTo>
                  <a:lnTo>
                    <a:pt x="463" y="448"/>
                  </a:lnTo>
                  <a:lnTo>
                    <a:pt x="466" y="445"/>
                  </a:lnTo>
                  <a:lnTo>
                    <a:pt x="466" y="443"/>
                  </a:lnTo>
                  <a:lnTo>
                    <a:pt x="468" y="443"/>
                  </a:lnTo>
                  <a:lnTo>
                    <a:pt x="470" y="443"/>
                  </a:lnTo>
                  <a:lnTo>
                    <a:pt x="473" y="438"/>
                  </a:lnTo>
                  <a:lnTo>
                    <a:pt x="477" y="436"/>
                  </a:lnTo>
                  <a:lnTo>
                    <a:pt x="482" y="434"/>
                  </a:lnTo>
                  <a:lnTo>
                    <a:pt x="485" y="434"/>
                  </a:lnTo>
                  <a:lnTo>
                    <a:pt x="489" y="429"/>
                  </a:lnTo>
                  <a:lnTo>
                    <a:pt x="494" y="424"/>
                  </a:lnTo>
                  <a:lnTo>
                    <a:pt x="499" y="422"/>
                  </a:lnTo>
                  <a:lnTo>
                    <a:pt x="501" y="419"/>
                  </a:lnTo>
                  <a:lnTo>
                    <a:pt x="501" y="419"/>
                  </a:lnTo>
                  <a:lnTo>
                    <a:pt x="506" y="415"/>
                  </a:lnTo>
                  <a:lnTo>
                    <a:pt x="506" y="415"/>
                  </a:lnTo>
                  <a:lnTo>
                    <a:pt x="508" y="415"/>
                  </a:lnTo>
                  <a:lnTo>
                    <a:pt x="511" y="415"/>
                  </a:lnTo>
                  <a:lnTo>
                    <a:pt x="513" y="415"/>
                  </a:lnTo>
                  <a:lnTo>
                    <a:pt x="513" y="415"/>
                  </a:lnTo>
                  <a:lnTo>
                    <a:pt x="515" y="415"/>
                  </a:lnTo>
                  <a:lnTo>
                    <a:pt x="520" y="415"/>
                  </a:lnTo>
                  <a:lnTo>
                    <a:pt x="525" y="410"/>
                  </a:lnTo>
                  <a:lnTo>
                    <a:pt x="532" y="408"/>
                  </a:lnTo>
                  <a:lnTo>
                    <a:pt x="537" y="408"/>
                  </a:lnTo>
                  <a:lnTo>
                    <a:pt x="541" y="408"/>
                  </a:lnTo>
                  <a:lnTo>
                    <a:pt x="551" y="412"/>
                  </a:lnTo>
                  <a:lnTo>
                    <a:pt x="556" y="408"/>
                  </a:lnTo>
                  <a:lnTo>
                    <a:pt x="563" y="405"/>
                  </a:lnTo>
                  <a:lnTo>
                    <a:pt x="572" y="405"/>
                  </a:lnTo>
                  <a:lnTo>
                    <a:pt x="579" y="403"/>
                  </a:lnTo>
                  <a:lnTo>
                    <a:pt x="593" y="403"/>
                  </a:lnTo>
                  <a:lnTo>
                    <a:pt x="601" y="403"/>
                  </a:lnTo>
                  <a:lnTo>
                    <a:pt x="605" y="400"/>
                  </a:lnTo>
                  <a:lnTo>
                    <a:pt x="608" y="408"/>
                  </a:lnTo>
                  <a:lnTo>
                    <a:pt x="612" y="408"/>
                  </a:lnTo>
                  <a:lnTo>
                    <a:pt x="617" y="408"/>
                  </a:lnTo>
                  <a:lnTo>
                    <a:pt x="624" y="400"/>
                  </a:lnTo>
                  <a:lnTo>
                    <a:pt x="629" y="391"/>
                  </a:lnTo>
                  <a:lnTo>
                    <a:pt x="631" y="384"/>
                  </a:lnTo>
                  <a:lnTo>
                    <a:pt x="636" y="379"/>
                  </a:lnTo>
                  <a:lnTo>
                    <a:pt x="643" y="374"/>
                  </a:lnTo>
                  <a:lnTo>
                    <a:pt x="648" y="370"/>
                  </a:lnTo>
                  <a:lnTo>
                    <a:pt x="653" y="367"/>
                  </a:lnTo>
                  <a:lnTo>
                    <a:pt x="660" y="363"/>
                  </a:lnTo>
                  <a:lnTo>
                    <a:pt x="667" y="360"/>
                  </a:lnTo>
                  <a:lnTo>
                    <a:pt x="674" y="353"/>
                  </a:lnTo>
                  <a:lnTo>
                    <a:pt x="681" y="346"/>
                  </a:lnTo>
                  <a:lnTo>
                    <a:pt x="686" y="344"/>
                  </a:lnTo>
                  <a:lnTo>
                    <a:pt x="693" y="341"/>
                  </a:lnTo>
                  <a:lnTo>
                    <a:pt x="700" y="341"/>
                  </a:lnTo>
                  <a:lnTo>
                    <a:pt x="709" y="339"/>
                  </a:lnTo>
                  <a:lnTo>
                    <a:pt x="719" y="334"/>
                  </a:lnTo>
                  <a:lnTo>
                    <a:pt x="719" y="329"/>
                  </a:lnTo>
                  <a:lnTo>
                    <a:pt x="719" y="325"/>
                  </a:lnTo>
                  <a:lnTo>
                    <a:pt x="721" y="322"/>
                  </a:lnTo>
                  <a:lnTo>
                    <a:pt x="724" y="318"/>
                  </a:lnTo>
                  <a:lnTo>
                    <a:pt x="721" y="313"/>
                  </a:lnTo>
                  <a:lnTo>
                    <a:pt x="721" y="313"/>
                  </a:lnTo>
                  <a:lnTo>
                    <a:pt x="721" y="311"/>
                  </a:lnTo>
                  <a:lnTo>
                    <a:pt x="721" y="311"/>
                  </a:lnTo>
                  <a:lnTo>
                    <a:pt x="719" y="311"/>
                  </a:lnTo>
                  <a:lnTo>
                    <a:pt x="716" y="308"/>
                  </a:lnTo>
                  <a:lnTo>
                    <a:pt x="716" y="308"/>
                  </a:lnTo>
                  <a:lnTo>
                    <a:pt x="714" y="306"/>
                  </a:lnTo>
                  <a:lnTo>
                    <a:pt x="714" y="306"/>
                  </a:lnTo>
                  <a:lnTo>
                    <a:pt x="714" y="303"/>
                  </a:lnTo>
                  <a:lnTo>
                    <a:pt x="712" y="306"/>
                  </a:lnTo>
                  <a:lnTo>
                    <a:pt x="712" y="306"/>
                  </a:lnTo>
                  <a:lnTo>
                    <a:pt x="709" y="306"/>
                  </a:lnTo>
                  <a:lnTo>
                    <a:pt x="709" y="306"/>
                  </a:lnTo>
                  <a:lnTo>
                    <a:pt x="709" y="306"/>
                  </a:lnTo>
                  <a:lnTo>
                    <a:pt x="709" y="306"/>
                  </a:lnTo>
                  <a:lnTo>
                    <a:pt x="709" y="303"/>
                  </a:lnTo>
                  <a:lnTo>
                    <a:pt x="709" y="301"/>
                  </a:lnTo>
                  <a:lnTo>
                    <a:pt x="709" y="301"/>
                  </a:lnTo>
                  <a:lnTo>
                    <a:pt x="709" y="296"/>
                  </a:lnTo>
                  <a:lnTo>
                    <a:pt x="709" y="294"/>
                  </a:lnTo>
                  <a:lnTo>
                    <a:pt x="712" y="294"/>
                  </a:lnTo>
                  <a:lnTo>
                    <a:pt x="714" y="292"/>
                  </a:lnTo>
                  <a:lnTo>
                    <a:pt x="716" y="292"/>
                  </a:lnTo>
                  <a:lnTo>
                    <a:pt x="719" y="275"/>
                  </a:lnTo>
                  <a:lnTo>
                    <a:pt x="721" y="273"/>
                  </a:lnTo>
                  <a:lnTo>
                    <a:pt x="724" y="275"/>
                  </a:lnTo>
                  <a:lnTo>
                    <a:pt x="726" y="273"/>
                  </a:lnTo>
                  <a:lnTo>
                    <a:pt x="742" y="270"/>
                  </a:lnTo>
                  <a:lnTo>
                    <a:pt x="754" y="268"/>
                  </a:lnTo>
                  <a:lnTo>
                    <a:pt x="764" y="266"/>
                  </a:lnTo>
                  <a:lnTo>
                    <a:pt x="761" y="261"/>
                  </a:lnTo>
                  <a:lnTo>
                    <a:pt x="757" y="251"/>
                  </a:lnTo>
                  <a:lnTo>
                    <a:pt x="759" y="249"/>
                  </a:lnTo>
                  <a:lnTo>
                    <a:pt x="771" y="247"/>
                  </a:lnTo>
                  <a:lnTo>
                    <a:pt x="780" y="244"/>
                  </a:lnTo>
                  <a:lnTo>
                    <a:pt x="787" y="244"/>
                  </a:lnTo>
                  <a:lnTo>
                    <a:pt x="790" y="247"/>
                  </a:lnTo>
                  <a:lnTo>
                    <a:pt x="795" y="247"/>
                  </a:lnTo>
                  <a:lnTo>
                    <a:pt x="799" y="247"/>
                  </a:lnTo>
                  <a:lnTo>
                    <a:pt x="802" y="247"/>
                  </a:lnTo>
                  <a:lnTo>
                    <a:pt x="806" y="247"/>
                  </a:lnTo>
                  <a:lnTo>
                    <a:pt x="811" y="247"/>
                  </a:lnTo>
                  <a:lnTo>
                    <a:pt x="816" y="247"/>
                  </a:lnTo>
                  <a:lnTo>
                    <a:pt x="821" y="247"/>
                  </a:lnTo>
                  <a:lnTo>
                    <a:pt x="825" y="247"/>
                  </a:lnTo>
                  <a:lnTo>
                    <a:pt x="830" y="247"/>
                  </a:lnTo>
                  <a:lnTo>
                    <a:pt x="832" y="247"/>
                  </a:lnTo>
                  <a:lnTo>
                    <a:pt x="837" y="247"/>
                  </a:lnTo>
                  <a:lnTo>
                    <a:pt x="839" y="247"/>
                  </a:lnTo>
                  <a:lnTo>
                    <a:pt x="842" y="249"/>
                  </a:lnTo>
                  <a:lnTo>
                    <a:pt x="842" y="249"/>
                  </a:lnTo>
                  <a:lnTo>
                    <a:pt x="844" y="249"/>
                  </a:lnTo>
                  <a:lnTo>
                    <a:pt x="847" y="249"/>
                  </a:lnTo>
                  <a:lnTo>
                    <a:pt x="849" y="247"/>
                  </a:lnTo>
                  <a:lnTo>
                    <a:pt x="851" y="244"/>
                  </a:lnTo>
                  <a:lnTo>
                    <a:pt x="849" y="244"/>
                  </a:lnTo>
                  <a:lnTo>
                    <a:pt x="849" y="244"/>
                  </a:lnTo>
                  <a:lnTo>
                    <a:pt x="849" y="242"/>
                  </a:lnTo>
                  <a:lnTo>
                    <a:pt x="847" y="242"/>
                  </a:lnTo>
                  <a:lnTo>
                    <a:pt x="844" y="244"/>
                  </a:lnTo>
                  <a:lnTo>
                    <a:pt x="844" y="244"/>
                  </a:lnTo>
                  <a:lnTo>
                    <a:pt x="844" y="242"/>
                  </a:lnTo>
                  <a:lnTo>
                    <a:pt x="844" y="242"/>
                  </a:lnTo>
                  <a:lnTo>
                    <a:pt x="844" y="242"/>
                  </a:lnTo>
                  <a:lnTo>
                    <a:pt x="844" y="242"/>
                  </a:lnTo>
                  <a:lnTo>
                    <a:pt x="847" y="240"/>
                  </a:lnTo>
                  <a:lnTo>
                    <a:pt x="847" y="240"/>
                  </a:lnTo>
                  <a:lnTo>
                    <a:pt x="847" y="240"/>
                  </a:lnTo>
                  <a:lnTo>
                    <a:pt x="847" y="240"/>
                  </a:lnTo>
                  <a:lnTo>
                    <a:pt x="847" y="232"/>
                  </a:lnTo>
                  <a:lnTo>
                    <a:pt x="847" y="230"/>
                  </a:lnTo>
                  <a:lnTo>
                    <a:pt x="849" y="230"/>
                  </a:lnTo>
                  <a:lnTo>
                    <a:pt x="849" y="228"/>
                  </a:lnTo>
                  <a:lnTo>
                    <a:pt x="849" y="228"/>
                  </a:lnTo>
                  <a:lnTo>
                    <a:pt x="851" y="228"/>
                  </a:lnTo>
                  <a:lnTo>
                    <a:pt x="854" y="228"/>
                  </a:lnTo>
                  <a:lnTo>
                    <a:pt x="856" y="225"/>
                  </a:lnTo>
                  <a:lnTo>
                    <a:pt x="858" y="223"/>
                  </a:lnTo>
                  <a:lnTo>
                    <a:pt x="858" y="221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8">
              <a:extLst>
                <a:ext uri="{FF2B5EF4-FFF2-40B4-BE49-F238E27FC236}">
                  <a16:creationId xmlns:a16="http://schemas.microsoft.com/office/drawing/2014/main" id="{1A2D9941-FD52-1F58-2E68-0C477FD077C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9111" y="719720"/>
              <a:ext cx="1092642" cy="1172871"/>
            </a:xfrm>
            <a:custGeom>
              <a:avLst/>
              <a:gdLst>
                <a:gd name="T0" fmla="*/ 832 w 858"/>
                <a:gd name="T1" fmla="*/ 185 h 921"/>
                <a:gd name="T2" fmla="*/ 825 w 858"/>
                <a:gd name="T3" fmla="*/ 147 h 921"/>
                <a:gd name="T4" fmla="*/ 825 w 858"/>
                <a:gd name="T5" fmla="*/ 121 h 921"/>
                <a:gd name="T6" fmla="*/ 818 w 858"/>
                <a:gd name="T7" fmla="*/ 79 h 921"/>
                <a:gd name="T8" fmla="*/ 795 w 858"/>
                <a:gd name="T9" fmla="*/ 60 h 921"/>
                <a:gd name="T10" fmla="*/ 766 w 858"/>
                <a:gd name="T11" fmla="*/ 53 h 921"/>
                <a:gd name="T12" fmla="*/ 759 w 858"/>
                <a:gd name="T13" fmla="*/ 48 h 921"/>
                <a:gd name="T14" fmla="*/ 757 w 858"/>
                <a:gd name="T15" fmla="*/ 34 h 921"/>
                <a:gd name="T16" fmla="*/ 735 w 858"/>
                <a:gd name="T17" fmla="*/ 48 h 921"/>
                <a:gd name="T18" fmla="*/ 714 w 858"/>
                <a:gd name="T19" fmla="*/ 43 h 921"/>
                <a:gd name="T20" fmla="*/ 705 w 858"/>
                <a:gd name="T21" fmla="*/ 45 h 921"/>
                <a:gd name="T22" fmla="*/ 653 w 858"/>
                <a:gd name="T23" fmla="*/ 41 h 921"/>
                <a:gd name="T24" fmla="*/ 631 w 858"/>
                <a:gd name="T25" fmla="*/ 17 h 921"/>
                <a:gd name="T26" fmla="*/ 627 w 858"/>
                <a:gd name="T27" fmla="*/ 3 h 921"/>
                <a:gd name="T28" fmla="*/ 615 w 858"/>
                <a:gd name="T29" fmla="*/ 8 h 921"/>
                <a:gd name="T30" fmla="*/ 596 w 858"/>
                <a:gd name="T31" fmla="*/ 12 h 921"/>
                <a:gd name="T32" fmla="*/ 563 w 858"/>
                <a:gd name="T33" fmla="*/ 98 h 921"/>
                <a:gd name="T34" fmla="*/ 522 w 858"/>
                <a:gd name="T35" fmla="*/ 142 h 921"/>
                <a:gd name="T36" fmla="*/ 506 w 858"/>
                <a:gd name="T37" fmla="*/ 152 h 921"/>
                <a:gd name="T38" fmla="*/ 485 w 858"/>
                <a:gd name="T39" fmla="*/ 161 h 921"/>
                <a:gd name="T40" fmla="*/ 454 w 858"/>
                <a:gd name="T41" fmla="*/ 178 h 921"/>
                <a:gd name="T42" fmla="*/ 418 w 858"/>
                <a:gd name="T43" fmla="*/ 223 h 921"/>
                <a:gd name="T44" fmla="*/ 414 w 858"/>
                <a:gd name="T45" fmla="*/ 249 h 921"/>
                <a:gd name="T46" fmla="*/ 395 w 858"/>
                <a:gd name="T47" fmla="*/ 277 h 921"/>
                <a:gd name="T48" fmla="*/ 388 w 858"/>
                <a:gd name="T49" fmla="*/ 306 h 921"/>
                <a:gd name="T50" fmla="*/ 385 w 858"/>
                <a:gd name="T51" fmla="*/ 337 h 921"/>
                <a:gd name="T52" fmla="*/ 399 w 858"/>
                <a:gd name="T53" fmla="*/ 353 h 921"/>
                <a:gd name="T54" fmla="*/ 376 w 858"/>
                <a:gd name="T55" fmla="*/ 405 h 921"/>
                <a:gd name="T56" fmla="*/ 362 w 858"/>
                <a:gd name="T57" fmla="*/ 424 h 921"/>
                <a:gd name="T58" fmla="*/ 314 w 858"/>
                <a:gd name="T59" fmla="*/ 462 h 921"/>
                <a:gd name="T60" fmla="*/ 272 w 858"/>
                <a:gd name="T61" fmla="*/ 493 h 921"/>
                <a:gd name="T62" fmla="*/ 212 w 858"/>
                <a:gd name="T63" fmla="*/ 516 h 921"/>
                <a:gd name="T64" fmla="*/ 203 w 858"/>
                <a:gd name="T65" fmla="*/ 540 h 921"/>
                <a:gd name="T66" fmla="*/ 156 w 858"/>
                <a:gd name="T67" fmla="*/ 595 h 921"/>
                <a:gd name="T68" fmla="*/ 139 w 858"/>
                <a:gd name="T69" fmla="*/ 618 h 921"/>
                <a:gd name="T70" fmla="*/ 123 w 858"/>
                <a:gd name="T71" fmla="*/ 651 h 921"/>
                <a:gd name="T72" fmla="*/ 120 w 858"/>
                <a:gd name="T73" fmla="*/ 680 h 921"/>
                <a:gd name="T74" fmla="*/ 111 w 858"/>
                <a:gd name="T75" fmla="*/ 703 h 921"/>
                <a:gd name="T76" fmla="*/ 85 w 858"/>
                <a:gd name="T77" fmla="*/ 727 h 921"/>
                <a:gd name="T78" fmla="*/ 59 w 858"/>
                <a:gd name="T79" fmla="*/ 753 h 921"/>
                <a:gd name="T80" fmla="*/ 66 w 858"/>
                <a:gd name="T81" fmla="*/ 746 h 921"/>
                <a:gd name="T82" fmla="*/ 71 w 858"/>
                <a:gd name="T83" fmla="*/ 746 h 921"/>
                <a:gd name="T84" fmla="*/ 59 w 858"/>
                <a:gd name="T85" fmla="*/ 767 h 921"/>
                <a:gd name="T86" fmla="*/ 49 w 858"/>
                <a:gd name="T87" fmla="*/ 793 h 921"/>
                <a:gd name="T88" fmla="*/ 42 w 858"/>
                <a:gd name="T89" fmla="*/ 805 h 921"/>
                <a:gd name="T90" fmla="*/ 23 w 858"/>
                <a:gd name="T91" fmla="*/ 836 h 921"/>
                <a:gd name="T92" fmla="*/ 14 w 858"/>
                <a:gd name="T93" fmla="*/ 843 h 921"/>
                <a:gd name="T94" fmla="*/ 7 w 858"/>
                <a:gd name="T95" fmla="*/ 871 h 921"/>
                <a:gd name="T96" fmla="*/ 2 w 858"/>
                <a:gd name="T97" fmla="*/ 921 h 921"/>
                <a:gd name="T98" fmla="*/ 94 w 858"/>
                <a:gd name="T99" fmla="*/ 890 h 921"/>
                <a:gd name="T100" fmla="*/ 210 w 858"/>
                <a:gd name="T101" fmla="*/ 808 h 921"/>
                <a:gd name="T102" fmla="*/ 272 w 858"/>
                <a:gd name="T103" fmla="*/ 767 h 921"/>
                <a:gd name="T104" fmla="*/ 449 w 858"/>
                <a:gd name="T105" fmla="*/ 592 h 921"/>
                <a:gd name="T106" fmla="*/ 463 w 858"/>
                <a:gd name="T107" fmla="*/ 448 h 921"/>
                <a:gd name="T108" fmla="*/ 506 w 858"/>
                <a:gd name="T109" fmla="*/ 415 h 921"/>
                <a:gd name="T110" fmla="*/ 572 w 858"/>
                <a:gd name="T111" fmla="*/ 405 h 921"/>
                <a:gd name="T112" fmla="*/ 660 w 858"/>
                <a:gd name="T113" fmla="*/ 363 h 921"/>
                <a:gd name="T114" fmla="*/ 721 w 858"/>
                <a:gd name="T115" fmla="*/ 311 h 921"/>
                <a:gd name="T116" fmla="*/ 709 w 858"/>
                <a:gd name="T117" fmla="*/ 301 h 921"/>
                <a:gd name="T118" fmla="*/ 757 w 858"/>
                <a:gd name="T119" fmla="*/ 251 h 921"/>
                <a:gd name="T120" fmla="*/ 832 w 858"/>
                <a:gd name="T121" fmla="*/ 247 h 921"/>
                <a:gd name="T122" fmla="*/ 844 w 858"/>
                <a:gd name="T123" fmla="*/ 242 h 921"/>
                <a:gd name="T124" fmla="*/ 856 w 858"/>
                <a:gd name="T125" fmla="*/ 225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58" h="921">
                  <a:moveTo>
                    <a:pt x="858" y="221"/>
                  </a:moveTo>
                  <a:lnTo>
                    <a:pt x="842" y="209"/>
                  </a:lnTo>
                  <a:lnTo>
                    <a:pt x="839" y="209"/>
                  </a:lnTo>
                  <a:lnTo>
                    <a:pt x="837" y="206"/>
                  </a:lnTo>
                  <a:lnTo>
                    <a:pt x="830" y="195"/>
                  </a:lnTo>
                  <a:lnTo>
                    <a:pt x="832" y="192"/>
                  </a:lnTo>
                  <a:lnTo>
                    <a:pt x="832" y="192"/>
                  </a:lnTo>
                  <a:lnTo>
                    <a:pt x="832" y="192"/>
                  </a:lnTo>
                  <a:lnTo>
                    <a:pt x="835" y="192"/>
                  </a:lnTo>
                  <a:lnTo>
                    <a:pt x="835" y="190"/>
                  </a:lnTo>
                  <a:lnTo>
                    <a:pt x="835" y="190"/>
                  </a:lnTo>
                  <a:lnTo>
                    <a:pt x="835" y="187"/>
                  </a:lnTo>
                  <a:lnTo>
                    <a:pt x="835" y="187"/>
                  </a:lnTo>
                  <a:lnTo>
                    <a:pt x="832" y="185"/>
                  </a:lnTo>
                  <a:lnTo>
                    <a:pt x="832" y="185"/>
                  </a:lnTo>
                  <a:lnTo>
                    <a:pt x="830" y="183"/>
                  </a:lnTo>
                  <a:lnTo>
                    <a:pt x="828" y="180"/>
                  </a:lnTo>
                  <a:lnTo>
                    <a:pt x="828" y="180"/>
                  </a:lnTo>
                  <a:lnTo>
                    <a:pt x="828" y="178"/>
                  </a:lnTo>
                  <a:lnTo>
                    <a:pt x="825" y="176"/>
                  </a:lnTo>
                  <a:lnTo>
                    <a:pt x="823" y="173"/>
                  </a:lnTo>
                  <a:lnTo>
                    <a:pt x="823" y="166"/>
                  </a:lnTo>
                  <a:lnTo>
                    <a:pt x="825" y="166"/>
                  </a:lnTo>
                  <a:lnTo>
                    <a:pt x="825" y="164"/>
                  </a:lnTo>
                  <a:lnTo>
                    <a:pt x="825" y="159"/>
                  </a:lnTo>
                  <a:lnTo>
                    <a:pt x="828" y="159"/>
                  </a:lnTo>
                  <a:lnTo>
                    <a:pt x="828" y="157"/>
                  </a:lnTo>
                  <a:lnTo>
                    <a:pt x="828" y="154"/>
                  </a:lnTo>
                  <a:lnTo>
                    <a:pt x="825" y="150"/>
                  </a:lnTo>
                  <a:lnTo>
                    <a:pt x="825" y="147"/>
                  </a:lnTo>
                  <a:lnTo>
                    <a:pt x="823" y="147"/>
                  </a:lnTo>
                  <a:lnTo>
                    <a:pt x="821" y="147"/>
                  </a:lnTo>
                  <a:lnTo>
                    <a:pt x="821" y="147"/>
                  </a:lnTo>
                  <a:lnTo>
                    <a:pt x="821" y="145"/>
                  </a:lnTo>
                  <a:lnTo>
                    <a:pt x="821" y="145"/>
                  </a:lnTo>
                  <a:lnTo>
                    <a:pt x="821" y="145"/>
                  </a:lnTo>
                  <a:lnTo>
                    <a:pt x="823" y="142"/>
                  </a:lnTo>
                  <a:lnTo>
                    <a:pt x="823" y="142"/>
                  </a:lnTo>
                  <a:lnTo>
                    <a:pt x="823" y="142"/>
                  </a:lnTo>
                  <a:lnTo>
                    <a:pt x="823" y="140"/>
                  </a:lnTo>
                  <a:lnTo>
                    <a:pt x="823" y="140"/>
                  </a:lnTo>
                  <a:lnTo>
                    <a:pt x="823" y="135"/>
                  </a:lnTo>
                  <a:lnTo>
                    <a:pt x="823" y="133"/>
                  </a:lnTo>
                  <a:lnTo>
                    <a:pt x="825" y="124"/>
                  </a:lnTo>
                  <a:lnTo>
                    <a:pt x="825" y="121"/>
                  </a:lnTo>
                  <a:lnTo>
                    <a:pt x="825" y="121"/>
                  </a:lnTo>
                  <a:lnTo>
                    <a:pt x="825" y="119"/>
                  </a:lnTo>
                  <a:lnTo>
                    <a:pt x="821" y="107"/>
                  </a:lnTo>
                  <a:lnTo>
                    <a:pt x="818" y="105"/>
                  </a:lnTo>
                  <a:lnTo>
                    <a:pt x="818" y="102"/>
                  </a:lnTo>
                  <a:lnTo>
                    <a:pt x="823" y="95"/>
                  </a:lnTo>
                  <a:lnTo>
                    <a:pt x="823" y="95"/>
                  </a:lnTo>
                  <a:lnTo>
                    <a:pt x="821" y="95"/>
                  </a:lnTo>
                  <a:lnTo>
                    <a:pt x="813" y="88"/>
                  </a:lnTo>
                  <a:lnTo>
                    <a:pt x="813" y="86"/>
                  </a:lnTo>
                  <a:lnTo>
                    <a:pt x="818" y="83"/>
                  </a:lnTo>
                  <a:lnTo>
                    <a:pt x="818" y="79"/>
                  </a:lnTo>
                  <a:lnTo>
                    <a:pt x="818" y="79"/>
                  </a:lnTo>
                  <a:lnTo>
                    <a:pt x="818" y="79"/>
                  </a:lnTo>
                  <a:lnTo>
                    <a:pt x="818" y="79"/>
                  </a:lnTo>
                  <a:lnTo>
                    <a:pt x="813" y="74"/>
                  </a:lnTo>
                  <a:lnTo>
                    <a:pt x="811" y="71"/>
                  </a:lnTo>
                  <a:lnTo>
                    <a:pt x="809" y="71"/>
                  </a:lnTo>
                  <a:lnTo>
                    <a:pt x="806" y="69"/>
                  </a:lnTo>
                  <a:lnTo>
                    <a:pt x="806" y="69"/>
                  </a:lnTo>
                  <a:lnTo>
                    <a:pt x="806" y="67"/>
                  </a:lnTo>
                  <a:lnTo>
                    <a:pt x="806" y="67"/>
                  </a:lnTo>
                  <a:lnTo>
                    <a:pt x="806" y="67"/>
                  </a:lnTo>
                  <a:lnTo>
                    <a:pt x="804" y="67"/>
                  </a:lnTo>
                  <a:lnTo>
                    <a:pt x="802" y="64"/>
                  </a:lnTo>
                  <a:lnTo>
                    <a:pt x="799" y="64"/>
                  </a:lnTo>
                  <a:lnTo>
                    <a:pt x="799" y="62"/>
                  </a:lnTo>
                  <a:lnTo>
                    <a:pt x="797" y="62"/>
                  </a:lnTo>
                  <a:lnTo>
                    <a:pt x="795" y="60"/>
                  </a:lnTo>
                  <a:lnTo>
                    <a:pt x="795" y="60"/>
                  </a:lnTo>
                  <a:lnTo>
                    <a:pt x="795" y="55"/>
                  </a:lnTo>
                  <a:lnTo>
                    <a:pt x="795" y="55"/>
                  </a:lnTo>
                  <a:lnTo>
                    <a:pt x="792" y="55"/>
                  </a:lnTo>
                  <a:lnTo>
                    <a:pt x="792" y="55"/>
                  </a:lnTo>
                  <a:lnTo>
                    <a:pt x="790" y="55"/>
                  </a:lnTo>
                  <a:lnTo>
                    <a:pt x="785" y="53"/>
                  </a:lnTo>
                  <a:lnTo>
                    <a:pt x="783" y="53"/>
                  </a:lnTo>
                  <a:lnTo>
                    <a:pt x="783" y="53"/>
                  </a:lnTo>
                  <a:lnTo>
                    <a:pt x="780" y="55"/>
                  </a:lnTo>
                  <a:lnTo>
                    <a:pt x="780" y="55"/>
                  </a:lnTo>
                  <a:lnTo>
                    <a:pt x="780" y="55"/>
                  </a:lnTo>
                  <a:lnTo>
                    <a:pt x="778" y="55"/>
                  </a:lnTo>
                  <a:lnTo>
                    <a:pt x="771" y="55"/>
                  </a:lnTo>
                  <a:lnTo>
                    <a:pt x="769" y="53"/>
                  </a:lnTo>
                  <a:lnTo>
                    <a:pt x="766" y="53"/>
                  </a:lnTo>
                  <a:lnTo>
                    <a:pt x="764" y="50"/>
                  </a:lnTo>
                  <a:lnTo>
                    <a:pt x="764" y="50"/>
                  </a:lnTo>
                  <a:lnTo>
                    <a:pt x="761" y="45"/>
                  </a:lnTo>
                  <a:lnTo>
                    <a:pt x="759" y="45"/>
                  </a:lnTo>
                  <a:lnTo>
                    <a:pt x="759" y="45"/>
                  </a:lnTo>
                  <a:lnTo>
                    <a:pt x="761" y="48"/>
                  </a:lnTo>
                  <a:lnTo>
                    <a:pt x="764" y="53"/>
                  </a:lnTo>
                  <a:lnTo>
                    <a:pt x="766" y="55"/>
                  </a:lnTo>
                  <a:lnTo>
                    <a:pt x="764" y="55"/>
                  </a:lnTo>
                  <a:lnTo>
                    <a:pt x="761" y="53"/>
                  </a:lnTo>
                  <a:lnTo>
                    <a:pt x="759" y="53"/>
                  </a:lnTo>
                  <a:lnTo>
                    <a:pt x="759" y="50"/>
                  </a:lnTo>
                  <a:lnTo>
                    <a:pt x="759" y="50"/>
                  </a:lnTo>
                  <a:lnTo>
                    <a:pt x="759" y="50"/>
                  </a:lnTo>
                  <a:lnTo>
                    <a:pt x="759" y="48"/>
                  </a:lnTo>
                  <a:lnTo>
                    <a:pt x="759" y="45"/>
                  </a:lnTo>
                  <a:lnTo>
                    <a:pt x="759" y="45"/>
                  </a:lnTo>
                  <a:lnTo>
                    <a:pt x="759" y="45"/>
                  </a:lnTo>
                  <a:lnTo>
                    <a:pt x="759" y="43"/>
                  </a:lnTo>
                  <a:lnTo>
                    <a:pt x="757" y="45"/>
                  </a:lnTo>
                  <a:lnTo>
                    <a:pt x="754" y="43"/>
                  </a:lnTo>
                  <a:lnTo>
                    <a:pt x="754" y="41"/>
                  </a:lnTo>
                  <a:lnTo>
                    <a:pt x="757" y="41"/>
                  </a:lnTo>
                  <a:lnTo>
                    <a:pt x="757" y="41"/>
                  </a:lnTo>
                  <a:lnTo>
                    <a:pt x="757" y="41"/>
                  </a:lnTo>
                  <a:lnTo>
                    <a:pt x="757" y="38"/>
                  </a:lnTo>
                  <a:lnTo>
                    <a:pt x="757" y="36"/>
                  </a:lnTo>
                  <a:lnTo>
                    <a:pt x="757" y="34"/>
                  </a:lnTo>
                  <a:lnTo>
                    <a:pt x="757" y="34"/>
                  </a:lnTo>
                  <a:lnTo>
                    <a:pt x="757" y="34"/>
                  </a:lnTo>
                  <a:lnTo>
                    <a:pt x="754" y="34"/>
                  </a:lnTo>
                  <a:lnTo>
                    <a:pt x="754" y="34"/>
                  </a:lnTo>
                  <a:lnTo>
                    <a:pt x="754" y="34"/>
                  </a:lnTo>
                  <a:lnTo>
                    <a:pt x="754" y="34"/>
                  </a:lnTo>
                  <a:lnTo>
                    <a:pt x="754" y="36"/>
                  </a:lnTo>
                  <a:lnTo>
                    <a:pt x="752" y="41"/>
                  </a:lnTo>
                  <a:lnTo>
                    <a:pt x="750" y="43"/>
                  </a:lnTo>
                  <a:lnTo>
                    <a:pt x="750" y="43"/>
                  </a:lnTo>
                  <a:lnTo>
                    <a:pt x="747" y="43"/>
                  </a:lnTo>
                  <a:lnTo>
                    <a:pt x="747" y="43"/>
                  </a:lnTo>
                  <a:lnTo>
                    <a:pt x="747" y="43"/>
                  </a:lnTo>
                  <a:lnTo>
                    <a:pt x="747" y="43"/>
                  </a:lnTo>
                  <a:lnTo>
                    <a:pt x="745" y="45"/>
                  </a:lnTo>
                  <a:lnTo>
                    <a:pt x="742" y="45"/>
                  </a:lnTo>
                  <a:lnTo>
                    <a:pt x="735" y="48"/>
                  </a:lnTo>
                  <a:lnTo>
                    <a:pt x="733" y="50"/>
                  </a:lnTo>
                  <a:lnTo>
                    <a:pt x="731" y="48"/>
                  </a:lnTo>
                  <a:lnTo>
                    <a:pt x="731" y="48"/>
                  </a:lnTo>
                  <a:lnTo>
                    <a:pt x="731" y="48"/>
                  </a:lnTo>
                  <a:lnTo>
                    <a:pt x="728" y="48"/>
                  </a:lnTo>
                  <a:lnTo>
                    <a:pt x="728" y="48"/>
                  </a:lnTo>
                  <a:lnTo>
                    <a:pt x="728" y="48"/>
                  </a:lnTo>
                  <a:lnTo>
                    <a:pt x="728" y="48"/>
                  </a:lnTo>
                  <a:lnTo>
                    <a:pt x="726" y="48"/>
                  </a:lnTo>
                  <a:lnTo>
                    <a:pt x="721" y="45"/>
                  </a:lnTo>
                  <a:lnTo>
                    <a:pt x="721" y="45"/>
                  </a:lnTo>
                  <a:lnTo>
                    <a:pt x="719" y="43"/>
                  </a:lnTo>
                  <a:lnTo>
                    <a:pt x="716" y="43"/>
                  </a:lnTo>
                  <a:lnTo>
                    <a:pt x="716" y="43"/>
                  </a:lnTo>
                  <a:lnTo>
                    <a:pt x="714" y="43"/>
                  </a:lnTo>
                  <a:lnTo>
                    <a:pt x="714" y="45"/>
                  </a:lnTo>
                  <a:lnTo>
                    <a:pt x="714" y="45"/>
                  </a:lnTo>
                  <a:lnTo>
                    <a:pt x="712" y="48"/>
                  </a:lnTo>
                  <a:lnTo>
                    <a:pt x="712" y="48"/>
                  </a:lnTo>
                  <a:lnTo>
                    <a:pt x="709" y="48"/>
                  </a:lnTo>
                  <a:lnTo>
                    <a:pt x="709" y="48"/>
                  </a:lnTo>
                  <a:lnTo>
                    <a:pt x="707" y="48"/>
                  </a:lnTo>
                  <a:lnTo>
                    <a:pt x="707" y="48"/>
                  </a:lnTo>
                  <a:lnTo>
                    <a:pt x="705" y="48"/>
                  </a:lnTo>
                  <a:lnTo>
                    <a:pt x="705" y="48"/>
                  </a:lnTo>
                  <a:lnTo>
                    <a:pt x="705" y="45"/>
                  </a:lnTo>
                  <a:lnTo>
                    <a:pt x="705" y="45"/>
                  </a:lnTo>
                  <a:lnTo>
                    <a:pt x="705" y="45"/>
                  </a:lnTo>
                  <a:lnTo>
                    <a:pt x="705" y="45"/>
                  </a:lnTo>
                  <a:lnTo>
                    <a:pt x="705" y="45"/>
                  </a:lnTo>
                  <a:lnTo>
                    <a:pt x="705" y="45"/>
                  </a:lnTo>
                  <a:lnTo>
                    <a:pt x="702" y="45"/>
                  </a:lnTo>
                  <a:lnTo>
                    <a:pt x="698" y="45"/>
                  </a:lnTo>
                  <a:lnTo>
                    <a:pt x="693" y="48"/>
                  </a:lnTo>
                  <a:lnTo>
                    <a:pt x="686" y="50"/>
                  </a:lnTo>
                  <a:lnTo>
                    <a:pt x="683" y="53"/>
                  </a:lnTo>
                  <a:lnTo>
                    <a:pt x="681" y="53"/>
                  </a:lnTo>
                  <a:lnTo>
                    <a:pt x="681" y="53"/>
                  </a:lnTo>
                  <a:lnTo>
                    <a:pt x="674" y="50"/>
                  </a:lnTo>
                  <a:lnTo>
                    <a:pt x="674" y="50"/>
                  </a:lnTo>
                  <a:lnTo>
                    <a:pt x="667" y="48"/>
                  </a:lnTo>
                  <a:lnTo>
                    <a:pt x="660" y="45"/>
                  </a:lnTo>
                  <a:lnTo>
                    <a:pt x="657" y="45"/>
                  </a:lnTo>
                  <a:lnTo>
                    <a:pt x="655" y="43"/>
                  </a:lnTo>
                  <a:lnTo>
                    <a:pt x="653" y="41"/>
                  </a:lnTo>
                  <a:lnTo>
                    <a:pt x="650" y="41"/>
                  </a:lnTo>
                  <a:lnTo>
                    <a:pt x="648" y="38"/>
                  </a:lnTo>
                  <a:lnTo>
                    <a:pt x="648" y="36"/>
                  </a:lnTo>
                  <a:lnTo>
                    <a:pt x="645" y="36"/>
                  </a:lnTo>
                  <a:lnTo>
                    <a:pt x="645" y="36"/>
                  </a:lnTo>
                  <a:lnTo>
                    <a:pt x="643" y="36"/>
                  </a:lnTo>
                  <a:lnTo>
                    <a:pt x="643" y="34"/>
                  </a:lnTo>
                  <a:lnTo>
                    <a:pt x="638" y="29"/>
                  </a:lnTo>
                  <a:lnTo>
                    <a:pt x="636" y="27"/>
                  </a:lnTo>
                  <a:lnTo>
                    <a:pt x="634" y="24"/>
                  </a:lnTo>
                  <a:lnTo>
                    <a:pt x="634" y="24"/>
                  </a:lnTo>
                  <a:lnTo>
                    <a:pt x="634" y="22"/>
                  </a:lnTo>
                  <a:lnTo>
                    <a:pt x="631" y="19"/>
                  </a:lnTo>
                  <a:lnTo>
                    <a:pt x="631" y="19"/>
                  </a:lnTo>
                  <a:lnTo>
                    <a:pt x="631" y="17"/>
                  </a:lnTo>
                  <a:lnTo>
                    <a:pt x="631" y="17"/>
                  </a:lnTo>
                  <a:lnTo>
                    <a:pt x="631" y="17"/>
                  </a:lnTo>
                  <a:lnTo>
                    <a:pt x="631" y="17"/>
                  </a:lnTo>
                  <a:lnTo>
                    <a:pt x="631" y="17"/>
                  </a:lnTo>
                  <a:lnTo>
                    <a:pt x="629" y="17"/>
                  </a:lnTo>
                  <a:lnTo>
                    <a:pt x="629" y="17"/>
                  </a:lnTo>
                  <a:lnTo>
                    <a:pt x="629" y="15"/>
                  </a:lnTo>
                  <a:lnTo>
                    <a:pt x="629" y="12"/>
                  </a:lnTo>
                  <a:lnTo>
                    <a:pt x="629" y="10"/>
                  </a:lnTo>
                  <a:lnTo>
                    <a:pt x="629" y="8"/>
                  </a:lnTo>
                  <a:lnTo>
                    <a:pt x="629" y="5"/>
                  </a:lnTo>
                  <a:lnTo>
                    <a:pt x="629" y="5"/>
                  </a:lnTo>
                  <a:lnTo>
                    <a:pt x="627" y="5"/>
                  </a:lnTo>
                  <a:lnTo>
                    <a:pt x="627" y="5"/>
                  </a:lnTo>
                  <a:lnTo>
                    <a:pt x="627" y="3"/>
                  </a:lnTo>
                  <a:lnTo>
                    <a:pt x="624" y="0"/>
                  </a:lnTo>
                  <a:lnTo>
                    <a:pt x="624" y="0"/>
                  </a:lnTo>
                  <a:lnTo>
                    <a:pt x="624" y="0"/>
                  </a:lnTo>
                  <a:lnTo>
                    <a:pt x="624" y="0"/>
                  </a:lnTo>
                  <a:lnTo>
                    <a:pt x="624" y="3"/>
                  </a:lnTo>
                  <a:lnTo>
                    <a:pt x="624" y="3"/>
                  </a:lnTo>
                  <a:lnTo>
                    <a:pt x="624" y="3"/>
                  </a:lnTo>
                  <a:lnTo>
                    <a:pt x="624" y="3"/>
                  </a:lnTo>
                  <a:lnTo>
                    <a:pt x="624" y="3"/>
                  </a:lnTo>
                  <a:lnTo>
                    <a:pt x="622" y="3"/>
                  </a:lnTo>
                  <a:lnTo>
                    <a:pt x="622" y="3"/>
                  </a:lnTo>
                  <a:lnTo>
                    <a:pt x="619" y="3"/>
                  </a:lnTo>
                  <a:lnTo>
                    <a:pt x="619" y="5"/>
                  </a:lnTo>
                  <a:lnTo>
                    <a:pt x="617" y="5"/>
                  </a:lnTo>
                  <a:lnTo>
                    <a:pt x="615" y="8"/>
                  </a:lnTo>
                  <a:lnTo>
                    <a:pt x="615" y="8"/>
                  </a:lnTo>
                  <a:lnTo>
                    <a:pt x="612" y="8"/>
                  </a:lnTo>
                  <a:lnTo>
                    <a:pt x="610" y="8"/>
                  </a:lnTo>
                  <a:lnTo>
                    <a:pt x="610" y="8"/>
                  </a:lnTo>
                  <a:lnTo>
                    <a:pt x="610" y="8"/>
                  </a:lnTo>
                  <a:lnTo>
                    <a:pt x="608" y="8"/>
                  </a:lnTo>
                  <a:lnTo>
                    <a:pt x="608" y="8"/>
                  </a:lnTo>
                  <a:lnTo>
                    <a:pt x="608" y="8"/>
                  </a:lnTo>
                  <a:lnTo>
                    <a:pt x="605" y="10"/>
                  </a:lnTo>
                  <a:lnTo>
                    <a:pt x="605" y="10"/>
                  </a:lnTo>
                  <a:lnTo>
                    <a:pt x="601" y="10"/>
                  </a:lnTo>
                  <a:lnTo>
                    <a:pt x="598" y="10"/>
                  </a:lnTo>
                  <a:lnTo>
                    <a:pt x="598" y="10"/>
                  </a:lnTo>
                  <a:lnTo>
                    <a:pt x="596" y="12"/>
                  </a:lnTo>
                  <a:lnTo>
                    <a:pt x="596" y="12"/>
                  </a:lnTo>
                  <a:lnTo>
                    <a:pt x="596" y="17"/>
                  </a:lnTo>
                  <a:lnTo>
                    <a:pt x="596" y="17"/>
                  </a:lnTo>
                  <a:lnTo>
                    <a:pt x="596" y="17"/>
                  </a:lnTo>
                  <a:lnTo>
                    <a:pt x="596" y="19"/>
                  </a:lnTo>
                  <a:lnTo>
                    <a:pt x="596" y="19"/>
                  </a:lnTo>
                  <a:lnTo>
                    <a:pt x="593" y="22"/>
                  </a:lnTo>
                  <a:lnTo>
                    <a:pt x="593" y="24"/>
                  </a:lnTo>
                  <a:lnTo>
                    <a:pt x="591" y="27"/>
                  </a:lnTo>
                  <a:lnTo>
                    <a:pt x="591" y="29"/>
                  </a:lnTo>
                  <a:lnTo>
                    <a:pt x="591" y="29"/>
                  </a:lnTo>
                  <a:lnTo>
                    <a:pt x="582" y="53"/>
                  </a:lnTo>
                  <a:lnTo>
                    <a:pt x="577" y="69"/>
                  </a:lnTo>
                  <a:lnTo>
                    <a:pt x="565" y="93"/>
                  </a:lnTo>
                  <a:lnTo>
                    <a:pt x="565" y="95"/>
                  </a:lnTo>
                  <a:lnTo>
                    <a:pt x="563" y="98"/>
                  </a:lnTo>
                  <a:lnTo>
                    <a:pt x="563" y="100"/>
                  </a:lnTo>
                  <a:lnTo>
                    <a:pt x="558" y="109"/>
                  </a:lnTo>
                  <a:lnTo>
                    <a:pt x="553" y="116"/>
                  </a:lnTo>
                  <a:lnTo>
                    <a:pt x="548" y="124"/>
                  </a:lnTo>
                  <a:lnTo>
                    <a:pt x="544" y="131"/>
                  </a:lnTo>
                  <a:lnTo>
                    <a:pt x="539" y="135"/>
                  </a:lnTo>
                  <a:lnTo>
                    <a:pt x="537" y="135"/>
                  </a:lnTo>
                  <a:lnTo>
                    <a:pt x="534" y="138"/>
                  </a:lnTo>
                  <a:lnTo>
                    <a:pt x="534" y="138"/>
                  </a:lnTo>
                  <a:lnTo>
                    <a:pt x="534" y="138"/>
                  </a:lnTo>
                  <a:lnTo>
                    <a:pt x="532" y="138"/>
                  </a:lnTo>
                  <a:lnTo>
                    <a:pt x="530" y="138"/>
                  </a:lnTo>
                  <a:lnTo>
                    <a:pt x="527" y="140"/>
                  </a:lnTo>
                  <a:lnTo>
                    <a:pt x="525" y="140"/>
                  </a:lnTo>
                  <a:lnTo>
                    <a:pt x="522" y="142"/>
                  </a:lnTo>
                  <a:lnTo>
                    <a:pt x="520" y="145"/>
                  </a:lnTo>
                  <a:lnTo>
                    <a:pt x="520" y="145"/>
                  </a:lnTo>
                  <a:lnTo>
                    <a:pt x="518" y="145"/>
                  </a:lnTo>
                  <a:lnTo>
                    <a:pt x="520" y="142"/>
                  </a:lnTo>
                  <a:lnTo>
                    <a:pt x="518" y="145"/>
                  </a:lnTo>
                  <a:lnTo>
                    <a:pt x="515" y="145"/>
                  </a:lnTo>
                  <a:lnTo>
                    <a:pt x="515" y="147"/>
                  </a:lnTo>
                  <a:lnTo>
                    <a:pt x="513" y="150"/>
                  </a:lnTo>
                  <a:lnTo>
                    <a:pt x="513" y="150"/>
                  </a:lnTo>
                  <a:lnTo>
                    <a:pt x="511" y="150"/>
                  </a:lnTo>
                  <a:lnTo>
                    <a:pt x="511" y="150"/>
                  </a:lnTo>
                  <a:lnTo>
                    <a:pt x="508" y="150"/>
                  </a:lnTo>
                  <a:lnTo>
                    <a:pt x="508" y="152"/>
                  </a:lnTo>
                  <a:lnTo>
                    <a:pt x="508" y="152"/>
                  </a:lnTo>
                  <a:lnTo>
                    <a:pt x="506" y="152"/>
                  </a:lnTo>
                  <a:lnTo>
                    <a:pt x="506" y="152"/>
                  </a:lnTo>
                  <a:lnTo>
                    <a:pt x="506" y="152"/>
                  </a:lnTo>
                  <a:lnTo>
                    <a:pt x="506" y="152"/>
                  </a:lnTo>
                  <a:lnTo>
                    <a:pt x="504" y="152"/>
                  </a:lnTo>
                  <a:lnTo>
                    <a:pt x="504" y="152"/>
                  </a:lnTo>
                  <a:lnTo>
                    <a:pt x="501" y="152"/>
                  </a:lnTo>
                  <a:lnTo>
                    <a:pt x="501" y="154"/>
                  </a:lnTo>
                  <a:lnTo>
                    <a:pt x="501" y="154"/>
                  </a:lnTo>
                  <a:lnTo>
                    <a:pt x="499" y="154"/>
                  </a:lnTo>
                  <a:lnTo>
                    <a:pt x="494" y="157"/>
                  </a:lnTo>
                  <a:lnTo>
                    <a:pt x="494" y="157"/>
                  </a:lnTo>
                  <a:lnTo>
                    <a:pt x="492" y="159"/>
                  </a:lnTo>
                  <a:lnTo>
                    <a:pt x="492" y="159"/>
                  </a:lnTo>
                  <a:lnTo>
                    <a:pt x="489" y="159"/>
                  </a:lnTo>
                  <a:lnTo>
                    <a:pt x="485" y="161"/>
                  </a:lnTo>
                  <a:lnTo>
                    <a:pt x="480" y="164"/>
                  </a:lnTo>
                  <a:lnTo>
                    <a:pt x="473" y="164"/>
                  </a:lnTo>
                  <a:lnTo>
                    <a:pt x="470" y="166"/>
                  </a:lnTo>
                  <a:lnTo>
                    <a:pt x="468" y="166"/>
                  </a:lnTo>
                  <a:lnTo>
                    <a:pt x="466" y="171"/>
                  </a:lnTo>
                  <a:lnTo>
                    <a:pt x="463" y="173"/>
                  </a:lnTo>
                  <a:lnTo>
                    <a:pt x="461" y="173"/>
                  </a:lnTo>
                  <a:lnTo>
                    <a:pt x="461" y="173"/>
                  </a:lnTo>
                  <a:lnTo>
                    <a:pt x="461" y="173"/>
                  </a:lnTo>
                  <a:lnTo>
                    <a:pt x="459" y="173"/>
                  </a:lnTo>
                  <a:lnTo>
                    <a:pt x="459" y="173"/>
                  </a:lnTo>
                  <a:lnTo>
                    <a:pt x="459" y="173"/>
                  </a:lnTo>
                  <a:lnTo>
                    <a:pt x="459" y="173"/>
                  </a:lnTo>
                  <a:lnTo>
                    <a:pt x="454" y="178"/>
                  </a:lnTo>
                  <a:lnTo>
                    <a:pt x="454" y="178"/>
                  </a:lnTo>
                  <a:lnTo>
                    <a:pt x="454" y="180"/>
                  </a:lnTo>
                  <a:lnTo>
                    <a:pt x="454" y="180"/>
                  </a:lnTo>
                  <a:lnTo>
                    <a:pt x="451" y="183"/>
                  </a:lnTo>
                  <a:lnTo>
                    <a:pt x="447" y="190"/>
                  </a:lnTo>
                  <a:lnTo>
                    <a:pt x="440" y="197"/>
                  </a:lnTo>
                  <a:lnTo>
                    <a:pt x="437" y="199"/>
                  </a:lnTo>
                  <a:lnTo>
                    <a:pt x="433" y="204"/>
                  </a:lnTo>
                  <a:lnTo>
                    <a:pt x="428" y="211"/>
                  </a:lnTo>
                  <a:lnTo>
                    <a:pt x="418" y="216"/>
                  </a:lnTo>
                  <a:lnTo>
                    <a:pt x="418" y="218"/>
                  </a:lnTo>
                  <a:lnTo>
                    <a:pt x="418" y="221"/>
                  </a:lnTo>
                  <a:lnTo>
                    <a:pt x="418" y="221"/>
                  </a:lnTo>
                  <a:lnTo>
                    <a:pt x="418" y="223"/>
                  </a:lnTo>
                  <a:lnTo>
                    <a:pt x="418" y="223"/>
                  </a:lnTo>
                  <a:lnTo>
                    <a:pt x="418" y="223"/>
                  </a:lnTo>
                  <a:lnTo>
                    <a:pt x="418" y="225"/>
                  </a:lnTo>
                  <a:lnTo>
                    <a:pt x="418" y="225"/>
                  </a:lnTo>
                  <a:lnTo>
                    <a:pt x="418" y="230"/>
                  </a:lnTo>
                  <a:lnTo>
                    <a:pt x="418" y="230"/>
                  </a:lnTo>
                  <a:lnTo>
                    <a:pt x="416" y="230"/>
                  </a:lnTo>
                  <a:lnTo>
                    <a:pt x="418" y="232"/>
                  </a:lnTo>
                  <a:lnTo>
                    <a:pt x="418" y="232"/>
                  </a:lnTo>
                  <a:lnTo>
                    <a:pt x="418" y="232"/>
                  </a:lnTo>
                  <a:lnTo>
                    <a:pt x="418" y="240"/>
                  </a:lnTo>
                  <a:lnTo>
                    <a:pt x="418" y="242"/>
                  </a:lnTo>
                  <a:lnTo>
                    <a:pt x="416" y="242"/>
                  </a:lnTo>
                  <a:lnTo>
                    <a:pt x="416" y="244"/>
                  </a:lnTo>
                  <a:lnTo>
                    <a:pt x="416" y="247"/>
                  </a:lnTo>
                  <a:lnTo>
                    <a:pt x="416" y="247"/>
                  </a:lnTo>
                  <a:lnTo>
                    <a:pt x="414" y="249"/>
                  </a:lnTo>
                  <a:lnTo>
                    <a:pt x="414" y="251"/>
                  </a:lnTo>
                  <a:lnTo>
                    <a:pt x="414" y="251"/>
                  </a:lnTo>
                  <a:lnTo>
                    <a:pt x="406" y="258"/>
                  </a:lnTo>
                  <a:lnTo>
                    <a:pt x="406" y="258"/>
                  </a:lnTo>
                  <a:lnTo>
                    <a:pt x="406" y="261"/>
                  </a:lnTo>
                  <a:lnTo>
                    <a:pt x="406" y="261"/>
                  </a:lnTo>
                  <a:lnTo>
                    <a:pt x="404" y="261"/>
                  </a:lnTo>
                  <a:lnTo>
                    <a:pt x="404" y="261"/>
                  </a:lnTo>
                  <a:lnTo>
                    <a:pt x="404" y="261"/>
                  </a:lnTo>
                  <a:lnTo>
                    <a:pt x="402" y="266"/>
                  </a:lnTo>
                  <a:lnTo>
                    <a:pt x="397" y="270"/>
                  </a:lnTo>
                  <a:lnTo>
                    <a:pt x="397" y="270"/>
                  </a:lnTo>
                  <a:lnTo>
                    <a:pt x="395" y="275"/>
                  </a:lnTo>
                  <a:lnTo>
                    <a:pt x="395" y="277"/>
                  </a:lnTo>
                  <a:lnTo>
                    <a:pt x="395" y="277"/>
                  </a:lnTo>
                  <a:lnTo>
                    <a:pt x="395" y="277"/>
                  </a:lnTo>
                  <a:lnTo>
                    <a:pt x="395" y="280"/>
                  </a:lnTo>
                  <a:lnTo>
                    <a:pt x="395" y="280"/>
                  </a:lnTo>
                  <a:lnTo>
                    <a:pt x="392" y="280"/>
                  </a:lnTo>
                  <a:lnTo>
                    <a:pt x="392" y="282"/>
                  </a:lnTo>
                  <a:lnTo>
                    <a:pt x="392" y="282"/>
                  </a:lnTo>
                  <a:lnTo>
                    <a:pt x="390" y="287"/>
                  </a:lnTo>
                  <a:lnTo>
                    <a:pt x="390" y="289"/>
                  </a:lnTo>
                  <a:lnTo>
                    <a:pt x="388" y="292"/>
                  </a:lnTo>
                  <a:lnTo>
                    <a:pt x="388" y="292"/>
                  </a:lnTo>
                  <a:lnTo>
                    <a:pt x="390" y="292"/>
                  </a:lnTo>
                  <a:lnTo>
                    <a:pt x="390" y="294"/>
                  </a:lnTo>
                  <a:lnTo>
                    <a:pt x="390" y="294"/>
                  </a:lnTo>
                  <a:lnTo>
                    <a:pt x="390" y="299"/>
                  </a:lnTo>
                  <a:lnTo>
                    <a:pt x="388" y="306"/>
                  </a:lnTo>
                  <a:lnTo>
                    <a:pt x="388" y="308"/>
                  </a:lnTo>
                  <a:lnTo>
                    <a:pt x="388" y="311"/>
                  </a:lnTo>
                  <a:lnTo>
                    <a:pt x="388" y="311"/>
                  </a:lnTo>
                  <a:lnTo>
                    <a:pt x="390" y="325"/>
                  </a:lnTo>
                  <a:lnTo>
                    <a:pt x="390" y="325"/>
                  </a:lnTo>
                  <a:lnTo>
                    <a:pt x="388" y="325"/>
                  </a:lnTo>
                  <a:lnTo>
                    <a:pt x="388" y="325"/>
                  </a:lnTo>
                  <a:lnTo>
                    <a:pt x="390" y="325"/>
                  </a:lnTo>
                  <a:lnTo>
                    <a:pt x="390" y="327"/>
                  </a:lnTo>
                  <a:lnTo>
                    <a:pt x="390" y="327"/>
                  </a:lnTo>
                  <a:lnTo>
                    <a:pt x="390" y="329"/>
                  </a:lnTo>
                  <a:lnTo>
                    <a:pt x="388" y="329"/>
                  </a:lnTo>
                  <a:lnTo>
                    <a:pt x="388" y="332"/>
                  </a:lnTo>
                  <a:lnTo>
                    <a:pt x="385" y="334"/>
                  </a:lnTo>
                  <a:lnTo>
                    <a:pt x="385" y="337"/>
                  </a:lnTo>
                  <a:lnTo>
                    <a:pt x="385" y="339"/>
                  </a:lnTo>
                  <a:lnTo>
                    <a:pt x="388" y="339"/>
                  </a:lnTo>
                  <a:lnTo>
                    <a:pt x="388" y="339"/>
                  </a:lnTo>
                  <a:lnTo>
                    <a:pt x="392" y="341"/>
                  </a:lnTo>
                  <a:lnTo>
                    <a:pt x="392" y="344"/>
                  </a:lnTo>
                  <a:lnTo>
                    <a:pt x="395" y="344"/>
                  </a:lnTo>
                  <a:lnTo>
                    <a:pt x="395" y="344"/>
                  </a:lnTo>
                  <a:lnTo>
                    <a:pt x="395" y="344"/>
                  </a:lnTo>
                  <a:lnTo>
                    <a:pt x="395" y="344"/>
                  </a:lnTo>
                  <a:lnTo>
                    <a:pt x="395" y="346"/>
                  </a:lnTo>
                  <a:lnTo>
                    <a:pt x="397" y="348"/>
                  </a:lnTo>
                  <a:lnTo>
                    <a:pt x="397" y="351"/>
                  </a:lnTo>
                  <a:lnTo>
                    <a:pt x="399" y="351"/>
                  </a:lnTo>
                  <a:lnTo>
                    <a:pt x="399" y="351"/>
                  </a:lnTo>
                  <a:lnTo>
                    <a:pt x="399" y="353"/>
                  </a:lnTo>
                  <a:lnTo>
                    <a:pt x="399" y="353"/>
                  </a:lnTo>
                  <a:lnTo>
                    <a:pt x="399" y="355"/>
                  </a:lnTo>
                  <a:lnTo>
                    <a:pt x="399" y="360"/>
                  </a:lnTo>
                  <a:lnTo>
                    <a:pt x="397" y="367"/>
                  </a:lnTo>
                  <a:lnTo>
                    <a:pt x="397" y="370"/>
                  </a:lnTo>
                  <a:lnTo>
                    <a:pt x="395" y="377"/>
                  </a:lnTo>
                  <a:lnTo>
                    <a:pt x="390" y="386"/>
                  </a:lnTo>
                  <a:lnTo>
                    <a:pt x="383" y="396"/>
                  </a:lnTo>
                  <a:lnTo>
                    <a:pt x="380" y="398"/>
                  </a:lnTo>
                  <a:lnTo>
                    <a:pt x="380" y="398"/>
                  </a:lnTo>
                  <a:lnTo>
                    <a:pt x="378" y="400"/>
                  </a:lnTo>
                  <a:lnTo>
                    <a:pt x="376" y="403"/>
                  </a:lnTo>
                  <a:lnTo>
                    <a:pt x="376" y="403"/>
                  </a:lnTo>
                  <a:lnTo>
                    <a:pt x="376" y="405"/>
                  </a:lnTo>
                  <a:lnTo>
                    <a:pt x="376" y="405"/>
                  </a:lnTo>
                  <a:lnTo>
                    <a:pt x="376" y="408"/>
                  </a:lnTo>
                  <a:lnTo>
                    <a:pt x="376" y="408"/>
                  </a:lnTo>
                  <a:lnTo>
                    <a:pt x="373" y="410"/>
                  </a:lnTo>
                  <a:lnTo>
                    <a:pt x="371" y="412"/>
                  </a:lnTo>
                  <a:lnTo>
                    <a:pt x="371" y="412"/>
                  </a:lnTo>
                  <a:lnTo>
                    <a:pt x="369" y="415"/>
                  </a:lnTo>
                  <a:lnTo>
                    <a:pt x="369" y="415"/>
                  </a:lnTo>
                  <a:lnTo>
                    <a:pt x="369" y="415"/>
                  </a:lnTo>
                  <a:lnTo>
                    <a:pt x="369" y="417"/>
                  </a:lnTo>
                  <a:lnTo>
                    <a:pt x="366" y="419"/>
                  </a:lnTo>
                  <a:lnTo>
                    <a:pt x="366" y="419"/>
                  </a:lnTo>
                  <a:lnTo>
                    <a:pt x="366" y="422"/>
                  </a:lnTo>
                  <a:lnTo>
                    <a:pt x="364" y="422"/>
                  </a:lnTo>
                  <a:lnTo>
                    <a:pt x="362" y="422"/>
                  </a:lnTo>
                  <a:lnTo>
                    <a:pt x="362" y="424"/>
                  </a:lnTo>
                  <a:lnTo>
                    <a:pt x="354" y="434"/>
                  </a:lnTo>
                  <a:lnTo>
                    <a:pt x="350" y="438"/>
                  </a:lnTo>
                  <a:lnTo>
                    <a:pt x="347" y="441"/>
                  </a:lnTo>
                  <a:lnTo>
                    <a:pt x="343" y="443"/>
                  </a:lnTo>
                  <a:lnTo>
                    <a:pt x="338" y="445"/>
                  </a:lnTo>
                  <a:lnTo>
                    <a:pt x="324" y="453"/>
                  </a:lnTo>
                  <a:lnTo>
                    <a:pt x="321" y="453"/>
                  </a:lnTo>
                  <a:lnTo>
                    <a:pt x="321" y="455"/>
                  </a:lnTo>
                  <a:lnTo>
                    <a:pt x="319" y="457"/>
                  </a:lnTo>
                  <a:lnTo>
                    <a:pt x="319" y="457"/>
                  </a:lnTo>
                  <a:lnTo>
                    <a:pt x="319" y="460"/>
                  </a:lnTo>
                  <a:lnTo>
                    <a:pt x="317" y="460"/>
                  </a:lnTo>
                  <a:lnTo>
                    <a:pt x="317" y="460"/>
                  </a:lnTo>
                  <a:lnTo>
                    <a:pt x="317" y="460"/>
                  </a:lnTo>
                  <a:lnTo>
                    <a:pt x="314" y="462"/>
                  </a:lnTo>
                  <a:lnTo>
                    <a:pt x="314" y="462"/>
                  </a:lnTo>
                  <a:lnTo>
                    <a:pt x="312" y="467"/>
                  </a:lnTo>
                  <a:lnTo>
                    <a:pt x="309" y="469"/>
                  </a:lnTo>
                  <a:lnTo>
                    <a:pt x="307" y="469"/>
                  </a:lnTo>
                  <a:lnTo>
                    <a:pt x="307" y="469"/>
                  </a:lnTo>
                  <a:lnTo>
                    <a:pt x="307" y="471"/>
                  </a:lnTo>
                  <a:lnTo>
                    <a:pt x="305" y="471"/>
                  </a:lnTo>
                  <a:lnTo>
                    <a:pt x="305" y="474"/>
                  </a:lnTo>
                  <a:lnTo>
                    <a:pt x="302" y="476"/>
                  </a:lnTo>
                  <a:lnTo>
                    <a:pt x="302" y="479"/>
                  </a:lnTo>
                  <a:lnTo>
                    <a:pt x="300" y="479"/>
                  </a:lnTo>
                  <a:lnTo>
                    <a:pt x="283" y="486"/>
                  </a:lnTo>
                  <a:lnTo>
                    <a:pt x="272" y="493"/>
                  </a:lnTo>
                  <a:lnTo>
                    <a:pt x="272" y="493"/>
                  </a:lnTo>
                  <a:lnTo>
                    <a:pt x="272" y="493"/>
                  </a:lnTo>
                  <a:lnTo>
                    <a:pt x="269" y="493"/>
                  </a:lnTo>
                  <a:lnTo>
                    <a:pt x="269" y="493"/>
                  </a:lnTo>
                  <a:lnTo>
                    <a:pt x="255" y="497"/>
                  </a:lnTo>
                  <a:lnTo>
                    <a:pt x="246" y="500"/>
                  </a:lnTo>
                  <a:lnTo>
                    <a:pt x="236" y="500"/>
                  </a:lnTo>
                  <a:lnTo>
                    <a:pt x="227" y="500"/>
                  </a:lnTo>
                  <a:lnTo>
                    <a:pt x="222" y="502"/>
                  </a:lnTo>
                  <a:lnTo>
                    <a:pt x="222" y="505"/>
                  </a:lnTo>
                  <a:lnTo>
                    <a:pt x="220" y="505"/>
                  </a:lnTo>
                  <a:lnTo>
                    <a:pt x="220" y="505"/>
                  </a:lnTo>
                  <a:lnTo>
                    <a:pt x="220" y="509"/>
                  </a:lnTo>
                  <a:lnTo>
                    <a:pt x="217" y="514"/>
                  </a:lnTo>
                  <a:lnTo>
                    <a:pt x="215" y="514"/>
                  </a:lnTo>
                  <a:lnTo>
                    <a:pt x="212" y="516"/>
                  </a:lnTo>
                  <a:lnTo>
                    <a:pt x="212" y="516"/>
                  </a:lnTo>
                  <a:lnTo>
                    <a:pt x="210" y="516"/>
                  </a:lnTo>
                  <a:lnTo>
                    <a:pt x="210" y="519"/>
                  </a:lnTo>
                  <a:lnTo>
                    <a:pt x="210" y="519"/>
                  </a:lnTo>
                  <a:lnTo>
                    <a:pt x="210" y="519"/>
                  </a:lnTo>
                  <a:lnTo>
                    <a:pt x="210" y="519"/>
                  </a:lnTo>
                  <a:lnTo>
                    <a:pt x="210" y="521"/>
                  </a:lnTo>
                  <a:lnTo>
                    <a:pt x="208" y="524"/>
                  </a:lnTo>
                  <a:lnTo>
                    <a:pt x="208" y="524"/>
                  </a:lnTo>
                  <a:lnTo>
                    <a:pt x="208" y="526"/>
                  </a:lnTo>
                  <a:lnTo>
                    <a:pt x="205" y="531"/>
                  </a:lnTo>
                  <a:lnTo>
                    <a:pt x="203" y="538"/>
                  </a:lnTo>
                  <a:lnTo>
                    <a:pt x="203" y="538"/>
                  </a:lnTo>
                  <a:lnTo>
                    <a:pt x="203" y="538"/>
                  </a:lnTo>
                  <a:lnTo>
                    <a:pt x="203" y="540"/>
                  </a:lnTo>
                  <a:lnTo>
                    <a:pt x="203" y="540"/>
                  </a:lnTo>
                  <a:lnTo>
                    <a:pt x="198" y="547"/>
                  </a:lnTo>
                  <a:lnTo>
                    <a:pt x="198" y="550"/>
                  </a:lnTo>
                  <a:lnTo>
                    <a:pt x="196" y="557"/>
                  </a:lnTo>
                  <a:lnTo>
                    <a:pt x="194" y="559"/>
                  </a:lnTo>
                  <a:lnTo>
                    <a:pt x="194" y="564"/>
                  </a:lnTo>
                  <a:lnTo>
                    <a:pt x="191" y="568"/>
                  </a:lnTo>
                  <a:lnTo>
                    <a:pt x="189" y="573"/>
                  </a:lnTo>
                  <a:lnTo>
                    <a:pt x="186" y="578"/>
                  </a:lnTo>
                  <a:lnTo>
                    <a:pt x="179" y="583"/>
                  </a:lnTo>
                  <a:lnTo>
                    <a:pt x="170" y="590"/>
                  </a:lnTo>
                  <a:lnTo>
                    <a:pt x="163" y="592"/>
                  </a:lnTo>
                  <a:lnTo>
                    <a:pt x="163" y="592"/>
                  </a:lnTo>
                  <a:lnTo>
                    <a:pt x="158" y="592"/>
                  </a:lnTo>
                  <a:lnTo>
                    <a:pt x="156" y="595"/>
                  </a:lnTo>
                  <a:lnTo>
                    <a:pt x="156" y="595"/>
                  </a:lnTo>
                  <a:lnTo>
                    <a:pt x="156" y="595"/>
                  </a:lnTo>
                  <a:lnTo>
                    <a:pt x="153" y="597"/>
                  </a:lnTo>
                  <a:lnTo>
                    <a:pt x="149" y="602"/>
                  </a:lnTo>
                  <a:lnTo>
                    <a:pt x="146" y="602"/>
                  </a:lnTo>
                  <a:lnTo>
                    <a:pt x="144" y="602"/>
                  </a:lnTo>
                  <a:lnTo>
                    <a:pt x="144" y="604"/>
                  </a:lnTo>
                  <a:lnTo>
                    <a:pt x="141" y="606"/>
                  </a:lnTo>
                  <a:lnTo>
                    <a:pt x="139" y="609"/>
                  </a:lnTo>
                  <a:lnTo>
                    <a:pt x="139" y="609"/>
                  </a:lnTo>
                  <a:lnTo>
                    <a:pt x="139" y="611"/>
                  </a:lnTo>
                  <a:lnTo>
                    <a:pt x="139" y="611"/>
                  </a:lnTo>
                  <a:lnTo>
                    <a:pt x="139" y="613"/>
                  </a:lnTo>
                  <a:lnTo>
                    <a:pt x="139" y="613"/>
                  </a:lnTo>
                  <a:lnTo>
                    <a:pt x="139" y="616"/>
                  </a:lnTo>
                  <a:lnTo>
                    <a:pt x="139" y="618"/>
                  </a:lnTo>
                  <a:lnTo>
                    <a:pt x="139" y="618"/>
                  </a:lnTo>
                  <a:lnTo>
                    <a:pt x="139" y="621"/>
                  </a:lnTo>
                  <a:lnTo>
                    <a:pt x="137" y="623"/>
                  </a:lnTo>
                  <a:lnTo>
                    <a:pt x="137" y="623"/>
                  </a:lnTo>
                  <a:lnTo>
                    <a:pt x="137" y="625"/>
                  </a:lnTo>
                  <a:lnTo>
                    <a:pt x="132" y="632"/>
                  </a:lnTo>
                  <a:lnTo>
                    <a:pt x="130" y="637"/>
                  </a:lnTo>
                  <a:lnTo>
                    <a:pt x="130" y="639"/>
                  </a:lnTo>
                  <a:lnTo>
                    <a:pt x="130" y="639"/>
                  </a:lnTo>
                  <a:lnTo>
                    <a:pt x="130" y="639"/>
                  </a:lnTo>
                  <a:lnTo>
                    <a:pt x="130" y="642"/>
                  </a:lnTo>
                  <a:lnTo>
                    <a:pt x="127" y="647"/>
                  </a:lnTo>
                  <a:lnTo>
                    <a:pt x="127" y="647"/>
                  </a:lnTo>
                  <a:lnTo>
                    <a:pt x="125" y="649"/>
                  </a:lnTo>
                  <a:lnTo>
                    <a:pt x="123" y="651"/>
                  </a:lnTo>
                  <a:lnTo>
                    <a:pt x="123" y="656"/>
                  </a:lnTo>
                  <a:lnTo>
                    <a:pt x="123" y="658"/>
                  </a:lnTo>
                  <a:lnTo>
                    <a:pt x="120" y="666"/>
                  </a:lnTo>
                  <a:lnTo>
                    <a:pt x="120" y="666"/>
                  </a:lnTo>
                  <a:lnTo>
                    <a:pt x="120" y="673"/>
                  </a:lnTo>
                  <a:lnTo>
                    <a:pt x="120" y="673"/>
                  </a:lnTo>
                  <a:lnTo>
                    <a:pt x="120" y="673"/>
                  </a:lnTo>
                  <a:lnTo>
                    <a:pt x="120" y="675"/>
                  </a:lnTo>
                  <a:lnTo>
                    <a:pt x="120" y="675"/>
                  </a:lnTo>
                  <a:lnTo>
                    <a:pt x="120" y="677"/>
                  </a:lnTo>
                  <a:lnTo>
                    <a:pt x="120" y="677"/>
                  </a:lnTo>
                  <a:lnTo>
                    <a:pt x="120" y="677"/>
                  </a:lnTo>
                  <a:lnTo>
                    <a:pt x="120" y="680"/>
                  </a:lnTo>
                  <a:lnTo>
                    <a:pt x="120" y="680"/>
                  </a:lnTo>
                  <a:lnTo>
                    <a:pt x="120" y="680"/>
                  </a:lnTo>
                  <a:lnTo>
                    <a:pt x="120" y="682"/>
                  </a:lnTo>
                  <a:lnTo>
                    <a:pt x="120" y="682"/>
                  </a:lnTo>
                  <a:lnTo>
                    <a:pt x="120" y="682"/>
                  </a:lnTo>
                  <a:lnTo>
                    <a:pt x="120" y="684"/>
                  </a:lnTo>
                  <a:lnTo>
                    <a:pt x="120" y="687"/>
                  </a:lnTo>
                  <a:lnTo>
                    <a:pt x="118" y="692"/>
                  </a:lnTo>
                  <a:lnTo>
                    <a:pt x="118" y="694"/>
                  </a:lnTo>
                  <a:lnTo>
                    <a:pt x="118" y="696"/>
                  </a:lnTo>
                  <a:lnTo>
                    <a:pt x="115" y="696"/>
                  </a:lnTo>
                  <a:lnTo>
                    <a:pt x="115" y="699"/>
                  </a:lnTo>
                  <a:lnTo>
                    <a:pt x="113" y="699"/>
                  </a:lnTo>
                  <a:lnTo>
                    <a:pt x="111" y="701"/>
                  </a:lnTo>
                  <a:lnTo>
                    <a:pt x="111" y="701"/>
                  </a:lnTo>
                  <a:lnTo>
                    <a:pt x="111" y="701"/>
                  </a:lnTo>
                  <a:lnTo>
                    <a:pt x="111" y="703"/>
                  </a:lnTo>
                  <a:lnTo>
                    <a:pt x="108" y="703"/>
                  </a:lnTo>
                  <a:lnTo>
                    <a:pt x="108" y="706"/>
                  </a:lnTo>
                  <a:lnTo>
                    <a:pt x="106" y="706"/>
                  </a:lnTo>
                  <a:lnTo>
                    <a:pt x="104" y="706"/>
                  </a:lnTo>
                  <a:lnTo>
                    <a:pt x="104" y="706"/>
                  </a:lnTo>
                  <a:lnTo>
                    <a:pt x="104" y="708"/>
                  </a:lnTo>
                  <a:lnTo>
                    <a:pt x="101" y="708"/>
                  </a:lnTo>
                  <a:lnTo>
                    <a:pt x="99" y="710"/>
                  </a:lnTo>
                  <a:lnTo>
                    <a:pt x="97" y="715"/>
                  </a:lnTo>
                  <a:lnTo>
                    <a:pt x="92" y="720"/>
                  </a:lnTo>
                  <a:lnTo>
                    <a:pt x="87" y="722"/>
                  </a:lnTo>
                  <a:lnTo>
                    <a:pt x="87" y="725"/>
                  </a:lnTo>
                  <a:lnTo>
                    <a:pt x="87" y="725"/>
                  </a:lnTo>
                  <a:lnTo>
                    <a:pt x="87" y="725"/>
                  </a:lnTo>
                  <a:lnTo>
                    <a:pt x="85" y="727"/>
                  </a:lnTo>
                  <a:lnTo>
                    <a:pt x="82" y="729"/>
                  </a:lnTo>
                  <a:lnTo>
                    <a:pt x="80" y="732"/>
                  </a:lnTo>
                  <a:lnTo>
                    <a:pt x="80" y="734"/>
                  </a:lnTo>
                  <a:lnTo>
                    <a:pt x="78" y="734"/>
                  </a:lnTo>
                  <a:lnTo>
                    <a:pt x="78" y="737"/>
                  </a:lnTo>
                  <a:lnTo>
                    <a:pt x="75" y="737"/>
                  </a:lnTo>
                  <a:lnTo>
                    <a:pt x="75" y="737"/>
                  </a:lnTo>
                  <a:lnTo>
                    <a:pt x="73" y="737"/>
                  </a:lnTo>
                  <a:lnTo>
                    <a:pt x="71" y="739"/>
                  </a:lnTo>
                  <a:lnTo>
                    <a:pt x="66" y="741"/>
                  </a:lnTo>
                  <a:lnTo>
                    <a:pt x="66" y="744"/>
                  </a:lnTo>
                  <a:lnTo>
                    <a:pt x="66" y="744"/>
                  </a:lnTo>
                  <a:lnTo>
                    <a:pt x="66" y="744"/>
                  </a:lnTo>
                  <a:lnTo>
                    <a:pt x="61" y="748"/>
                  </a:lnTo>
                  <a:lnTo>
                    <a:pt x="59" y="753"/>
                  </a:lnTo>
                  <a:lnTo>
                    <a:pt x="59" y="753"/>
                  </a:lnTo>
                  <a:lnTo>
                    <a:pt x="59" y="755"/>
                  </a:lnTo>
                  <a:lnTo>
                    <a:pt x="59" y="755"/>
                  </a:lnTo>
                  <a:lnTo>
                    <a:pt x="59" y="755"/>
                  </a:lnTo>
                  <a:lnTo>
                    <a:pt x="61" y="755"/>
                  </a:lnTo>
                  <a:lnTo>
                    <a:pt x="61" y="753"/>
                  </a:lnTo>
                  <a:lnTo>
                    <a:pt x="61" y="753"/>
                  </a:lnTo>
                  <a:lnTo>
                    <a:pt x="63" y="753"/>
                  </a:lnTo>
                  <a:lnTo>
                    <a:pt x="63" y="751"/>
                  </a:lnTo>
                  <a:lnTo>
                    <a:pt x="63" y="751"/>
                  </a:lnTo>
                  <a:lnTo>
                    <a:pt x="63" y="751"/>
                  </a:lnTo>
                  <a:lnTo>
                    <a:pt x="63" y="748"/>
                  </a:lnTo>
                  <a:lnTo>
                    <a:pt x="63" y="746"/>
                  </a:lnTo>
                  <a:lnTo>
                    <a:pt x="66" y="746"/>
                  </a:lnTo>
                  <a:lnTo>
                    <a:pt x="66" y="746"/>
                  </a:lnTo>
                  <a:lnTo>
                    <a:pt x="66" y="746"/>
                  </a:lnTo>
                  <a:lnTo>
                    <a:pt x="66" y="746"/>
                  </a:lnTo>
                  <a:lnTo>
                    <a:pt x="68" y="746"/>
                  </a:lnTo>
                  <a:lnTo>
                    <a:pt x="68" y="746"/>
                  </a:lnTo>
                  <a:lnTo>
                    <a:pt x="71" y="744"/>
                  </a:lnTo>
                  <a:lnTo>
                    <a:pt x="71" y="744"/>
                  </a:lnTo>
                  <a:lnTo>
                    <a:pt x="71" y="744"/>
                  </a:lnTo>
                  <a:lnTo>
                    <a:pt x="71" y="741"/>
                  </a:lnTo>
                  <a:lnTo>
                    <a:pt x="71" y="741"/>
                  </a:lnTo>
                  <a:lnTo>
                    <a:pt x="71" y="741"/>
                  </a:lnTo>
                  <a:lnTo>
                    <a:pt x="71" y="741"/>
                  </a:lnTo>
                  <a:lnTo>
                    <a:pt x="71" y="741"/>
                  </a:lnTo>
                  <a:lnTo>
                    <a:pt x="71" y="744"/>
                  </a:lnTo>
                  <a:lnTo>
                    <a:pt x="71" y="744"/>
                  </a:lnTo>
                  <a:lnTo>
                    <a:pt x="71" y="746"/>
                  </a:lnTo>
                  <a:lnTo>
                    <a:pt x="71" y="748"/>
                  </a:lnTo>
                  <a:lnTo>
                    <a:pt x="71" y="748"/>
                  </a:lnTo>
                  <a:lnTo>
                    <a:pt x="68" y="751"/>
                  </a:lnTo>
                  <a:lnTo>
                    <a:pt x="68" y="751"/>
                  </a:lnTo>
                  <a:lnTo>
                    <a:pt x="68" y="753"/>
                  </a:lnTo>
                  <a:lnTo>
                    <a:pt x="68" y="753"/>
                  </a:lnTo>
                  <a:lnTo>
                    <a:pt x="68" y="753"/>
                  </a:lnTo>
                  <a:lnTo>
                    <a:pt x="68" y="755"/>
                  </a:lnTo>
                  <a:lnTo>
                    <a:pt x="66" y="755"/>
                  </a:lnTo>
                  <a:lnTo>
                    <a:pt x="66" y="755"/>
                  </a:lnTo>
                  <a:lnTo>
                    <a:pt x="63" y="758"/>
                  </a:lnTo>
                  <a:lnTo>
                    <a:pt x="61" y="763"/>
                  </a:lnTo>
                  <a:lnTo>
                    <a:pt x="61" y="763"/>
                  </a:lnTo>
                  <a:lnTo>
                    <a:pt x="61" y="765"/>
                  </a:lnTo>
                  <a:lnTo>
                    <a:pt x="59" y="767"/>
                  </a:lnTo>
                  <a:lnTo>
                    <a:pt x="56" y="772"/>
                  </a:lnTo>
                  <a:lnTo>
                    <a:pt x="56" y="772"/>
                  </a:lnTo>
                  <a:lnTo>
                    <a:pt x="56" y="774"/>
                  </a:lnTo>
                  <a:lnTo>
                    <a:pt x="56" y="774"/>
                  </a:lnTo>
                  <a:lnTo>
                    <a:pt x="52" y="784"/>
                  </a:lnTo>
                  <a:lnTo>
                    <a:pt x="52" y="784"/>
                  </a:lnTo>
                  <a:lnTo>
                    <a:pt x="49" y="786"/>
                  </a:lnTo>
                  <a:lnTo>
                    <a:pt x="47" y="786"/>
                  </a:lnTo>
                  <a:lnTo>
                    <a:pt x="47" y="789"/>
                  </a:lnTo>
                  <a:lnTo>
                    <a:pt x="47" y="789"/>
                  </a:lnTo>
                  <a:lnTo>
                    <a:pt x="49" y="789"/>
                  </a:lnTo>
                  <a:lnTo>
                    <a:pt x="49" y="789"/>
                  </a:lnTo>
                  <a:lnTo>
                    <a:pt x="49" y="791"/>
                  </a:lnTo>
                  <a:lnTo>
                    <a:pt x="49" y="791"/>
                  </a:lnTo>
                  <a:lnTo>
                    <a:pt x="49" y="793"/>
                  </a:lnTo>
                  <a:lnTo>
                    <a:pt x="49" y="793"/>
                  </a:lnTo>
                  <a:lnTo>
                    <a:pt x="49" y="796"/>
                  </a:lnTo>
                  <a:lnTo>
                    <a:pt x="47" y="798"/>
                  </a:lnTo>
                  <a:lnTo>
                    <a:pt x="44" y="798"/>
                  </a:lnTo>
                  <a:lnTo>
                    <a:pt x="44" y="800"/>
                  </a:lnTo>
                  <a:lnTo>
                    <a:pt x="42" y="800"/>
                  </a:lnTo>
                  <a:lnTo>
                    <a:pt x="42" y="800"/>
                  </a:lnTo>
                  <a:lnTo>
                    <a:pt x="42" y="800"/>
                  </a:lnTo>
                  <a:lnTo>
                    <a:pt x="42" y="800"/>
                  </a:lnTo>
                  <a:lnTo>
                    <a:pt x="42" y="800"/>
                  </a:lnTo>
                  <a:lnTo>
                    <a:pt x="42" y="803"/>
                  </a:lnTo>
                  <a:lnTo>
                    <a:pt x="42" y="803"/>
                  </a:lnTo>
                  <a:lnTo>
                    <a:pt x="42" y="803"/>
                  </a:lnTo>
                  <a:lnTo>
                    <a:pt x="42" y="803"/>
                  </a:lnTo>
                  <a:lnTo>
                    <a:pt x="42" y="805"/>
                  </a:lnTo>
                  <a:lnTo>
                    <a:pt x="42" y="805"/>
                  </a:lnTo>
                  <a:lnTo>
                    <a:pt x="40" y="808"/>
                  </a:lnTo>
                  <a:lnTo>
                    <a:pt x="40" y="810"/>
                  </a:lnTo>
                  <a:lnTo>
                    <a:pt x="40" y="815"/>
                  </a:lnTo>
                  <a:lnTo>
                    <a:pt x="40" y="817"/>
                  </a:lnTo>
                  <a:lnTo>
                    <a:pt x="40" y="819"/>
                  </a:lnTo>
                  <a:lnTo>
                    <a:pt x="35" y="822"/>
                  </a:lnTo>
                  <a:lnTo>
                    <a:pt x="35" y="822"/>
                  </a:lnTo>
                  <a:lnTo>
                    <a:pt x="35" y="824"/>
                  </a:lnTo>
                  <a:lnTo>
                    <a:pt x="33" y="829"/>
                  </a:lnTo>
                  <a:lnTo>
                    <a:pt x="33" y="831"/>
                  </a:lnTo>
                  <a:lnTo>
                    <a:pt x="33" y="834"/>
                  </a:lnTo>
                  <a:lnTo>
                    <a:pt x="30" y="834"/>
                  </a:lnTo>
                  <a:lnTo>
                    <a:pt x="26" y="836"/>
                  </a:lnTo>
                  <a:lnTo>
                    <a:pt x="23" y="836"/>
                  </a:lnTo>
                  <a:lnTo>
                    <a:pt x="23" y="836"/>
                  </a:lnTo>
                  <a:lnTo>
                    <a:pt x="23" y="834"/>
                  </a:lnTo>
                  <a:lnTo>
                    <a:pt x="23" y="834"/>
                  </a:lnTo>
                  <a:lnTo>
                    <a:pt x="23" y="836"/>
                  </a:lnTo>
                  <a:lnTo>
                    <a:pt x="21" y="836"/>
                  </a:lnTo>
                  <a:lnTo>
                    <a:pt x="21" y="836"/>
                  </a:lnTo>
                  <a:lnTo>
                    <a:pt x="21" y="836"/>
                  </a:lnTo>
                  <a:lnTo>
                    <a:pt x="18" y="838"/>
                  </a:lnTo>
                  <a:lnTo>
                    <a:pt x="18" y="838"/>
                  </a:lnTo>
                  <a:lnTo>
                    <a:pt x="18" y="838"/>
                  </a:lnTo>
                  <a:lnTo>
                    <a:pt x="18" y="841"/>
                  </a:lnTo>
                  <a:lnTo>
                    <a:pt x="16" y="841"/>
                  </a:lnTo>
                  <a:lnTo>
                    <a:pt x="16" y="841"/>
                  </a:lnTo>
                  <a:lnTo>
                    <a:pt x="16" y="843"/>
                  </a:lnTo>
                  <a:lnTo>
                    <a:pt x="14" y="843"/>
                  </a:lnTo>
                  <a:lnTo>
                    <a:pt x="9" y="855"/>
                  </a:lnTo>
                  <a:lnTo>
                    <a:pt x="9" y="857"/>
                  </a:lnTo>
                  <a:lnTo>
                    <a:pt x="9" y="860"/>
                  </a:lnTo>
                  <a:lnTo>
                    <a:pt x="7" y="862"/>
                  </a:lnTo>
                  <a:lnTo>
                    <a:pt x="7" y="864"/>
                  </a:lnTo>
                  <a:lnTo>
                    <a:pt x="7" y="864"/>
                  </a:lnTo>
                  <a:lnTo>
                    <a:pt x="7" y="864"/>
                  </a:lnTo>
                  <a:lnTo>
                    <a:pt x="7" y="864"/>
                  </a:lnTo>
                  <a:lnTo>
                    <a:pt x="7" y="864"/>
                  </a:lnTo>
                  <a:lnTo>
                    <a:pt x="7" y="867"/>
                  </a:lnTo>
                  <a:lnTo>
                    <a:pt x="7" y="867"/>
                  </a:lnTo>
                  <a:lnTo>
                    <a:pt x="7" y="867"/>
                  </a:lnTo>
                  <a:lnTo>
                    <a:pt x="7" y="869"/>
                  </a:lnTo>
                  <a:lnTo>
                    <a:pt x="7" y="869"/>
                  </a:lnTo>
                  <a:lnTo>
                    <a:pt x="7" y="871"/>
                  </a:lnTo>
                  <a:lnTo>
                    <a:pt x="7" y="874"/>
                  </a:lnTo>
                  <a:lnTo>
                    <a:pt x="4" y="883"/>
                  </a:lnTo>
                  <a:lnTo>
                    <a:pt x="4" y="886"/>
                  </a:lnTo>
                  <a:lnTo>
                    <a:pt x="4" y="888"/>
                  </a:lnTo>
                  <a:lnTo>
                    <a:pt x="4" y="888"/>
                  </a:lnTo>
                  <a:lnTo>
                    <a:pt x="4" y="890"/>
                  </a:lnTo>
                  <a:lnTo>
                    <a:pt x="2" y="907"/>
                  </a:lnTo>
                  <a:lnTo>
                    <a:pt x="0" y="909"/>
                  </a:lnTo>
                  <a:lnTo>
                    <a:pt x="0" y="912"/>
                  </a:lnTo>
                  <a:lnTo>
                    <a:pt x="0" y="914"/>
                  </a:lnTo>
                  <a:lnTo>
                    <a:pt x="0" y="914"/>
                  </a:lnTo>
                  <a:lnTo>
                    <a:pt x="0" y="916"/>
                  </a:lnTo>
                  <a:lnTo>
                    <a:pt x="0" y="916"/>
                  </a:lnTo>
                  <a:lnTo>
                    <a:pt x="0" y="919"/>
                  </a:lnTo>
                  <a:lnTo>
                    <a:pt x="2" y="921"/>
                  </a:lnTo>
                  <a:lnTo>
                    <a:pt x="2" y="921"/>
                  </a:lnTo>
                  <a:lnTo>
                    <a:pt x="0" y="916"/>
                  </a:lnTo>
                  <a:lnTo>
                    <a:pt x="2" y="914"/>
                  </a:lnTo>
                  <a:lnTo>
                    <a:pt x="2" y="909"/>
                  </a:lnTo>
                  <a:lnTo>
                    <a:pt x="2" y="907"/>
                  </a:lnTo>
                  <a:lnTo>
                    <a:pt x="4" y="900"/>
                  </a:lnTo>
                  <a:lnTo>
                    <a:pt x="7" y="895"/>
                  </a:lnTo>
                  <a:lnTo>
                    <a:pt x="7" y="890"/>
                  </a:lnTo>
                  <a:lnTo>
                    <a:pt x="7" y="890"/>
                  </a:lnTo>
                  <a:lnTo>
                    <a:pt x="16" y="890"/>
                  </a:lnTo>
                  <a:lnTo>
                    <a:pt x="21" y="890"/>
                  </a:lnTo>
                  <a:lnTo>
                    <a:pt x="44" y="890"/>
                  </a:lnTo>
                  <a:lnTo>
                    <a:pt x="59" y="890"/>
                  </a:lnTo>
                  <a:lnTo>
                    <a:pt x="75" y="890"/>
                  </a:lnTo>
                  <a:lnTo>
                    <a:pt x="94" y="890"/>
                  </a:lnTo>
                  <a:lnTo>
                    <a:pt x="111" y="890"/>
                  </a:lnTo>
                  <a:lnTo>
                    <a:pt x="130" y="890"/>
                  </a:lnTo>
                  <a:lnTo>
                    <a:pt x="149" y="890"/>
                  </a:lnTo>
                  <a:lnTo>
                    <a:pt x="165" y="890"/>
                  </a:lnTo>
                  <a:lnTo>
                    <a:pt x="179" y="890"/>
                  </a:lnTo>
                  <a:lnTo>
                    <a:pt x="191" y="890"/>
                  </a:lnTo>
                  <a:lnTo>
                    <a:pt x="217" y="890"/>
                  </a:lnTo>
                  <a:lnTo>
                    <a:pt x="217" y="881"/>
                  </a:lnTo>
                  <a:lnTo>
                    <a:pt x="217" y="876"/>
                  </a:lnTo>
                  <a:lnTo>
                    <a:pt x="215" y="852"/>
                  </a:lnTo>
                  <a:lnTo>
                    <a:pt x="215" y="838"/>
                  </a:lnTo>
                  <a:lnTo>
                    <a:pt x="215" y="824"/>
                  </a:lnTo>
                  <a:lnTo>
                    <a:pt x="212" y="819"/>
                  </a:lnTo>
                  <a:lnTo>
                    <a:pt x="210" y="812"/>
                  </a:lnTo>
                  <a:lnTo>
                    <a:pt x="210" y="808"/>
                  </a:lnTo>
                  <a:lnTo>
                    <a:pt x="210" y="805"/>
                  </a:lnTo>
                  <a:lnTo>
                    <a:pt x="212" y="800"/>
                  </a:lnTo>
                  <a:lnTo>
                    <a:pt x="217" y="793"/>
                  </a:lnTo>
                  <a:lnTo>
                    <a:pt x="217" y="793"/>
                  </a:lnTo>
                  <a:lnTo>
                    <a:pt x="217" y="793"/>
                  </a:lnTo>
                  <a:lnTo>
                    <a:pt x="224" y="789"/>
                  </a:lnTo>
                  <a:lnTo>
                    <a:pt x="229" y="784"/>
                  </a:lnTo>
                  <a:lnTo>
                    <a:pt x="236" y="781"/>
                  </a:lnTo>
                  <a:lnTo>
                    <a:pt x="238" y="779"/>
                  </a:lnTo>
                  <a:lnTo>
                    <a:pt x="243" y="777"/>
                  </a:lnTo>
                  <a:lnTo>
                    <a:pt x="250" y="777"/>
                  </a:lnTo>
                  <a:lnTo>
                    <a:pt x="253" y="774"/>
                  </a:lnTo>
                  <a:lnTo>
                    <a:pt x="265" y="770"/>
                  </a:lnTo>
                  <a:lnTo>
                    <a:pt x="272" y="767"/>
                  </a:lnTo>
                  <a:lnTo>
                    <a:pt x="272" y="767"/>
                  </a:lnTo>
                  <a:lnTo>
                    <a:pt x="272" y="765"/>
                  </a:lnTo>
                  <a:lnTo>
                    <a:pt x="272" y="618"/>
                  </a:lnTo>
                  <a:lnTo>
                    <a:pt x="276" y="618"/>
                  </a:lnTo>
                  <a:lnTo>
                    <a:pt x="437" y="618"/>
                  </a:lnTo>
                  <a:lnTo>
                    <a:pt x="444" y="618"/>
                  </a:lnTo>
                  <a:lnTo>
                    <a:pt x="449" y="618"/>
                  </a:lnTo>
                  <a:lnTo>
                    <a:pt x="449" y="618"/>
                  </a:lnTo>
                  <a:lnTo>
                    <a:pt x="449" y="618"/>
                  </a:lnTo>
                  <a:lnTo>
                    <a:pt x="449" y="616"/>
                  </a:lnTo>
                  <a:lnTo>
                    <a:pt x="449" y="613"/>
                  </a:lnTo>
                  <a:lnTo>
                    <a:pt x="449" y="611"/>
                  </a:lnTo>
                  <a:lnTo>
                    <a:pt x="449" y="609"/>
                  </a:lnTo>
                  <a:lnTo>
                    <a:pt x="449" y="604"/>
                  </a:lnTo>
                  <a:lnTo>
                    <a:pt x="449" y="599"/>
                  </a:lnTo>
                  <a:lnTo>
                    <a:pt x="449" y="592"/>
                  </a:lnTo>
                  <a:lnTo>
                    <a:pt x="449" y="585"/>
                  </a:lnTo>
                  <a:lnTo>
                    <a:pt x="449" y="571"/>
                  </a:lnTo>
                  <a:lnTo>
                    <a:pt x="449" y="566"/>
                  </a:lnTo>
                  <a:lnTo>
                    <a:pt x="449" y="559"/>
                  </a:lnTo>
                  <a:lnTo>
                    <a:pt x="449" y="554"/>
                  </a:lnTo>
                  <a:lnTo>
                    <a:pt x="449" y="550"/>
                  </a:lnTo>
                  <a:lnTo>
                    <a:pt x="449" y="542"/>
                  </a:lnTo>
                  <a:lnTo>
                    <a:pt x="449" y="542"/>
                  </a:lnTo>
                  <a:lnTo>
                    <a:pt x="449" y="460"/>
                  </a:lnTo>
                  <a:lnTo>
                    <a:pt x="449" y="457"/>
                  </a:lnTo>
                  <a:lnTo>
                    <a:pt x="451" y="457"/>
                  </a:lnTo>
                  <a:lnTo>
                    <a:pt x="451" y="455"/>
                  </a:lnTo>
                  <a:lnTo>
                    <a:pt x="459" y="453"/>
                  </a:lnTo>
                  <a:lnTo>
                    <a:pt x="461" y="450"/>
                  </a:lnTo>
                  <a:lnTo>
                    <a:pt x="463" y="448"/>
                  </a:lnTo>
                  <a:lnTo>
                    <a:pt x="463" y="448"/>
                  </a:lnTo>
                  <a:lnTo>
                    <a:pt x="466" y="445"/>
                  </a:lnTo>
                  <a:lnTo>
                    <a:pt x="466" y="443"/>
                  </a:lnTo>
                  <a:lnTo>
                    <a:pt x="468" y="443"/>
                  </a:lnTo>
                  <a:lnTo>
                    <a:pt x="470" y="443"/>
                  </a:lnTo>
                  <a:lnTo>
                    <a:pt x="473" y="438"/>
                  </a:lnTo>
                  <a:lnTo>
                    <a:pt x="477" y="436"/>
                  </a:lnTo>
                  <a:lnTo>
                    <a:pt x="482" y="434"/>
                  </a:lnTo>
                  <a:lnTo>
                    <a:pt x="485" y="434"/>
                  </a:lnTo>
                  <a:lnTo>
                    <a:pt x="489" y="429"/>
                  </a:lnTo>
                  <a:lnTo>
                    <a:pt x="494" y="424"/>
                  </a:lnTo>
                  <a:lnTo>
                    <a:pt x="499" y="422"/>
                  </a:lnTo>
                  <a:lnTo>
                    <a:pt x="501" y="419"/>
                  </a:lnTo>
                  <a:lnTo>
                    <a:pt x="501" y="419"/>
                  </a:lnTo>
                  <a:lnTo>
                    <a:pt x="506" y="415"/>
                  </a:lnTo>
                  <a:lnTo>
                    <a:pt x="506" y="415"/>
                  </a:lnTo>
                  <a:lnTo>
                    <a:pt x="508" y="415"/>
                  </a:lnTo>
                  <a:lnTo>
                    <a:pt x="511" y="415"/>
                  </a:lnTo>
                  <a:lnTo>
                    <a:pt x="513" y="415"/>
                  </a:lnTo>
                  <a:lnTo>
                    <a:pt x="513" y="415"/>
                  </a:lnTo>
                  <a:lnTo>
                    <a:pt x="515" y="415"/>
                  </a:lnTo>
                  <a:lnTo>
                    <a:pt x="520" y="415"/>
                  </a:lnTo>
                  <a:lnTo>
                    <a:pt x="525" y="410"/>
                  </a:lnTo>
                  <a:lnTo>
                    <a:pt x="532" y="408"/>
                  </a:lnTo>
                  <a:lnTo>
                    <a:pt x="537" y="408"/>
                  </a:lnTo>
                  <a:lnTo>
                    <a:pt x="541" y="408"/>
                  </a:lnTo>
                  <a:lnTo>
                    <a:pt x="551" y="412"/>
                  </a:lnTo>
                  <a:lnTo>
                    <a:pt x="556" y="408"/>
                  </a:lnTo>
                  <a:lnTo>
                    <a:pt x="563" y="405"/>
                  </a:lnTo>
                  <a:lnTo>
                    <a:pt x="572" y="405"/>
                  </a:lnTo>
                  <a:lnTo>
                    <a:pt x="579" y="403"/>
                  </a:lnTo>
                  <a:lnTo>
                    <a:pt x="593" y="403"/>
                  </a:lnTo>
                  <a:lnTo>
                    <a:pt x="601" y="403"/>
                  </a:lnTo>
                  <a:lnTo>
                    <a:pt x="605" y="400"/>
                  </a:lnTo>
                  <a:lnTo>
                    <a:pt x="608" y="408"/>
                  </a:lnTo>
                  <a:lnTo>
                    <a:pt x="612" y="408"/>
                  </a:lnTo>
                  <a:lnTo>
                    <a:pt x="617" y="408"/>
                  </a:lnTo>
                  <a:lnTo>
                    <a:pt x="624" y="400"/>
                  </a:lnTo>
                  <a:lnTo>
                    <a:pt x="629" y="391"/>
                  </a:lnTo>
                  <a:lnTo>
                    <a:pt x="631" y="384"/>
                  </a:lnTo>
                  <a:lnTo>
                    <a:pt x="636" y="379"/>
                  </a:lnTo>
                  <a:lnTo>
                    <a:pt x="643" y="374"/>
                  </a:lnTo>
                  <a:lnTo>
                    <a:pt x="648" y="370"/>
                  </a:lnTo>
                  <a:lnTo>
                    <a:pt x="653" y="367"/>
                  </a:lnTo>
                  <a:lnTo>
                    <a:pt x="660" y="363"/>
                  </a:lnTo>
                  <a:lnTo>
                    <a:pt x="667" y="360"/>
                  </a:lnTo>
                  <a:lnTo>
                    <a:pt x="674" y="353"/>
                  </a:lnTo>
                  <a:lnTo>
                    <a:pt x="681" y="346"/>
                  </a:lnTo>
                  <a:lnTo>
                    <a:pt x="686" y="344"/>
                  </a:lnTo>
                  <a:lnTo>
                    <a:pt x="693" y="341"/>
                  </a:lnTo>
                  <a:lnTo>
                    <a:pt x="700" y="341"/>
                  </a:lnTo>
                  <a:lnTo>
                    <a:pt x="709" y="339"/>
                  </a:lnTo>
                  <a:lnTo>
                    <a:pt x="719" y="334"/>
                  </a:lnTo>
                  <a:lnTo>
                    <a:pt x="719" y="329"/>
                  </a:lnTo>
                  <a:lnTo>
                    <a:pt x="719" y="325"/>
                  </a:lnTo>
                  <a:lnTo>
                    <a:pt x="721" y="322"/>
                  </a:lnTo>
                  <a:lnTo>
                    <a:pt x="724" y="318"/>
                  </a:lnTo>
                  <a:lnTo>
                    <a:pt x="721" y="313"/>
                  </a:lnTo>
                  <a:lnTo>
                    <a:pt x="721" y="313"/>
                  </a:lnTo>
                  <a:lnTo>
                    <a:pt x="721" y="311"/>
                  </a:lnTo>
                  <a:lnTo>
                    <a:pt x="721" y="311"/>
                  </a:lnTo>
                  <a:lnTo>
                    <a:pt x="719" y="311"/>
                  </a:lnTo>
                  <a:lnTo>
                    <a:pt x="716" y="308"/>
                  </a:lnTo>
                  <a:lnTo>
                    <a:pt x="716" y="308"/>
                  </a:lnTo>
                  <a:lnTo>
                    <a:pt x="714" y="306"/>
                  </a:lnTo>
                  <a:lnTo>
                    <a:pt x="714" y="306"/>
                  </a:lnTo>
                  <a:lnTo>
                    <a:pt x="714" y="303"/>
                  </a:lnTo>
                  <a:lnTo>
                    <a:pt x="712" y="306"/>
                  </a:lnTo>
                  <a:lnTo>
                    <a:pt x="712" y="306"/>
                  </a:lnTo>
                  <a:lnTo>
                    <a:pt x="709" y="306"/>
                  </a:lnTo>
                  <a:lnTo>
                    <a:pt x="709" y="306"/>
                  </a:lnTo>
                  <a:lnTo>
                    <a:pt x="709" y="306"/>
                  </a:lnTo>
                  <a:lnTo>
                    <a:pt x="709" y="306"/>
                  </a:lnTo>
                  <a:lnTo>
                    <a:pt x="709" y="303"/>
                  </a:lnTo>
                  <a:lnTo>
                    <a:pt x="709" y="301"/>
                  </a:lnTo>
                  <a:lnTo>
                    <a:pt x="709" y="301"/>
                  </a:lnTo>
                  <a:lnTo>
                    <a:pt x="709" y="296"/>
                  </a:lnTo>
                  <a:lnTo>
                    <a:pt x="709" y="294"/>
                  </a:lnTo>
                  <a:lnTo>
                    <a:pt x="712" y="294"/>
                  </a:lnTo>
                  <a:lnTo>
                    <a:pt x="714" y="292"/>
                  </a:lnTo>
                  <a:lnTo>
                    <a:pt x="716" y="292"/>
                  </a:lnTo>
                  <a:lnTo>
                    <a:pt x="719" y="275"/>
                  </a:lnTo>
                  <a:lnTo>
                    <a:pt x="721" y="273"/>
                  </a:lnTo>
                  <a:lnTo>
                    <a:pt x="724" y="275"/>
                  </a:lnTo>
                  <a:lnTo>
                    <a:pt x="726" y="273"/>
                  </a:lnTo>
                  <a:lnTo>
                    <a:pt x="742" y="270"/>
                  </a:lnTo>
                  <a:lnTo>
                    <a:pt x="754" y="268"/>
                  </a:lnTo>
                  <a:lnTo>
                    <a:pt x="764" y="266"/>
                  </a:lnTo>
                  <a:lnTo>
                    <a:pt x="761" y="261"/>
                  </a:lnTo>
                  <a:lnTo>
                    <a:pt x="757" y="251"/>
                  </a:lnTo>
                  <a:lnTo>
                    <a:pt x="759" y="249"/>
                  </a:lnTo>
                  <a:lnTo>
                    <a:pt x="771" y="247"/>
                  </a:lnTo>
                  <a:lnTo>
                    <a:pt x="780" y="244"/>
                  </a:lnTo>
                  <a:lnTo>
                    <a:pt x="787" y="244"/>
                  </a:lnTo>
                  <a:lnTo>
                    <a:pt x="790" y="247"/>
                  </a:lnTo>
                  <a:lnTo>
                    <a:pt x="795" y="247"/>
                  </a:lnTo>
                  <a:lnTo>
                    <a:pt x="799" y="247"/>
                  </a:lnTo>
                  <a:lnTo>
                    <a:pt x="802" y="247"/>
                  </a:lnTo>
                  <a:lnTo>
                    <a:pt x="806" y="247"/>
                  </a:lnTo>
                  <a:lnTo>
                    <a:pt x="811" y="247"/>
                  </a:lnTo>
                  <a:lnTo>
                    <a:pt x="816" y="247"/>
                  </a:lnTo>
                  <a:lnTo>
                    <a:pt x="821" y="247"/>
                  </a:lnTo>
                  <a:lnTo>
                    <a:pt x="825" y="247"/>
                  </a:lnTo>
                  <a:lnTo>
                    <a:pt x="830" y="247"/>
                  </a:lnTo>
                  <a:lnTo>
                    <a:pt x="832" y="247"/>
                  </a:lnTo>
                  <a:lnTo>
                    <a:pt x="837" y="247"/>
                  </a:lnTo>
                  <a:lnTo>
                    <a:pt x="839" y="247"/>
                  </a:lnTo>
                  <a:lnTo>
                    <a:pt x="842" y="249"/>
                  </a:lnTo>
                  <a:lnTo>
                    <a:pt x="842" y="249"/>
                  </a:lnTo>
                  <a:lnTo>
                    <a:pt x="844" y="249"/>
                  </a:lnTo>
                  <a:lnTo>
                    <a:pt x="847" y="249"/>
                  </a:lnTo>
                  <a:lnTo>
                    <a:pt x="849" y="247"/>
                  </a:lnTo>
                  <a:lnTo>
                    <a:pt x="851" y="244"/>
                  </a:lnTo>
                  <a:lnTo>
                    <a:pt x="849" y="244"/>
                  </a:lnTo>
                  <a:lnTo>
                    <a:pt x="849" y="244"/>
                  </a:lnTo>
                  <a:lnTo>
                    <a:pt x="849" y="242"/>
                  </a:lnTo>
                  <a:lnTo>
                    <a:pt x="847" y="242"/>
                  </a:lnTo>
                  <a:lnTo>
                    <a:pt x="844" y="244"/>
                  </a:lnTo>
                  <a:lnTo>
                    <a:pt x="844" y="244"/>
                  </a:lnTo>
                  <a:lnTo>
                    <a:pt x="844" y="242"/>
                  </a:lnTo>
                  <a:lnTo>
                    <a:pt x="844" y="242"/>
                  </a:lnTo>
                  <a:lnTo>
                    <a:pt x="844" y="242"/>
                  </a:lnTo>
                  <a:lnTo>
                    <a:pt x="844" y="242"/>
                  </a:lnTo>
                  <a:lnTo>
                    <a:pt x="847" y="240"/>
                  </a:lnTo>
                  <a:lnTo>
                    <a:pt x="847" y="240"/>
                  </a:lnTo>
                  <a:lnTo>
                    <a:pt x="847" y="240"/>
                  </a:lnTo>
                  <a:lnTo>
                    <a:pt x="847" y="240"/>
                  </a:lnTo>
                  <a:lnTo>
                    <a:pt x="847" y="232"/>
                  </a:lnTo>
                  <a:lnTo>
                    <a:pt x="847" y="230"/>
                  </a:lnTo>
                  <a:lnTo>
                    <a:pt x="849" y="230"/>
                  </a:lnTo>
                  <a:lnTo>
                    <a:pt x="849" y="228"/>
                  </a:lnTo>
                  <a:lnTo>
                    <a:pt x="849" y="228"/>
                  </a:lnTo>
                  <a:lnTo>
                    <a:pt x="851" y="228"/>
                  </a:lnTo>
                  <a:lnTo>
                    <a:pt x="854" y="228"/>
                  </a:lnTo>
                  <a:lnTo>
                    <a:pt x="856" y="225"/>
                  </a:lnTo>
                  <a:lnTo>
                    <a:pt x="858" y="223"/>
                  </a:lnTo>
                  <a:lnTo>
                    <a:pt x="858" y="221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9">
              <a:extLst>
                <a:ext uri="{FF2B5EF4-FFF2-40B4-BE49-F238E27FC236}">
                  <a16:creationId xmlns:a16="http://schemas.microsoft.com/office/drawing/2014/main" id="{49B0E9CA-E028-30CE-8BF8-D21667F30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9111" y="1380654"/>
              <a:ext cx="571791" cy="511937"/>
            </a:xfrm>
            <a:custGeom>
              <a:avLst/>
              <a:gdLst>
                <a:gd name="T0" fmla="*/ 449 w 449"/>
                <a:gd name="T1" fmla="*/ 16 h 402"/>
                <a:gd name="T2" fmla="*/ 449 w 449"/>
                <a:gd name="T3" fmla="*/ 35 h 402"/>
                <a:gd name="T4" fmla="*/ 449 w 449"/>
                <a:gd name="T5" fmla="*/ 66 h 402"/>
                <a:gd name="T6" fmla="*/ 449 w 449"/>
                <a:gd name="T7" fmla="*/ 92 h 402"/>
                <a:gd name="T8" fmla="*/ 449 w 449"/>
                <a:gd name="T9" fmla="*/ 99 h 402"/>
                <a:gd name="T10" fmla="*/ 423 w 449"/>
                <a:gd name="T11" fmla="*/ 99 h 402"/>
                <a:gd name="T12" fmla="*/ 395 w 449"/>
                <a:gd name="T13" fmla="*/ 99 h 402"/>
                <a:gd name="T14" fmla="*/ 369 w 449"/>
                <a:gd name="T15" fmla="*/ 99 h 402"/>
                <a:gd name="T16" fmla="*/ 343 w 449"/>
                <a:gd name="T17" fmla="*/ 99 h 402"/>
                <a:gd name="T18" fmla="*/ 314 w 449"/>
                <a:gd name="T19" fmla="*/ 99 h 402"/>
                <a:gd name="T20" fmla="*/ 288 w 449"/>
                <a:gd name="T21" fmla="*/ 99 h 402"/>
                <a:gd name="T22" fmla="*/ 272 w 449"/>
                <a:gd name="T23" fmla="*/ 109 h 402"/>
                <a:gd name="T24" fmla="*/ 272 w 449"/>
                <a:gd name="T25" fmla="*/ 130 h 402"/>
                <a:gd name="T26" fmla="*/ 272 w 449"/>
                <a:gd name="T27" fmla="*/ 154 h 402"/>
                <a:gd name="T28" fmla="*/ 272 w 449"/>
                <a:gd name="T29" fmla="*/ 175 h 402"/>
                <a:gd name="T30" fmla="*/ 272 w 449"/>
                <a:gd name="T31" fmla="*/ 199 h 402"/>
                <a:gd name="T32" fmla="*/ 272 w 449"/>
                <a:gd name="T33" fmla="*/ 220 h 402"/>
                <a:gd name="T34" fmla="*/ 272 w 449"/>
                <a:gd name="T35" fmla="*/ 241 h 402"/>
                <a:gd name="T36" fmla="*/ 253 w 449"/>
                <a:gd name="T37" fmla="*/ 255 h 402"/>
                <a:gd name="T38" fmla="*/ 229 w 449"/>
                <a:gd name="T39" fmla="*/ 265 h 402"/>
                <a:gd name="T40" fmla="*/ 212 w 449"/>
                <a:gd name="T41" fmla="*/ 281 h 402"/>
                <a:gd name="T42" fmla="*/ 215 w 449"/>
                <a:gd name="T43" fmla="*/ 305 h 402"/>
                <a:gd name="T44" fmla="*/ 217 w 449"/>
                <a:gd name="T45" fmla="*/ 371 h 402"/>
                <a:gd name="T46" fmla="*/ 179 w 449"/>
                <a:gd name="T47" fmla="*/ 371 h 402"/>
                <a:gd name="T48" fmla="*/ 111 w 449"/>
                <a:gd name="T49" fmla="*/ 371 h 402"/>
                <a:gd name="T50" fmla="*/ 33 w 449"/>
                <a:gd name="T51" fmla="*/ 371 h 402"/>
                <a:gd name="T52" fmla="*/ 7 w 449"/>
                <a:gd name="T53" fmla="*/ 371 h 402"/>
                <a:gd name="T54" fmla="*/ 2 w 449"/>
                <a:gd name="T55" fmla="*/ 395 h 402"/>
                <a:gd name="T56" fmla="*/ 0 w 449"/>
                <a:gd name="T57" fmla="*/ 397 h 402"/>
                <a:gd name="T58" fmla="*/ 0 w 449"/>
                <a:gd name="T59" fmla="*/ 390 h 402"/>
                <a:gd name="T60" fmla="*/ 4 w 449"/>
                <a:gd name="T61" fmla="*/ 367 h 402"/>
                <a:gd name="T62" fmla="*/ 56 w 449"/>
                <a:gd name="T63" fmla="*/ 362 h 402"/>
                <a:gd name="T64" fmla="*/ 97 w 449"/>
                <a:gd name="T65" fmla="*/ 364 h 402"/>
                <a:gd name="T66" fmla="*/ 130 w 449"/>
                <a:gd name="T67" fmla="*/ 355 h 402"/>
                <a:gd name="T68" fmla="*/ 134 w 449"/>
                <a:gd name="T69" fmla="*/ 338 h 402"/>
                <a:gd name="T70" fmla="*/ 149 w 449"/>
                <a:gd name="T71" fmla="*/ 322 h 402"/>
                <a:gd name="T72" fmla="*/ 156 w 449"/>
                <a:gd name="T73" fmla="*/ 298 h 402"/>
                <a:gd name="T74" fmla="*/ 163 w 449"/>
                <a:gd name="T75" fmla="*/ 255 h 402"/>
                <a:gd name="T76" fmla="*/ 175 w 449"/>
                <a:gd name="T77" fmla="*/ 232 h 402"/>
                <a:gd name="T78" fmla="*/ 198 w 449"/>
                <a:gd name="T79" fmla="*/ 220 h 402"/>
                <a:gd name="T80" fmla="*/ 212 w 449"/>
                <a:gd name="T81" fmla="*/ 199 h 402"/>
                <a:gd name="T82" fmla="*/ 229 w 449"/>
                <a:gd name="T83" fmla="*/ 184 h 402"/>
                <a:gd name="T84" fmla="*/ 250 w 449"/>
                <a:gd name="T85" fmla="*/ 168 h 402"/>
                <a:gd name="T86" fmla="*/ 260 w 449"/>
                <a:gd name="T87" fmla="*/ 135 h 402"/>
                <a:gd name="T88" fmla="*/ 267 w 449"/>
                <a:gd name="T89" fmla="*/ 106 h 402"/>
                <a:gd name="T90" fmla="*/ 274 w 449"/>
                <a:gd name="T91" fmla="*/ 97 h 402"/>
                <a:gd name="T92" fmla="*/ 288 w 449"/>
                <a:gd name="T93" fmla="*/ 87 h 402"/>
                <a:gd name="T94" fmla="*/ 300 w 449"/>
                <a:gd name="T95" fmla="*/ 68 h 402"/>
                <a:gd name="T96" fmla="*/ 307 w 449"/>
                <a:gd name="T97" fmla="*/ 52 h 402"/>
                <a:gd name="T98" fmla="*/ 331 w 449"/>
                <a:gd name="T99" fmla="*/ 40 h 402"/>
                <a:gd name="T100" fmla="*/ 354 w 449"/>
                <a:gd name="T101" fmla="*/ 42 h 402"/>
                <a:gd name="T102" fmla="*/ 376 w 449"/>
                <a:gd name="T103" fmla="*/ 45 h 402"/>
                <a:gd name="T104" fmla="*/ 392 w 449"/>
                <a:gd name="T105" fmla="*/ 49 h 402"/>
                <a:gd name="T106" fmla="*/ 414 w 449"/>
                <a:gd name="T107" fmla="*/ 35 h 402"/>
                <a:gd name="T108" fmla="*/ 440 w 449"/>
                <a:gd name="T109" fmla="*/ 33 h 402"/>
                <a:gd name="T110" fmla="*/ 444 w 449"/>
                <a:gd name="T111" fmla="*/ 21 h 402"/>
                <a:gd name="T112" fmla="*/ 442 w 449"/>
                <a:gd name="T113" fmla="*/ 5 h 402"/>
                <a:gd name="T114" fmla="*/ 447 w 449"/>
                <a:gd name="T115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49" h="402">
                  <a:moveTo>
                    <a:pt x="447" y="0"/>
                  </a:moveTo>
                  <a:lnTo>
                    <a:pt x="449" y="0"/>
                  </a:lnTo>
                  <a:lnTo>
                    <a:pt x="449" y="7"/>
                  </a:lnTo>
                  <a:lnTo>
                    <a:pt x="449" y="12"/>
                  </a:lnTo>
                  <a:lnTo>
                    <a:pt x="449" y="16"/>
                  </a:lnTo>
                  <a:lnTo>
                    <a:pt x="449" y="23"/>
                  </a:lnTo>
                  <a:lnTo>
                    <a:pt x="449" y="23"/>
                  </a:lnTo>
                  <a:lnTo>
                    <a:pt x="449" y="26"/>
                  </a:lnTo>
                  <a:lnTo>
                    <a:pt x="449" y="31"/>
                  </a:lnTo>
                  <a:lnTo>
                    <a:pt x="449" y="35"/>
                  </a:lnTo>
                  <a:lnTo>
                    <a:pt x="449" y="40"/>
                  </a:lnTo>
                  <a:lnTo>
                    <a:pt x="449" y="47"/>
                  </a:lnTo>
                  <a:lnTo>
                    <a:pt x="449" y="52"/>
                  </a:lnTo>
                  <a:lnTo>
                    <a:pt x="449" y="59"/>
                  </a:lnTo>
                  <a:lnTo>
                    <a:pt x="449" y="66"/>
                  </a:lnTo>
                  <a:lnTo>
                    <a:pt x="449" y="73"/>
                  </a:lnTo>
                  <a:lnTo>
                    <a:pt x="449" y="80"/>
                  </a:lnTo>
                  <a:lnTo>
                    <a:pt x="449" y="85"/>
                  </a:lnTo>
                  <a:lnTo>
                    <a:pt x="449" y="90"/>
                  </a:lnTo>
                  <a:lnTo>
                    <a:pt x="449" y="92"/>
                  </a:lnTo>
                  <a:lnTo>
                    <a:pt x="449" y="94"/>
                  </a:lnTo>
                  <a:lnTo>
                    <a:pt x="449" y="97"/>
                  </a:lnTo>
                  <a:lnTo>
                    <a:pt x="449" y="99"/>
                  </a:lnTo>
                  <a:lnTo>
                    <a:pt x="449" y="99"/>
                  </a:lnTo>
                  <a:lnTo>
                    <a:pt x="449" y="99"/>
                  </a:lnTo>
                  <a:lnTo>
                    <a:pt x="444" y="99"/>
                  </a:lnTo>
                  <a:lnTo>
                    <a:pt x="437" y="99"/>
                  </a:lnTo>
                  <a:lnTo>
                    <a:pt x="433" y="99"/>
                  </a:lnTo>
                  <a:lnTo>
                    <a:pt x="428" y="99"/>
                  </a:lnTo>
                  <a:lnTo>
                    <a:pt x="423" y="99"/>
                  </a:lnTo>
                  <a:lnTo>
                    <a:pt x="416" y="99"/>
                  </a:lnTo>
                  <a:lnTo>
                    <a:pt x="411" y="99"/>
                  </a:lnTo>
                  <a:lnTo>
                    <a:pt x="406" y="99"/>
                  </a:lnTo>
                  <a:lnTo>
                    <a:pt x="402" y="99"/>
                  </a:lnTo>
                  <a:lnTo>
                    <a:pt x="395" y="99"/>
                  </a:lnTo>
                  <a:lnTo>
                    <a:pt x="390" y="99"/>
                  </a:lnTo>
                  <a:lnTo>
                    <a:pt x="385" y="99"/>
                  </a:lnTo>
                  <a:lnTo>
                    <a:pt x="378" y="99"/>
                  </a:lnTo>
                  <a:lnTo>
                    <a:pt x="373" y="99"/>
                  </a:lnTo>
                  <a:lnTo>
                    <a:pt x="369" y="99"/>
                  </a:lnTo>
                  <a:lnTo>
                    <a:pt x="364" y="99"/>
                  </a:lnTo>
                  <a:lnTo>
                    <a:pt x="357" y="99"/>
                  </a:lnTo>
                  <a:lnTo>
                    <a:pt x="352" y="99"/>
                  </a:lnTo>
                  <a:lnTo>
                    <a:pt x="347" y="99"/>
                  </a:lnTo>
                  <a:lnTo>
                    <a:pt x="343" y="99"/>
                  </a:lnTo>
                  <a:lnTo>
                    <a:pt x="336" y="99"/>
                  </a:lnTo>
                  <a:lnTo>
                    <a:pt x="331" y="99"/>
                  </a:lnTo>
                  <a:lnTo>
                    <a:pt x="326" y="99"/>
                  </a:lnTo>
                  <a:lnTo>
                    <a:pt x="319" y="99"/>
                  </a:lnTo>
                  <a:lnTo>
                    <a:pt x="314" y="99"/>
                  </a:lnTo>
                  <a:lnTo>
                    <a:pt x="309" y="99"/>
                  </a:lnTo>
                  <a:lnTo>
                    <a:pt x="305" y="99"/>
                  </a:lnTo>
                  <a:lnTo>
                    <a:pt x="298" y="99"/>
                  </a:lnTo>
                  <a:lnTo>
                    <a:pt x="293" y="99"/>
                  </a:lnTo>
                  <a:lnTo>
                    <a:pt x="288" y="99"/>
                  </a:lnTo>
                  <a:lnTo>
                    <a:pt x="281" y="99"/>
                  </a:lnTo>
                  <a:lnTo>
                    <a:pt x="276" y="99"/>
                  </a:lnTo>
                  <a:lnTo>
                    <a:pt x="272" y="99"/>
                  </a:lnTo>
                  <a:lnTo>
                    <a:pt x="272" y="104"/>
                  </a:lnTo>
                  <a:lnTo>
                    <a:pt x="272" y="109"/>
                  </a:lnTo>
                  <a:lnTo>
                    <a:pt x="272" y="113"/>
                  </a:lnTo>
                  <a:lnTo>
                    <a:pt x="272" y="118"/>
                  </a:lnTo>
                  <a:lnTo>
                    <a:pt x="272" y="123"/>
                  </a:lnTo>
                  <a:lnTo>
                    <a:pt x="272" y="128"/>
                  </a:lnTo>
                  <a:lnTo>
                    <a:pt x="272" y="130"/>
                  </a:lnTo>
                  <a:lnTo>
                    <a:pt x="272" y="135"/>
                  </a:lnTo>
                  <a:lnTo>
                    <a:pt x="272" y="139"/>
                  </a:lnTo>
                  <a:lnTo>
                    <a:pt x="272" y="144"/>
                  </a:lnTo>
                  <a:lnTo>
                    <a:pt x="272" y="149"/>
                  </a:lnTo>
                  <a:lnTo>
                    <a:pt x="272" y="154"/>
                  </a:lnTo>
                  <a:lnTo>
                    <a:pt x="272" y="158"/>
                  </a:lnTo>
                  <a:lnTo>
                    <a:pt x="272" y="163"/>
                  </a:lnTo>
                  <a:lnTo>
                    <a:pt x="272" y="168"/>
                  </a:lnTo>
                  <a:lnTo>
                    <a:pt x="272" y="170"/>
                  </a:lnTo>
                  <a:lnTo>
                    <a:pt x="272" y="175"/>
                  </a:lnTo>
                  <a:lnTo>
                    <a:pt x="272" y="180"/>
                  </a:lnTo>
                  <a:lnTo>
                    <a:pt x="272" y="184"/>
                  </a:lnTo>
                  <a:lnTo>
                    <a:pt x="272" y="189"/>
                  </a:lnTo>
                  <a:lnTo>
                    <a:pt x="272" y="194"/>
                  </a:lnTo>
                  <a:lnTo>
                    <a:pt x="272" y="199"/>
                  </a:lnTo>
                  <a:lnTo>
                    <a:pt x="272" y="201"/>
                  </a:lnTo>
                  <a:lnTo>
                    <a:pt x="272" y="206"/>
                  </a:lnTo>
                  <a:lnTo>
                    <a:pt x="272" y="210"/>
                  </a:lnTo>
                  <a:lnTo>
                    <a:pt x="272" y="215"/>
                  </a:lnTo>
                  <a:lnTo>
                    <a:pt x="272" y="220"/>
                  </a:lnTo>
                  <a:lnTo>
                    <a:pt x="272" y="225"/>
                  </a:lnTo>
                  <a:lnTo>
                    <a:pt x="272" y="229"/>
                  </a:lnTo>
                  <a:lnTo>
                    <a:pt x="272" y="232"/>
                  </a:lnTo>
                  <a:lnTo>
                    <a:pt x="272" y="236"/>
                  </a:lnTo>
                  <a:lnTo>
                    <a:pt x="272" y="241"/>
                  </a:lnTo>
                  <a:lnTo>
                    <a:pt x="272" y="246"/>
                  </a:lnTo>
                  <a:lnTo>
                    <a:pt x="272" y="248"/>
                  </a:lnTo>
                  <a:lnTo>
                    <a:pt x="272" y="248"/>
                  </a:lnTo>
                  <a:lnTo>
                    <a:pt x="265" y="251"/>
                  </a:lnTo>
                  <a:lnTo>
                    <a:pt x="253" y="255"/>
                  </a:lnTo>
                  <a:lnTo>
                    <a:pt x="250" y="258"/>
                  </a:lnTo>
                  <a:lnTo>
                    <a:pt x="243" y="258"/>
                  </a:lnTo>
                  <a:lnTo>
                    <a:pt x="238" y="260"/>
                  </a:lnTo>
                  <a:lnTo>
                    <a:pt x="236" y="262"/>
                  </a:lnTo>
                  <a:lnTo>
                    <a:pt x="229" y="265"/>
                  </a:lnTo>
                  <a:lnTo>
                    <a:pt x="224" y="270"/>
                  </a:lnTo>
                  <a:lnTo>
                    <a:pt x="217" y="274"/>
                  </a:lnTo>
                  <a:lnTo>
                    <a:pt x="217" y="274"/>
                  </a:lnTo>
                  <a:lnTo>
                    <a:pt x="217" y="274"/>
                  </a:lnTo>
                  <a:lnTo>
                    <a:pt x="212" y="281"/>
                  </a:lnTo>
                  <a:lnTo>
                    <a:pt x="210" y="286"/>
                  </a:lnTo>
                  <a:lnTo>
                    <a:pt x="210" y="289"/>
                  </a:lnTo>
                  <a:lnTo>
                    <a:pt x="210" y="293"/>
                  </a:lnTo>
                  <a:lnTo>
                    <a:pt x="212" y="300"/>
                  </a:lnTo>
                  <a:lnTo>
                    <a:pt x="215" y="305"/>
                  </a:lnTo>
                  <a:lnTo>
                    <a:pt x="215" y="319"/>
                  </a:lnTo>
                  <a:lnTo>
                    <a:pt x="215" y="333"/>
                  </a:lnTo>
                  <a:lnTo>
                    <a:pt x="217" y="357"/>
                  </a:lnTo>
                  <a:lnTo>
                    <a:pt x="217" y="362"/>
                  </a:lnTo>
                  <a:lnTo>
                    <a:pt x="217" y="371"/>
                  </a:lnTo>
                  <a:lnTo>
                    <a:pt x="210" y="371"/>
                  </a:lnTo>
                  <a:lnTo>
                    <a:pt x="208" y="371"/>
                  </a:lnTo>
                  <a:lnTo>
                    <a:pt x="201" y="371"/>
                  </a:lnTo>
                  <a:lnTo>
                    <a:pt x="191" y="371"/>
                  </a:lnTo>
                  <a:lnTo>
                    <a:pt x="179" y="371"/>
                  </a:lnTo>
                  <a:lnTo>
                    <a:pt x="165" y="371"/>
                  </a:lnTo>
                  <a:lnTo>
                    <a:pt x="149" y="371"/>
                  </a:lnTo>
                  <a:lnTo>
                    <a:pt x="149" y="371"/>
                  </a:lnTo>
                  <a:lnTo>
                    <a:pt x="130" y="371"/>
                  </a:lnTo>
                  <a:lnTo>
                    <a:pt x="111" y="371"/>
                  </a:lnTo>
                  <a:lnTo>
                    <a:pt x="94" y="371"/>
                  </a:lnTo>
                  <a:lnTo>
                    <a:pt x="75" y="371"/>
                  </a:lnTo>
                  <a:lnTo>
                    <a:pt x="59" y="371"/>
                  </a:lnTo>
                  <a:lnTo>
                    <a:pt x="44" y="371"/>
                  </a:lnTo>
                  <a:lnTo>
                    <a:pt x="33" y="371"/>
                  </a:lnTo>
                  <a:lnTo>
                    <a:pt x="21" y="371"/>
                  </a:lnTo>
                  <a:lnTo>
                    <a:pt x="16" y="371"/>
                  </a:lnTo>
                  <a:lnTo>
                    <a:pt x="14" y="371"/>
                  </a:lnTo>
                  <a:lnTo>
                    <a:pt x="7" y="371"/>
                  </a:lnTo>
                  <a:lnTo>
                    <a:pt x="7" y="371"/>
                  </a:lnTo>
                  <a:lnTo>
                    <a:pt x="7" y="376"/>
                  </a:lnTo>
                  <a:lnTo>
                    <a:pt x="4" y="381"/>
                  </a:lnTo>
                  <a:lnTo>
                    <a:pt x="2" y="388"/>
                  </a:lnTo>
                  <a:lnTo>
                    <a:pt x="2" y="390"/>
                  </a:lnTo>
                  <a:lnTo>
                    <a:pt x="2" y="395"/>
                  </a:lnTo>
                  <a:lnTo>
                    <a:pt x="0" y="397"/>
                  </a:lnTo>
                  <a:lnTo>
                    <a:pt x="2" y="402"/>
                  </a:lnTo>
                  <a:lnTo>
                    <a:pt x="2" y="402"/>
                  </a:lnTo>
                  <a:lnTo>
                    <a:pt x="0" y="400"/>
                  </a:lnTo>
                  <a:lnTo>
                    <a:pt x="0" y="397"/>
                  </a:lnTo>
                  <a:lnTo>
                    <a:pt x="0" y="397"/>
                  </a:lnTo>
                  <a:lnTo>
                    <a:pt x="0" y="395"/>
                  </a:lnTo>
                  <a:lnTo>
                    <a:pt x="0" y="395"/>
                  </a:lnTo>
                  <a:lnTo>
                    <a:pt x="0" y="393"/>
                  </a:lnTo>
                  <a:lnTo>
                    <a:pt x="0" y="390"/>
                  </a:lnTo>
                  <a:lnTo>
                    <a:pt x="2" y="388"/>
                  </a:lnTo>
                  <a:lnTo>
                    <a:pt x="4" y="371"/>
                  </a:lnTo>
                  <a:lnTo>
                    <a:pt x="4" y="369"/>
                  </a:lnTo>
                  <a:lnTo>
                    <a:pt x="4" y="369"/>
                  </a:lnTo>
                  <a:lnTo>
                    <a:pt x="4" y="367"/>
                  </a:lnTo>
                  <a:lnTo>
                    <a:pt x="7" y="364"/>
                  </a:lnTo>
                  <a:lnTo>
                    <a:pt x="18" y="362"/>
                  </a:lnTo>
                  <a:lnTo>
                    <a:pt x="28" y="362"/>
                  </a:lnTo>
                  <a:lnTo>
                    <a:pt x="49" y="362"/>
                  </a:lnTo>
                  <a:lnTo>
                    <a:pt x="56" y="362"/>
                  </a:lnTo>
                  <a:lnTo>
                    <a:pt x="63" y="362"/>
                  </a:lnTo>
                  <a:lnTo>
                    <a:pt x="73" y="362"/>
                  </a:lnTo>
                  <a:lnTo>
                    <a:pt x="80" y="362"/>
                  </a:lnTo>
                  <a:lnTo>
                    <a:pt x="87" y="364"/>
                  </a:lnTo>
                  <a:lnTo>
                    <a:pt x="97" y="364"/>
                  </a:lnTo>
                  <a:lnTo>
                    <a:pt x="104" y="364"/>
                  </a:lnTo>
                  <a:lnTo>
                    <a:pt x="113" y="364"/>
                  </a:lnTo>
                  <a:lnTo>
                    <a:pt x="120" y="364"/>
                  </a:lnTo>
                  <a:lnTo>
                    <a:pt x="125" y="362"/>
                  </a:lnTo>
                  <a:lnTo>
                    <a:pt x="130" y="355"/>
                  </a:lnTo>
                  <a:lnTo>
                    <a:pt x="132" y="350"/>
                  </a:lnTo>
                  <a:lnTo>
                    <a:pt x="132" y="348"/>
                  </a:lnTo>
                  <a:lnTo>
                    <a:pt x="132" y="343"/>
                  </a:lnTo>
                  <a:lnTo>
                    <a:pt x="132" y="341"/>
                  </a:lnTo>
                  <a:lnTo>
                    <a:pt x="134" y="338"/>
                  </a:lnTo>
                  <a:lnTo>
                    <a:pt x="137" y="333"/>
                  </a:lnTo>
                  <a:lnTo>
                    <a:pt x="141" y="331"/>
                  </a:lnTo>
                  <a:lnTo>
                    <a:pt x="141" y="329"/>
                  </a:lnTo>
                  <a:lnTo>
                    <a:pt x="144" y="326"/>
                  </a:lnTo>
                  <a:lnTo>
                    <a:pt x="149" y="322"/>
                  </a:lnTo>
                  <a:lnTo>
                    <a:pt x="151" y="319"/>
                  </a:lnTo>
                  <a:lnTo>
                    <a:pt x="153" y="315"/>
                  </a:lnTo>
                  <a:lnTo>
                    <a:pt x="153" y="312"/>
                  </a:lnTo>
                  <a:lnTo>
                    <a:pt x="156" y="307"/>
                  </a:lnTo>
                  <a:lnTo>
                    <a:pt x="156" y="298"/>
                  </a:lnTo>
                  <a:lnTo>
                    <a:pt x="156" y="289"/>
                  </a:lnTo>
                  <a:lnTo>
                    <a:pt x="158" y="281"/>
                  </a:lnTo>
                  <a:lnTo>
                    <a:pt x="158" y="277"/>
                  </a:lnTo>
                  <a:lnTo>
                    <a:pt x="160" y="270"/>
                  </a:lnTo>
                  <a:lnTo>
                    <a:pt x="163" y="255"/>
                  </a:lnTo>
                  <a:lnTo>
                    <a:pt x="165" y="251"/>
                  </a:lnTo>
                  <a:lnTo>
                    <a:pt x="168" y="246"/>
                  </a:lnTo>
                  <a:lnTo>
                    <a:pt x="170" y="239"/>
                  </a:lnTo>
                  <a:lnTo>
                    <a:pt x="172" y="234"/>
                  </a:lnTo>
                  <a:lnTo>
                    <a:pt x="175" y="232"/>
                  </a:lnTo>
                  <a:lnTo>
                    <a:pt x="177" y="229"/>
                  </a:lnTo>
                  <a:lnTo>
                    <a:pt x="184" y="227"/>
                  </a:lnTo>
                  <a:lnTo>
                    <a:pt x="189" y="225"/>
                  </a:lnTo>
                  <a:lnTo>
                    <a:pt x="194" y="222"/>
                  </a:lnTo>
                  <a:lnTo>
                    <a:pt x="198" y="220"/>
                  </a:lnTo>
                  <a:lnTo>
                    <a:pt x="203" y="218"/>
                  </a:lnTo>
                  <a:lnTo>
                    <a:pt x="203" y="215"/>
                  </a:lnTo>
                  <a:lnTo>
                    <a:pt x="205" y="213"/>
                  </a:lnTo>
                  <a:lnTo>
                    <a:pt x="210" y="203"/>
                  </a:lnTo>
                  <a:lnTo>
                    <a:pt x="212" y="199"/>
                  </a:lnTo>
                  <a:lnTo>
                    <a:pt x="215" y="194"/>
                  </a:lnTo>
                  <a:lnTo>
                    <a:pt x="220" y="189"/>
                  </a:lnTo>
                  <a:lnTo>
                    <a:pt x="222" y="189"/>
                  </a:lnTo>
                  <a:lnTo>
                    <a:pt x="224" y="187"/>
                  </a:lnTo>
                  <a:lnTo>
                    <a:pt x="229" y="184"/>
                  </a:lnTo>
                  <a:lnTo>
                    <a:pt x="234" y="180"/>
                  </a:lnTo>
                  <a:lnTo>
                    <a:pt x="238" y="177"/>
                  </a:lnTo>
                  <a:lnTo>
                    <a:pt x="243" y="175"/>
                  </a:lnTo>
                  <a:lnTo>
                    <a:pt x="246" y="173"/>
                  </a:lnTo>
                  <a:lnTo>
                    <a:pt x="250" y="168"/>
                  </a:lnTo>
                  <a:lnTo>
                    <a:pt x="250" y="165"/>
                  </a:lnTo>
                  <a:lnTo>
                    <a:pt x="253" y="161"/>
                  </a:lnTo>
                  <a:lnTo>
                    <a:pt x="255" y="151"/>
                  </a:lnTo>
                  <a:lnTo>
                    <a:pt x="257" y="144"/>
                  </a:lnTo>
                  <a:lnTo>
                    <a:pt x="260" y="135"/>
                  </a:lnTo>
                  <a:lnTo>
                    <a:pt x="262" y="128"/>
                  </a:lnTo>
                  <a:lnTo>
                    <a:pt x="262" y="120"/>
                  </a:lnTo>
                  <a:lnTo>
                    <a:pt x="265" y="116"/>
                  </a:lnTo>
                  <a:lnTo>
                    <a:pt x="267" y="109"/>
                  </a:lnTo>
                  <a:lnTo>
                    <a:pt x="267" y="106"/>
                  </a:lnTo>
                  <a:lnTo>
                    <a:pt x="267" y="104"/>
                  </a:lnTo>
                  <a:lnTo>
                    <a:pt x="269" y="99"/>
                  </a:lnTo>
                  <a:lnTo>
                    <a:pt x="269" y="99"/>
                  </a:lnTo>
                  <a:lnTo>
                    <a:pt x="272" y="97"/>
                  </a:lnTo>
                  <a:lnTo>
                    <a:pt x="274" y="97"/>
                  </a:lnTo>
                  <a:lnTo>
                    <a:pt x="279" y="94"/>
                  </a:lnTo>
                  <a:lnTo>
                    <a:pt x="286" y="94"/>
                  </a:lnTo>
                  <a:lnTo>
                    <a:pt x="288" y="94"/>
                  </a:lnTo>
                  <a:lnTo>
                    <a:pt x="288" y="90"/>
                  </a:lnTo>
                  <a:lnTo>
                    <a:pt x="288" y="87"/>
                  </a:lnTo>
                  <a:lnTo>
                    <a:pt x="293" y="83"/>
                  </a:lnTo>
                  <a:lnTo>
                    <a:pt x="295" y="78"/>
                  </a:lnTo>
                  <a:lnTo>
                    <a:pt x="295" y="76"/>
                  </a:lnTo>
                  <a:lnTo>
                    <a:pt x="298" y="71"/>
                  </a:lnTo>
                  <a:lnTo>
                    <a:pt x="300" y="68"/>
                  </a:lnTo>
                  <a:lnTo>
                    <a:pt x="305" y="66"/>
                  </a:lnTo>
                  <a:lnTo>
                    <a:pt x="307" y="61"/>
                  </a:lnTo>
                  <a:lnTo>
                    <a:pt x="309" y="59"/>
                  </a:lnTo>
                  <a:lnTo>
                    <a:pt x="309" y="54"/>
                  </a:lnTo>
                  <a:lnTo>
                    <a:pt x="307" y="52"/>
                  </a:lnTo>
                  <a:lnTo>
                    <a:pt x="305" y="47"/>
                  </a:lnTo>
                  <a:lnTo>
                    <a:pt x="312" y="45"/>
                  </a:lnTo>
                  <a:lnTo>
                    <a:pt x="319" y="45"/>
                  </a:lnTo>
                  <a:lnTo>
                    <a:pt x="324" y="42"/>
                  </a:lnTo>
                  <a:lnTo>
                    <a:pt x="331" y="40"/>
                  </a:lnTo>
                  <a:lnTo>
                    <a:pt x="336" y="40"/>
                  </a:lnTo>
                  <a:lnTo>
                    <a:pt x="338" y="40"/>
                  </a:lnTo>
                  <a:lnTo>
                    <a:pt x="345" y="40"/>
                  </a:lnTo>
                  <a:lnTo>
                    <a:pt x="350" y="40"/>
                  </a:lnTo>
                  <a:lnTo>
                    <a:pt x="354" y="42"/>
                  </a:lnTo>
                  <a:lnTo>
                    <a:pt x="359" y="47"/>
                  </a:lnTo>
                  <a:lnTo>
                    <a:pt x="366" y="49"/>
                  </a:lnTo>
                  <a:lnTo>
                    <a:pt x="369" y="49"/>
                  </a:lnTo>
                  <a:lnTo>
                    <a:pt x="373" y="47"/>
                  </a:lnTo>
                  <a:lnTo>
                    <a:pt x="376" y="45"/>
                  </a:lnTo>
                  <a:lnTo>
                    <a:pt x="378" y="45"/>
                  </a:lnTo>
                  <a:lnTo>
                    <a:pt x="380" y="47"/>
                  </a:lnTo>
                  <a:lnTo>
                    <a:pt x="385" y="49"/>
                  </a:lnTo>
                  <a:lnTo>
                    <a:pt x="390" y="49"/>
                  </a:lnTo>
                  <a:lnTo>
                    <a:pt x="392" y="49"/>
                  </a:lnTo>
                  <a:lnTo>
                    <a:pt x="397" y="45"/>
                  </a:lnTo>
                  <a:lnTo>
                    <a:pt x="402" y="40"/>
                  </a:lnTo>
                  <a:lnTo>
                    <a:pt x="406" y="38"/>
                  </a:lnTo>
                  <a:lnTo>
                    <a:pt x="411" y="35"/>
                  </a:lnTo>
                  <a:lnTo>
                    <a:pt x="414" y="35"/>
                  </a:lnTo>
                  <a:lnTo>
                    <a:pt x="418" y="35"/>
                  </a:lnTo>
                  <a:lnTo>
                    <a:pt x="421" y="35"/>
                  </a:lnTo>
                  <a:lnTo>
                    <a:pt x="428" y="35"/>
                  </a:lnTo>
                  <a:lnTo>
                    <a:pt x="433" y="35"/>
                  </a:lnTo>
                  <a:lnTo>
                    <a:pt x="440" y="33"/>
                  </a:lnTo>
                  <a:lnTo>
                    <a:pt x="444" y="33"/>
                  </a:lnTo>
                  <a:lnTo>
                    <a:pt x="447" y="31"/>
                  </a:lnTo>
                  <a:lnTo>
                    <a:pt x="447" y="28"/>
                  </a:lnTo>
                  <a:lnTo>
                    <a:pt x="444" y="26"/>
                  </a:lnTo>
                  <a:lnTo>
                    <a:pt x="444" y="21"/>
                  </a:lnTo>
                  <a:lnTo>
                    <a:pt x="444" y="19"/>
                  </a:lnTo>
                  <a:lnTo>
                    <a:pt x="444" y="16"/>
                  </a:lnTo>
                  <a:lnTo>
                    <a:pt x="444" y="12"/>
                  </a:lnTo>
                  <a:lnTo>
                    <a:pt x="444" y="9"/>
                  </a:lnTo>
                  <a:lnTo>
                    <a:pt x="442" y="5"/>
                  </a:lnTo>
                  <a:lnTo>
                    <a:pt x="442" y="0"/>
                  </a:lnTo>
                  <a:lnTo>
                    <a:pt x="442" y="0"/>
                  </a:lnTo>
                  <a:lnTo>
                    <a:pt x="442" y="0"/>
                  </a:lnTo>
                  <a:lnTo>
                    <a:pt x="442" y="0"/>
                  </a:lnTo>
                  <a:lnTo>
                    <a:pt x="447" y="0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30">
              <a:extLst>
                <a:ext uri="{FF2B5EF4-FFF2-40B4-BE49-F238E27FC236}">
                  <a16:creationId xmlns:a16="http://schemas.microsoft.com/office/drawing/2014/main" id="{736996EA-FC3F-5648-A797-1837A223F16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9111" y="1380654"/>
              <a:ext cx="571791" cy="511937"/>
            </a:xfrm>
            <a:custGeom>
              <a:avLst/>
              <a:gdLst>
                <a:gd name="T0" fmla="*/ 449 w 449"/>
                <a:gd name="T1" fmla="*/ 73 h 402"/>
                <a:gd name="T2" fmla="*/ 449 w 449"/>
                <a:gd name="T3" fmla="*/ 35 h 402"/>
                <a:gd name="T4" fmla="*/ 210 w 449"/>
                <a:gd name="T5" fmla="*/ 0 h 402"/>
                <a:gd name="T6" fmla="*/ 203 w 449"/>
                <a:gd name="T7" fmla="*/ 19 h 402"/>
                <a:gd name="T8" fmla="*/ 198 w 449"/>
                <a:gd name="T9" fmla="*/ 31 h 402"/>
                <a:gd name="T10" fmla="*/ 186 w 449"/>
                <a:gd name="T11" fmla="*/ 59 h 402"/>
                <a:gd name="T12" fmla="*/ 156 w 449"/>
                <a:gd name="T13" fmla="*/ 76 h 402"/>
                <a:gd name="T14" fmla="*/ 144 w 449"/>
                <a:gd name="T15" fmla="*/ 83 h 402"/>
                <a:gd name="T16" fmla="*/ 139 w 449"/>
                <a:gd name="T17" fmla="*/ 92 h 402"/>
                <a:gd name="T18" fmla="*/ 139 w 449"/>
                <a:gd name="T19" fmla="*/ 102 h 402"/>
                <a:gd name="T20" fmla="*/ 130 w 449"/>
                <a:gd name="T21" fmla="*/ 120 h 402"/>
                <a:gd name="T22" fmla="*/ 125 w 449"/>
                <a:gd name="T23" fmla="*/ 130 h 402"/>
                <a:gd name="T24" fmla="*/ 120 w 449"/>
                <a:gd name="T25" fmla="*/ 154 h 402"/>
                <a:gd name="T26" fmla="*/ 120 w 449"/>
                <a:gd name="T27" fmla="*/ 158 h 402"/>
                <a:gd name="T28" fmla="*/ 120 w 449"/>
                <a:gd name="T29" fmla="*/ 163 h 402"/>
                <a:gd name="T30" fmla="*/ 118 w 449"/>
                <a:gd name="T31" fmla="*/ 177 h 402"/>
                <a:gd name="T32" fmla="*/ 111 w 449"/>
                <a:gd name="T33" fmla="*/ 182 h 402"/>
                <a:gd name="T34" fmla="*/ 104 w 449"/>
                <a:gd name="T35" fmla="*/ 187 h 402"/>
                <a:gd name="T36" fmla="*/ 87 w 449"/>
                <a:gd name="T37" fmla="*/ 203 h 402"/>
                <a:gd name="T38" fmla="*/ 80 w 449"/>
                <a:gd name="T39" fmla="*/ 213 h 402"/>
                <a:gd name="T40" fmla="*/ 73 w 449"/>
                <a:gd name="T41" fmla="*/ 218 h 402"/>
                <a:gd name="T42" fmla="*/ 61 w 449"/>
                <a:gd name="T43" fmla="*/ 229 h 402"/>
                <a:gd name="T44" fmla="*/ 61 w 449"/>
                <a:gd name="T45" fmla="*/ 236 h 402"/>
                <a:gd name="T46" fmla="*/ 63 w 449"/>
                <a:gd name="T47" fmla="*/ 232 h 402"/>
                <a:gd name="T48" fmla="*/ 66 w 449"/>
                <a:gd name="T49" fmla="*/ 227 h 402"/>
                <a:gd name="T50" fmla="*/ 71 w 449"/>
                <a:gd name="T51" fmla="*/ 222 h 402"/>
                <a:gd name="T52" fmla="*/ 71 w 449"/>
                <a:gd name="T53" fmla="*/ 225 h 402"/>
                <a:gd name="T54" fmla="*/ 68 w 449"/>
                <a:gd name="T55" fmla="*/ 234 h 402"/>
                <a:gd name="T56" fmla="*/ 63 w 449"/>
                <a:gd name="T57" fmla="*/ 239 h 402"/>
                <a:gd name="T58" fmla="*/ 56 w 449"/>
                <a:gd name="T59" fmla="*/ 253 h 402"/>
                <a:gd name="T60" fmla="*/ 47 w 449"/>
                <a:gd name="T61" fmla="*/ 267 h 402"/>
                <a:gd name="T62" fmla="*/ 49 w 449"/>
                <a:gd name="T63" fmla="*/ 272 h 402"/>
                <a:gd name="T64" fmla="*/ 44 w 449"/>
                <a:gd name="T65" fmla="*/ 281 h 402"/>
                <a:gd name="T66" fmla="*/ 42 w 449"/>
                <a:gd name="T67" fmla="*/ 284 h 402"/>
                <a:gd name="T68" fmla="*/ 40 w 449"/>
                <a:gd name="T69" fmla="*/ 289 h 402"/>
                <a:gd name="T70" fmla="*/ 35 w 449"/>
                <a:gd name="T71" fmla="*/ 303 h 402"/>
                <a:gd name="T72" fmla="*/ 26 w 449"/>
                <a:gd name="T73" fmla="*/ 317 h 402"/>
                <a:gd name="T74" fmla="*/ 21 w 449"/>
                <a:gd name="T75" fmla="*/ 317 h 402"/>
                <a:gd name="T76" fmla="*/ 18 w 449"/>
                <a:gd name="T77" fmla="*/ 322 h 402"/>
                <a:gd name="T78" fmla="*/ 9 w 449"/>
                <a:gd name="T79" fmla="*/ 338 h 402"/>
                <a:gd name="T80" fmla="*/ 7 w 449"/>
                <a:gd name="T81" fmla="*/ 345 h 402"/>
                <a:gd name="T82" fmla="*/ 7 w 449"/>
                <a:gd name="T83" fmla="*/ 350 h 402"/>
                <a:gd name="T84" fmla="*/ 4 w 449"/>
                <a:gd name="T85" fmla="*/ 369 h 402"/>
                <a:gd name="T86" fmla="*/ 0 w 449"/>
                <a:gd name="T87" fmla="*/ 395 h 402"/>
                <a:gd name="T88" fmla="*/ 2 w 449"/>
                <a:gd name="T89" fmla="*/ 402 h 402"/>
                <a:gd name="T90" fmla="*/ 7 w 449"/>
                <a:gd name="T91" fmla="*/ 376 h 402"/>
                <a:gd name="T92" fmla="*/ 59 w 449"/>
                <a:gd name="T93" fmla="*/ 371 h 402"/>
                <a:gd name="T94" fmla="*/ 149 w 449"/>
                <a:gd name="T95" fmla="*/ 371 h 402"/>
                <a:gd name="T96" fmla="*/ 217 w 449"/>
                <a:gd name="T97" fmla="*/ 371 h 402"/>
                <a:gd name="T98" fmla="*/ 212 w 449"/>
                <a:gd name="T99" fmla="*/ 300 h 402"/>
                <a:gd name="T100" fmla="*/ 217 w 449"/>
                <a:gd name="T101" fmla="*/ 274 h 402"/>
                <a:gd name="T102" fmla="*/ 243 w 449"/>
                <a:gd name="T103" fmla="*/ 258 h 402"/>
                <a:gd name="T104" fmla="*/ 272 w 449"/>
                <a:gd name="T105" fmla="*/ 246 h 402"/>
                <a:gd name="T106" fmla="*/ 449 w 449"/>
                <a:gd name="T107" fmla="*/ 99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49" h="402">
                  <a:moveTo>
                    <a:pt x="449" y="94"/>
                  </a:moveTo>
                  <a:lnTo>
                    <a:pt x="449" y="92"/>
                  </a:lnTo>
                  <a:lnTo>
                    <a:pt x="449" y="90"/>
                  </a:lnTo>
                  <a:lnTo>
                    <a:pt x="449" y="85"/>
                  </a:lnTo>
                  <a:lnTo>
                    <a:pt x="449" y="80"/>
                  </a:lnTo>
                  <a:lnTo>
                    <a:pt x="449" y="73"/>
                  </a:lnTo>
                  <a:lnTo>
                    <a:pt x="449" y="66"/>
                  </a:lnTo>
                  <a:lnTo>
                    <a:pt x="449" y="59"/>
                  </a:lnTo>
                  <a:lnTo>
                    <a:pt x="449" y="52"/>
                  </a:lnTo>
                  <a:lnTo>
                    <a:pt x="449" y="47"/>
                  </a:lnTo>
                  <a:lnTo>
                    <a:pt x="449" y="40"/>
                  </a:lnTo>
                  <a:lnTo>
                    <a:pt x="449" y="35"/>
                  </a:lnTo>
                  <a:lnTo>
                    <a:pt x="449" y="31"/>
                  </a:lnTo>
                  <a:lnTo>
                    <a:pt x="449" y="26"/>
                  </a:lnTo>
                  <a:lnTo>
                    <a:pt x="449" y="23"/>
                  </a:lnTo>
                  <a:lnTo>
                    <a:pt x="449" y="23"/>
                  </a:lnTo>
                  <a:lnTo>
                    <a:pt x="449" y="0"/>
                  </a:lnTo>
                  <a:lnTo>
                    <a:pt x="210" y="0"/>
                  </a:lnTo>
                  <a:lnTo>
                    <a:pt x="210" y="2"/>
                  </a:lnTo>
                  <a:lnTo>
                    <a:pt x="208" y="5"/>
                  </a:lnTo>
                  <a:lnTo>
                    <a:pt x="208" y="5"/>
                  </a:lnTo>
                  <a:lnTo>
                    <a:pt x="208" y="7"/>
                  </a:lnTo>
                  <a:lnTo>
                    <a:pt x="205" y="12"/>
                  </a:lnTo>
                  <a:lnTo>
                    <a:pt x="203" y="19"/>
                  </a:lnTo>
                  <a:lnTo>
                    <a:pt x="203" y="19"/>
                  </a:lnTo>
                  <a:lnTo>
                    <a:pt x="203" y="19"/>
                  </a:lnTo>
                  <a:lnTo>
                    <a:pt x="203" y="21"/>
                  </a:lnTo>
                  <a:lnTo>
                    <a:pt x="203" y="21"/>
                  </a:lnTo>
                  <a:lnTo>
                    <a:pt x="198" y="28"/>
                  </a:lnTo>
                  <a:lnTo>
                    <a:pt x="198" y="31"/>
                  </a:lnTo>
                  <a:lnTo>
                    <a:pt x="196" y="38"/>
                  </a:lnTo>
                  <a:lnTo>
                    <a:pt x="194" y="40"/>
                  </a:lnTo>
                  <a:lnTo>
                    <a:pt x="194" y="45"/>
                  </a:lnTo>
                  <a:lnTo>
                    <a:pt x="191" y="49"/>
                  </a:lnTo>
                  <a:lnTo>
                    <a:pt x="189" y="54"/>
                  </a:lnTo>
                  <a:lnTo>
                    <a:pt x="186" y="59"/>
                  </a:lnTo>
                  <a:lnTo>
                    <a:pt x="179" y="64"/>
                  </a:lnTo>
                  <a:lnTo>
                    <a:pt x="170" y="71"/>
                  </a:lnTo>
                  <a:lnTo>
                    <a:pt x="163" y="73"/>
                  </a:lnTo>
                  <a:lnTo>
                    <a:pt x="163" y="73"/>
                  </a:lnTo>
                  <a:lnTo>
                    <a:pt x="158" y="73"/>
                  </a:lnTo>
                  <a:lnTo>
                    <a:pt x="156" y="76"/>
                  </a:lnTo>
                  <a:lnTo>
                    <a:pt x="156" y="76"/>
                  </a:lnTo>
                  <a:lnTo>
                    <a:pt x="156" y="76"/>
                  </a:lnTo>
                  <a:lnTo>
                    <a:pt x="153" y="78"/>
                  </a:lnTo>
                  <a:lnTo>
                    <a:pt x="149" y="83"/>
                  </a:lnTo>
                  <a:lnTo>
                    <a:pt x="146" y="83"/>
                  </a:lnTo>
                  <a:lnTo>
                    <a:pt x="144" y="83"/>
                  </a:lnTo>
                  <a:lnTo>
                    <a:pt x="144" y="85"/>
                  </a:lnTo>
                  <a:lnTo>
                    <a:pt x="141" y="87"/>
                  </a:lnTo>
                  <a:lnTo>
                    <a:pt x="139" y="90"/>
                  </a:lnTo>
                  <a:lnTo>
                    <a:pt x="139" y="90"/>
                  </a:lnTo>
                  <a:lnTo>
                    <a:pt x="139" y="92"/>
                  </a:lnTo>
                  <a:lnTo>
                    <a:pt x="139" y="92"/>
                  </a:lnTo>
                  <a:lnTo>
                    <a:pt x="139" y="94"/>
                  </a:lnTo>
                  <a:lnTo>
                    <a:pt x="139" y="94"/>
                  </a:lnTo>
                  <a:lnTo>
                    <a:pt x="139" y="97"/>
                  </a:lnTo>
                  <a:lnTo>
                    <a:pt x="139" y="99"/>
                  </a:lnTo>
                  <a:lnTo>
                    <a:pt x="139" y="99"/>
                  </a:lnTo>
                  <a:lnTo>
                    <a:pt x="139" y="102"/>
                  </a:lnTo>
                  <a:lnTo>
                    <a:pt x="137" y="104"/>
                  </a:lnTo>
                  <a:lnTo>
                    <a:pt x="137" y="104"/>
                  </a:lnTo>
                  <a:lnTo>
                    <a:pt x="137" y="106"/>
                  </a:lnTo>
                  <a:lnTo>
                    <a:pt x="132" y="113"/>
                  </a:lnTo>
                  <a:lnTo>
                    <a:pt x="130" y="118"/>
                  </a:lnTo>
                  <a:lnTo>
                    <a:pt x="130" y="120"/>
                  </a:lnTo>
                  <a:lnTo>
                    <a:pt x="130" y="120"/>
                  </a:lnTo>
                  <a:lnTo>
                    <a:pt x="130" y="120"/>
                  </a:lnTo>
                  <a:lnTo>
                    <a:pt x="130" y="123"/>
                  </a:lnTo>
                  <a:lnTo>
                    <a:pt x="127" y="128"/>
                  </a:lnTo>
                  <a:lnTo>
                    <a:pt x="127" y="128"/>
                  </a:lnTo>
                  <a:lnTo>
                    <a:pt x="125" y="130"/>
                  </a:lnTo>
                  <a:lnTo>
                    <a:pt x="123" y="132"/>
                  </a:lnTo>
                  <a:lnTo>
                    <a:pt x="123" y="137"/>
                  </a:lnTo>
                  <a:lnTo>
                    <a:pt x="123" y="139"/>
                  </a:lnTo>
                  <a:lnTo>
                    <a:pt x="120" y="147"/>
                  </a:lnTo>
                  <a:lnTo>
                    <a:pt x="120" y="147"/>
                  </a:lnTo>
                  <a:lnTo>
                    <a:pt x="120" y="154"/>
                  </a:lnTo>
                  <a:lnTo>
                    <a:pt x="120" y="154"/>
                  </a:lnTo>
                  <a:lnTo>
                    <a:pt x="120" y="154"/>
                  </a:lnTo>
                  <a:lnTo>
                    <a:pt x="120" y="156"/>
                  </a:lnTo>
                  <a:lnTo>
                    <a:pt x="120" y="156"/>
                  </a:lnTo>
                  <a:lnTo>
                    <a:pt x="120" y="158"/>
                  </a:lnTo>
                  <a:lnTo>
                    <a:pt x="120" y="158"/>
                  </a:lnTo>
                  <a:lnTo>
                    <a:pt x="120" y="158"/>
                  </a:lnTo>
                  <a:lnTo>
                    <a:pt x="120" y="161"/>
                  </a:lnTo>
                  <a:lnTo>
                    <a:pt x="120" y="161"/>
                  </a:lnTo>
                  <a:lnTo>
                    <a:pt x="120" y="161"/>
                  </a:lnTo>
                  <a:lnTo>
                    <a:pt x="120" y="163"/>
                  </a:lnTo>
                  <a:lnTo>
                    <a:pt x="120" y="163"/>
                  </a:lnTo>
                  <a:lnTo>
                    <a:pt x="120" y="163"/>
                  </a:lnTo>
                  <a:lnTo>
                    <a:pt x="120" y="165"/>
                  </a:lnTo>
                  <a:lnTo>
                    <a:pt x="120" y="168"/>
                  </a:lnTo>
                  <a:lnTo>
                    <a:pt x="118" y="173"/>
                  </a:lnTo>
                  <a:lnTo>
                    <a:pt x="118" y="175"/>
                  </a:lnTo>
                  <a:lnTo>
                    <a:pt x="118" y="177"/>
                  </a:lnTo>
                  <a:lnTo>
                    <a:pt x="115" y="177"/>
                  </a:lnTo>
                  <a:lnTo>
                    <a:pt x="115" y="180"/>
                  </a:lnTo>
                  <a:lnTo>
                    <a:pt x="113" y="180"/>
                  </a:lnTo>
                  <a:lnTo>
                    <a:pt x="111" y="182"/>
                  </a:lnTo>
                  <a:lnTo>
                    <a:pt x="111" y="182"/>
                  </a:lnTo>
                  <a:lnTo>
                    <a:pt x="111" y="182"/>
                  </a:lnTo>
                  <a:lnTo>
                    <a:pt x="111" y="184"/>
                  </a:lnTo>
                  <a:lnTo>
                    <a:pt x="108" y="184"/>
                  </a:lnTo>
                  <a:lnTo>
                    <a:pt x="108" y="187"/>
                  </a:lnTo>
                  <a:lnTo>
                    <a:pt x="106" y="187"/>
                  </a:lnTo>
                  <a:lnTo>
                    <a:pt x="104" y="187"/>
                  </a:lnTo>
                  <a:lnTo>
                    <a:pt x="104" y="187"/>
                  </a:lnTo>
                  <a:lnTo>
                    <a:pt x="104" y="189"/>
                  </a:lnTo>
                  <a:lnTo>
                    <a:pt x="101" y="189"/>
                  </a:lnTo>
                  <a:lnTo>
                    <a:pt x="99" y="191"/>
                  </a:lnTo>
                  <a:lnTo>
                    <a:pt x="97" y="196"/>
                  </a:lnTo>
                  <a:lnTo>
                    <a:pt x="92" y="201"/>
                  </a:lnTo>
                  <a:lnTo>
                    <a:pt x="87" y="203"/>
                  </a:lnTo>
                  <a:lnTo>
                    <a:pt x="87" y="206"/>
                  </a:lnTo>
                  <a:lnTo>
                    <a:pt x="87" y="206"/>
                  </a:lnTo>
                  <a:lnTo>
                    <a:pt x="87" y="206"/>
                  </a:lnTo>
                  <a:lnTo>
                    <a:pt x="85" y="208"/>
                  </a:lnTo>
                  <a:lnTo>
                    <a:pt x="82" y="210"/>
                  </a:lnTo>
                  <a:lnTo>
                    <a:pt x="80" y="213"/>
                  </a:lnTo>
                  <a:lnTo>
                    <a:pt x="80" y="215"/>
                  </a:lnTo>
                  <a:lnTo>
                    <a:pt x="78" y="215"/>
                  </a:lnTo>
                  <a:lnTo>
                    <a:pt x="78" y="218"/>
                  </a:lnTo>
                  <a:lnTo>
                    <a:pt x="75" y="218"/>
                  </a:lnTo>
                  <a:lnTo>
                    <a:pt x="75" y="218"/>
                  </a:lnTo>
                  <a:lnTo>
                    <a:pt x="73" y="218"/>
                  </a:lnTo>
                  <a:lnTo>
                    <a:pt x="71" y="220"/>
                  </a:lnTo>
                  <a:lnTo>
                    <a:pt x="66" y="222"/>
                  </a:lnTo>
                  <a:lnTo>
                    <a:pt x="66" y="225"/>
                  </a:lnTo>
                  <a:lnTo>
                    <a:pt x="66" y="225"/>
                  </a:lnTo>
                  <a:lnTo>
                    <a:pt x="66" y="225"/>
                  </a:lnTo>
                  <a:lnTo>
                    <a:pt x="61" y="229"/>
                  </a:lnTo>
                  <a:lnTo>
                    <a:pt x="59" y="234"/>
                  </a:lnTo>
                  <a:lnTo>
                    <a:pt x="59" y="234"/>
                  </a:lnTo>
                  <a:lnTo>
                    <a:pt x="59" y="236"/>
                  </a:lnTo>
                  <a:lnTo>
                    <a:pt x="59" y="236"/>
                  </a:lnTo>
                  <a:lnTo>
                    <a:pt x="59" y="236"/>
                  </a:lnTo>
                  <a:lnTo>
                    <a:pt x="61" y="236"/>
                  </a:lnTo>
                  <a:lnTo>
                    <a:pt x="61" y="234"/>
                  </a:lnTo>
                  <a:lnTo>
                    <a:pt x="61" y="234"/>
                  </a:lnTo>
                  <a:lnTo>
                    <a:pt x="63" y="234"/>
                  </a:lnTo>
                  <a:lnTo>
                    <a:pt x="63" y="232"/>
                  </a:lnTo>
                  <a:lnTo>
                    <a:pt x="63" y="232"/>
                  </a:lnTo>
                  <a:lnTo>
                    <a:pt x="63" y="232"/>
                  </a:lnTo>
                  <a:lnTo>
                    <a:pt x="63" y="229"/>
                  </a:lnTo>
                  <a:lnTo>
                    <a:pt x="63" y="227"/>
                  </a:lnTo>
                  <a:lnTo>
                    <a:pt x="66" y="227"/>
                  </a:lnTo>
                  <a:lnTo>
                    <a:pt x="66" y="227"/>
                  </a:lnTo>
                  <a:lnTo>
                    <a:pt x="66" y="227"/>
                  </a:lnTo>
                  <a:lnTo>
                    <a:pt x="66" y="227"/>
                  </a:lnTo>
                  <a:lnTo>
                    <a:pt x="68" y="227"/>
                  </a:lnTo>
                  <a:lnTo>
                    <a:pt x="68" y="227"/>
                  </a:lnTo>
                  <a:lnTo>
                    <a:pt x="71" y="225"/>
                  </a:lnTo>
                  <a:lnTo>
                    <a:pt x="71" y="225"/>
                  </a:lnTo>
                  <a:lnTo>
                    <a:pt x="71" y="225"/>
                  </a:lnTo>
                  <a:lnTo>
                    <a:pt x="71" y="222"/>
                  </a:lnTo>
                  <a:lnTo>
                    <a:pt x="71" y="222"/>
                  </a:lnTo>
                  <a:lnTo>
                    <a:pt x="71" y="222"/>
                  </a:lnTo>
                  <a:lnTo>
                    <a:pt x="71" y="222"/>
                  </a:lnTo>
                  <a:lnTo>
                    <a:pt x="71" y="222"/>
                  </a:lnTo>
                  <a:lnTo>
                    <a:pt x="71" y="225"/>
                  </a:lnTo>
                  <a:lnTo>
                    <a:pt x="71" y="225"/>
                  </a:lnTo>
                  <a:lnTo>
                    <a:pt x="71" y="227"/>
                  </a:lnTo>
                  <a:lnTo>
                    <a:pt x="71" y="229"/>
                  </a:lnTo>
                  <a:lnTo>
                    <a:pt x="71" y="229"/>
                  </a:lnTo>
                  <a:lnTo>
                    <a:pt x="68" y="232"/>
                  </a:lnTo>
                  <a:lnTo>
                    <a:pt x="68" y="232"/>
                  </a:lnTo>
                  <a:lnTo>
                    <a:pt x="68" y="234"/>
                  </a:lnTo>
                  <a:lnTo>
                    <a:pt x="68" y="234"/>
                  </a:lnTo>
                  <a:lnTo>
                    <a:pt x="68" y="234"/>
                  </a:lnTo>
                  <a:lnTo>
                    <a:pt x="68" y="236"/>
                  </a:lnTo>
                  <a:lnTo>
                    <a:pt x="66" y="236"/>
                  </a:lnTo>
                  <a:lnTo>
                    <a:pt x="66" y="236"/>
                  </a:lnTo>
                  <a:lnTo>
                    <a:pt x="63" y="239"/>
                  </a:lnTo>
                  <a:lnTo>
                    <a:pt x="61" y="244"/>
                  </a:lnTo>
                  <a:lnTo>
                    <a:pt x="61" y="244"/>
                  </a:lnTo>
                  <a:lnTo>
                    <a:pt x="61" y="246"/>
                  </a:lnTo>
                  <a:lnTo>
                    <a:pt x="59" y="248"/>
                  </a:lnTo>
                  <a:lnTo>
                    <a:pt x="56" y="253"/>
                  </a:lnTo>
                  <a:lnTo>
                    <a:pt x="56" y="253"/>
                  </a:lnTo>
                  <a:lnTo>
                    <a:pt x="56" y="255"/>
                  </a:lnTo>
                  <a:lnTo>
                    <a:pt x="56" y="255"/>
                  </a:lnTo>
                  <a:lnTo>
                    <a:pt x="52" y="265"/>
                  </a:lnTo>
                  <a:lnTo>
                    <a:pt x="52" y="265"/>
                  </a:lnTo>
                  <a:lnTo>
                    <a:pt x="49" y="267"/>
                  </a:lnTo>
                  <a:lnTo>
                    <a:pt x="47" y="267"/>
                  </a:lnTo>
                  <a:lnTo>
                    <a:pt x="47" y="270"/>
                  </a:lnTo>
                  <a:lnTo>
                    <a:pt x="47" y="270"/>
                  </a:lnTo>
                  <a:lnTo>
                    <a:pt x="49" y="270"/>
                  </a:lnTo>
                  <a:lnTo>
                    <a:pt x="49" y="270"/>
                  </a:lnTo>
                  <a:lnTo>
                    <a:pt x="49" y="272"/>
                  </a:lnTo>
                  <a:lnTo>
                    <a:pt x="49" y="272"/>
                  </a:lnTo>
                  <a:lnTo>
                    <a:pt x="49" y="274"/>
                  </a:lnTo>
                  <a:lnTo>
                    <a:pt x="49" y="274"/>
                  </a:lnTo>
                  <a:lnTo>
                    <a:pt x="49" y="277"/>
                  </a:lnTo>
                  <a:lnTo>
                    <a:pt x="47" y="279"/>
                  </a:lnTo>
                  <a:lnTo>
                    <a:pt x="44" y="279"/>
                  </a:lnTo>
                  <a:lnTo>
                    <a:pt x="44" y="281"/>
                  </a:lnTo>
                  <a:lnTo>
                    <a:pt x="42" y="281"/>
                  </a:lnTo>
                  <a:lnTo>
                    <a:pt x="42" y="281"/>
                  </a:lnTo>
                  <a:lnTo>
                    <a:pt x="42" y="281"/>
                  </a:lnTo>
                  <a:lnTo>
                    <a:pt x="42" y="281"/>
                  </a:lnTo>
                  <a:lnTo>
                    <a:pt x="42" y="281"/>
                  </a:lnTo>
                  <a:lnTo>
                    <a:pt x="42" y="284"/>
                  </a:lnTo>
                  <a:lnTo>
                    <a:pt x="42" y="284"/>
                  </a:lnTo>
                  <a:lnTo>
                    <a:pt x="42" y="284"/>
                  </a:lnTo>
                  <a:lnTo>
                    <a:pt x="42" y="284"/>
                  </a:lnTo>
                  <a:lnTo>
                    <a:pt x="42" y="286"/>
                  </a:lnTo>
                  <a:lnTo>
                    <a:pt x="42" y="286"/>
                  </a:lnTo>
                  <a:lnTo>
                    <a:pt x="40" y="289"/>
                  </a:lnTo>
                  <a:lnTo>
                    <a:pt x="40" y="291"/>
                  </a:lnTo>
                  <a:lnTo>
                    <a:pt x="40" y="296"/>
                  </a:lnTo>
                  <a:lnTo>
                    <a:pt x="40" y="298"/>
                  </a:lnTo>
                  <a:lnTo>
                    <a:pt x="40" y="300"/>
                  </a:lnTo>
                  <a:lnTo>
                    <a:pt x="35" y="303"/>
                  </a:lnTo>
                  <a:lnTo>
                    <a:pt x="35" y="303"/>
                  </a:lnTo>
                  <a:lnTo>
                    <a:pt x="35" y="305"/>
                  </a:lnTo>
                  <a:lnTo>
                    <a:pt x="33" y="310"/>
                  </a:lnTo>
                  <a:lnTo>
                    <a:pt x="33" y="312"/>
                  </a:lnTo>
                  <a:lnTo>
                    <a:pt x="33" y="315"/>
                  </a:lnTo>
                  <a:lnTo>
                    <a:pt x="30" y="315"/>
                  </a:lnTo>
                  <a:lnTo>
                    <a:pt x="26" y="317"/>
                  </a:lnTo>
                  <a:lnTo>
                    <a:pt x="23" y="317"/>
                  </a:lnTo>
                  <a:lnTo>
                    <a:pt x="23" y="317"/>
                  </a:lnTo>
                  <a:lnTo>
                    <a:pt x="23" y="315"/>
                  </a:lnTo>
                  <a:lnTo>
                    <a:pt x="23" y="315"/>
                  </a:lnTo>
                  <a:lnTo>
                    <a:pt x="23" y="317"/>
                  </a:lnTo>
                  <a:lnTo>
                    <a:pt x="21" y="317"/>
                  </a:lnTo>
                  <a:lnTo>
                    <a:pt x="21" y="317"/>
                  </a:lnTo>
                  <a:lnTo>
                    <a:pt x="21" y="317"/>
                  </a:lnTo>
                  <a:lnTo>
                    <a:pt x="18" y="319"/>
                  </a:lnTo>
                  <a:lnTo>
                    <a:pt x="18" y="319"/>
                  </a:lnTo>
                  <a:lnTo>
                    <a:pt x="18" y="319"/>
                  </a:lnTo>
                  <a:lnTo>
                    <a:pt x="18" y="322"/>
                  </a:lnTo>
                  <a:lnTo>
                    <a:pt x="16" y="322"/>
                  </a:lnTo>
                  <a:lnTo>
                    <a:pt x="16" y="322"/>
                  </a:lnTo>
                  <a:lnTo>
                    <a:pt x="16" y="324"/>
                  </a:lnTo>
                  <a:lnTo>
                    <a:pt x="14" y="324"/>
                  </a:lnTo>
                  <a:lnTo>
                    <a:pt x="9" y="336"/>
                  </a:lnTo>
                  <a:lnTo>
                    <a:pt x="9" y="338"/>
                  </a:lnTo>
                  <a:lnTo>
                    <a:pt x="9" y="341"/>
                  </a:lnTo>
                  <a:lnTo>
                    <a:pt x="7" y="343"/>
                  </a:lnTo>
                  <a:lnTo>
                    <a:pt x="7" y="345"/>
                  </a:lnTo>
                  <a:lnTo>
                    <a:pt x="7" y="345"/>
                  </a:lnTo>
                  <a:lnTo>
                    <a:pt x="7" y="345"/>
                  </a:lnTo>
                  <a:lnTo>
                    <a:pt x="7" y="345"/>
                  </a:lnTo>
                  <a:lnTo>
                    <a:pt x="7" y="345"/>
                  </a:lnTo>
                  <a:lnTo>
                    <a:pt x="7" y="348"/>
                  </a:lnTo>
                  <a:lnTo>
                    <a:pt x="7" y="348"/>
                  </a:lnTo>
                  <a:lnTo>
                    <a:pt x="7" y="348"/>
                  </a:lnTo>
                  <a:lnTo>
                    <a:pt x="7" y="350"/>
                  </a:lnTo>
                  <a:lnTo>
                    <a:pt x="7" y="350"/>
                  </a:lnTo>
                  <a:lnTo>
                    <a:pt x="7" y="352"/>
                  </a:lnTo>
                  <a:lnTo>
                    <a:pt x="7" y="355"/>
                  </a:lnTo>
                  <a:lnTo>
                    <a:pt x="4" y="364"/>
                  </a:lnTo>
                  <a:lnTo>
                    <a:pt x="4" y="367"/>
                  </a:lnTo>
                  <a:lnTo>
                    <a:pt x="4" y="367"/>
                  </a:lnTo>
                  <a:lnTo>
                    <a:pt x="4" y="369"/>
                  </a:lnTo>
                  <a:lnTo>
                    <a:pt x="4" y="369"/>
                  </a:lnTo>
                  <a:lnTo>
                    <a:pt x="4" y="371"/>
                  </a:lnTo>
                  <a:lnTo>
                    <a:pt x="2" y="388"/>
                  </a:lnTo>
                  <a:lnTo>
                    <a:pt x="0" y="390"/>
                  </a:lnTo>
                  <a:lnTo>
                    <a:pt x="0" y="393"/>
                  </a:lnTo>
                  <a:lnTo>
                    <a:pt x="0" y="395"/>
                  </a:lnTo>
                  <a:lnTo>
                    <a:pt x="0" y="395"/>
                  </a:lnTo>
                  <a:lnTo>
                    <a:pt x="0" y="397"/>
                  </a:lnTo>
                  <a:lnTo>
                    <a:pt x="0" y="397"/>
                  </a:lnTo>
                  <a:lnTo>
                    <a:pt x="0" y="400"/>
                  </a:lnTo>
                  <a:lnTo>
                    <a:pt x="2" y="402"/>
                  </a:lnTo>
                  <a:lnTo>
                    <a:pt x="2" y="402"/>
                  </a:lnTo>
                  <a:lnTo>
                    <a:pt x="0" y="397"/>
                  </a:lnTo>
                  <a:lnTo>
                    <a:pt x="2" y="395"/>
                  </a:lnTo>
                  <a:lnTo>
                    <a:pt x="2" y="390"/>
                  </a:lnTo>
                  <a:lnTo>
                    <a:pt x="2" y="388"/>
                  </a:lnTo>
                  <a:lnTo>
                    <a:pt x="4" y="381"/>
                  </a:lnTo>
                  <a:lnTo>
                    <a:pt x="7" y="376"/>
                  </a:lnTo>
                  <a:lnTo>
                    <a:pt x="7" y="371"/>
                  </a:lnTo>
                  <a:lnTo>
                    <a:pt x="7" y="371"/>
                  </a:lnTo>
                  <a:lnTo>
                    <a:pt x="16" y="371"/>
                  </a:lnTo>
                  <a:lnTo>
                    <a:pt x="21" y="371"/>
                  </a:lnTo>
                  <a:lnTo>
                    <a:pt x="44" y="371"/>
                  </a:lnTo>
                  <a:lnTo>
                    <a:pt x="59" y="371"/>
                  </a:lnTo>
                  <a:lnTo>
                    <a:pt x="75" y="371"/>
                  </a:lnTo>
                  <a:lnTo>
                    <a:pt x="94" y="371"/>
                  </a:lnTo>
                  <a:lnTo>
                    <a:pt x="111" y="371"/>
                  </a:lnTo>
                  <a:lnTo>
                    <a:pt x="130" y="371"/>
                  </a:lnTo>
                  <a:lnTo>
                    <a:pt x="149" y="371"/>
                  </a:lnTo>
                  <a:lnTo>
                    <a:pt x="149" y="371"/>
                  </a:lnTo>
                  <a:lnTo>
                    <a:pt x="165" y="371"/>
                  </a:lnTo>
                  <a:lnTo>
                    <a:pt x="179" y="371"/>
                  </a:lnTo>
                  <a:lnTo>
                    <a:pt x="191" y="371"/>
                  </a:lnTo>
                  <a:lnTo>
                    <a:pt x="208" y="371"/>
                  </a:lnTo>
                  <a:lnTo>
                    <a:pt x="210" y="371"/>
                  </a:lnTo>
                  <a:lnTo>
                    <a:pt x="217" y="371"/>
                  </a:lnTo>
                  <a:lnTo>
                    <a:pt x="217" y="362"/>
                  </a:lnTo>
                  <a:lnTo>
                    <a:pt x="217" y="357"/>
                  </a:lnTo>
                  <a:lnTo>
                    <a:pt x="215" y="333"/>
                  </a:lnTo>
                  <a:lnTo>
                    <a:pt x="215" y="319"/>
                  </a:lnTo>
                  <a:lnTo>
                    <a:pt x="215" y="305"/>
                  </a:lnTo>
                  <a:lnTo>
                    <a:pt x="212" y="300"/>
                  </a:lnTo>
                  <a:lnTo>
                    <a:pt x="210" y="293"/>
                  </a:lnTo>
                  <a:lnTo>
                    <a:pt x="210" y="289"/>
                  </a:lnTo>
                  <a:lnTo>
                    <a:pt x="210" y="286"/>
                  </a:lnTo>
                  <a:lnTo>
                    <a:pt x="212" y="281"/>
                  </a:lnTo>
                  <a:lnTo>
                    <a:pt x="217" y="274"/>
                  </a:lnTo>
                  <a:lnTo>
                    <a:pt x="217" y="274"/>
                  </a:lnTo>
                  <a:lnTo>
                    <a:pt x="217" y="274"/>
                  </a:lnTo>
                  <a:lnTo>
                    <a:pt x="224" y="270"/>
                  </a:lnTo>
                  <a:lnTo>
                    <a:pt x="229" y="265"/>
                  </a:lnTo>
                  <a:lnTo>
                    <a:pt x="236" y="262"/>
                  </a:lnTo>
                  <a:lnTo>
                    <a:pt x="238" y="260"/>
                  </a:lnTo>
                  <a:lnTo>
                    <a:pt x="243" y="258"/>
                  </a:lnTo>
                  <a:lnTo>
                    <a:pt x="250" y="258"/>
                  </a:lnTo>
                  <a:lnTo>
                    <a:pt x="253" y="255"/>
                  </a:lnTo>
                  <a:lnTo>
                    <a:pt x="265" y="251"/>
                  </a:lnTo>
                  <a:lnTo>
                    <a:pt x="272" y="248"/>
                  </a:lnTo>
                  <a:lnTo>
                    <a:pt x="272" y="248"/>
                  </a:lnTo>
                  <a:lnTo>
                    <a:pt x="272" y="246"/>
                  </a:lnTo>
                  <a:lnTo>
                    <a:pt x="272" y="99"/>
                  </a:lnTo>
                  <a:lnTo>
                    <a:pt x="276" y="99"/>
                  </a:lnTo>
                  <a:lnTo>
                    <a:pt x="437" y="99"/>
                  </a:lnTo>
                  <a:lnTo>
                    <a:pt x="444" y="99"/>
                  </a:lnTo>
                  <a:lnTo>
                    <a:pt x="449" y="99"/>
                  </a:lnTo>
                  <a:lnTo>
                    <a:pt x="449" y="99"/>
                  </a:lnTo>
                  <a:lnTo>
                    <a:pt x="449" y="99"/>
                  </a:lnTo>
                  <a:lnTo>
                    <a:pt x="449" y="97"/>
                  </a:lnTo>
                  <a:lnTo>
                    <a:pt x="449" y="94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31">
              <a:extLst>
                <a:ext uri="{FF2B5EF4-FFF2-40B4-BE49-F238E27FC236}">
                  <a16:creationId xmlns:a16="http://schemas.microsoft.com/office/drawing/2014/main" id="{8792BFBF-5CBE-8478-128D-38072D71915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89595" y="4192487"/>
              <a:ext cx="17829" cy="24196"/>
            </a:xfrm>
            <a:custGeom>
              <a:avLst/>
              <a:gdLst>
                <a:gd name="T0" fmla="*/ 9 w 14"/>
                <a:gd name="T1" fmla="*/ 5 h 19"/>
                <a:gd name="T2" fmla="*/ 7 w 14"/>
                <a:gd name="T3" fmla="*/ 5 h 19"/>
                <a:gd name="T4" fmla="*/ 4 w 14"/>
                <a:gd name="T5" fmla="*/ 5 h 19"/>
                <a:gd name="T6" fmla="*/ 4 w 14"/>
                <a:gd name="T7" fmla="*/ 2 h 19"/>
                <a:gd name="T8" fmla="*/ 4 w 14"/>
                <a:gd name="T9" fmla="*/ 2 h 19"/>
                <a:gd name="T10" fmla="*/ 2 w 14"/>
                <a:gd name="T11" fmla="*/ 2 h 19"/>
                <a:gd name="T12" fmla="*/ 2 w 14"/>
                <a:gd name="T13" fmla="*/ 2 h 19"/>
                <a:gd name="T14" fmla="*/ 4 w 14"/>
                <a:gd name="T15" fmla="*/ 2 h 19"/>
                <a:gd name="T16" fmla="*/ 2 w 14"/>
                <a:gd name="T17" fmla="*/ 0 h 19"/>
                <a:gd name="T18" fmla="*/ 0 w 14"/>
                <a:gd name="T19" fmla="*/ 5 h 19"/>
                <a:gd name="T20" fmla="*/ 2 w 14"/>
                <a:gd name="T21" fmla="*/ 5 h 19"/>
                <a:gd name="T22" fmla="*/ 2 w 14"/>
                <a:gd name="T23" fmla="*/ 7 h 19"/>
                <a:gd name="T24" fmla="*/ 2 w 14"/>
                <a:gd name="T25" fmla="*/ 7 h 19"/>
                <a:gd name="T26" fmla="*/ 4 w 14"/>
                <a:gd name="T27" fmla="*/ 9 h 19"/>
                <a:gd name="T28" fmla="*/ 4 w 14"/>
                <a:gd name="T29" fmla="*/ 12 h 19"/>
                <a:gd name="T30" fmla="*/ 4 w 14"/>
                <a:gd name="T31" fmla="*/ 12 h 19"/>
                <a:gd name="T32" fmla="*/ 4 w 14"/>
                <a:gd name="T33" fmla="*/ 12 h 19"/>
                <a:gd name="T34" fmla="*/ 4 w 14"/>
                <a:gd name="T35" fmla="*/ 14 h 19"/>
                <a:gd name="T36" fmla="*/ 4 w 14"/>
                <a:gd name="T37" fmla="*/ 16 h 19"/>
                <a:gd name="T38" fmla="*/ 4 w 14"/>
                <a:gd name="T39" fmla="*/ 16 h 19"/>
                <a:gd name="T40" fmla="*/ 2 w 14"/>
                <a:gd name="T41" fmla="*/ 14 h 19"/>
                <a:gd name="T42" fmla="*/ 2 w 14"/>
                <a:gd name="T43" fmla="*/ 14 h 19"/>
                <a:gd name="T44" fmla="*/ 2 w 14"/>
                <a:gd name="T45" fmla="*/ 14 h 19"/>
                <a:gd name="T46" fmla="*/ 2 w 14"/>
                <a:gd name="T47" fmla="*/ 16 h 19"/>
                <a:gd name="T48" fmla="*/ 2 w 14"/>
                <a:gd name="T49" fmla="*/ 19 h 19"/>
                <a:gd name="T50" fmla="*/ 4 w 14"/>
                <a:gd name="T51" fmla="*/ 19 h 19"/>
                <a:gd name="T52" fmla="*/ 4 w 14"/>
                <a:gd name="T53" fmla="*/ 19 h 19"/>
                <a:gd name="T54" fmla="*/ 4 w 14"/>
                <a:gd name="T55" fmla="*/ 19 h 19"/>
                <a:gd name="T56" fmla="*/ 4 w 14"/>
                <a:gd name="T57" fmla="*/ 19 h 19"/>
                <a:gd name="T58" fmla="*/ 7 w 14"/>
                <a:gd name="T59" fmla="*/ 19 h 19"/>
                <a:gd name="T60" fmla="*/ 7 w 14"/>
                <a:gd name="T61" fmla="*/ 19 h 19"/>
                <a:gd name="T62" fmla="*/ 7 w 14"/>
                <a:gd name="T63" fmla="*/ 19 h 19"/>
                <a:gd name="T64" fmla="*/ 9 w 14"/>
                <a:gd name="T65" fmla="*/ 19 h 19"/>
                <a:gd name="T66" fmla="*/ 7 w 14"/>
                <a:gd name="T67" fmla="*/ 16 h 19"/>
                <a:gd name="T68" fmla="*/ 9 w 14"/>
                <a:gd name="T69" fmla="*/ 14 h 19"/>
                <a:gd name="T70" fmla="*/ 9 w 14"/>
                <a:gd name="T71" fmla="*/ 12 h 19"/>
                <a:gd name="T72" fmla="*/ 9 w 14"/>
                <a:gd name="T73" fmla="*/ 12 h 19"/>
                <a:gd name="T74" fmla="*/ 9 w 14"/>
                <a:gd name="T75" fmla="*/ 9 h 19"/>
                <a:gd name="T76" fmla="*/ 9 w 14"/>
                <a:gd name="T77" fmla="*/ 7 h 19"/>
                <a:gd name="T78" fmla="*/ 9 w 14"/>
                <a:gd name="T79" fmla="*/ 7 h 19"/>
                <a:gd name="T80" fmla="*/ 14 w 14"/>
                <a:gd name="T81" fmla="*/ 7 h 19"/>
                <a:gd name="T82" fmla="*/ 14 w 14"/>
                <a:gd name="T83" fmla="*/ 7 h 19"/>
                <a:gd name="T84" fmla="*/ 14 w 14"/>
                <a:gd name="T85" fmla="*/ 9 h 19"/>
                <a:gd name="T86" fmla="*/ 14 w 14"/>
                <a:gd name="T87" fmla="*/ 9 h 19"/>
                <a:gd name="T88" fmla="*/ 14 w 14"/>
                <a:gd name="T89" fmla="*/ 7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4" h="19">
                  <a:moveTo>
                    <a:pt x="9" y="5"/>
                  </a:moveTo>
                  <a:lnTo>
                    <a:pt x="9" y="5"/>
                  </a:lnTo>
                  <a:lnTo>
                    <a:pt x="9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4" y="5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2" y="0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4" y="9"/>
                  </a:lnTo>
                  <a:lnTo>
                    <a:pt x="4" y="9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2" y="12"/>
                  </a:lnTo>
                  <a:lnTo>
                    <a:pt x="4" y="12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2" y="19"/>
                  </a:lnTo>
                  <a:lnTo>
                    <a:pt x="2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7" y="19"/>
                  </a:lnTo>
                  <a:lnTo>
                    <a:pt x="7" y="19"/>
                  </a:lnTo>
                  <a:lnTo>
                    <a:pt x="7" y="19"/>
                  </a:lnTo>
                  <a:lnTo>
                    <a:pt x="7" y="19"/>
                  </a:lnTo>
                  <a:lnTo>
                    <a:pt x="7" y="19"/>
                  </a:lnTo>
                  <a:lnTo>
                    <a:pt x="7" y="19"/>
                  </a:lnTo>
                  <a:lnTo>
                    <a:pt x="9" y="19"/>
                  </a:lnTo>
                  <a:lnTo>
                    <a:pt x="9" y="19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9" y="14"/>
                  </a:lnTo>
                  <a:lnTo>
                    <a:pt x="9" y="14"/>
                  </a:lnTo>
                  <a:lnTo>
                    <a:pt x="9" y="14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9" y="9"/>
                  </a:lnTo>
                  <a:lnTo>
                    <a:pt x="9" y="9"/>
                  </a:lnTo>
                  <a:lnTo>
                    <a:pt x="9" y="7"/>
                  </a:lnTo>
                  <a:lnTo>
                    <a:pt x="9" y="7"/>
                  </a:lnTo>
                  <a:lnTo>
                    <a:pt x="9" y="7"/>
                  </a:lnTo>
                  <a:lnTo>
                    <a:pt x="9" y="5"/>
                  </a:lnTo>
                  <a:close/>
                  <a:moveTo>
                    <a:pt x="14" y="7"/>
                  </a:moveTo>
                  <a:lnTo>
                    <a:pt x="14" y="7"/>
                  </a:lnTo>
                  <a:lnTo>
                    <a:pt x="14" y="7"/>
                  </a:lnTo>
                  <a:lnTo>
                    <a:pt x="11" y="7"/>
                  </a:lnTo>
                  <a:lnTo>
                    <a:pt x="14" y="9"/>
                  </a:lnTo>
                  <a:lnTo>
                    <a:pt x="14" y="9"/>
                  </a:lnTo>
                  <a:lnTo>
                    <a:pt x="14" y="9"/>
                  </a:lnTo>
                  <a:lnTo>
                    <a:pt x="14" y="7"/>
                  </a:lnTo>
                  <a:lnTo>
                    <a:pt x="14" y="7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32">
              <a:extLst>
                <a:ext uri="{FF2B5EF4-FFF2-40B4-BE49-F238E27FC236}">
                  <a16:creationId xmlns:a16="http://schemas.microsoft.com/office/drawing/2014/main" id="{212CD6FD-FC19-7E25-0A09-C692C53080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972781" y="4032029"/>
              <a:ext cx="472460" cy="718240"/>
            </a:xfrm>
            <a:custGeom>
              <a:avLst/>
              <a:gdLst>
                <a:gd name="T0" fmla="*/ 0 w 371"/>
                <a:gd name="T1" fmla="*/ 0 h 564"/>
                <a:gd name="T2" fmla="*/ 0 w 371"/>
                <a:gd name="T3" fmla="*/ 0 h 564"/>
                <a:gd name="T4" fmla="*/ 0 w 371"/>
                <a:gd name="T5" fmla="*/ 0 h 564"/>
                <a:gd name="T6" fmla="*/ 0 w 371"/>
                <a:gd name="T7" fmla="*/ 3 h 564"/>
                <a:gd name="T8" fmla="*/ 2 w 371"/>
                <a:gd name="T9" fmla="*/ 5 h 564"/>
                <a:gd name="T10" fmla="*/ 0 w 371"/>
                <a:gd name="T11" fmla="*/ 3 h 564"/>
                <a:gd name="T12" fmla="*/ 66 w 371"/>
                <a:gd name="T13" fmla="*/ 545 h 564"/>
                <a:gd name="T14" fmla="*/ 64 w 371"/>
                <a:gd name="T15" fmla="*/ 542 h 564"/>
                <a:gd name="T16" fmla="*/ 64 w 371"/>
                <a:gd name="T17" fmla="*/ 540 h 564"/>
                <a:gd name="T18" fmla="*/ 64 w 371"/>
                <a:gd name="T19" fmla="*/ 540 h 564"/>
                <a:gd name="T20" fmla="*/ 64 w 371"/>
                <a:gd name="T21" fmla="*/ 540 h 564"/>
                <a:gd name="T22" fmla="*/ 64 w 371"/>
                <a:gd name="T23" fmla="*/ 540 h 564"/>
                <a:gd name="T24" fmla="*/ 61 w 371"/>
                <a:gd name="T25" fmla="*/ 538 h 564"/>
                <a:gd name="T26" fmla="*/ 61 w 371"/>
                <a:gd name="T27" fmla="*/ 535 h 564"/>
                <a:gd name="T28" fmla="*/ 61 w 371"/>
                <a:gd name="T29" fmla="*/ 535 h 564"/>
                <a:gd name="T30" fmla="*/ 59 w 371"/>
                <a:gd name="T31" fmla="*/ 533 h 564"/>
                <a:gd name="T32" fmla="*/ 57 w 371"/>
                <a:gd name="T33" fmla="*/ 533 h 564"/>
                <a:gd name="T34" fmla="*/ 57 w 371"/>
                <a:gd name="T35" fmla="*/ 535 h 564"/>
                <a:gd name="T36" fmla="*/ 54 w 371"/>
                <a:gd name="T37" fmla="*/ 535 h 564"/>
                <a:gd name="T38" fmla="*/ 54 w 371"/>
                <a:gd name="T39" fmla="*/ 535 h 564"/>
                <a:gd name="T40" fmla="*/ 52 w 371"/>
                <a:gd name="T41" fmla="*/ 538 h 564"/>
                <a:gd name="T42" fmla="*/ 52 w 371"/>
                <a:gd name="T43" fmla="*/ 540 h 564"/>
                <a:gd name="T44" fmla="*/ 52 w 371"/>
                <a:gd name="T45" fmla="*/ 542 h 564"/>
                <a:gd name="T46" fmla="*/ 49 w 371"/>
                <a:gd name="T47" fmla="*/ 545 h 564"/>
                <a:gd name="T48" fmla="*/ 47 w 371"/>
                <a:gd name="T49" fmla="*/ 545 h 564"/>
                <a:gd name="T50" fmla="*/ 47 w 371"/>
                <a:gd name="T51" fmla="*/ 545 h 564"/>
                <a:gd name="T52" fmla="*/ 45 w 371"/>
                <a:gd name="T53" fmla="*/ 547 h 564"/>
                <a:gd name="T54" fmla="*/ 45 w 371"/>
                <a:gd name="T55" fmla="*/ 552 h 564"/>
                <a:gd name="T56" fmla="*/ 45 w 371"/>
                <a:gd name="T57" fmla="*/ 557 h 564"/>
                <a:gd name="T58" fmla="*/ 45 w 371"/>
                <a:gd name="T59" fmla="*/ 557 h 564"/>
                <a:gd name="T60" fmla="*/ 45 w 371"/>
                <a:gd name="T61" fmla="*/ 559 h 564"/>
                <a:gd name="T62" fmla="*/ 42 w 371"/>
                <a:gd name="T63" fmla="*/ 559 h 564"/>
                <a:gd name="T64" fmla="*/ 42 w 371"/>
                <a:gd name="T65" fmla="*/ 559 h 564"/>
                <a:gd name="T66" fmla="*/ 45 w 371"/>
                <a:gd name="T67" fmla="*/ 564 h 564"/>
                <a:gd name="T68" fmla="*/ 47 w 371"/>
                <a:gd name="T69" fmla="*/ 564 h 564"/>
                <a:gd name="T70" fmla="*/ 52 w 371"/>
                <a:gd name="T71" fmla="*/ 564 h 564"/>
                <a:gd name="T72" fmla="*/ 61 w 371"/>
                <a:gd name="T73" fmla="*/ 561 h 564"/>
                <a:gd name="T74" fmla="*/ 61 w 371"/>
                <a:gd name="T75" fmla="*/ 561 h 564"/>
                <a:gd name="T76" fmla="*/ 64 w 371"/>
                <a:gd name="T77" fmla="*/ 559 h 564"/>
                <a:gd name="T78" fmla="*/ 64 w 371"/>
                <a:gd name="T79" fmla="*/ 559 h 564"/>
                <a:gd name="T80" fmla="*/ 64 w 371"/>
                <a:gd name="T81" fmla="*/ 559 h 564"/>
                <a:gd name="T82" fmla="*/ 64 w 371"/>
                <a:gd name="T83" fmla="*/ 557 h 564"/>
                <a:gd name="T84" fmla="*/ 64 w 371"/>
                <a:gd name="T85" fmla="*/ 554 h 564"/>
                <a:gd name="T86" fmla="*/ 66 w 371"/>
                <a:gd name="T87" fmla="*/ 554 h 564"/>
                <a:gd name="T88" fmla="*/ 66 w 371"/>
                <a:gd name="T89" fmla="*/ 552 h 564"/>
                <a:gd name="T90" fmla="*/ 68 w 371"/>
                <a:gd name="T91" fmla="*/ 550 h 564"/>
                <a:gd name="T92" fmla="*/ 66 w 371"/>
                <a:gd name="T93" fmla="*/ 547 h 564"/>
                <a:gd name="T94" fmla="*/ 371 w 371"/>
                <a:gd name="T95" fmla="*/ 516 h 564"/>
                <a:gd name="T96" fmla="*/ 369 w 371"/>
                <a:gd name="T97" fmla="*/ 516 h 564"/>
                <a:gd name="T98" fmla="*/ 364 w 371"/>
                <a:gd name="T99" fmla="*/ 519 h 564"/>
                <a:gd name="T100" fmla="*/ 364 w 371"/>
                <a:gd name="T101" fmla="*/ 519 h 564"/>
                <a:gd name="T102" fmla="*/ 364 w 371"/>
                <a:gd name="T103" fmla="*/ 519 h 564"/>
                <a:gd name="T104" fmla="*/ 366 w 371"/>
                <a:gd name="T105" fmla="*/ 521 h 564"/>
                <a:gd name="T106" fmla="*/ 369 w 371"/>
                <a:gd name="T107" fmla="*/ 519 h 564"/>
                <a:gd name="T108" fmla="*/ 371 w 371"/>
                <a:gd name="T109" fmla="*/ 519 h 564"/>
                <a:gd name="T110" fmla="*/ 371 w 371"/>
                <a:gd name="T111" fmla="*/ 516 h 5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71" h="564">
                  <a:moveTo>
                    <a:pt x="0" y="3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0" y="3"/>
                  </a:lnTo>
                  <a:close/>
                  <a:moveTo>
                    <a:pt x="66" y="545"/>
                  </a:moveTo>
                  <a:lnTo>
                    <a:pt x="66" y="545"/>
                  </a:lnTo>
                  <a:lnTo>
                    <a:pt x="66" y="542"/>
                  </a:lnTo>
                  <a:lnTo>
                    <a:pt x="64" y="542"/>
                  </a:lnTo>
                  <a:lnTo>
                    <a:pt x="64" y="540"/>
                  </a:lnTo>
                  <a:lnTo>
                    <a:pt x="64" y="540"/>
                  </a:lnTo>
                  <a:lnTo>
                    <a:pt x="64" y="540"/>
                  </a:lnTo>
                  <a:lnTo>
                    <a:pt x="64" y="540"/>
                  </a:lnTo>
                  <a:lnTo>
                    <a:pt x="64" y="540"/>
                  </a:lnTo>
                  <a:lnTo>
                    <a:pt x="64" y="540"/>
                  </a:lnTo>
                  <a:lnTo>
                    <a:pt x="64" y="540"/>
                  </a:lnTo>
                  <a:lnTo>
                    <a:pt x="64" y="540"/>
                  </a:lnTo>
                  <a:lnTo>
                    <a:pt x="61" y="538"/>
                  </a:lnTo>
                  <a:lnTo>
                    <a:pt x="61" y="538"/>
                  </a:lnTo>
                  <a:lnTo>
                    <a:pt x="61" y="538"/>
                  </a:lnTo>
                  <a:lnTo>
                    <a:pt x="61" y="535"/>
                  </a:lnTo>
                  <a:lnTo>
                    <a:pt x="61" y="535"/>
                  </a:lnTo>
                  <a:lnTo>
                    <a:pt x="61" y="535"/>
                  </a:lnTo>
                  <a:lnTo>
                    <a:pt x="61" y="535"/>
                  </a:lnTo>
                  <a:lnTo>
                    <a:pt x="59" y="533"/>
                  </a:lnTo>
                  <a:lnTo>
                    <a:pt x="57" y="533"/>
                  </a:lnTo>
                  <a:lnTo>
                    <a:pt x="57" y="533"/>
                  </a:lnTo>
                  <a:lnTo>
                    <a:pt x="57" y="533"/>
                  </a:lnTo>
                  <a:lnTo>
                    <a:pt x="57" y="535"/>
                  </a:lnTo>
                  <a:lnTo>
                    <a:pt x="57" y="535"/>
                  </a:lnTo>
                  <a:lnTo>
                    <a:pt x="54" y="535"/>
                  </a:lnTo>
                  <a:lnTo>
                    <a:pt x="54" y="535"/>
                  </a:lnTo>
                  <a:lnTo>
                    <a:pt x="54" y="535"/>
                  </a:lnTo>
                  <a:lnTo>
                    <a:pt x="54" y="535"/>
                  </a:lnTo>
                  <a:lnTo>
                    <a:pt x="52" y="538"/>
                  </a:lnTo>
                  <a:lnTo>
                    <a:pt x="52" y="540"/>
                  </a:lnTo>
                  <a:lnTo>
                    <a:pt x="52" y="540"/>
                  </a:lnTo>
                  <a:lnTo>
                    <a:pt x="52" y="542"/>
                  </a:lnTo>
                  <a:lnTo>
                    <a:pt x="52" y="542"/>
                  </a:lnTo>
                  <a:lnTo>
                    <a:pt x="49" y="542"/>
                  </a:lnTo>
                  <a:lnTo>
                    <a:pt x="49" y="545"/>
                  </a:lnTo>
                  <a:lnTo>
                    <a:pt x="49" y="545"/>
                  </a:lnTo>
                  <a:lnTo>
                    <a:pt x="47" y="545"/>
                  </a:lnTo>
                  <a:lnTo>
                    <a:pt x="47" y="545"/>
                  </a:lnTo>
                  <a:lnTo>
                    <a:pt x="47" y="545"/>
                  </a:lnTo>
                  <a:lnTo>
                    <a:pt x="47" y="545"/>
                  </a:lnTo>
                  <a:lnTo>
                    <a:pt x="45" y="547"/>
                  </a:lnTo>
                  <a:lnTo>
                    <a:pt x="45" y="550"/>
                  </a:lnTo>
                  <a:lnTo>
                    <a:pt x="45" y="552"/>
                  </a:lnTo>
                  <a:lnTo>
                    <a:pt x="45" y="554"/>
                  </a:lnTo>
                  <a:lnTo>
                    <a:pt x="45" y="557"/>
                  </a:lnTo>
                  <a:lnTo>
                    <a:pt x="45" y="557"/>
                  </a:lnTo>
                  <a:lnTo>
                    <a:pt x="45" y="557"/>
                  </a:lnTo>
                  <a:lnTo>
                    <a:pt x="45" y="559"/>
                  </a:lnTo>
                  <a:lnTo>
                    <a:pt x="45" y="559"/>
                  </a:lnTo>
                  <a:lnTo>
                    <a:pt x="42" y="559"/>
                  </a:lnTo>
                  <a:lnTo>
                    <a:pt x="42" y="559"/>
                  </a:lnTo>
                  <a:lnTo>
                    <a:pt x="40" y="559"/>
                  </a:lnTo>
                  <a:lnTo>
                    <a:pt x="42" y="559"/>
                  </a:lnTo>
                  <a:lnTo>
                    <a:pt x="42" y="561"/>
                  </a:lnTo>
                  <a:lnTo>
                    <a:pt x="45" y="564"/>
                  </a:lnTo>
                  <a:lnTo>
                    <a:pt x="47" y="564"/>
                  </a:lnTo>
                  <a:lnTo>
                    <a:pt x="47" y="564"/>
                  </a:lnTo>
                  <a:lnTo>
                    <a:pt x="49" y="564"/>
                  </a:lnTo>
                  <a:lnTo>
                    <a:pt x="52" y="564"/>
                  </a:lnTo>
                  <a:lnTo>
                    <a:pt x="57" y="564"/>
                  </a:lnTo>
                  <a:lnTo>
                    <a:pt x="61" y="561"/>
                  </a:lnTo>
                  <a:lnTo>
                    <a:pt x="61" y="561"/>
                  </a:lnTo>
                  <a:lnTo>
                    <a:pt x="61" y="561"/>
                  </a:lnTo>
                  <a:lnTo>
                    <a:pt x="64" y="559"/>
                  </a:lnTo>
                  <a:lnTo>
                    <a:pt x="64" y="559"/>
                  </a:lnTo>
                  <a:lnTo>
                    <a:pt x="64" y="559"/>
                  </a:lnTo>
                  <a:lnTo>
                    <a:pt x="64" y="559"/>
                  </a:lnTo>
                  <a:lnTo>
                    <a:pt x="64" y="559"/>
                  </a:lnTo>
                  <a:lnTo>
                    <a:pt x="64" y="559"/>
                  </a:lnTo>
                  <a:lnTo>
                    <a:pt x="64" y="559"/>
                  </a:lnTo>
                  <a:lnTo>
                    <a:pt x="64" y="557"/>
                  </a:lnTo>
                  <a:lnTo>
                    <a:pt x="64" y="557"/>
                  </a:lnTo>
                  <a:lnTo>
                    <a:pt x="64" y="554"/>
                  </a:lnTo>
                  <a:lnTo>
                    <a:pt x="66" y="554"/>
                  </a:lnTo>
                  <a:lnTo>
                    <a:pt x="66" y="554"/>
                  </a:lnTo>
                  <a:lnTo>
                    <a:pt x="66" y="552"/>
                  </a:lnTo>
                  <a:lnTo>
                    <a:pt x="66" y="552"/>
                  </a:lnTo>
                  <a:lnTo>
                    <a:pt x="66" y="550"/>
                  </a:lnTo>
                  <a:lnTo>
                    <a:pt x="68" y="550"/>
                  </a:lnTo>
                  <a:lnTo>
                    <a:pt x="68" y="547"/>
                  </a:lnTo>
                  <a:lnTo>
                    <a:pt x="66" y="547"/>
                  </a:lnTo>
                  <a:lnTo>
                    <a:pt x="66" y="545"/>
                  </a:lnTo>
                  <a:close/>
                  <a:moveTo>
                    <a:pt x="371" y="516"/>
                  </a:moveTo>
                  <a:lnTo>
                    <a:pt x="369" y="516"/>
                  </a:lnTo>
                  <a:lnTo>
                    <a:pt x="369" y="516"/>
                  </a:lnTo>
                  <a:lnTo>
                    <a:pt x="366" y="516"/>
                  </a:lnTo>
                  <a:lnTo>
                    <a:pt x="364" y="519"/>
                  </a:lnTo>
                  <a:lnTo>
                    <a:pt x="364" y="519"/>
                  </a:lnTo>
                  <a:lnTo>
                    <a:pt x="364" y="519"/>
                  </a:lnTo>
                  <a:lnTo>
                    <a:pt x="364" y="519"/>
                  </a:lnTo>
                  <a:lnTo>
                    <a:pt x="364" y="519"/>
                  </a:lnTo>
                  <a:lnTo>
                    <a:pt x="364" y="521"/>
                  </a:lnTo>
                  <a:lnTo>
                    <a:pt x="366" y="521"/>
                  </a:lnTo>
                  <a:lnTo>
                    <a:pt x="366" y="521"/>
                  </a:lnTo>
                  <a:lnTo>
                    <a:pt x="369" y="519"/>
                  </a:lnTo>
                  <a:lnTo>
                    <a:pt x="369" y="519"/>
                  </a:lnTo>
                  <a:lnTo>
                    <a:pt x="371" y="519"/>
                  </a:lnTo>
                  <a:lnTo>
                    <a:pt x="371" y="519"/>
                  </a:lnTo>
                  <a:lnTo>
                    <a:pt x="371" y="516"/>
                  </a:lnTo>
                  <a:lnTo>
                    <a:pt x="371" y="516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33">
              <a:extLst>
                <a:ext uri="{FF2B5EF4-FFF2-40B4-BE49-F238E27FC236}">
                  <a16:creationId xmlns:a16="http://schemas.microsoft.com/office/drawing/2014/main" id="{AAA3B799-EBB6-B436-C00C-D6E58866A1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59111" y="1409943"/>
              <a:ext cx="834127" cy="914355"/>
            </a:xfrm>
            <a:custGeom>
              <a:avLst/>
              <a:gdLst>
                <a:gd name="T0" fmla="*/ 603 w 655"/>
                <a:gd name="T1" fmla="*/ 100 h 718"/>
                <a:gd name="T2" fmla="*/ 449 w 655"/>
                <a:gd name="T3" fmla="*/ 3 h 718"/>
                <a:gd name="T4" fmla="*/ 449 w 655"/>
                <a:gd name="T5" fmla="*/ 76 h 718"/>
                <a:gd name="T6" fmla="*/ 217 w 655"/>
                <a:gd name="T7" fmla="*/ 251 h 718"/>
                <a:gd name="T8" fmla="*/ 165 w 655"/>
                <a:gd name="T9" fmla="*/ 348 h 718"/>
                <a:gd name="T10" fmla="*/ 2 w 655"/>
                <a:gd name="T11" fmla="*/ 372 h 718"/>
                <a:gd name="T12" fmla="*/ 4 w 655"/>
                <a:gd name="T13" fmla="*/ 367 h 718"/>
                <a:gd name="T14" fmla="*/ 14 w 655"/>
                <a:gd name="T15" fmla="*/ 367 h 718"/>
                <a:gd name="T16" fmla="*/ 21 w 655"/>
                <a:gd name="T17" fmla="*/ 379 h 718"/>
                <a:gd name="T18" fmla="*/ 26 w 655"/>
                <a:gd name="T19" fmla="*/ 389 h 718"/>
                <a:gd name="T20" fmla="*/ 33 w 655"/>
                <a:gd name="T21" fmla="*/ 386 h 718"/>
                <a:gd name="T22" fmla="*/ 40 w 655"/>
                <a:gd name="T23" fmla="*/ 400 h 718"/>
                <a:gd name="T24" fmla="*/ 47 w 655"/>
                <a:gd name="T25" fmla="*/ 415 h 718"/>
                <a:gd name="T26" fmla="*/ 42 w 655"/>
                <a:gd name="T27" fmla="*/ 429 h 718"/>
                <a:gd name="T28" fmla="*/ 44 w 655"/>
                <a:gd name="T29" fmla="*/ 436 h 718"/>
                <a:gd name="T30" fmla="*/ 33 w 655"/>
                <a:gd name="T31" fmla="*/ 455 h 718"/>
                <a:gd name="T32" fmla="*/ 35 w 655"/>
                <a:gd name="T33" fmla="*/ 452 h 718"/>
                <a:gd name="T34" fmla="*/ 40 w 655"/>
                <a:gd name="T35" fmla="*/ 457 h 718"/>
                <a:gd name="T36" fmla="*/ 40 w 655"/>
                <a:gd name="T37" fmla="*/ 467 h 718"/>
                <a:gd name="T38" fmla="*/ 56 w 655"/>
                <a:gd name="T39" fmla="*/ 554 h 718"/>
                <a:gd name="T40" fmla="*/ 30 w 655"/>
                <a:gd name="T41" fmla="*/ 628 h 718"/>
                <a:gd name="T42" fmla="*/ 37 w 655"/>
                <a:gd name="T43" fmla="*/ 632 h 718"/>
                <a:gd name="T44" fmla="*/ 54 w 655"/>
                <a:gd name="T45" fmla="*/ 618 h 718"/>
                <a:gd name="T46" fmla="*/ 68 w 655"/>
                <a:gd name="T47" fmla="*/ 618 h 718"/>
                <a:gd name="T48" fmla="*/ 85 w 655"/>
                <a:gd name="T49" fmla="*/ 616 h 718"/>
                <a:gd name="T50" fmla="*/ 106 w 655"/>
                <a:gd name="T51" fmla="*/ 613 h 718"/>
                <a:gd name="T52" fmla="*/ 111 w 655"/>
                <a:gd name="T53" fmla="*/ 611 h 718"/>
                <a:gd name="T54" fmla="*/ 130 w 655"/>
                <a:gd name="T55" fmla="*/ 611 h 718"/>
                <a:gd name="T56" fmla="*/ 149 w 655"/>
                <a:gd name="T57" fmla="*/ 613 h 718"/>
                <a:gd name="T58" fmla="*/ 160 w 655"/>
                <a:gd name="T59" fmla="*/ 625 h 718"/>
                <a:gd name="T60" fmla="*/ 168 w 655"/>
                <a:gd name="T61" fmla="*/ 635 h 718"/>
                <a:gd name="T62" fmla="*/ 179 w 655"/>
                <a:gd name="T63" fmla="*/ 637 h 718"/>
                <a:gd name="T64" fmla="*/ 182 w 655"/>
                <a:gd name="T65" fmla="*/ 642 h 718"/>
                <a:gd name="T66" fmla="*/ 194 w 655"/>
                <a:gd name="T67" fmla="*/ 639 h 718"/>
                <a:gd name="T68" fmla="*/ 201 w 655"/>
                <a:gd name="T69" fmla="*/ 649 h 718"/>
                <a:gd name="T70" fmla="*/ 203 w 655"/>
                <a:gd name="T71" fmla="*/ 661 h 718"/>
                <a:gd name="T72" fmla="*/ 210 w 655"/>
                <a:gd name="T73" fmla="*/ 668 h 718"/>
                <a:gd name="T74" fmla="*/ 220 w 655"/>
                <a:gd name="T75" fmla="*/ 675 h 718"/>
                <a:gd name="T76" fmla="*/ 227 w 655"/>
                <a:gd name="T77" fmla="*/ 687 h 718"/>
                <a:gd name="T78" fmla="*/ 231 w 655"/>
                <a:gd name="T79" fmla="*/ 694 h 718"/>
                <a:gd name="T80" fmla="*/ 246 w 655"/>
                <a:gd name="T81" fmla="*/ 701 h 718"/>
                <a:gd name="T82" fmla="*/ 267 w 655"/>
                <a:gd name="T83" fmla="*/ 718 h 718"/>
                <a:gd name="T84" fmla="*/ 281 w 655"/>
                <a:gd name="T85" fmla="*/ 708 h 718"/>
                <a:gd name="T86" fmla="*/ 281 w 655"/>
                <a:gd name="T87" fmla="*/ 699 h 718"/>
                <a:gd name="T88" fmla="*/ 286 w 655"/>
                <a:gd name="T89" fmla="*/ 675 h 718"/>
                <a:gd name="T90" fmla="*/ 298 w 655"/>
                <a:gd name="T91" fmla="*/ 668 h 718"/>
                <a:gd name="T92" fmla="*/ 331 w 655"/>
                <a:gd name="T93" fmla="*/ 692 h 718"/>
                <a:gd name="T94" fmla="*/ 340 w 655"/>
                <a:gd name="T95" fmla="*/ 677 h 718"/>
                <a:gd name="T96" fmla="*/ 371 w 655"/>
                <a:gd name="T97" fmla="*/ 680 h 718"/>
                <a:gd name="T98" fmla="*/ 414 w 655"/>
                <a:gd name="T99" fmla="*/ 663 h 718"/>
                <a:gd name="T100" fmla="*/ 504 w 655"/>
                <a:gd name="T101" fmla="*/ 675 h 718"/>
                <a:gd name="T102" fmla="*/ 619 w 655"/>
                <a:gd name="T103" fmla="*/ 675 h 718"/>
                <a:gd name="T104" fmla="*/ 619 w 655"/>
                <a:gd name="T105" fmla="*/ 675 h 718"/>
                <a:gd name="T106" fmla="*/ 627 w 655"/>
                <a:gd name="T107" fmla="*/ 628 h 718"/>
                <a:gd name="T108" fmla="*/ 608 w 655"/>
                <a:gd name="T109" fmla="*/ 576 h 718"/>
                <a:gd name="T110" fmla="*/ 601 w 655"/>
                <a:gd name="T111" fmla="*/ 488 h 718"/>
                <a:gd name="T112" fmla="*/ 589 w 655"/>
                <a:gd name="T113" fmla="*/ 396 h 718"/>
                <a:gd name="T114" fmla="*/ 577 w 655"/>
                <a:gd name="T115" fmla="*/ 284 h 718"/>
                <a:gd name="T116" fmla="*/ 565 w 655"/>
                <a:gd name="T117" fmla="*/ 178 h 718"/>
                <a:gd name="T118" fmla="*/ 643 w 655"/>
                <a:gd name="T119" fmla="*/ 135 h 718"/>
                <a:gd name="T120" fmla="*/ 37 w 655"/>
                <a:gd name="T121" fmla="*/ 434 h 718"/>
                <a:gd name="T122" fmla="*/ 35 w 655"/>
                <a:gd name="T123" fmla="*/ 389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55" h="718">
                  <a:moveTo>
                    <a:pt x="33" y="438"/>
                  </a:moveTo>
                  <a:lnTo>
                    <a:pt x="33" y="441"/>
                  </a:lnTo>
                  <a:lnTo>
                    <a:pt x="33" y="441"/>
                  </a:lnTo>
                  <a:lnTo>
                    <a:pt x="33" y="441"/>
                  </a:lnTo>
                  <a:lnTo>
                    <a:pt x="33" y="441"/>
                  </a:lnTo>
                  <a:lnTo>
                    <a:pt x="33" y="441"/>
                  </a:lnTo>
                  <a:lnTo>
                    <a:pt x="33" y="438"/>
                  </a:lnTo>
                  <a:lnTo>
                    <a:pt x="33" y="438"/>
                  </a:lnTo>
                  <a:lnTo>
                    <a:pt x="33" y="438"/>
                  </a:lnTo>
                  <a:lnTo>
                    <a:pt x="33" y="438"/>
                  </a:lnTo>
                  <a:close/>
                  <a:moveTo>
                    <a:pt x="648" y="131"/>
                  </a:moveTo>
                  <a:lnTo>
                    <a:pt x="638" y="124"/>
                  </a:lnTo>
                  <a:lnTo>
                    <a:pt x="629" y="116"/>
                  </a:lnTo>
                  <a:lnTo>
                    <a:pt x="619" y="112"/>
                  </a:lnTo>
                  <a:lnTo>
                    <a:pt x="612" y="107"/>
                  </a:lnTo>
                  <a:lnTo>
                    <a:pt x="612" y="105"/>
                  </a:lnTo>
                  <a:lnTo>
                    <a:pt x="603" y="100"/>
                  </a:lnTo>
                  <a:lnTo>
                    <a:pt x="593" y="95"/>
                  </a:lnTo>
                  <a:lnTo>
                    <a:pt x="586" y="88"/>
                  </a:lnTo>
                  <a:lnTo>
                    <a:pt x="577" y="83"/>
                  </a:lnTo>
                  <a:lnTo>
                    <a:pt x="565" y="76"/>
                  </a:lnTo>
                  <a:lnTo>
                    <a:pt x="556" y="69"/>
                  </a:lnTo>
                  <a:lnTo>
                    <a:pt x="546" y="62"/>
                  </a:lnTo>
                  <a:lnTo>
                    <a:pt x="534" y="55"/>
                  </a:lnTo>
                  <a:lnTo>
                    <a:pt x="525" y="48"/>
                  </a:lnTo>
                  <a:lnTo>
                    <a:pt x="513" y="41"/>
                  </a:lnTo>
                  <a:lnTo>
                    <a:pt x="504" y="36"/>
                  </a:lnTo>
                  <a:lnTo>
                    <a:pt x="492" y="29"/>
                  </a:lnTo>
                  <a:lnTo>
                    <a:pt x="482" y="22"/>
                  </a:lnTo>
                  <a:lnTo>
                    <a:pt x="470" y="15"/>
                  </a:lnTo>
                  <a:lnTo>
                    <a:pt x="461" y="8"/>
                  </a:lnTo>
                  <a:lnTo>
                    <a:pt x="449" y="0"/>
                  </a:lnTo>
                  <a:lnTo>
                    <a:pt x="449" y="0"/>
                  </a:lnTo>
                  <a:lnTo>
                    <a:pt x="449" y="3"/>
                  </a:lnTo>
                  <a:lnTo>
                    <a:pt x="449" y="8"/>
                  </a:lnTo>
                  <a:lnTo>
                    <a:pt x="449" y="12"/>
                  </a:lnTo>
                  <a:lnTo>
                    <a:pt x="449" y="17"/>
                  </a:lnTo>
                  <a:lnTo>
                    <a:pt x="449" y="24"/>
                  </a:lnTo>
                  <a:lnTo>
                    <a:pt x="449" y="29"/>
                  </a:lnTo>
                  <a:lnTo>
                    <a:pt x="449" y="36"/>
                  </a:lnTo>
                  <a:lnTo>
                    <a:pt x="449" y="43"/>
                  </a:lnTo>
                  <a:lnTo>
                    <a:pt x="449" y="50"/>
                  </a:lnTo>
                  <a:lnTo>
                    <a:pt x="449" y="57"/>
                  </a:lnTo>
                  <a:lnTo>
                    <a:pt x="449" y="62"/>
                  </a:lnTo>
                  <a:lnTo>
                    <a:pt x="449" y="67"/>
                  </a:lnTo>
                  <a:lnTo>
                    <a:pt x="449" y="69"/>
                  </a:lnTo>
                  <a:lnTo>
                    <a:pt x="449" y="71"/>
                  </a:lnTo>
                  <a:lnTo>
                    <a:pt x="449" y="74"/>
                  </a:lnTo>
                  <a:lnTo>
                    <a:pt x="449" y="76"/>
                  </a:lnTo>
                  <a:lnTo>
                    <a:pt x="449" y="76"/>
                  </a:lnTo>
                  <a:lnTo>
                    <a:pt x="449" y="76"/>
                  </a:lnTo>
                  <a:lnTo>
                    <a:pt x="444" y="76"/>
                  </a:lnTo>
                  <a:lnTo>
                    <a:pt x="437" y="76"/>
                  </a:lnTo>
                  <a:lnTo>
                    <a:pt x="276" y="76"/>
                  </a:lnTo>
                  <a:lnTo>
                    <a:pt x="272" y="76"/>
                  </a:lnTo>
                  <a:lnTo>
                    <a:pt x="272" y="223"/>
                  </a:lnTo>
                  <a:lnTo>
                    <a:pt x="272" y="225"/>
                  </a:lnTo>
                  <a:lnTo>
                    <a:pt x="272" y="225"/>
                  </a:lnTo>
                  <a:lnTo>
                    <a:pt x="265" y="228"/>
                  </a:lnTo>
                  <a:lnTo>
                    <a:pt x="253" y="232"/>
                  </a:lnTo>
                  <a:lnTo>
                    <a:pt x="250" y="235"/>
                  </a:lnTo>
                  <a:lnTo>
                    <a:pt x="243" y="235"/>
                  </a:lnTo>
                  <a:lnTo>
                    <a:pt x="238" y="237"/>
                  </a:lnTo>
                  <a:lnTo>
                    <a:pt x="236" y="239"/>
                  </a:lnTo>
                  <a:lnTo>
                    <a:pt x="229" y="242"/>
                  </a:lnTo>
                  <a:lnTo>
                    <a:pt x="224" y="247"/>
                  </a:lnTo>
                  <a:lnTo>
                    <a:pt x="217" y="251"/>
                  </a:lnTo>
                  <a:lnTo>
                    <a:pt x="217" y="251"/>
                  </a:lnTo>
                  <a:lnTo>
                    <a:pt x="217" y="251"/>
                  </a:lnTo>
                  <a:lnTo>
                    <a:pt x="212" y="258"/>
                  </a:lnTo>
                  <a:lnTo>
                    <a:pt x="210" y="263"/>
                  </a:lnTo>
                  <a:lnTo>
                    <a:pt x="210" y="266"/>
                  </a:lnTo>
                  <a:lnTo>
                    <a:pt x="210" y="270"/>
                  </a:lnTo>
                  <a:lnTo>
                    <a:pt x="212" y="277"/>
                  </a:lnTo>
                  <a:lnTo>
                    <a:pt x="215" y="282"/>
                  </a:lnTo>
                  <a:lnTo>
                    <a:pt x="215" y="296"/>
                  </a:lnTo>
                  <a:lnTo>
                    <a:pt x="215" y="310"/>
                  </a:lnTo>
                  <a:lnTo>
                    <a:pt x="217" y="334"/>
                  </a:lnTo>
                  <a:lnTo>
                    <a:pt x="217" y="339"/>
                  </a:lnTo>
                  <a:lnTo>
                    <a:pt x="217" y="348"/>
                  </a:lnTo>
                  <a:lnTo>
                    <a:pt x="210" y="348"/>
                  </a:lnTo>
                  <a:lnTo>
                    <a:pt x="208" y="348"/>
                  </a:lnTo>
                  <a:lnTo>
                    <a:pt x="191" y="348"/>
                  </a:lnTo>
                  <a:lnTo>
                    <a:pt x="179" y="348"/>
                  </a:lnTo>
                  <a:lnTo>
                    <a:pt x="165" y="348"/>
                  </a:lnTo>
                  <a:lnTo>
                    <a:pt x="149" y="348"/>
                  </a:lnTo>
                  <a:lnTo>
                    <a:pt x="149" y="348"/>
                  </a:lnTo>
                  <a:lnTo>
                    <a:pt x="130" y="348"/>
                  </a:lnTo>
                  <a:lnTo>
                    <a:pt x="111" y="348"/>
                  </a:lnTo>
                  <a:lnTo>
                    <a:pt x="94" y="348"/>
                  </a:lnTo>
                  <a:lnTo>
                    <a:pt x="75" y="348"/>
                  </a:lnTo>
                  <a:lnTo>
                    <a:pt x="59" y="348"/>
                  </a:lnTo>
                  <a:lnTo>
                    <a:pt x="44" y="348"/>
                  </a:lnTo>
                  <a:lnTo>
                    <a:pt x="21" y="348"/>
                  </a:lnTo>
                  <a:lnTo>
                    <a:pt x="16" y="348"/>
                  </a:lnTo>
                  <a:lnTo>
                    <a:pt x="7" y="348"/>
                  </a:lnTo>
                  <a:lnTo>
                    <a:pt x="7" y="348"/>
                  </a:lnTo>
                  <a:lnTo>
                    <a:pt x="7" y="353"/>
                  </a:lnTo>
                  <a:lnTo>
                    <a:pt x="4" y="358"/>
                  </a:lnTo>
                  <a:lnTo>
                    <a:pt x="2" y="365"/>
                  </a:lnTo>
                  <a:lnTo>
                    <a:pt x="2" y="367"/>
                  </a:lnTo>
                  <a:lnTo>
                    <a:pt x="2" y="372"/>
                  </a:lnTo>
                  <a:lnTo>
                    <a:pt x="0" y="374"/>
                  </a:lnTo>
                  <a:lnTo>
                    <a:pt x="2" y="379"/>
                  </a:lnTo>
                  <a:lnTo>
                    <a:pt x="2" y="379"/>
                  </a:lnTo>
                  <a:lnTo>
                    <a:pt x="2" y="379"/>
                  </a:lnTo>
                  <a:lnTo>
                    <a:pt x="4" y="377"/>
                  </a:lnTo>
                  <a:lnTo>
                    <a:pt x="4" y="374"/>
                  </a:lnTo>
                  <a:lnTo>
                    <a:pt x="4" y="374"/>
                  </a:lnTo>
                  <a:lnTo>
                    <a:pt x="2" y="374"/>
                  </a:lnTo>
                  <a:lnTo>
                    <a:pt x="2" y="372"/>
                  </a:lnTo>
                  <a:lnTo>
                    <a:pt x="2" y="372"/>
                  </a:lnTo>
                  <a:lnTo>
                    <a:pt x="2" y="372"/>
                  </a:lnTo>
                  <a:lnTo>
                    <a:pt x="2" y="372"/>
                  </a:lnTo>
                  <a:lnTo>
                    <a:pt x="4" y="372"/>
                  </a:lnTo>
                  <a:lnTo>
                    <a:pt x="4" y="372"/>
                  </a:lnTo>
                  <a:lnTo>
                    <a:pt x="4" y="370"/>
                  </a:lnTo>
                  <a:lnTo>
                    <a:pt x="4" y="370"/>
                  </a:lnTo>
                  <a:lnTo>
                    <a:pt x="4" y="367"/>
                  </a:lnTo>
                  <a:lnTo>
                    <a:pt x="4" y="365"/>
                  </a:lnTo>
                  <a:lnTo>
                    <a:pt x="4" y="365"/>
                  </a:lnTo>
                  <a:lnTo>
                    <a:pt x="4" y="365"/>
                  </a:lnTo>
                  <a:lnTo>
                    <a:pt x="4" y="365"/>
                  </a:lnTo>
                  <a:lnTo>
                    <a:pt x="4" y="365"/>
                  </a:lnTo>
                  <a:lnTo>
                    <a:pt x="7" y="360"/>
                  </a:lnTo>
                  <a:lnTo>
                    <a:pt x="9" y="358"/>
                  </a:lnTo>
                  <a:lnTo>
                    <a:pt x="9" y="358"/>
                  </a:lnTo>
                  <a:lnTo>
                    <a:pt x="11" y="358"/>
                  </a:lnTo>
                  <a:lnTo>
                    <a:pt x="11" y="360"/>
                  </a:lnTo>
                  <a:lnTo>
                    <a:pt x="11" y="363"/>
                  </a:lnTo>
                  <a:lnTo>
                    <a:pt x="11" y="363"/>
                  </a:lnTo>
                  <a:lnTo>
                    <a:pt x="11" y="363"/>
                  </a:lnTo>
                  <a:lnTo>
                    <a:pt x="14" y="365"/>
                  </a:lnTo>
                  <a:lnTo>
                    <a:pt x="14" y="365"/>
                  </a:lnTo>
                  <a:lnTo>
                    <a:pt x="14" y="367"/>
                  </a:lnTo>
                  <a:lnTo>
                    <a:pt x="14" y="367"/>
                  </a:lnTo>
                  <a:lnTo>
                    <a:pt x="14" y="367"/>
                  </a:lnTo>
                  <a:lnTo>
                    <a:pt x="14" y="367"/>
                  </a:lnTo>
                  <a:lnTo>
                    <a:pt x="16" y="367"/>
                  </a:lnTo>
                  <a:lnTo>
                    <a:pt x="16" y="370"/>
                  </a:lnTo>
                  <a:lnTo>
                    <a:pt x="16" y="370"/>
                  </a:lnTo>
                  <a:lnTo>
                    <a:pt x="16" y="372"/>
                  </a:lnTo>
                  <a:lnTo>
                    <a:pt x="16" y="370"/>
                  </a:lnTo>
                  <a:lnTo>
                    <a:pt x="16" y="370"/>
                  </a:lnTo>
                  <a:lnTo>
                    <a:pt x="16" y="370"/>
                  </a:lnTo>
                  <a:lnTo>
                    <a:pt x="16" y="372"/>
                  </a:lnTo>
                  <a:lnTo>
                    <a:pt x="18" y="372"/>
                  </a:lnTo>
                  <a:lnTo>
                    <a:pt x="18" y="372"/>
                  </a:lnTo>
                  <a:lnTo>
                    <a:pt x="18" y="374"/>
                  </a:lnTo>
                  <a:lnTo>
                    <a:pt x="18" y="374"/>
                  </a:lnTo>
                  <a:lnTo>
                    <a:pt x="18" y="377"/>
                  </a:lnTo>
                  <a:lnTo>
                    <a:pt x="21" y="377"/>
                  </a:lnTo>
                  <a:lnTo>
                    <a:pt x="21" y="379"/>
                  </a:lnTo>
                  <a:lnTo>
                    <a:pt x="21" y="379"/>
                  </a:lnTo>
                  <a:lnTo>
                    <a:pt x="21" y="379"/>
                  </a:lnTo>
                  <a:lnTo>
                    <a:pt x="21" y="381"/>
                  </a:lnTo>
                  <a:lnTo>
                    <a:pt x="23" y="381"/>
                  </a:lnTo>
                  <a:lnTo>
                    <a:pt x="23" y="381"/>
                  </a:lnTo>
                  <a:lnTo>
                    <a:pt x="23" y="384"/>
                  </a:lnTo>
                  <a:lnTo>
                    <a:pt x="23" y="384"/>
                  </a:lnTo>
                  <a:lnTo>
                    <a:pt x="23" y="384"/>
                  </a:lnTo>
                  <a:lnTo>
                    <a:pt x="23" y="384"/>
                  </a:lnTo>
                  <a:lnTo>
                    <a:pt x="23" y="384"/>
                  </a:lnTo>
                  <a:lnTo>
                    <a:pt x="23" y="384"/>
                  </a:lnTo>
                  <a:lnTo>
                    <a:pt x="23" y="384"/>
                  </a:lnTo>
                  <a:lnTo>
                    <a:pt x="23" y="386"/>
                  </a:lnTo>
                  <a:lnTo>
                    <a:pt x="26" y="386"/>
                  </a:lnTo>
                  <a:lnTo>
                    <a:pt x="26" y="386"/>
                  </a:lnTo>
                  <a:lnTo>
                    <a:pt x="26" y="389"/>
                  </a:lnTo>
                  <a:lnTo>
                    <a:pt x="26" y="389"/>
                  </a:lnTo>
                  <a:lnTo>
                    <a:pt x="28" y="389"/>
                  </a:lnTo>
                  <a:lnTo>
                    <a:pt x="28" y="391"/>
                  </a:lnTo>
                  <a:lnTo>
                    <a:pt x="28" y="391"/>
                  </a:lnTo>
                  <a:lnTo>
                    <a:pt x="30" y="391"/>
                  </a:lnTo>
                  <a:lnTo>
                    <a:pt x="30" y="389"/>
                  </a:lnTo>
                  <a:lnTo>
                    <a:pt x="30" y="384"/>
                  </a:lnTo>
                  <a:lnTo>
                    <a:pt x="30" y="381"/>
                  </a:lnTo>
                  <a:lnTo>
                    <a:pt x="30" y="381"/>
                  </a:lnTo>
                  <a:lnTo>
                    <a:pt x="33" y="381"/>
                  </a:lnTo>
                  <a:lnTo>
                    <a:pt x="33" y="384"/>
                  </a:lnTo>
                  <a:lnTo>
                    <a:pt x="33" y="384"/>
                  </a:lnTo>
                  <a:lnTo>
                    <a:pt x="33" y="386"/>
                  </a:lnTo>
                  <a:lnTo>
                    <a:pt x="33" y="386"/>
                  </a:lnTo>
                  <a:lnTo>
                    <a:pt x="35" y="384"/>
                  </a:lnTo>
                  <a:lnTo>
                    <a:pt x="37" y="386"/>
                  </a:lnTo>
                  <a:lnTo>
                    <a:pt x="35" y="386"/>
                  </a:lnTo>
                  <a:lnTo>
                    <a:pt x="33" y="386"/>
                  </a:lnTo>
                  <a:lnTo>
                    <a:pt x="33" y="386"/>
                  </a:lnTo>
                  <a:lnTo>
                    <a:pt x="35" y="386"/>
                  </a:lnTo>
                  <a:lnTo>
                    <a:pt x="35" y="386"/>
                  </a:lnTo>
                  <a:lnTo>
                    <a:pt x="35" y="389"/>
                  </a:lnTo>
                  <a:lnTo>
                    <a:pt x="35" y="389"/>
                  </a:lnTo>
                  <a:lnTo>
                    <a:pt x="35" y="391"/>
                  </a:lnTo>
                  <a:lnTo>
                    <a:pt x="37" y="391"/>
                  </a:lnTo>
                  <a:lnTo>
                    <a:pt x="37" y="391"/>
                  </a:lnTo>
                  <a:lnTo>
                    <a:pt x="40" y="396"/>
                  </a:lnTo>
                  <a:lnTo>
                    <a:pt x="40" y="398"/>
                  </a:lnTo>
                  <a:lnTo>
                    <a:pt x="40" y="398"/>
                  </a:lnTo>
                  <a:lnTo>
                    <a:pt x="40" y="398"/>
                  </a:lnTo>
                  <a:lnTo>
                    <a:pt x="40" y="398"/>
                  </a:lnTo>
                  <a:lnTo>
                    <a:pt x="40" y="398"/>
                  </a:lnTo>
                  <a:lnTo>
                    <a:pt x="40" y="398"/>
                  </a:lnTo>
                  <a:lnTo>
                    <a:pt x="40" y="398"/>
                  </a:lnTo>
                  <a:lnTo>
                    <a:pt x="40" y="400"/>
                  </a:lnTo>
                  <a:lnTo>
                    <a:pt x="40" y="400"/>
                  </a:lnTo>
                  <a:lnTo>
                    <a:pt x="40" y="400"/>
                  </a:lnTo>
                  <a:lnTo>
                    <a:pt x="42" y="400"/>
                  </a:lnTo>
                  <a:lnTo>
                    <a:pt x="42" y="405"/>
                  </a:lnTo>
                  <a:lnTo>
                    <a:pt x="44" y="405"/>
                  </a:lnTo>
                  <a:lnTo>
                    <a:pt x="44" y="405"/>
                  </a:lnTo>
                  <a:lnTo>
                    <a:pt x="44" y="405"/>
                  </a:lnTo>
                  <a:lnTo>
                    <a:pt x="44" y="408"/>
                  </a:lnTo>
                  <a:lnTo>
                    <a:pt x="44" y="408"/>
                  </a:lnTo>
                  <a:lnTo>
                    <a:pt x="44" y="408"/>
                  </a:lnTo>
                  <a:lnTo>
                    <a:pt x="47" y="408"/>
                  </a:lnTo>
                  <a:lnTo>
                    <a:pt x="47" y="410"/>
                  </a:lnTo>
                  <a:lnTo>
                    <a:pt x="47" y="410"/>
                  </a:lnTo>
                  <a:lnTo>
                    <a:pt x="47" y="412"/>
                  </a:lnTo>
                  <a:lnTo>
                    <a:pt x="47" y="412"/>
                  </a:lnTo>
                  <a:lnTo>
                    <a:pt x="47" y="415"/>
                  </a:lnTo>
                  <a:lnTo>
                    <a:pt x="47" y="415"/>
                  </a:lnTo>
                  <a:lnTo>
                    <a:pt x="44" y="415"/>
                  </a:lnTo>
                  <a:lnTo>
                    <a:pt x="44" y="415"/>
                  </a:lnTo>
                  <a:lnTo>
                    <a:pt x="44" y="415"/>
                  </a:lnTo>
                  <a:lnTo>
                    <a:pt x="44" y="415"/>
                  </a:lnTo>
                  <a:lnTo>
                    <a:pt x="44" y="417"/>
                  </a:lnTo>
                  <a:lnTo>
                    <a:pt x="47" y="419"/>
                  </a:lnTo>
                  <a:lnTo>
                    <a:pt x="47" y="422"/>
                  </a:lnTo>
                  <a:lnTo>
                    <a:pt x="47" y="424"/>
                  </a:lnTo>
                  <a:lnTo>
                    <a:pt x="44" y="424"/>
                  </a:lnTo>
                  <a:lnTo>
                    <a:pt x="42" y="429"/>
                  </a:lnTo>
                  <a:lnTo>
                    <a:pt x="42" y="429"/>
                  </a:lnTo>
                  <a:lnTo>
                    <a:pt x="42" y="429"/>
                  </a:lnTo>
                  <a:lnTo>
                    <a:pt x="42" y="429"/>
                  </a:lnTo>
                  <a:lnTo>
                    <a:pt x="42" y="431"/>
                  </a:lnTo>
                  <a:lnTo>
                    <a:pt x="42" y="431"/>
                  </a:lnTo>
                  <a:lnTo>
                    <a:pt x="42" y="431"/>
                  </a:lnTo>
                  <a:lnTo>
                    <a:pt x="42" y="429"/>
                  </a:lnTo>
                  <a:lnTo>
                    <a:pt x="44" y="429"/>
                  </a:lnTo>
                  <a:lnTo>
                    <a:pt x="44" y="429"/>
                  </a:lnTo>
                  <a:lnTo>
                    <a:pt x="44" y="429"/>
                  </a:lnTo>
                  <a:lnTo>
                    <a:pt x="44" y="429"/>
                  </a:lnTo>
                  <a:lnTo>
                    <a:pt x="44" y="431"/>
                  </a:lnTo>
                  <a:lnTo>
                    <a:pt x="44" y="431"/>
                  </a:lnTo>
                  <a:lnTo>
                    <a:pt x="44" y="431"/>
                  </a:lnTo>
                  <a:lnTo>
                    <a:pt x="47" y="431"/>
                  </a:lnTo>
                  <a:lnTo>
                    <a:pt x="47" y="431"/>
                  </a:lnTo>
                  <a:lnTo>
                    <a:pt x="47" y="431"/>
                  </a:lnTo>
                  <a:lnTo>
                    <a:pt x="44" y="434"/>
                  </a:lnTo>
                  <a:lnTo>
                    <a:pt x="44" y="434"/>
                  </a:lnTo>
                  <a:lnTo>
                    <a:pt x="44" y="434"/>
                  </a:lnTo>
                  <a:lnTo>
                    <a:pt x="47" y="434"/>
                  </a:lnTo>
                  <a:lnTo>
                    <a:pt x="47" y="434"/>
                  </a:lnTo>
                  <a:lnTo>
                    <a:pt x="47" y="436"/>
                  </a:lnTo>
                  <a:lnTo>
                    <a:pt x="44" y="436"/>
                  </a:lnTo>
                  <a:lnTo>
                    <a:pt x="44" y="436"/>
                  </a:lnTo>
                  <a:lnTo>
                    <a:pt x="44" y="436"/>
                  </a:lnTo>
                  <a:lnTo>
                    <a:pt x="44" y="436"/>
                  </a:lnTo>
                  <a:lnTo>
                    <a:pt x="44" y="438"/>
                  </a:lnTo>
                  <a:lnTo>
                    <a:pt x="44" y="438"/>
                  </a:lnTo>
                  <a:lnTo>
                    <a:pt x="44" y="438"/>
                  </a:lnTo>
                  <a:lnTo>
                    <a:pt x="44" y="438"/>
                  </a:lnTo>
                  <a:lnTo>
                    <a:pt x="42" y="438"/>
                  </a:lnTo>
                  <a:lnTo>
                    <a:pt x="42" y="441"/>
                  </a:lnTo>
                  <a:lnTo>
                    <a:pt x="37" y="448"/>
                  </a:lnTo>
                  <a:lnTo>
                    <a:pt x="37" y="448"/>
                  </a:lnTo>
                  <a:lnTo>
                    <a:pt x="37" y="448"/>
                  </a:lnTo>
                  <a:lnTo>
                    <a:pt x="35" y="450"/>
                  </a:lnTo>
                  <a:lnTo>
                    <a:pt x="35" y="450"/>
                  </a:lnTo>
                  <a:lnTo>
                    <a:pt x="35" y="452"/>
                  </a:lnTo>
                  <a:lnTo>
                    <a:pt x="35" y="452"/>
                  </a:lnTo>
                  <a:lnTo>
                    <a:pt x="33" y="455"/>
                  </a:lnTo>
                  <a:lnTo>
                    <a:pt x="33" y="455"/>
                  </a:lnTo>
                  <a:lnTo>
                    <a:pt x="33" y="455"/>
                  </a:lnTo>
                  <a:lnTo>
                    <a:pt x="33" y="455"/>
                  </a:lnTo>
                  <a:lnTo>
                    <a:pt x="33" y="457"/>
                  </a:lnTo>
                  <a:lnTo>
                    <a:pt x="33" y="457"/>
                  </a:lnTo>
                  <a:lnTo>
                    <a:pt x="33" y="457"/>
                  </a:lnTo>
                  <a:lnTo>
                    <a:pt x="33" y="457"/>
                  </a:lnTo>
                  <a:lnTo>
                    <a:pt x="35" y="457"/>
                  </a:lnTo>
                  <a:lnTo>
                    <a:pt x="35" y="457"/>
                  </a:lnTo>
                  <a:lnTo>
                    <a:pt x="35" y="457"/>
                  </a:lnTo>
                  <a:lnTo>
                    <a:pt x="35" y="457"/>
                  </a:lnTo>
                  <a:lnTo>
                    <a:pt x="35" y="455"/>
                  </a:lnTo>
                  <a:lnTo>
                    <a:pt x="35" y="455"/>
                  </a:lnTo>
                  <a:lnTo>
                    <a:pt x="35" y="455"/>
                  </a:lnTo>
                  <a:lnTo>
                    <a:pt x="35" y="455"/>
                  </a:lnTo>
                  <a:lnTo>
                    <a:pt x="35" y="452"/>
                  </a:lnTo>
                  <a:lnTo>
                    <a:pt x="35" y="452"/>
                  </a:lnTo>
                  <a:lnTo>
                    <a:pt x="35" y="452"/>
                  </a:lnTo>
                  <a:lnTo>
                    <a:pt x="37" y="450"/>
                  </a:lnTo>
                  <a:lnTo>
                    <a:pt x="40" y="450"/>
                  </a:lnTo>
                  <a:lnTo>
                    <a:pt x="40" y="450"/>
                  </a:lnTo>
                  <a:lnTo>
                    <a:pt x="37" y="455"/>
                  </a:lnTo>
                  <a:lnTo>
                    <a:pt x="40" y="452"/>
                  </a:lnTo>
                  <a:lnTo>
                    <a:pt x="42" y="450"/>
                  </a:lnTo>
                  <a:lnTo>
                    <a:pt x="42" y="450"/>
                  </a:lnTo>
                  <a:lnTo>
                    <a:pt x="42" y="450"/>
                  </a:lnTo>
                  <a:lnTo>
                    <a:pt x="42" y="450"/>
                  </a:lnTo>
                  <a:lnTo>
                    <a:pt x="42" y="450"/>
                  </a:lnTo>
                  <a:lnTo>
                    <a:pt x="42" y="450"/>
                  </a:lnTo>
                  <a:lnTo>
                    <a:pt x="42" y="450"/>
                  </a:lnTo>
                  <a:lnTo>
                    <a:pt x="42" y="450"/>
                  </a:lnTo>
                  <a:lnTo>
                    <a:pt x="42" y="452"/>
                  </a:lnTo>
                  <a:lnTo>
                    <a:pt x="42" y="455"/>
                  </a:lnTo>
                  <a:lnTo>
                    <a:pt x="40" y="457"/>
                  </a:lnTo>
                  <a:lnTo>
                    <a:pt x="37" y="457"/>
                  </a:lnTo>
                  <a:lnTo>
                    <a:pt x="33" y="457"/>
                  </a:lnTo>
                  <a:lnTo>
                    <a:pt x="30" y="457"/>
                  </a:lnTo>
                  <a:lnTo>
                    <a:pt x="30" y="457"/>
                  </a:lnTo>
                  <a:lnTo>
                    <a:pt x="30" y="460"/>
                  </a:lnTo>
                  <a:lnTo>
                    <a:pt x="30" y="460"/>
                  </a:lnTo>
                  <a:lnTo>
                    <a:pt x="33" y="462"/>
                  </a:lnTo>
                  <a:lnTo>
                    <a:pt x="33" y="462"/>
                  </a:lnTo>
                  <a:lnTo>
                    <a:pt x="33" y="464"/>
                  </a:lnTo>
                  <a:lnTo>
                    <a:pt x="33" y="464"/>
                  </a:lnTo>
                  <a:lnTo>
                    <a:pt x="35" y="467"/>
                  </a:lnTo>
                  <a:lnTo>
                    <a:pt x="37" y="467"/>
                  </a:lnTo>
                  <a:lnTo>
                    <a:pt x="37" y="467"/>
                  </a:lnTo>
                  <a:lnTo>
                    <a:pt x="37" y="467"/>
                  </a:lnTo>
                  <a:lnTo>
                    <a:pt x="37" y="467"/>
                  </a:lnTo>
                  <a:lnTo>
                    <a:pt x="40" y="467"/>
                  </a:lnTo>
                  <a:lnTo>
                    <a:pt x="40" y="467"/>
                  </a:lnTo>
                  <a:lnTo>
                    <a:pt x="40" y="467"/>
                  </a:lnTo>
                  <a:lnTo>
                    <a:pt x="40" y="469"/>
                  </a:lnTo>
                  <a:lnTo>
                    <a:pt x="42" y="471"/>
                  </a:lnTo>
                  <a:lnTo>
                    <a:pt x="44" y="476"/>
                  </a:lnTo>
                  <a:lnTo>
                    <a:pt x="47" y="481"/>
                  </a:lnTo>
                  <a:lnTo>
                    <a:pt x="47" y="481"/>
                  </a:lnTo>
                  <a:lnTo>
                    <a:pt x="49" y="488"/>
                  </a:lnTo>
                  <a:lnTo>
                    <a:pt x="49" y="490"/>
                  </a:lnTo>
                  <a:lnTo>
                    <a:pt x="49" y="490"/>
                  </a:lnTo>
                  <a:lnTo>
                    <a:pt x="49" y="493"/>
                  </a:lnTo>
                  <a:lnTo>
                    <a:pt x="52" y="500"/>
                  </a:lnTo>
                  <a:lnTo>
                    <a:pt x="54" y="507"/>
                  </a:lnTo>
                  <a:lnTo>
                    <a:pt x="54" y="509"/>
                  </a:lnTo>
                  <a:lnTo>
                    <a:pt x="56" y="528"/>
                  </a:lnTo>
                  <a:lnTo>
                    <a:pt x="56" y="538"/>
                  </a:lnTo>
                  <a:lnTo>
                    <a:pt x="56" y="547"/>
                  </a:lnTo>
                  <a:lnTo>
                    <a:pt x="56" y="554"/>
                  </a:lnTo>
                  <a:lnTo>
                    <a:pt x="54" y="561"/>
                  </a:lnTo>
                  <a:lnTo>
                    <a:pt x="49" y="578"/>
                  </a:lnTo>
                  <a:lnTo>
                    <a:pt x="49" y="578"/>
                  </a:lnTo>
                  <a:lnTo>
                    <a:pt x="49" y="580"/>
                  </a:lnTo>
                  <a:lnTo>
                    <a:pt x="44" y="590"/>
                  </a:lnTo>
                  <a:lnTo>
                    <a:pt x="42" y="592"/>
                  </a:lnTo>
                  <a:lnTo>
                    <a:pt x="40" y="594"/>
                  </a:lnTo>
                  <a:lnTo>
                    <a:pt x="40" y="599"/>
                  </a:lnTo>
                  <a:lnTo>
                    <a:pt x="37" y="602"/>
                  </a:lnTo>
                  <a:lnTo>
                    <a:pt x="35" y="611"/>
                  </a:lnTo>
                  <a:lnTo>
                    <a:pt x="33" y="613"/>
                  </a:lnTo>
                  <a:lnTo>
                    <a:pt x="33" y="621"/>
                  </a:lnTo>
                  <a:lnTo>
                    <a:pt x="33" y="621"/>
                  </a:lnTo>
                  <a:lnTo>
                    <a:pt x="33" y="623"/>
                  </a:lnTo>
                  <a:lnTo>
                    <a:pt x="33" y="625"/>
                  </a:lnTo>
                  <a:lnTo>
                    <a:pt x="30" y="628"/>
                  </a:lnTo>
                  <a:lnTo>
                    <a:pt x="30" y="628"/>
                  </a:lnTo>
                  <a:lnTo>
                    <a:pt x="30" y="632"/>
                  </a:lnTo>
                  <a:lnTo>
                    <a:pt x="30" y="644"/>
                  </a:lnTo>
                  <a:lnTo>
                    <a:pt x="30" y="649"/>
                  </a:lnTo>
                  <a:lnTo>
                    <a:pt x="30" y="658"/>
                  </a:lnTo>
                  <a:lnTo>
                    <a:pt x="30" y="656"/>
                  </a:lnTo>
                  <a:lnTo>
                    <a:pt x="30" y="654"/>
                  </a:lnTo>
                  <a:lnTo>
                    <a:pt x="30" y="647"/>
                  </a:lnTo>
                  <a:lnTo>
                    <a:pt x="33" y="647"/>
                  </a:lnTo>
                  <a:lnTo>
                    <a:pt x="33" y="644"/>
                  </a:lnTo>
                  <a:lnTo>
                    <a:pt x="33" y="642"/>
                  </a:lnTo>
                  <a:lnTo>
                    <a:pt x="33" y="637"/>
                  </a:lnTo>
                  <a:lnTo>
                    <a:pt x="35" y="637"/>
                  </a:lnTo>
                  <a:lnTo>
                    <a:pt x="35" y="635"/>
                  </a:lnTo>
                  <a:lnTo>
                    <a:pt x="37" y="635"/>
                  </a:lnTo>
                  <a:lnTo>
                    <a:pt x="37" y="635"/>
                  </a:lnTo>
                  <a:lnTo>
                    <a:pt x="37" y="635"/>
                  </a:lnTo>
                  <a:lnTo>
                    <a:pt x="37" y="632"/>
                  </a:lnTo>
                  <a:lnTo>
                    <a:pt x="40" y="623"/>
                  </a:lnTo>
                  <a:lnTo>
                    <a:pt x="40" y="623"/>
                  </a:lnTo>
                  <a:lnTo>
                    <a:pt x="40" y="621"/>
                  </a:lnTo>
                  <a:lnTo>
                    <a:pt x="42" y="621"/>
                  </a:lnTo>
                  <a:lnTo>
                    <a:pt x="42" y="618"/>
                  </a:lnTo>
                  <a:lnTo>
                    <a:pt x="44" y="618"/>
                  </a:lnTo>
                  <a:lnTo>
                    <a:pt x="44" y="618"/>
                  </a:lnTo>
                  <a:lnTo>
                    <a:pt x="47" y="618"/>
                  </a:lnTo>
                  <a:lnTo>
                    <a:pt x="47" y="618"/>
                  </a:lnTo>
                  <a:lnTo>
                    <a:pt x="47" y="618"/>
                  </a:lnTo>
                  <a:lnTo>
                    <a:pt x="49" y="618"/>
                  </a:lnTo>
                  <a:lnTo>
                    <a:pt x="49" y="616"/>
                  </a:lnTo>
                  <a:lnTo>
                    <a:pt x="52" y="616"/>
                  </a:lnTo>
                  <a:lnTo>
                    <a:pt x="52" y="616"/>
                  </a:lnTo>
                  <a:lnTo>
                    <a:pt x="52" y="616"/>
                  </a:lnTo>
                  <a:lnTo>
                    <a:pt x="52" y="616"/>
                  </a:lnTo>
                  <a:lnTo>
                    <a:pt x="54" y="618"/>
                  </a:lnTo>
                  <a:lnTo>
                    <a:pt x="54" y="618"/>
                  </a:lnTo>
                  <a:lnTo>
                    <a:pt x="54" y="618"/>
                  </a:lnTo>
                  <a:lnTo>
                    <a:pt x="56" y="621"/>
                  </a:lnTo>
                  <a:lnTo>
                    <a:pt x="56" y="621"/>
                  </a:lnTo>
                  <a:lnTo>
                    <a:pt x="59" y="621"/>
                  </a:lnTo>
                  <a:lnTo>
                    <a:pt x="59" y="618"/>
                  </a:lnTo>
                  <a:lnTo>
                    <a:pt x="59" y="618"/>
                  </a:lnTo>
                  <a:lnTo>
                    <a:pt x="59" y="618"/>
                  </a:lnTo>
                  <a:lnTo>
                    <a:pt x="59" y="618"/>
                  </a:lnTo>
                  <a:lnTo>
                    <a:pt x="61" y="621"/>
                  </a:lnTo>
                  <a:lnTo>
                    <a:pt x="61" y="621"/>
                  </a:lnTo>
                  <a:lnTo>
                    <a:pt x="61" y="621"/>
                  </a:lnTo>
                  <a:lnTo>
                    <a:pt x="63" y="618"/>
                  </a:lnTo>
                  <a:lnTo>
                    <a:pt x="63" y="618"/>
                  </a:lnTo>
                  <a:lnTo>
                    <a:pt x="66" y="618"/>
                  </a:lnTo>
                  <a:lnTo>
                    <a:pt x="66" y="618"/>
                  </a:lnTo>
                  <a:lnTo>
                    <a:pt x="68" y="618"/>
                  </a:lnTo>
                  <a:lnTo>
                    <a:pt x="68" y="618"/>
                  </a:lnTo>
                  <a:lnTo>
                    <a:pt x="71" y="621"/>
                  </a:lnTo>
                  <a:lnTo>
                    <a:pt x="73" y="621"/>
                  </a:lnTo>
                  <a:lnTo>
                    <a:pt x="73" y="621"/>
                  </a:lnTo>
                  <a:lnTo>
                    <a:pt x="75" y="621"/>
                  </a:lnTo>
                  <a:lnTo>
                    <a:pt x="75" y="621"/>
                  </a:lnTo>
                  <a:lnTo>
                    <a:pt x="75" y="621"/>
                  </a:lnTo>
                  <a:lnTo>
                    <a:pt x="78" y="621"/>
                  </a:lnTo>
                  <a:lnTo>
                    <a:pt x="78" y="621"/>
                  </a:lnTo>
                  <a:lnTo>
                    <a:pt x="78" y="618"/>
                  </a:lnTo>
                  <a:lnTo>
                    <a:pt x="80" y="618"/>
                  </a:lnTo>
                  <a:lnTo>
                    <a:pt x="80" y="618"/>
                  </a:lnTo>
                  <a:lnTo>
                    <a:pt x="82" y="618"/>
                  </a:lnTo>
                  <a:lnTo>
                    <a:pt x="82" y="618"/>
                  </a:lnTo>
                  <a:lnTo>
                    <a:pt x="85" y="618"/>
                  </a:lnTo>
                  <a:lnTo>
                    <a:pt x="85" y="618"/>
                  </a:lnTo>
                  <a:lnTo>
                    <a:pt x="85" y="616"/>
                  </a:lnTo>
                  <a:lnTo>
                    <a:pt x="87" y="616"/>
                  </a:lnTo>
                  <a:lnTo>
                    <a:pt x="87" y="616"/>
                  </a:lnTo>
                  <a:lnTo>
                    <a:pt x="87" y="616"/>
                  </a:lnTo>
                  <a:lnTo>
                    <a:pt x="89" y="616"/>
                  </a:lnTo>
                  <a:lnTo>
                    <a:pt x="89" y="616"/>
                  </a:lnTo>
                  <a:lnTo>
                    <a:pt x="89" y="616"/>
                  </a:lnTo>
                  <a:lnTo>
                    <a:pt x="89" y="616"/>
                  </a:lnTo>
                  <a:lnTo>
                    <a:pt x="89" y="616"/>
                  </a:lnTo>
                  <a:lnTo>
                    <a:pt x="92" y="616"/>
                  </a:lnTo>
                  <a:lnTo>
                    <a:pt x="94" y="616"/>
                  </a:lnTo>
                  <a:lnTo>
                    <a:pt x="94" y="616"/>
                  </a:lnTo>
                  <a:lnTo>
                    <a:pt x="97" y="616"/>
                  </a:lnTo>
                  <a:lnTo>
                    <a:pt x="99" y="616"/>
                  </a:lnTo>
                  <a:lnTo>
                    <a:pt x="99" y="616"/>
                  </a:lnTo>
                  <a:lnTo>
                    <a:pt x="106" y="616"/>
                  </a:lnTo>
                  <a:lnTo>
                    <a:pt x="106" y="613"/>
                  </a:lnTo>
                  <a:lnTo>
                    <a:pt x="106" y="613"/>
                  </a:lnTo>
                  <a:lnTo>
                    <a:pt x="106" y="613"/>
                  </a:lnTo>
                  <a:lnTo>
                    <a:pt x="106" y="613"/>
                  </a:lnTo>
                  <a:lnTo>
                    <a:pt x="106" y="613"/>
                  </a:lnTo>
                  <a:lnTo>
                    <a:pt x="106" y="611"/>
                  </a:lnTo>
                  <a:lnTo>
                    <a:pt x="106" y="611"/>
                  </a:lnTo>
                  <a:lnTo>
                    <a:pt x="106" y="611"/>
                  </a:lnTo>
                  <a:lnTo>
                    <a:pt x="106" y="611"/>
                  </a:lnTo>
                  <a:lnTo>
                    <a:pt x="106" y="611"/>
                  </a:lnTo>
                  <a:lnTo>
                    <a:pt x="108" y="611"/>
                  </a:lnTo>
                  <a:lnTo>
                    <a:pt x="108" y="611"/>
                  </a:lnTo>
                  <a:lnTo>
                    <a:pt x="108" y="611"/>
                  </a:lnTo>
                  <a:lnTo>
                    <a:pt x="108" y="611"/>
                  </a:lnTo>
                  <a:lnTo>
                    <a:pt x="108" y="611"/>
                  </a:lnTo>
                  <a:lnTo>
                    <a:pt x="111" y="611"/>
                  </a:lnTo>
                  <a:lnTo>
                    <a:pt x="111" y="611"/>
                  </a:lnTo>
                  <a:lnTo>
                    <a:pt x="111" y="611"/>
                  </a:lnTo>
                  <a:lnTo>
                    <a:pt x="111" y="611"/>
                  </a:lnTo>
                  <a:lnTo>
                    <a:pt x="111" y="611"/>
                  </a:lnTo>
                  <a:lnTo>
                    <a:pt x="111" y="611"/>
                  </a:lnTo>
                  <a:lnTo>
                    <a:pt x="111" y="609"/>
                  </a:lnTo>
                  <a:lnTo>
                    <a:pt x="113" y="609"/>
                  </a:lnTo>
                  <a:lnTo>
                    <a:pt x="113" y="609"/>
                  </a:lnTo>
                  <a:lnTo>
                    <a:pt x="113" y="609"/>
                  </a:lnTo>
                  <a:lnTo>
                    <a:pt x="115" y="609"/>
                  </a:lnTo>
                  <a:lnTo>
                    <a:pt x="115" y="611"/>
                  </a:lnTo>
                  <a:lnTo>
                    <a:pt x="115" y="611"/>
                  </a:lnTo>
                  <a:lnTo>
                    <a:pt x="115" y="611"/>
                  </a:lnTo>
                  <a:lnTo>
                    <a:pt x="115" y="611"/>
                  </a:lnTo>
                  <a:lnTo>
                    <a:pt x="118" y="611"/>
                  </a:lnTo>
                  <a:lnTo>
                    <a:pt x="127" y="611"/>
                  </a:lnTo>
                  <a:lnTo>
                    <a:pt x="127" y="611"/>
                  </a:lnTo>
                  <a:lnTo>
                    <a:pt x="130" y="611"/>
                  </a:lnTo>
                  <a:lnTo>
                    <a:pt x="130" y="611"/>
                  </a:lnTo>
                  <a:lnTo>
                    <a:pt x="130" y="611"/>
                  </a:lnTo>
                  <a:lnTo>
                    <a:pt x="132" y="611"/>
                  </a:lnTo>
                  <a:lnTo>
                    <a:pt x="132" y="611"/>
                  </a:lnTo>
                  <a:lnTo>
                    <a:pt x="134" y="611"/>
                  </a:lnTo>
                  <a:lnTo>
                    <a:pt x="137" y="611"/>
                  </a:lnTo>
                  <a:lnTo>
                    <a:pt x="137" y="611"/>
                  </a:lnTo>
                  <a:lnTo>
                    <a:pt x="139" y="611"/>
                  </a:lnTo>
                  <a:lnTo>
                    <a:pt x="139" y="611"/>
                  </a:lnTo>
                  <a:lnTo>
                    <a:pt x="139" y="611"/>
                  </a:lnTo>
                  <a:lnTo>
                    <a:pt x="139" y="611"/>
                  </a:lnTo>
                  <a:lnTo>
                    <a:pt x="141" y="611"/>
                  </a:lnTo>
                  <a:lnTo>
                    <a:pt x="141" y="611"/>
                  </a:lnTo>
                  <a:lnTo>
                    <a:pt x="141" y="611"/>
                  </a:lnTo>
                  <a:lnTo>
                    <a:pt x="144" y="611"/>
                  </a:lnTo>
                  <a:lnTo>
                    <a:pt x="146" y="611"/>
                  </a:lnTo>
                  <a:lnTo>
                    <a:pt x="146" y="611"/>
                  </a:lnTo>
                  <a:lnTo>
                    <a:pt x="149" y="613"/>
                  </a:lnTo>
                  <a:lnTo>
                    <a:pt x="149" y="613"/>
                  </a:lnTo>
                  <a:lnTo>
                    <a:pt x="146" y="613"/>
                  </a:lnTo>
                  <a:lnTo>
                    <a:pt x="149" y="613"/>
                  </a:lnTo>
                  <a:lnTo>
                    <a:pt x="149" y="616"/>
                  </a:lnTo>
                  <a:lnTo>
                    <a:pt x="151" y="616"/>
                  </a:lnTo>
                  <a:lnTo>
                    <a:pt x="151" y="616"/>
                  </a:lnTo>
                  <a:lnTo>
                    <a:pt x="151" y="616"/>
                  </a:lnTo>
                  <a:lnTo>
                    <a:pt x="151" y="616"/>
                  </a:lnTo>
                  <a:lnTo>
                    <a:pt x="151" y="616"/>
                  </a:lnTo>
                  <a:lnTo>
                    <a:pt x="151" y="618"/>
                  </a:lnTo>
                  <a:lnTo>
                    <a:pt x="153" y="618"/>
                  </a:lnTo>
                  <a:lnTo>
                    <a:pt x="153" y="618"/>
                  </a:lnTo>
                  <a:lnTo>
                    <a:pt x="153" y="618"/>
                  </a:lnTo>
                  <a:lnTo>
                    <a:pt x="156" y="618"/>
                  </a:lnTo>
                  <a:lnTo>
                    <a:pt x="156" y="618"/>
                  </a:lnTo>
                  <a:lnTo>
                    <a:pt x="156" y="621"/>
                  </a:lnTo>
                  <a:lnTo>
                    <a:pt x="158" y="623"/>
                  </a:lnTo>
                  <a:lnTo>
                    <a:pt x="160" y="625"/>
                  </a:lnTo>
                  <a:lnTo>
                    <a:pt x="163" y="625"/>
                  </a:lnTo>
                  <a:lnTo>
                    <a:pt x="163" y="625"/>
                  </a:lnTo>
                  <a:lnTo>
                    <a:pt x="165" y="628"/>
                  </a:lnTo>
                  <a:lnTo>
                    <a:pt x="165" y="628"/>
                  </a:lnTo>
                  <a:lnTo>
                    <a:pt x="165" y="628"/>
                  </a:lnTo>
                  <a:lnTo>
                    <a:pt x="168" y="628"/>
                  </a:lnTo>
                  <a:lnTo>
                    <a:pt x="168" y="628"/>
                  </a:lnTo>
                  <a:lnTo>
                    <a:pt x="168" y="630"/>
                  </a:lnTo>
                  <a:lnTo>
                    <a:pt x="168" y="630"/>
                  </a:lnTo>
                  <a:lnTo>
                    <a:pt x="168" y="630"/>
                  </a:lnTo>
                  <a:lnTo>
                    <a:pt x="168" y="630"/>
                  </a:lnTo>
                  <a:lnTo>
                    <a:pt x="168" y="632"/>
                  </a:lnTo>
                  <a:lnTo>
                    <a:pt x="168" y="632"/>
                  </a:lnTo>
                  <a:lnTo>
                    <a:pt x="168" y="632"/>
                  </a:lnTo>
                  <a:lnTo>
                    <a:pt x="168" y="632"/>
                  </a:lnTo>
                  <a:lnTo>
                    <a:pt x="168" y="635"/>
                  </a:lnTo>
                  <a:lnTo>
                    <a:pt x="168" y="635"/>
                  </a:lnTo>
                  <a:lnTo>
                    <a:pt x="170" y="635"/>
                  </a:lnTo>
                  <a:lnTo>
                    <a:pt x="170" y="635"/>
                  </a:lnTo>
                  <a:lnTo>
                    <a:pt x="172" y="637"/>
                  </a:lnTo>
                  <a:lnTo>
                    <a:pt x="172" y="637"/>
                  </a:lnTo>
                  <a:lnTo>
                    <a:pt x="172" y="637"/>
                  </a:lnTo>
                  <a:lnTo>
                    <a:pt x="172" y="639"/>
                  </a:lnTo>
                  <a:lnTo>
                    <a:pt x="172" y="639"/>
                  </a:lnTo>
                  <a:lnTo>
                    <a:pt x="172" y="639"/>
                  </a:lnTo>
                  <a:lnTo>
                    <a:pt x="175" y="639"/>
                  </a:lnTo>
                  <a:lnTo>
                    <a:pt x="175" y="639"/>
                  </a:lnTo>
                  <a:lnTo>
                    <a:pt x="175" y="639"/>
                  </a:lnTo>
                  <a:lnTo>
                    <a:pt x="175" y="639"/>
                  </a:lnTo>
                  <a:lnTo>
                    <a:pt x="175" y="639"/>
                  </a:lnTo>
                  <a:lnTo>
                    <a:pt x="177" y="639"/>
                  </a:lnTo>
                  <a:lnTo>
                    <a:pt x="177" y="639"/>
                  </a:lnTo>
                  <a:lnTo>
                    <a:pt x="177" y="639"/>
                  </a:lnTo>
                  <a:lnTo>
                    <a:pt x="179" y="637"/>
                  </a:lnTo>
                  <a:lnTo>
                    <a:pt x="179" y="637"/>
                  </a:lnTo>
                  <a:lnTo>
                    <a:pt x="179" y="637"/>
                  </a:lnTo>
                  <a:lnTo>
                    <a:pt x="179" y="637"/>
                  </a:lnTo>
                  <a:lnTo>
                    <a:pt x="179" y="637"/>
                  </a:lnTo>
                  <a:lnTo>
                    <a:pt x="182" y="637"/>
                  </a:lnTo>
                  <a:lnTo>
                    <a:pt x="182" y="637"/>
                  </a:lnTo>
                  <a:lnTo>
                    <a:pt x="179" y="637"/>
                  </a:lnTo>
                  <a:lnTo>
                    <a:pt x="179" y="639"/>
                  </a:lnTo>
                  <a:lnTo>
                    <a:pt x="179" y="639"/>
                  </a:lnTo>
                  <a:lnTo>
                    <a:pt x="182" y="639"/>
                  </a:lnTo>
                  <a:lnTo>
                    <a:pt x="182" y="639"/>
                  </a:lnTo>
                  <a:lnTo>
                    <a:pt x="182" y="639"/>
                  </a:lnTo>
                  <a:lnTo>
                    <a:pt x="182" y="639"/>
                  </a:lnTo>
                  <a:lnTo>
                    <a:pt x="182" y="639"/>
                  </a:lnTo>
                  <a:lnTo>
                    <a:pt x="182" y="639"/>
                  </a:lnTo>
                  <a:lnTo>
                    <a:pt x="182" y="639"/>
                  </a:lnTo>
                  <a:lnTo>
                    <a:pt x="182" y="642"/>
                  </a:lnTo>
                  <a:lnTo>
                    <a:pt x="182" y="642"/>
                  </a:lnTo>
                  <a:lnTo>
                    <a:pt x="182" y="642"/>
                  </a:lnTo>
                  <a:lnTo>
                    <a:pt x="182" y="642"/>
                  </a:lnTo>
                  <a:lnTo>
                    <a:pt x="184" y="642"/>
                  </a:lnTo>
                  <a:lnTo>
                    <a:pt x="184" y="642"/>
                  </a:lnTo>
                  <a:lnTo>
                    <a:pt x="184" y="639"/>
                  </a:lnTo>
                  <a:lnTo>
                    <a:pt x="184" y="639"/>
                  </a:lnTo>
                  <a:lnTo>
                    <a:pt x="186" y="639"/>
                  </a:lnTo>
                  <a:lnTo>
                    <a:pt x="186" y="639"/>
                  </a:lnTo>
                  <a:lnTo>
                    <a:pt x="186" y="639"/>
                  </a:lnTo>
                  <a:lnTo>
                    <a:pt x="189" y="639"/>
                  </a:lnTo>
                  <a:lnTo>
                    <a:pt x="191" y="639"/>
                  </a:lnTo>
                  <a:lnTo>
                    <a:pt x="191" y="639"/>
                  </a:lnTo>
                  <a:lnTo>
                    <a:pt x="191" y="639"/>
                  </a:lnTo>
                  <a:lnTo>
                    <a:pt x="194" y="639"/>
                  </a:lnTo>
                  <a:lnTo>
                    <a:pt x="194" y="639"/>
                  </a:lnTo>
                  <a:lnTo>
                    <a:pt x="194" y="639"/>
                  </a:lnTo>
                  <a:lnTo>
                    <a:pt x="191" y="642"/>
                  </a:lnTo>
                  <a:lnTo>
                    <a:pt x="191" y="642"/>
                  </a:lnTo>
                  <a:lnTo>
                    <a:pt x="194" y="642"/>
                  </a:lnTo>
                  <a:lnTo>
                    <a:pt x="194" y="642"/>
                  </a:lnTo>
                  <a:lnTo>
                    <a:pt x="196" y="642"/>
                  </a:lnTo>
                  <a:lnTo>
                    <a:pt x="196" y="642"/>
                  </a:lnTo>
                  <a:lnTo>
                    <a:pt x="196" y="642"/>
                  </a:lnTo>
                  <a:lnTo>
                    <a:pt x="196" y="642"/>
                  </a:lnTo>
                  <a:lnTo>
                    <a:pt x="198" y="644"/>
                  </a:lnTo>
                  <a:lnTo>
                    <a:pt x="198" y="644"/>
                  </a:lnTo>
                  <a:lnTo>
                    <a:pt x="198" y="644"/>
                  </a:lnTo>
                  <a:lnTo>
                    <a:pt x="198" y="647"/>
                  </a:lnTo>
                  <a:lnTo>
                    <a:pt x="198" y="647"/>
                  </a:lnTo>
                  <a:lnTo>
                    <a:pt x="198" y="649"/>
                  </a:lnTo>
                  <a:lnTo>
                    <a:pt x="198" y="649"/>
                  </a:lnTo>
                  <a:lnTo>
                    <a:pt x="201" y="649"/>
                  </a:lnTo>
                  <a:lnTo>
                    <a:pt x="201" y="649"/>
                  </a:lnTo>
                  <a:lnTo>
                    <a:pt x="201" y="651"/>
                  </a:lnTo>
                  <a:lnTo>
                    <a:pt x="203" y="651"/>
                  </a:lnTo>
                  <a:lnTo>
                    <a:pt x="203" y="651"/>
                  </a:lnTo>
                  <a:lnTo>
                    <a:pt x="203" y="651"/>
                  </a:lnTo>
                  <a:lnTo>
                    <a:pt x="201" y="654"/>
                  </a:lnTo>
                  <a:lnTo>
                    <a:pt x="201" y="654"/>
                  </a:lnTo>
                  <a:lnTo>
                    <a:pt x="203" y="654"/>
                  </a:lnTo>
                  <a:lnTo>
                    <a:pt x="203" y="654"/>
                  </a:lnTo>
                  <a:lnTo>
                    <a:pt x="203" y="656"/>
                  </a:lnTo>
                  <a:lnTo>
                    <a:pt x="203" y="656"/>
                  </a:lnTo>
                  <a:lnTo>
                    <a:pt x="203" y="656"/>
                  </a:lnTo>
                  <a:lnTo>
                    <a:pt x="203" y="658"/>
                  </a:lnTo>
                  <a:lnTo>
                    <a:pt x="203" y="658"/>
                  </a:lnTo>
                  <a:lnTo>
                    <a:pt x="203" y="658"/>
                  </a:lnTo>
                  <a:lnTo>
                    <a:pt x="203" y="658"/>
                  </a:lnTo>
                  <a:lnTo>
                    <a:pt x="203" y="661"/>
                  </a:lnTo>
                  <a:lnTo>
                    <a:pt x="203" y="661"/>
                  </a:lnTo>
                  <a:lnTo>
                    <a:pt x="203" y="661"/>
                  </a:lnTo>
                  <a:lnTo>
                    <a:pt x="205" y="661"/>
                  </a:lnTo>
                  <a:lnTo>
                    <a:pt x="205" y="661"/>
                  </a:lnTo>
                  <a:lnTo>
                    <a:pt x="205" y="661"/>
                  </a:lnTo>
                  <a:lnTo>
                    <a:pt x="205" y="663"/>
                  </a:lnTo>
                  <a:lnTo>
                    <a:pt x="208" y="663"/>
                  </a:lnTo>
                  <a:lnTo>
                    <a:pt x="208" y="663"/>
                  </a:lnTo>
                  <a:lnTo>
                    <a:pt x="208" y="663"/>
                  </a:lnTo>
                  <a:lnTo>
                    <a:pt x="205" y="665"/>
                  </a:lnTo>
                  <a:lnTo>
                    <a:pt x="205" y="665"/>
                  </a:lnTo>
                  <a:lnTo>
                    <a:pt x="205" y="665"/>
                  </a:lnTo>
                  <a:lnTo>
                    <a:pt x="205" y="665"/>
                  </a:lnTo>
                  <a:lnTo>
                    <a:pt x="205" y="668"/>
                  </a:lnTo>
                  <a:lnTo>
                    <a:pt x="208" y="668"/>
                  </a:lnTo>
                  <a:lnTo>
                    <a:pt x="208" y="668"/>
                  </a:lnTo>
                  <a:lnTo>
                    <a:pt x="210" y="668"/>
                  </a:lnTo>
                  <a:lnTo>
                    <a:pt x="210" y="668"/>
                  </a:lnTo>
                  <a:lnTo>
                    <a:pt x="210" y="668"/>
                  </a:lnTo>
                  <a:lnTo>
                    <a:pt x="210" y="668"/>
                  </a:lnTo>
                  <a:lnTo>
                    <a:pt x="212" y="668"/>
                  </a:lnTo>
                  <a:lnTo>
                    <a:pt x="212" y="670"/>
                  </a:lnTo>
                  <a:lnTo>
                    <a:pt x="212" y="670"/>
                  </a:lnTo>
                  <a:lnTo>
                    <a:pt x="215" y="670"/>
                  </a:lnTo>
                  <a:lnTo>
                    <a:pt x="215" y="670"/>
                  </a:lnTo>
                  <a:lnTo>
                    <a:pt x="215" y="673"/>
                  </a:lnTo>
                  <a:lnTo>
                    <a:pt x="215" y="675"/>
                  </a:lnTo>
                  <a:lnTo>
                    <a:pt x="215" y="675"/>
                  </a:lnTo>
                  <a:lnTo>
                    <a:pt x="215" y="675"/>
                  </a:lnTo>
                  <a:lnTo>
                    <a:pt x="215" y="675"/>
                  </a:lnTo>
                  <a:lnTo>
                    <a:pt x="215" y="675"/>
                  </a:lnTo>
                  <a:lnTo>
                    <a:pt x="217" y="675"/>
                  </a:lnTo>
                  <a:lnTo>
                    <a:pt x="217" y="675"/>
                  </a:lnTo>
                  <a:lnTo>
                    <a:pt x="217" y="675"/>
                  </a:lnTo>
                  <a:lnTo>
                    <a:pt x="220" y="675"/>
                  </a:lnTo>
                  <a:lnTo>
                    <a:pt x="220" y="675"/>
                  </a:lnTo>
                  <a:lnTo>
                    <a:pt x="220" y="675"/>
                  </a:lnTo>
                  <a:lnTo>
                    <a:pt x="222" y="675"/>
                  </a:lnTo>
                  <a:lnTo>
                    <a:pt x="222" y="675"/>
                  </a:lnTo>
                  <a:lnTo>
                    <a:pt x="222" y="677"/>
                  </a:lnTo>
                  <a:lnTo>
                    <a:pt x="222" y="677"/>
                  </a:lnTo>
                  <a:lnTo>
                    <a:pt x="222" y="677"/>
                  </a:lnTo>
                  <a:lnTo>
                    <a:pt x="222" y="677"/>
                  </a:lnTo>
                  <a:lnTo>
                    <a:pt x="222" y="677"/>
                  </a:lnTo>
                  <a:lnTo>
                    <a:pt x="222" y="680"/>
                  </a:lnTo>
                  <a:lnTo>
                    <a:pt x="222" y="682"/>
                  </a:lnTo>
                  <a:lnTo>
                    <a:pt x="224" y="682"/>
                  </a:lnTo>
                  <a:lnTo>
                    <a:pt x="224" y="682"/>
                  </a:lnTo>
                  <a:lnTo>
                    <a:pt x="227" y="684"/>
                  </a:lnTo>
                  <a:lnTo>
                    <a:pt x="227" y="687"/>
                  </a:lnTo>
                  <a:lnTo>
                    <a:pt x="229" y="687"/>
                  </a:lnTo>
                  <a:lnTo>
                    <a:pt x="227" y="687"/>
                  </a:lnTo>
                  <a:lnTo>
                    <a:pt x="227" y="687"/>
                  </a:lnTo>
                  <a:lnTo>
                    <a:pt x="224" y="687"/>
                  </a:lnTo>
                  <a:lnTo>
                    <a:pt x="224" y="687"/>
                  </a:lnTo>
                  <a:lnTo>
                    <a:pt x="224" y="689"/>
                  </a:lnTo>
                  <a:lnTo>
                    <a:pt x="227" y="689"/>
                  </a:lnTo>
                  <a:lnTo>
                    <a:pt x="227" y="689"/>
                  </a:lnTo>
                  <a:lnTo>
                    <a:pt x="227" y="689"/>
                  </a:lnTo>
                  <a:lnTo>
                    <a:pt x="227" y="689"/>
                  </a:lnTo>
                  <a:lnTo>
                    <a:pt x="229" y="689"/>
                  </a:lnTo>
                  <a:lnTo>
                    <a:pt x="229" y="689"/>
                  </a:lnTo>
                  <a:lnTo>
                    <a:pt x="229" y="689"/>
                  </a:lnTo>
                  <a:lnTo>
                    <a:pt x="229" y="692"/>
                  </a:lnTo>
                  <a:lnTo>
                    <a:pt x="231" y="692"/>
                  </a:lnTo>
                  <a:lnTo>
                    <a:pt x="231" y="692"/>
                  </a:lnTo>
                  <a:lnTo>
                    <a:pt x="231" y="692"/>
                  </a:lnTo>
                  <a:lnTo>
                    <a:pt x="231" y="694"/>
                  </a:lnTo>
                  <a:lnTo>
                    <a:pt x="231" y="694"/>
                  </a:lnTo>
                  <a:lnTo>
                    <a:pt x="231" y="694"/>
                  </a:lnTo>
                  <a:lnTo>
                    <a:pt x="231" y="694"/>
                  </a:lnTo>
                  <a:lnTo>
                    <a:pt x="231" y="694"/>
                  </a:lnTo>
                  <a:lnTo>
                    <a:pt x="231" y="694"/>
                  </a:lnTo>
                  <a:lnTo>
                    <a:pt x="234" y="696"/>
                  </a:lnTo>
                  <a:lnTo>
                    <a:pt x="236" y="696"/>
                  </a:lnTo>
                  <a:lnTo>
                    <a:pt x="236" y="696"/>
                  </a:lnTo>
                  <a:lnTo>
                    <a:pt x="236" y="696"/>
                  </a:lnTo>
                  <a:lnTo>
                    <a:pt x="238" y="696"/>
                  </a:lnTo>
                  <a:lnTo>
                    <a:pt x="238" y="696"/>
                  </a:lnTo>
                  <a:lnTo>
                    <a:pt x="238" y="696"/>
                  </a:lnTo>
                  <a:lnTo>
                    <a:pt x="238" y="696"/>
                  </a:lnTo>
                  <a:lnTo>
                    <a:pt x="241" y="699"/>
                  </a:lnTo>
                  <a:lnTo>
                    <a:pt x="243" y="699"/>
                  </a:lnTo>
                  <a:lnTo>
                    <a:pt x="243" y="701"/>
                  </a:lnTo>
                  <a:lnTo>
                    <a:pt x="246" y="701"/>
                  </a:lnTo>
                  <a:lnTo>
                    <a:pt x="246" y="701"/>
                  </a:lnTo>
                  <a:lnTo>
                    <a:pt x="246" y="701"/>
                  </a:lnTo>
                  <a:lnTo>
                    <a:pt x="248" y="701"/>
                  </a:lnTo>
                  <a:lnTo>
                    <a:pt x="248" y="703"/>
                  </a:lnTo>
                  <a:lnTo>
                    <a:pt x="248" y="706"/>
                  </a:lnTo>
                  <a:lnTo>
                    <a:pt x="248" y="708"/>
                  </a:lnTo>
                  <a:lnTo>
                    <a:pt x="248" y="708"/>
                  </a:lnTo>
                  <a:lnTo>
                    <a:pt x="250" y="710"/>
                  </a:lnTo>
                  <a:lnTo>
                    <a:pt x="253" y="710"/>
                  </a:lnTo>
                  <a:lnTo>
                    <a:pt x="255" y="713"/>
                  </a:lnTo>
                  <a:lnTo>
                    <a:pt x="257" y="715"/>
                  </a:lnTo>
                  <a:lnTo>
                    <a:pt x="260" y="715"/>
                  </a:lnTo>
                  <a:lnTo>
                    <a:pt x="260" y="715"/>
                  </a:lnTo>
                  <a:lnTo>
                    <a:pt x="262" y="715"/>
                  </a:lnTo>
                  <a:lnTo>
                    <a:pt x="265" y="715"/>
                  </a:lnTo>
                  <a:lnTo>
                    <a:pt x="265" y="715"/>
                  </a:lnTo>
                  <a:lnTo>
                    <a:pt x="265" y="715"/>
                  </a:lnTo>
                  <a:lnTo>
                    <a:pt x="267" y="718"/>
                  </a:lnTo>
                  <a:lnTo>
                    <a:pt x="269" y="718"/>
                  </a:lnTo>
                  <a:lnTo>
                    <a:pt x="269" y="715"/>
                  </a:lnTo>
                  <a:lnTo>
                    <a:pt x="269" y="715"/>
                  </a:lnTo>
                  <a:lnTo>
                    <a:pt x="269" y="715"/>
                  </a:lnTo>
                  <a:lnTo>
                    <a:pt x="272" y="715"/>
                  </a:lnTo>
                  <a:lnTo>
                    <a:pt x="272" y="715"/>
                  </a:lnTo>
                  <a:lnTo>
                    <a:pt x="272" y="715"/>
                  </a:lnTo>
                  <a:lnTo>
                    <a:pt x="274" y="715"/>
                  </a:lnTo>
                  <a:lnTo>
                    <a:pt x="274" y="713"/>
                  </a:lnTo>
                  <a:lnTo>
                    <a:pt x="276" y="713"/>
                  </a:lnTo>
                  <a:lnTo>
                    <a:pt x="279" y="710"/>
                  </a:lnTo>
                  <a:lnTo>
                    <a:pt x="279" y="710"/>
                  </a:lnTo>
                  <a:lnTo>
                    <a:pt x="279" y="710"/>
                  </a:lnTo>
                  <a:lnTo>
                    <a:pt x="281" y="710"/>
                  </a:lnTo>
                  <a:lnTo>
                    <a:pt x="281" y="708"/>
                  </a:lnTo>
                  <a:lnTo>
                    <a:pt x="281" y="708"/>
                  </a:lnTo>
                  <a:lnTo>
                    <a:pt x="281" y="708"/>
                  </a:lnTo>
                  <a:lnTo>
                    <a:pt x="281" y="708"/>
                  </a:lnTo>
                  <a:lnTo>
                    <a:pt x="281" y="708"/>
                  </a:lnTo>
                  <a:lnTo>
                    <a:pt x="281" y="708"/>
                  </a:lnTo>
                  <a:lnTo>
                    <a:pt x="281" y="708"/>
                  </a:lnTo>
                  <a:lnTo>
                    <a:pt x="281" y="708"/>
                  </a:lnTo>
                  <a:lnTo>
                    <a:pt x="281" y="706"/>
                  </a:lnTo>
                  <a:lnTo>
                    <a:pt x="281" y="706"/>
                  </a:lnTo>
                  <a:lnTo>
                    <a:pt x="281" y="706"/>
                  </a:lnTo>
                  <a:lnTo>
                    <a:pt x="281" y="703"/>
                  </a:lnTo>
                  <a:lnTo>
                    <a:pt x="281" y="703"/>
                  </a:lnTo>
                  <a:lnTo>
                    <a:pt x="283" y="703"/>
                  </a:lnTo>
                  <a:lnTo>
                    <a:pt x="283" y="703"/>
                  </a:lnTo>
                  <a:lnTo>
                    <a:pt x="283" y="701"/>
                  </a:lnTo>
                  <a:lnTo>
                    <a:pt x="281" y="701"/>
                  </a:lnTo>
                  <a:lnTo>
                    <a:pt x="281" y="701"/>
                  </a:lnTo>
                  <a:lnTo>
                    <a:pt x="281" y="699"/>
                  </a:lnTo>
                  <a:lnTo>
                    <a:pt x="281" y="699"/>
                  </a:lnTo>
                  <a:lnTo>
                    <a:pt x="281" y="699"/>
                  </a:lnTo>
                  <a:lnTo>
                    <a:pt x="281" y="701"/>
                  </a:lnTo>
                  <a:lnTo>
                    <a:pt x="279" y="699"/>
                  </a:lnTo>
                  <a:lnTo>
                    <a:pt x="279" y="699"/>
                  </a:lnTo>
                  <a:lnTo>
                    <a:pt x="281" y="699"/>
                  </a:lnTo>
                  <a:lnTo>
                    <a:pt x="281" y="696"/>
                  </a:lnTo>
                  <a:lnTo>
                    <a:pt x="281" y="694"/>
                  </a:lnTo>
                  <a:lnTo>
                    <a:pt x="281" y="694"/>
                  </a:lnTo>
                  <a:lnTo>
                    <a:pt x="281" y="694"/>
                  </a:lnTo>
                  <a:lnTo>
                    <a:pt x="281" y="692"/>
                  </a:lnTo>
                  <a:lnTo>
                    <a:pt x="281" y="689"/>
                  </a:lnTo>
                  <a:lnTo>
                    <a:pt x="281" y="687"/>
                  </a:lnTo>
                  <a:lnTo>
                    <a:pt x="281" y="687"/>
                  </a:lnTo>
                  <a:lnTo>
                    <a:pt x="283" y="682"/>
                  </a:lnTo>
                  <a:lnTo>
                    <a:pt x="286" y="677"/>
                  </a:lnTo>
                  <a:lnTo>
                    <a:pt x="286" y="677"/>
                  </a:lnTo>
                  <a:lnTo>
                    <a:pt x="286" y="675"/>
                  </a:lnTo>
                  <a:lnTo>
                    <a:pt x="286" y="675"/>
                  </a:lnTo>
                  <a:lnTo>
                    <a:pt x="286" y="673"/>
                  </a:lnTo>
                  <a:lnTo>
                    <a:pt x="288" y="673"/>
                  </a:lnTo>
                  <a:lnTo>
                    <a:pt x="288" y="673"/>
                  </a:lnTo>
                  <a:lnTo>
                    <a:pt x="291" y="673"/>
                  </a:lnTo>
                  <a:lnTo>
                    <a:pt x="291" y="673"/>
                  </a:lnTo>
                  <a:lnTo>
                    <a:pt x="293" y="673"/>
                  </a:lnTo>
                  <a:lnTo>
                    <a:pt x="295" y="670"/>
                  </a:lnTo>
                  <a:lnTo>
                    <a:pt x="295" y="670"/>
                  </a:lnTo>
                  <a:lnTo>
                    <a:pt x="298" y="670"/>
                  </a:lnTo>
                  <a:lnTo>
                    <a:pt x="298" y="670"/>
                  </a:lnTo>
                  <a:lnTo>
                    <a:pt x="298" y="668"/>
                  </a:lnTo>
                  <a:lnTo>
                    <a:pt x="298" y="668"/>
                  </a:lnTo>
                  <a:lnTo>
                    <a:pt x="298" y="668"/>
                  </a:lnTo>
                  <a:lnTo>
                    <a:pt x="298" y="668"/>
                  </a:lnTo>
                  <a:lnTo>
                    <a:pt x="298" y="668"/>
                  </a:lnTo>
                  <a:lnTo>
                    <a:pt x="298" y="668"/>
                  </a:lnTo>
                  <a:lnTo>
                    <a:pt x="298" y="668"/>
                  </a:lnTo>
                  <a:lnTo>
                    <a:pt x="298" y="668"/>
                  </a:lnTo>
                  <a:lnTo>
                    <a:pt x="298" y="668"/>
                  </a:lnTo>
                  <a:lnTo>
                    <a:pt x="298" y="668"/>
                  </a:lnTo>
                  <a:lnTo>
                    <a:pt x="298" y="668"/>
                  </a:lnTo>
                  <a:lnTo>
                    <a:pt x="302" y="668"/>
                  </a:lnTo>
                  <a:lnTo>
                    <a:pt x="302" y="668"/>
                  </a:lnTo>
                  <a:lnTo>
                    <a:pt x="305" y="668"/>
                  </a:lnTo>
                  <a:lnTo>
                    <a:pt x="309" y="677"/>
                  </a:lnTo>
                  <a:lnTo>
                    <a:pt x="309" y="677"/>
                  </a:lnTo>
                  <a:lnTo>
                    <a:pt x="324" y="687"/>
                  </a:lnTo>
                  <a:lnTo>
                    <a:pt x="326" y="689"/>
                  </a:lnTo>
                  <a:lnTo>
                    <a:pt x="326" y="692"/>
                  </a:lnTo>
                  <a:lnTo>
                    <a:pt x="328" y="694"/>
                  </a:lnTo>
                  <a:lnTo>
                    <a:pt x="331" y="696"/>
                  </a:lnTo>
                  <a:lnTo>
                    <a:pt x="331" y="696"/>
                  </a:lnTo>
                  <a:lnTo>
                    <a:pt x="331" y="692"/>
                  </a:lnTo>
                  <a:lnTo>
                    <a:pt x="333" y="692"/>
                  </a:lnTo>
                  <a:lnTo>
                    <a:pt x="333" y="689"/>
                  </a:lnTo>
                  <a:lnTo>
                    <a:pt x="333" y="689"/>
                  </a:lnTo>
                  <a:lnTo>
                    <a:pt x="336" y="687"/>
                  </a:lnTo>
                  <a:lnTo>
                    <a:pt x="336" y="687"/>
                  </a:lnTo>
                  <a:lnTo>
                    <a:pt x="336" y="684"/>
                  </a:lnTo>
                  <a:lnTo>
                    <a:pt x="336" y="684"/>
                  </a:lnTo>
                  <a:lnTo>
                    <a:pt x="338" y="684"/>
                  </a:lnTo>
                  <a:lnTo>
                    <a:pt x="338" y="684"/>
                  </a:lnTo>
                  <a:lnTo>
                    <a:pt x="338" y="684"/>
                  </a:lnTo>
                  <a:lnTo>
                    <a:pt x="338" y="684"/>
                  </a:lnTo>
                  <a:lnTo>
                    <a:pt x="340" y="684"/>
                  </a:lnTo>
                  <a:lnTo>
                    <a:pt x="340" y="682"/>
                  </a:lnTo>
                  <a:lnTo>
                    <a:pt x="340" y="680"/>
                  </a:lnTo>
                  <a:lnTo>
                    <a:pt x="340" y="680"/>
                  </a:lnTo>
                  <a:lnTo>
                    <a:pt x="340" y="677"/>
                  </a:lnTo>
                  <a:lnTo>
                    <a:pt x="340" y="677"/>
                  </a:lnTo>
                  <a:lnTo>
                    <a:pt x="345" y="680"/>
                  </a:lnTo>
                  <a:lnTo>
                    <a:pt x="347" y="680"/>
                  </a:lnTo>
                  <a:lnTo>
                    <a:pt x="347" y="680"/>
                  </a:lnTo>
                  <a:lnTo>
                    <a:pt x="347" y="680"/>
                  </a:lnTo>
                  <a:lnTo>
                    <a:pt x="350" y="677"/>
                  </a:lnTo>
                  <a:lnTo>
                    <a:pt x="350" y="677"/>
                  </a:lnTo>
                  <a:lnTo>
                    <a:pt x="352" y="677"/>
                  </a:lnTo>
                  <a:lnTo>
                    <a:pt x="352" y="677"/>
                  </a:lnTo>
                  <a:lnTo>
                    <a:pt x="357" y="677"/>
                  </a:lnTo>
                  <a:lnTo>
                    <a:pt x="359" y="677"/>
                  </a:lnTo>
                  <a:lnTo>
                    <a:pt x="362" y="677"/>
                  </a:lnTo>
                  <a:lnTo>
                    <a:pt x="362" y="677"/>
                  </a:lnTo>
                  <a:lnTo>
                    <a:pt x="366" y="680"/>
                  </a:lnTo>
                  <a:lnTo>
                    <a:pt x="369" y="680"/>
                  </a:lnTo>
                  <a:lnTo>
                    <a:pt x="369" y="680"/>
                  </a:lnTo>
                  <a:lnTo>
                    <a:pt x="369" y="680"/>
                  </a:lnTo>
                  <a:lnTo>
                    <a:pt x="371" y="680"/>
                  </a:lnTo>
                  <a:lnTo>
                    <a:pt x="373" y="682"/>
                  </a:lnTo>
                  <a:lnTo>
                    <a:pt x="373" y="682"/>
                  </a:lnTo>
                  <a:lnTo>
                    <a:pt x="376" y="682"/>
                  </a:lnTo>
                  <a:lnTo>
                    <a:pt x="383" y="682"/>
                  </a:lnTo>
                  <a:lnTo>
                    <a:pt x="388" y="682"/>
                  </a:lnTo>
                  <a:lnTo>
                    <a:pt x="390" y="682"/>
                  </a:lnTo>
                  <a:lnTo>
                    <a:pt x="392" y="680"/>
                  </a:lnTo>
                  <a:lnTo>
                    <a:pt x="395" y="680"/>
                  </a:lnTo>
                  <a:lnTo>
                    <a:pt x="397" y="677"/>
                  </a:lnTo>
                  <a:lnTo>
                    <a:pt x="409" y="677"/>
                  </a:lnTo>
                  <a:lnTo>
                    <a:pt x="409" y="675"/>
                  </a:lnTo>
                  <a:lnTo>
                    <a:pt x="409" y="675"/>
                  </a:lnTo>
                  <a:lnTo>
                    <a:pt x="409" y="673"/>
                  </a:lnTo>
                  <a:lnTo>
                    <a:pt x="409" y="670"/>
                  </a:lnTo>
                  <a:lnTo>
                    <a:pt x="409" y="668"/>
                  </a:lnTo>
                  <a:lnTo>
                    <a:pt x="414" y="665"/>
                  </a:lnTo>
                  <a:lnTo>
                    <a:pt x="414" y="663"/>
                  </a:lnTo>
                  <a:lnTo>
                    <a:pt x="416" y="665"/>
                  </a:lnTo>
                  <a:lnTo>
                    <a:pt x="416" y="665"/>
                  </a:lnTo>
                  <a:lnTo>
                    <a:pt x="414" y="670"/>
                  </a:lnTo>
                  <a:lnTo>
                    <a:pt x="414" y="675"/>
                  </a:lnTo>
                  <a:lnTo>
                    <a:pt x="423" y="675"/>
                  </a:lnTo>
                  <a:lnTo>
                    <a:pt x="425" y="675"/>
                  </a:lnTo>
                  <a:lnTo>
                    <a:pt x="433" y="675"/>
                  </a:lnTo>
                  <a:lnTo>
                    <a:pt x="433" y="675"/>
                  </a:lnTo>
                  <a:lnTo>
                    <a:pt x="437" y="675"/>
                  </a:lnTo>
                  <a:lnTo>
                    <a:pt x="449" y="675"/>
                  </a:lnTo>
                  <a:lnTo>
                    <a:pt x="454" y="675"/>
                  </a:lnTo>
                  <a:lnTo>
                    <a:pt x="461" y="675"/>
                  </a:lnTo>
                  <a:lnTo>
                    <a:pt x="468" y="675"/>
                  </a:lnTo>
                  <a:lnTo>
                    <a:pt x="477" y="675"/>
                  </a:lnTo>
                  <a:lnTo>
                    <a:pt x="485" y="675"/>
                  </a:lnTo>
                  <a:lnTo>
                    <a:pt x="494" y="675"/>
                  </a:lnTo>
                  <a:lnTo>
                    <a:pt x="504" y="675"/>
                  </a:lnTo>
                  <a:lnTo>
                    <a:pt x="513" y="675"/>
                  </a:lnTo>
                  <a:lnTo>
                    <a:pt x="520" y="675"/>
                  </a:lnTo>
                  <a:lnTo>
                    <a:pt x="530" y="675"/>
                  </a:lnTo>
                  <a:lnTo>
                    <a:pt x="539" y="675"/>
                  </a:lnTo>
                  <a:lnTo>
                    <a:pt x="548" y="675"/>
                  </a:lnTo>
                  <a:lnTo>
                    <a:pt x="558" y="675"/>
                  </a:lnTo>
                  <a:lnTo>
                    <a:pt x="565" y="675"/>
                  </a:lnTo>
                  <a:lnTo>
                    <a:pt x="574" y="675"/>
                  </a:lnTo>
                  <a:lnTo>
                    <a:pt x="577" y="675"/>
                  </a:lnTo>
                  <a:lnTo>
                    <a:pt x="582" y="675"/>
                  </a:lnTo>
                  <a:lnTo>
                    <a:pt x="589" y="675"/>
                  </a:lnTo>
                  <a:lnTo>
                    <a:pt x="593" y="675"/>
                  </a:lnTo>
                  <a:lnTo>
                    <a:pt x="596" y="675"/>
                  </a:lnTo>
                  <a:lnTo>
                    <a:pt x="603" y="675"/>
                  </a:lnTo>
                  <a:lnTo>
                    <a:pt x="610" y="675"/>
                  </a:lnTo>
                  <a:lnTo>
                    <a:pt x="619" y="675"/>
                  </a:lnTo>
                  <a:lnTo>
                    <a:pt x="619" y="675"/>
                  </a:lnTo>
                  <a:lnTo>
                    <a:pt x="619" y="675"/>
                  </a:lnTo>
                  <a:lnTo>
                    <a:pt x="619" y="675"/>
                  </a:lnTo>
                  <a:lnTo>
                    <a:pt x="619" y="675"/>
                  </a:lnTo>
                  <a:lnTo>
                    <a:pt x="619" y="675"/>
                  </a:lnTo>
                  <a:lnTo>
                    <a:pt x="619" y="675"/>
                  </a:lnTo>
                  <a:lnTo>
                    <a:pt x="619" y="675"/>
                  </a:lnTo>
                  <a:lnTo>
                    <a:pt x="619" y="675"/>
                  </a:lnTo>
                  <a:lnTo>
                    <a:pt x="619" y="675"/>
                  </a:lnTo>
                  <a:lnTo>
                    <a:pt x="619" y="675"/>
                  </a:lnTo>
                  <a:lnTo>
                    <a:pt x="619" y="675"/>
                  </a:lnTo>
                  <a:lnTo>
                    <a:pt x="619" y="675"/>
                  </a:lnTo>
                  <a:lnTo>
                    <a:pt x="619" y="675"/>
                  </a:lnTo>
                  <a:lnTo>
                    <a:pt x="619" y="675"/>
                  </a:lnTo>
                  <a:lnTo>
                    <a:pt x="619" y="675"/>
                  </a:lnTo>
                  <a:lnTo>
                    <a:pt x="619" y="675"/>
                  </a:lnTo>
                  <a:lnTo>
                    <a:pt x="619" y="675"/>
                  </a:lnTo>
                  <a:lnTo>
                    <a:pt x="619" y="675"/>
                  </a:lnTo>
                  <a:lnTo>
                    <a:pt x="619" y="675"/>
                  </a:lnTo>
                  <a:lnTo>
                    <a:pt x="619" y="675"/>
                  </a:lnTo>
                  <a:lnTo>
                    <a:pt x="619" y="675"/>
                  </a:lnTo>
                  <a:lnTo>
                    <a:pt x="619" y="675"/>
                  </a:lnTo>
                  <a:lnTo>
                    <a:pt x="619" y="668"/>
                  </a:lnTo>
                  <a:lnTo>
                    <a:pt x="622" y="663"/>
                  </a:lnTo>
                  <a:lnTo>
                    <a:pt x="622" y="658"/>
                  </a:lnTo>
                  <a:lnTo>
                    <a:pt x="624" y="651"/>
                  </a:lnTo>
                  <a:lnTo>
                    <a:pt x="624" y="647"/>
                  </a:lnTo>
                  <a:lnTo>
                    <a:pt x="627" y="642"/>
                  </a:lnTo>
                  <a:lnTo>
                    <a:pt x="627" y="637"/>
                  </a:lnTo>
                  <a:lnTo>
                    <a:pt x="627" y="632"/>
                  </a:lnTo>
                  <a:lnTo>
                    <a:pt x="627" y="630"/>
                  </a:lnTo>
                  <a:lnTo>
                    <a:pt x="627" y="630"/>
                  </a:lnTo>
                  <a:lnTo>
                    <a:pt x="627" y="630"/>
                  </a:lnTo>
                  <a:lnTo>
                    <a:pt x="627" y="628"/>
                  </a:lnTo>
                  <a:lnTo>
                    <a:pt x="627" y="628"/>
                  </a:lnTo>
                  <a:lnTo>
                    <a:pt x="624" y="628"/>
                  </a:lnTo>
                  <a:lnTo>
                    <a:pt x="622" y="625"/>
                  </a:lnTo>
                  <a:lnTo>
                    <a:pt x="619" y="623"/>
                  </a:lnTo>
                  <a:lnTo>
                    <a:pt x="617" y="623"/>
                  </a:lnTo>
                  <a:lnTo>
                    <a:pt x="617" y="621"/>
                  </a:lnTo>
                  <a:lnTo>
                    <a:pt x="615" y="621"/>
                  </a:lnTo>
                  <a:lnTo>
                    <a:pt x="615" y="618"/>
                  </a:lnTo>
                  <a:lnTo>
                    <a:pt x="612" y="618"/>
                  </a:lnTo>
                  <a:lnTo>
                    <a:pt x="612" y="616"/>
                  </a:lnTo>
                  <a:lnTo>
                    <a:pt x="612" y="611"/>
                  </a:lnTo>
                  <a:lnTo>
                    <a:pt x="612" y="606"/>
                  </a:lnTo>
                  <a:lnTo>
                    <a:pt x="612" y="602"/>
                  </a:lnTo>
                  <a:lnTo>
                    <a:pt x="610" y="594"/>
                  </a:lnTo>
                  <a:lnTo>
                    <a:pt x="610" y="590"/>
                  </a:lnTo>
                  <a:lnTo>
                    <a:pt x="610" y="585"/>
                  </a:lnTo>
                  <a:lnTo>
                    <a:pt x="610" y="580"/>
                  </a:lnTo>
                  <a:lnTo>
                    <a:pt x="608" y="576"/>
                  </a:lnTo>
                  <a:lnTo>
                    <a:pt x="608" y="571"/>
                  </a:lnTo>
                  <a:lnTo>
                    <a:pt x="608" y="566"/>
                  </a:lnTo>
                  <a:lnTo>
                    <a:pt x="608" y="561"/>
                  </a:lnTo>
                  <a:lnTo>
                    <a:pt x="608" y="554"/>
                  </a:lnTo>
                  <a:lnTo>
                    <a:pt x="605" y="550"/>
                  </a:lnTo>
                  <a:lnTo>
                    <a:pt x="605" y="545"/>
                  </a:lnTo>
                  <a:lnTo>
                    <a:pt x="605" y="540"/>
                  </a:lnTo>
                  <a:lnTo>
                    <a:pt x="605" y="535"/>
                  </a:lnTo>
                  <a:lnTo>
                    <a:pt x="603" y="531"/>
                  </a:lnTo>
                  <a:lnTo>
                    <a:pt x="603" y="526"/>
                  </a:lnTo>
                  <a:lnTo>
                    <a:pt x="603" y="519"/>
                  </a:lnTo>
                  <a:lnTo>
                    <a:pt x="603" y="514"/>
                  </a:lnTo>
                  <a:lnTo>
                    <a:pt x="603" y="509"/>
                  </a:lnTo>
                  <a:lnTo>
                    <a:pt x="601" y="505"/>
                  </a:lnTo>
                  <a:lnTo>
                    <a:pt x="601" y="500"/>
                  </a:lnTo>
                  <a:lnTo>
                    <a:pt x="601" y="493"/>
                  </a:lnTo>
                  <a:lnTo>
                    <a:pt x="601" y="488"/>
                  </a:lnTo>
                  <a:lnTo>
                    <a:pt x="598" y="483"/>
                  </a:lnTo>
                  <a:lnTo>
                    <a:pt x="598" y="479"/>
                  </a:lnTo>
                  <a:lnTo>
                    <a:pt x="598" y="474"/>
                  </a:lnTo>
                  <a:lnTo>
                    <a:pt x="598" y="469"/>
                  </a:lnTo>
                  <a:lnTo>
                    <a:pt x="598" y="467"/>
                  </a:lnTo>
                  <a:lnTo>
                    <a:pt x="598" y="462"/>
                  </a:lnTo>
                  <a:lnTo>
                    <a:pt x="596" y="460"/>
                  </a:lnTo>
                  <a:lnTo>
                    <a:pt x="596" y="452"/>
                  </a:lnTo>
                  <a:lnTo>
                    <a:pt x="596" y="452"/>
                  </a:lnTo>
                  <a:lnTo>
                    <a:pt x="596" y="445"/>
                  </a:lnTo>
                  <a:lnTo>
                    <a:pt x="593" y="438"/>
                  </a:lnTo>
                  <a:lnTo>
                    <a:pt x="593" y="431"/>
                  </a:lnTo>
                  <a:lnTo>
                    <a:pt x="593" y="424"/>
                  </a:lnTo>
                  <a:lnTo>
                    <a:pt x="591" y="417"/>
                  </a:lnTo>
                  <a:lnTo>
                    <a:pt x="591" y="410"/>
                  </a:lnTo>
                  <a:lnTo>
                    <a:pt x="591" y="403"/>
                  </a:lnTo>
                  <a:lnTo>
                    <a:pt x="589" y="396"/>
                  </a:lnTo>
                  <a:lnTo>
                    <a:pt x="589" y="389"/>
                  </a:lnTo>
                  <a:lnTo>
                    <a:pt x="589" y="386"/>
                  </a:lnTo>
                  <a:lnTo>
                    <a:pt x="589" y="379"/>
                  </a:lnTo>
                  <a:lnTo>
                    <a:pt x="586" y="372"/>
                  </a:lnTo>
                  <a:lnTo>
                    <a:pt x="586" y="367"/>
                  </a:lnTo>
                  <a:lnTo>
                    <a:pt x="586" y="360"/>
                  </a:lnTo>
                  <a:lnTo>
                    <a:pt x="586" y="353"/>
                  </a:lnTo>
                  <a:lnTo>
                    <a:pt x="584" y="348"/>
                  </a:lnTo>
                  <a:lnTo>
                    <a:pt x="584" y="341"/>
                  </a:lnTo>
                  <a:lnTo>
                    <a:pt x="584" y="334"/>
                  </a:lnTo>
                  <a:lnTo>
                    <a:pt x="582" y="327"/>
                  </a:lnTo>
                  <a:lnTo>
                    <a:pt x="582" y="320"/>
                  </a:lnTo>
                  <a:lnTo>
                    <a:pt x="582" y="313"/>
                  </a:lnTo>
                  <a:lnTo>
                    <a:pt x="579" y="306"/>
                  </a:lnTo>
                  <a:lnTo>
                    <a:pt x="579" y="299"/>
                  </a:lnTo>
                  <a:lnTo>
                    <a:pt x="579" y="292"/>
                  </a:lnTo>
                  <a:lnTo>
                    <a:pt x="577" y="284"/>
                  </a:lnTo>
                  <a:lnTo>
                    <a:pt x="577" y="277"/>
                  </a:lnTo>
                  <a:lnTo>
                    <a:pt x="577" y="270"/>
                  </a:lnTo>
                  <a:lnTo>
                    <a:pt x="574" y="263"/>
                  </a:lnTo>
                  <a:lnTo>
                    <a:pt x="574" y="256"/>
                  </a:lnTo>
                  <a:lnTo>
                    <a:pt x="574" y="251"/>
                  </a:lnTo>
                  <a:lnTo>
                    <a:pt x="572" y="244"/>
                  </a:lnTo>
                  <a:lnTo>
                    <a:pt x="572" y="244"/>
                  </a:lnTo>
                  <a:lnTo>
                    <a:pt x="572" y="237"/>
                  </a:lnTo>
                  <a:lnTo>
                    <a:pt x="572" y="230"/>
                  </a:lnTo>
                  <a:lnTo>
                    <a:pt x="570" y="223"/>
                  </a:lnTo>
                  <a:lnTo>
                    <a:pt x="570" y="216"/>
                  </a:lnTo>
                  <a:lnTo>
                    <a:pt x="570" y="209"/>
                  </a:lnTo>
                  <a:lnTo>
                    <a:pt x="567" y="202"/>
                  </a:lnTo>
                  <a:lnTo>
                    <a:pt x="567" y="197"/>
                  </a:lnTo>
                  <a:lnTo>
                    <a:pt x="567" y="190"/>
                  </a:lnTo>
                  <a:lnTo>
                    <a:pt x="567" y="183"/>
                  </a:lnTo>
                  <a:lnTo>
                    <a:pt x="565" y="178"/>
                  </a:lnTo>
                  <a:lnTo>
                    <a:pt x="565" y="178"/>
                  </a:lnTo>
                  <a:lnTo>
                    <a:pt x="565" y="173"/>
                  </a:lnTo>
                  <a:lnTo>
                    <a:pt x="565" y="168"/>
                  </a:lnTo>
                  <a:lnTo>
                    <a:pt x="565" y="164"/>
                  </a:lnTo>
                  <a:lnTo>
                    <a:pt x="565" y="159"/>
                  </a:lnTo>
                  <a:lnTo>
                    <a:pt x="563" y="154"/>
                  </a:lnTo>
                  <a:lnTo>
                    <a:pt x="563" y="150"/>
                  </a:lnTo>
                  <a:lnTo>
                    <a:pt x="563" y="145"/>
                  </a:lnTo>
                  <a:lnTo>
                    <a:pt x="563" y="140"/>
                  </a:lnTo>
                  <a:lnTo>
                    <a:pt x="560" y="135"/>
                  </a:lnTo>
                  <a:lnTo>
                    <a:pt x="572" y="135"/>
                  </a:lnTo>
                  <a:lnTo>
                    <a:pt x="584" y="135"/>
                  </a:lnTo>
                  <a:lnTo>
                    <a:pt x="596" y="135"/>
                  </a:lnTo>
                  <a:lnTo>
                    <a:pt x="608" y="135"/>
                  </a:lnTo>
                  <a:lnTo>
                    <a:pt x="619" y="135"/>
                  </a:lnTo>
                  <a:lnTo>
                    <a:pt x="631" y="135"/>
                  </a:lnTo>
                  <a:lnTo>
                    <a:pt x="643" y="135"/>
                  </a:lnTo>
                  <a:lnTo>
                    <a:pt x="655" y="135"/>
                  </a:lnTo>
                  <a:lnTo>
                    <a:pt x="648" y="131"/>
                  </a:lnTo>
                  <a:close/>
                  <a:moveTo>
                    <a:pt x="35" y="441"/>
                  </a:moveTo>
                  <a:lnTo>
                    <a:pt x="33" y="441"/>
                  </a:lnTo>
                  <a:lnTo>
                    <a:pt x="35" y="443"/>
                  </a:lnTo>
                  <a:lnTo>
                    <a:pt x="35" y="443"/>
                  </a:lnTo>
                  <a:lnTo>
                    <a:pt x="35" y="443"/>
                  </a:lnTo>
                  <a:lnTo>
                    <a:pt x="35" y="443"/>
                  </a:lnTo>
                  <a:lnTo>
                    <a:pt x="35" y="445"/>
                  </a:lnTo>
                  <a:lnTo>
                    <a:pt x="35" y="445"/>
                  </a:lnTo>
                  <a:lnTo>
                    <a:pt x="35" y="445"/>
                  </a:lnTo>
                  <a:lnTo>
                    <a:pt x="37" y="443"/>
                  </a:lnTo>
                  <a:lnTo>
                    <a:pt x="40" y="438"/>
                  </a:lnTo>
                  <a:lnTo>
                    <a:pt x="40" y="431"/>
                  </a:lnTo>
                  <a:lnTo>
                    <a:pt x="40" y="431"/>
                  </a:lnTo>
                  <a:lnTo>
                    <a:pt x="40" y="431"/>
                  </a:lnTo>
                  <a:lnTo>
                    <a:pt x="37" y="434"/>
                  </a:lnTo>
                  <a:lnTo>
                    <a:pt x="37" y="434"/>
                  </a:lnTo>
                  <a:lnTo>
                    <a:pt x="37" y="434"/>
                  </a:lnTo>
                  <a:lnTo>
                    <a:pt x="35" y="434"/>
                  </a:lnTo>
                  <a:lnTo>
                    <a:pt x="35" y="436"/>
                  </a:lnTo>
                  <a:lnTo>
                    <a:pt x="35" y="436"/>
                  </a:lnTo>
                  <a:lnTo>
                    <a:pt x="35" y="438"/>
                  </a:lnTo>
                  <a:lnTo>
                    <a:pt x="35" y="438"/>
                  </a:lnTo>
                  <a:lnTo>
                    <a:pt x="35" y="441"/>
                  </a:lnTo>
                  <a:close/>
                  <a:moveTo>
                    <a:pt x="35" y="389"/>
                  </a:moveTo>
                  <a:lnTo>
                    <a:pt x="33" y="389"/>
                  </a:lnTo>
                  <a:lnTo>
                    <a:pt x="33" y="389"/>
                  </a:lnTo>
                  <a:lnTo>
                    <a:pt x="33" y="391"/>
                  </a:lnTo>
                  <a:lnTo>
                    <a:pt x="35" y="391"/>
                  </a:lnTo>
                  <a:lnTo>
                    <a:pt x="35" y="391"/>
                  </a:lnTo>
                  <a:lnTo>
                    <a:pt x="35" y="389"/>
                  </a:lnTo>
                  <a:lnTo>
                    <a:pt x="35" y="389"/>
                  </a:lnTo>
                  <a:lnTo>
                    <a:pt x="35" y="389"/>
                  </a:lnTo>
                  <a:close/>
                  <a:moveTo>
                    <a:pt x="37" y="445"/>
                  </a:moveTo>
                  <a:lnTo>
                    <a:pt x="37" y="445"/>
                  </a:lnTo>
                  <a:lnTo>
                    <a:pt x="40" y="443"/>
                  </a:lnTo>
                  <a:lnTo>
                    <a:pt x="40" y="441"/>
                  </a:lnTo>
                  <a:lnTo>
                    <a:pt x="40" y="441"/>
                  </a:lnTo>
                  <a:lnTo>
                    <a:pt x="42" y="441"/>
                  </a:lnTo>
                  <a:lnTo>
                    <a:pt x="42" y="438"/>
                  </a:lnTo>
                  <a:lnTo>
                    <a:pt x="42" y="438"/>
                  </a:lnTo>
                  <a:lnTo>
                    <a:pt x="42" y="438"/>
                  </a:lnTo>
                  <a:lnTo>
                    <a:pt x="40" y="441"/>
                  </a:lnTo>
                  <a:lnTo>
                    <a:pt x="37" y="445"/>
                  </a:lnTo>
                  <a:lnTo>
                    <a:pt x="37" y="445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34">
              <a:extLst>
                <a:ext uri="{FF2B5EF4-FFF2-40B4-BE49-F238E27FC236}">
                  <a16:creationId xmlns:a16="http://schemas.microsoft.com/office/drawing/2014/main" id="{58EE87E7-03C9-FC88-7341-950CA44A6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6393" y="1581863"/>
              <a:ext cx="1124479" cy="1058258"/>
            </a:xfrm>
            <a:custGeom>
              <a:avLst/>
              <a:gdLst>
                <a:gd name="T0" fmla="*/ 836 w 883"/>
                <a:gd name="T1" fmla="*/ 346 h 831"/>
                <a:gd name="T2" fmla="*/ 829 w 883"/>
                <a:gd name="T3" fmla="*/ 320 h 831"/>
                <a:gd name="T4" fmla="*/ 784 w 883"/>
                <a:gd name="T5" fmla="*/ 280 h 831"/>
                <a:gd name="T6" fmla="*/ 746 w 883"/>
                <a:gd name="T7" fmla="*/ 265 h 831"/>
                <a:gd name="T8" fmla="*/ 720 w 883"/>
                <a:gd name="T9" fmla="*/ 228 h 831"/>
                <a:gd name="T10" fmla="*/ 597 w 883"/>
                <a:gd name="T11" fmla="*/ 140 h 831"/>
                <a:gd name="T12" fmla="*/ 469 w 883"/>
                <a:gd name="T13" fmla="*/ 50 h 831"/>
                <a:gd name="T14" fmla="*/ 306 w 883"/>
                <a:gd name="T15" fmla="*/ 5 h 831"/>
                <a:gd name="T16" fmla="*/ 322 w 883"/>
                <a:gd name="T17" fmla="*/ 164 h 831"/>
                <a:gd name="T18" fmla="*/ 341 w 883"/>
                <a:gd name="T19" fmla="*/ 334 h 831"/>
                <a:gd name="T20" fmla="*/ 355 w 883"/>
                <a:gd name="T21" fmla="*/ 476 h 831"/>
                <a:gd name="T22" fmla="*/ 362 w 883"/>
                <a:gd name="T23" fmla="*/ 540 h 831"/>
                <a:gd name="T24" fmla="*/ 291 w 883"/>
                <a:gd name="T25" fmla="*/ 540 h 831"/>
                <a:gd name="T26" fmla="*/ 152 w 883"/>
                <a:gd name="T27" fmla="*/ 540 h 831"/>
                <a:gd name="T28" fmla="*/ 83 w 883"/>
                <a:gd name="T29" fmla="*/ 542 h 831"/>
                <a:gd name="T30" fmla="*/ 45 w 883"/>
                <a:gd name="T31" fmla="*/ 533 h 831"/>
                <a:gd name="T32" fmla="*/ 24 w 883"/>
                <a:gd name="T33" fmla="*/ 552 h 831"/>
                <a:gd name="T34" fmla="*/ 24 w 883"/>
                <a:gd name="T35" fmla="*/ 573 h 831"/>
                <a:gd name="T36" fmla="*/ 3 w 883"/>
                <a:gd name="T37" fmla="*/ 583 h 831"/>
                <a:gd name="T38" fmla="*/ 10 w 883"/>
                <a:gd name="T39" fmla="*/ 604 h 831"/>
                <a:gd name="T40" fmla="*/ 15 w 883"/>
                <a:gd name="T41" fmla="*/ 646 h 831"/>
                <a:gd name="T42" fmla="*/ 31 w 883"/>
                <a:gd name="T43" fmla="*/ 656 h 831"/>
                <a:gd name="T44" fmla="*/ 43 w 883"/>
                <a:gd name="T45" fmla="*/ 672 h 831"/>
                <a:gd name="T46" fmla="*/ 48 w 883"/>
                <a:gd name="T47" fmla="*/ 682 h 831"/>
                <a:gd name="T48" fmla="*/ 48 w 883"/>
                <a:gd name="T49" fmla="*/ 689 h 831"/>
                <a:gd name="T50" fmla="*/ 45 w 883"/>
                <a:gd name="T51" fmla="*/ 703 h 831"/>
                <a:gd name="T52" fmla="*/ 52 w 883"/>
                <a:gd name="T53" fmla="*/ 732 h 831"/>
                <a:gd name="T54" fmla="*/ 79 w 883"/>
                <a:gd name="T55" fmla="*/ 727 h 831"/>
                <a:gd name="T56" fmla="*/ 95 w 883"/>
                <a:gd name="T57" fmla="*/ 725 h 831"/>
                <a:gd name="T58" fmla="*/ 114 w 883"/>
                <a:gd name="T59" fmla="*/ 722 h 831"/>
                <a:gd name="T60" fmla="*/ 140 w 883"/>
                <a:gd name="T61" fmla="*/ 727 h 831"/>
                <a:gd name="T62" fmla="*/ 154 w 883"/>
                <a:gd name="T63" fmla="*/ 706 h 831"/>
                <a:gd name="T64" fmla="*/ 180 w 883"/>
                <a:gd name="T65" fmla="*/ 722 h 831"/>
                <a:gd name="T66" fmla="*/ 192 w 883"/>
                <a:gd name="T67" fmla="*/ 755 h 831"/>
                <a:gd name="T68" fmla="*/ 206 w 883"/>
                <a:gd name="T69" fmla="*/ 770 h 831"/>
                <a:gd name="T70" fmla="*/ 192 w 883"/>
                <a:gd name="T71" fmla="*/ 786 h 831"/>
                <a:gd name="T72" fmla="*/ 213 w 883"/>
                <a:gd name="T73" fmla="*/ 793 h 831"/>
                <a:gd name="T74" fmla="*/ 230 w 883"/>
                <a:gd name="T75" fmla="*/ 829 h 831"/>
                <a:gd name="T76" fmla="*/ 244 w 883"/>
                <a:gd name="T77" fmla="*/ 817 h 831"/>
                <a:gd name="T78" fmla="*/ 261 w 883"/>
                <a:gd name="T79" fmla="*/ 822 h 831"/>
                <a:gd name="T80" fmla="*/ 289 w 883"/>
                <a:gd name="T81" fmla="*/ 822 h 831"/>
                <a:gd name="T82" fmla="*/ 299 w 883"/>
                <a:gd name="T83" fmla="*/ 805 h 831"/>
                <a:gd name="T84" fmla="*/ 322 w 883"/>
                <a:gd name="T85" fmla="*/ 800 h 831"/>
                <a:gd name="T86" fmla="*/ 325 w 883"/>
                <a:gd name="T87" fmla="*/ 812 h 831"/>
                <a:gd name="T88" fmla="*/ 336 w 883"/>
                <a:gd name="T89" fmla="*/ 829 h 831"/>
                <a:gd name="T90" fmla="*/ 365 w 883"/>
                <a:gd name="T91" fmla="*/ 805 h 831"/>
                <a:gd name="T92" fmla="*/ 372 w 883"/>
                <a:gd name="T93" fmla="*/ 779 h 831"/>
                <a:gd name="T94" fmla="*/ 374 w 883"/>
                <a:gd name="T95" fmla="*/ 743 h 831"/>
                <a:gd name="T96" fmla="*/ 374 w 883"/>
                <a:gd name="T97" fmla="*/ 739 h 831"/>
                <a:gd name="T98" fmla="*/ 405 w 883"/>
                <a:gd name="T99" fmla="*/ 727 h 831"/>
                <a:gd name="T100" fmla="*/ 419 w 883"/>
                <a:gd name="T101" fmla="*/ 706 h 831"/>
                <a:gd name="T102" fmla="*/ 431 w 883"/>
                <a:gd name="T103" fmla="*/ 687 h 831"/>
                <a:gd name="T104" fmla="*/ 433 w 883"/>
                <a:gd name="T105" fmla="*/ 663 h 831"/>
                <a:gd name="T106" fmla="*/ 445 w 883"/>
                <a:gd name="T107" fmla="*/ 651 h 831"/>
                <a:gd name="T108" fmla="*/ 471 w 883"/>
                <a:gd name="T109" fmla="*/ 668 h 831"/>
                <a:gd name="T110" fmla="*/ 495 w 883"/>
                <a:gd name="T111" fmla="*/ 642 h 831"/>
                <a:gd name="T112" fmla="*/ 545 w 883"/>
                <a:gd name="T113" fmla="*/ 613 h 831"/>
                <a:gd name="T114" fmla="*/ 635 w 883"/>
                <a:gd name="T115" fmla="*/ 566 h 831"/>
                <a:gd name="T116" fmla="*/ 722 w 883"/>
                <a:gd name="T117" fmla="*/ 557 h 831"/>
                <a:gd name="T118" fmla="*/ 821 w 883"/>
                <a:gd name="T119" fmla="*/ 545 h 831"/>
                <a:gd name="T120" fmla="*/ 869 w 883"/>
                <a:gd name="T121" fmla="*/ 509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883" h="831">
                  <a:moveTo>
                    <a:pt x="883" y="450"/>
                  </a:moveTo>
                  <a:lnTo>
                    <a:pt x="883" y="448"/>
                  </a:lnTo>
                  <a:lnTo>
                    <a:pt x="883" y="441"/>
                  </a:lnTo>
                  <a:lnTo>
                    <a:pt x="883" y="433"/>
                  </a:lnTo>
                  <a:lnTo>
                    <a:pt x="883" y="426"/>
                  </a:lnTo>
                  <a:lnTo>
                    <a:pt x="883" y="419"/>
                  </a:lnTo>
                  <a:lnTo>
                    <a:pt x="883" y="412"/>
                  </a:lnTo>
                  <a:lnTo>
                    <a:pt x="883" y="405"/>
                  </a:lnTo>
                  <a:lnTo>
                    <a:pt x="883" y="403"/>
                  </a:lnTo>
                  <a:lnTo>
                    <a:pt x="883" y="400"/>
                  </a:lnTo>
                  <a:lnTo>
                    <a:pt x="883" y="393"/>
                  </a:lnTo>
                  <a:lnTo>
                    <a:pt x="883" y="386"/>
                  </a:lnTo>
                  <a:lnTo>
                    <a:pt x="883" y="379"/>
                  </a:lnTo>
                  <a:lnTo>
                    <a:pt x="883" y="372"/>
                  </a:lnTo>
                  <a:lnTo>
                    <a:pt x="883" y="365"/>
                  </a:lnTo>
                  <a:lnTo>
                    <a:pt x="883" y="365"/>
                  </a:lnTo>
                  <a:lnTo>
                    <a:pt x="883" y="358"/>
                  </a:lnTo>
                  <a:lnTo>
                    <a:pt x="883" y="351"/>
                  </a:lnTo>
                  <a:lnTo>
                    <a:pt x="883" y="344"/>
                  </a:lnTo>
                  <a:lnTo>
                    <a:pt x="883" y="336"/>
                  </a:lnTo>
                  <a:lnTo>
                    <a:pt x="874" y="339"/>
                  </a:lnTo>
                  <a:lnTo>
                    <a:pt x="864" y="341"/>
                  </a:lnTo>
                  <a:lnTo>
                    <a:pt x="859" y="341"/>
                  </a:lnTo>
                  <a:lnTo>
                    <a:pt x="855" y="341"/>
                  </a:lnTo>
                  <a:lnTo>
                    <a:pt x="847" y="344"/>
                  </a:lnTo>
                  <a:lnTo>
                    <a:pt x="840" y="346"/>
                  </a:lnTo>
                  <a:lnTo>
                    <a:pt x="840" y="346"/>
                  </a:lnTo>
                  <a:lnTo>
                    <a:pt x="836" y="346"/>
                  </a:lnTo>
                  <a:lnTo>
                    <a:pt x="836" y="346"/>
                  </a:lnTo>
                  <a:lnTo>
                    <a:pt x="833" y="346"/>
                  </a:lnTo>
                  <a:lnTo>
                    <a:pt x="833" y="346"/>
                  </a:lnTo>
                  <a:lnTo>
                    <a:pt x="833" y="346"/>
                  </a:lnTo>
                  <a:lnTo>
                    <a:pt x="829" y="341"/>
                  </a:lnTo>
                  <a:lnTo>
                    <a:pt x="826" y="341"/>
                  </a:lnTo>
                  <a:lnTo>
                    <a:pt x="826" y="341"/>
                  </a:lnTo>
                  <a:lnTo>
                    <a:pt x="824" y="339"/>
                  </a:lnTo>
                  <a:lnTo>
                    <a:pt x="824" y="339"/>
                  </a:lnTo>
                  <a:lnTo>
                    <a:pt x="824" y="336"/>
                  </a:lnTo>
                  <a:lnTo>
                    <a:pt x="824" y="336"/>
                  </a:lnTo>
                  <a:lnTo>
                    <a:pt x="824" y="334"/>
                  </a:lnTo>
                  <a:lnTo>
                    <a:pt x="824" y="334"/>
                  </a:lnTo>
                  <a:lnTo>
                    <a:pt x="824" y="332"/>
                  </a:lnTo>
                  <a:lnTo>
                    <a:pt x="824" y="332"/>
                  </a:lnTo>
                  <a:lnTo>
                    <a:pt x="826" y="332"/>
                  </a:lnTo>
                  <a:lnTo>
                    <a:pt x="826" y="332"/>
                  </a:lnTo>
                  <a:lnTo>
                    <a:pt x="826" y="329"/>
                  </a:lnTo>
                  <a:lnTo>
                    <a:pt x="826" y="327"/>
                  </a:lnTo>
                  <a:lnTo>
                    <a:pt x="829" y="327"/>
                  </a:lnTo>
                  <a:lnTo>
                    <a:pt x="829" y="325"/>
                  </a:lnTo>
                  <a:lnTo>
                    <a:pt x="831" y="325"/>
                  </a:lnTo>
                  <a:lnTo>
                    <a:pt x="831" y="325"/>
                  </a:lnTo>
                  <a:lnTo>
                    <a:pt x="831" y="322"/>
                  </a:lnTo>
                  <a:lnTo>
                    <a:pt x="831" y="322"/>
                  </a:lnTo>
                  <a:lnTo>
                    <a:pt x="831" y="320"/>
                  </a:lnTo>
                  <a:lnTo>
                    <a:pt x="831" y="320"/>
                  </a:lnTo>
                  <a:lnTo>
                    <a:pt x="829" y="320"/>
                  </a:lnTo>
                  <a:lnTo>
                    <a:pt x="829" y="317"/>
                  </a:lnTo>
                  <a:lnTo>
                    <a:pt x="829" y="317"/>
                  </a:lnTo>
                  <a:lnTo>
                    <a:pt x="831" y="317"/>
                  </a:lnTo>
                  <a:lnTo>
                    <a:pt x="829" y="317"/>
                  </a:lnTo>
                  <a:lnTo>
                    <a:pt x="829" y="315"/>
                  </a:lnTo>
                  <a:lnTo>
                    <a:pt x="829" y="315"/>
                  </a:lnTo>
                  <a:lnTo>
                    <a:pt x="829" y="315"/>
                  </a:lnTo>
                  <a:lnTo>
                    <a:pt x="829" y="313"/>
                  </a:lnTo>
                  <a:lnTo>
                    <a:pt x="829" y="310"/>
                  </a:lnTo>
                  <a:lnTo>
                    <a:pt x="829" y="301"/>
                  </a:lnTo>
                  <a:lnTo>
                    <a:pt x="829" y="299"/>
                  </a:lnTo>
                  <a:lnTo>
                    <a:pt x="829" y="299"/>
                  </a:lnTo>
                  <a:lnTo>
                    <a:pt x="826" y="299"/>
                  </a:lnTo>
                  <a:lnTo>
                    <a:pt x="826" y="299"/>
                  </a:lnTo>
                  <a:lnTo>
                    <a:pt x="824" y="296"/>
                  </a:lnTo>
                  <a:lnTo>
                    <a:pt x="821" y="294"/>
                  </a:lnTo>
                  <a:lnTo>
                    <a:pt x="814" y="291"/>
                  </a:lnTo>
                  <a:lnTo>
                    <a:pt x="800" y="289"/>
                  </a:lnTo>
                  <a:lnTo>
                    <a:pt x="798" y="289"/>
                  </a:lnTo>
                  <a:lnTo>
                    <a:pt x="793" y="287"/>
                  </a:lnTo>
                  <a:lnTo>
                    <a:pt x="791" y="287"/>
                  </a:lnTo>
                  <a:lnTo>
                    <a:pt x="791" y="287"/>
                  </a:lnTo>
                  <a:lnTo>
                    <a:pt x="788" y="287"/>
                  </a:lnTo>
                  <a:lnTo>
                    <a:pt x="788" y="287"/>
                  </a:lnTo>
                  <a:lnTo>
                    <a:pt x="786" y="284"/>
                  </a:lnTo>
                  <a:lnTo>
                    <a:pt x="786" y="284"/>
                  </a:lnTo>
                  <a:lnTo>
                    <a:pt x="784" y="284"/>
                  </a:lnTo>
                  <a:lnTo>
                    <a:pt x="784" y="280"/>
                  </a:lnTo>
                  <a:lnTo>
                    <a:pt x="781" y="277"/>
                  </a:lnTo>
                  <a:lnTo>
                    <a:pt x="779" y="277"/>
                  </a:lnTo>
                  <a:lnTo>
                    <a:pt x="777" y="273"/>
                  </a:lnTo>
                  <a:lnTo>
                    <a:pt x="774" y="273"/>
                  </a:lnTo>
                  <a:lnTo>
                    <a:pt x="774" y="273"/>
                  </a:lnTo>
                  <a:lnTo>
                    <a:pt x="772" y="273"/>
                  </a:lnTo>
                  <a:lnTo>
                    <a:pt x="772" y="273"/>
                  </a:lnTo>
                  <a:lnTo>
                    <a:pt x="769" y="275"/>
                  </a:lnTo>
                  <a:lnTo>
                    <a:pt x="767" y="277"/>
                  </a:lnTo>
                  <a:lnTo>
                    <a:pt x="767" y="277"/>
                  </a:lnTo>
                  <a:lnTo>
                    <a:pt x="765" y="275"/>
                  </a:lnTo>
                  <a:lnTo>
                    <a:pt x="762" y="275"/>
                  </a:lnTo>
                  <a:lnTo>
                    <a:pt x="762" y="275"/>
                  </a:lnTo>
                  <a:lnTo>
                    <a:pt x="762" y="275"/>
                  </a:lnTo>
                  <a:lnTo>
                    <a:pt x="762" y="275"/>
                  </a:lnTo>
                  <a:lnTo>
                    <a:pt x="760" y="275"/>
                  </a:lnTo>
                  <a:lnTo>
                    <a:pt x="760" y="275"/>
                  </a:lnTo>
                  <a:lnTo>
                    <a:pt x="760" y="275"/>
                  </a:lnTo>
                  <a:lnTo>
                    <a:pt x="758" y="275"/>
                  </a:lnTo>
                  <a:lnTo>
                    <a:pt x="758" y="275"/>
                  </a:lnTo>
                  <a:lnTo>
                    <a:pt x="758" y="273"/>
                  </a:lnTo>
                  <a:lnTo>
                    <a:pt x="758" y="273"/>
                  </a:lnTo>
                  <a:lnTo>
                    <a:pt x="755" y="273"/>
                  </a:lnTo>
                  <a:lnTo>
                    <a:pt x="755" y="273"/>
                  </a:lnTo>
                  <a:lnTo>
                    <a:pt x="755" y="273"/>
                  </a:lnTo>
                  <a:lnTo>
                    <a:pt x="753" y="273"/>
                  </a:lnTo>
                  <a:lnTo>
                    <a:pt x="753" y="270"/>
                  </a:lnTo>
                  <a:lnTo>
                    <a:pt x="746" y="265"/>
                  </a:lnTo>
                  <a:lnTo>
                    <a:pt x="746" y="265"/>
                  </a:lnTo>
                  <a:lnTo>
                    <a:pt x="746" y="261"/>
                  </a:lnTo>
                  <a:lnTo>
                    <a:pt x="746" y="258"/>
                  </a:lnTo>
                  <a:lnTo>
                    <a:pt x="743" y="258"/>
                  </a:lnTo>
                  <a:lnTo>
                    <a:pt x="741" y="254"/>
                  </a:lnTo>
                  <a:lnTo>
                    <a:pt x="739" y="254"/>
                  </a:lnTo>
                  <a:lnTo>
                    <a:pt x="736" y="254"/>
                  </a:lnTo>
                  <a:lnTo>
                    <a:pt x="736" y="254"/>
                  </a:lnTo>
                  <a:lnTo>
                    <a:pt x="734" y="251"/>
                  </a:lnTo>
                  <a:lnTo>
                    <a:pt x="732" y="251"/>
                  </a:lnTo>
                  <a:lnTo>
                    <a:pt x="729" y="251"/>
                  </a:lnTo>
                  <a:lnTo>
                    <a:pt x="729" y="251"/>
                  </a:lnTo>
                  <a:lnTo>
                    <a:pt x="729" y="249"/>
                  </a:lnTo>
                  <a:lnTo>
                    <a:pt x="727" y="246"/>
                  </a:lnTo>
                  <a:lnTo>
                    <a:pt x="727" y="246"/>
                  </a:lnTo>
                  <a:lnTo>
                    <a:pt x="724" y="246"/>
                  </a:lnTo>
                  <a:lnTo>
                    <a:pt x="724" y="246"/>
                  </a:lnTo>
                  <a:lnTo>
                    <a:pt x="722" y="246"/>
                  </a:lnTo>
                  <a:lnTo>
                    <a:pt x="720" y="246"/>
                  </a:lnTo>
                  <a:lnTo>
                    <a:pt x="720" y="246"/>
                  </a:lnTo>
                  <a:lnTo>
                    <a:pt x="720" y="246"/>
                  </a:lnTo>
                  <a:lnTo>
                    <a:pt x="717" y="246"/>
                  </a:lnTo>
                  <a:lnTo>
                    <a:pt x="717" y="244"/>
                  </a:lnTo>
                  <a:lnTo>
                    <a:pt x="717" y="244"/>
                  </a:lnTo>
                  <a:lnTo>
                    <a:pt x="720" y="237"/>
                  </a:lnTo>
                  <a:lnTo>
                    <a:pt x="720" y="232"/>
                  </a:lnTo>
                  <a:lnTo>
                    <a:pt x="720" y="230"/>
                  </a:lnTo>
                  <a:lnTo>
                    <a:pt x="720" y="228"/>
                  </a:lnTo>
                  <a:lnTo>
                    <a:pt x="717" y="225"/>
                  </a:lnTo>
                  <a:lnTo>
                    <a:pt x="713" y="220"/>
                  </a:lnTo>
                  <a:lnTo>
                    <a:pt x="708" y="218"/>
                  </a:lnTo>
                  <a:lnTo>
                    <a:pt x="703" y="216"/>
                  </a:lnTo>
                  <a:lnTo>
                    <a:pt x="698" y="211"/>
                  </a:lnTo>
                  <a:lnTo>
                    <a:pt x="694" y="209"/>
                  </a:lnTo>
                  <a:lnTo>
                    <a:pt x="689" y="206"/>
                  </a:lnTo>
                  <a:lnTo>
                    <a:pt x="684" y="202"/>
                  </a:lnTo>
                  <a:lnTo>
                    <a:pt x="680" y="199"/>
                  </a:lnTo>
                  <a:lnTo>
                    <a:pt x="675" y="197"/>
                  </a:lnTo>
                  <a:lnTo>
                    <a:pt x="670" y="192"/>
                  </a:lnTo>
                  <a:lnTo>
                    <a:pt x="665" y="190"/>
                  </a:lnTo>
                  <a:lnTo>
                    <a:pt x="661" y="185"/>
                  </a:lnTo>
                  <a:lnTo>
                    <a:pt x="658" y="183"/>
                  </a:lnTo>
                  <a:lnTo>
                    <a:pt x="656" y="183"/>
                  </a:lnTo>
                  <a:lnTo>
                    <a:pt x="651" y="180"/>
                  </a:lnTo>
                  <a:lnTo>
                    <a:pt x="646" y="175"/>
                  </a:lnTo>
                  <a:lnTo>
                    <a:pt x="642" y="173"/>
                  </a:lnTo>
                  <a:lnTo>
                    <a:pt x="637" y="171"/>
                  </a:lnTo>
                  <a:lnTo>
                    <a:pt x="632" y="166"/>
                  </a:lnTo>
                  <a:lnTo>
                    <a:pt x="627" y="164"/>
                  </a:lnTo>
                  <a:lnTo>
                    <a:pt x="625" y="159"/>
                  </a:lnTo>
                  <a:lnTo>
                    <a:pt x="620" y="157"/>
                  </a:lnTo>
                  <a:lnTo>
                    <a:pt x="616" y="154"/>
                  </a:lnTo>
                  <a:lnTo>
                    <a:pt x="611" y="149"/>
                  </a:lnTo>
                  <a:lnTo>
                    <a:pt x="606" y="147"/>
                  </a:lnTo>
                  <a:lnTo>
                    <a:pt x="601" y="145"/>
                  </a:lnTo>
                  <a:lnTo>
                    <a:pt x="597" y="140"/>
                  </a:lnTo>
                  <a:lnTo>
                    <a:pt x="592" y="138"/>
                  </a:lnTo>
                  <a:lnTo>
                    <a:pt x="587" y="133"/>
                  </a:lnTo>
                  <a:lnTo>
                    <a:pt x="582" y="131"/>
                  </a:lnTo>
                  <a:lnTo>
                    <a:pt x="578" y="128"/>
                  </a:lnTo>
                  <a:lnTo>
                    <a:pt x="573" y="123"/>
                  </a:lnTo>
                  <a:lnTo>
                    <a:pt x="568" y="121"/>
                  </a:lnTo>
                  <a:lnTo>
                    <a:pt x="564" y="116"/>
                  </a:lnTo>
                  <a:lnTo>
                    <a:pt x="559" y="114"/>
                  </a:lnTo>
                  <a:lnTo>
                    <a:pt x="554" y="112"/>
                  </a:lnTo>
                  <a:lnTo>
                    <a:pt x="549" y="107"/>
                  </a:lnTo>
                  <a:lnTo>
                    <a:pt x="545" y="104"/>
                  </a:lnTo>
                  <a:lnTo>
                    <a:pt x="540" y="102"/>
                  </a:lnTo>
                  <a:lnTo>
                    <a:pt x="535" y="97"/>
                  </a:lnTo>
                  <a:lnTo>
                    <a:pt x="530" y="95"/>
                  </a:lnTo>
                  <a:lnTo>
                    <a:pt x="526" y="90"/>
                  </a:lnTo>
                  <a:lnTo>
                    <a:pt x="521" y="88"/>
                  </a:lnTo>
                  <a:lnTo>
                    <a:pt x="516" y="86"/>
                  </a:lnTo>
                  <a:lnTo>
                    <a:pt x="514" y="81"/>
                  </a:lnTo>
                  <a:lnTo>
                    <a:pt x="509" y="78"/>
                  </a:lnTo>
                  <a:lnTo>
                    <a:pt x="504" y="74"/>
                  </a:lnTo>
                  <a:lnTo>
                    <a:pt x="500" y="71"/>
                  </a:lnTo>
                  <a:lnTo>
                    <a:pt x="495" y="69"/>
                  </a:lnTo>
                  <a:lnTo>
                    <a:pt x="490" y="64"/>
                  </a:lnTo>
                  <a:lnTo>
                    <a:pt x="485" y="62"/>
                  </a:lnTo>
                  <a:lnTo>
                    <a:pt x="481" y="60"/>
                  </a:lnTo>
                  <a:lnTo>
                    <a:pt x="476" y="55"/>
                  </a:lnTo>
                  <a:lnTo>
                    <a:pt x="474" y="52"/>
                  </a:lnTo>
                  <a:lnTo>
                    <a:pt x="469" y="50"/>
                  </a:lnTo>
                  <a:lnTo>
                    <a:pt x="464" y="48"/>
                  </a:lnTo>
                  <a:lnTo>
                    <a:pt x="459" y="43"/>
                  </a:lnTo>
                  <a:lnTo>
                    <a:pt x="455" y="41"/>
                  </a:lnTo>
                  <a:lnTo>
                    <a:pt x="452" y="38"/>
                  </a:lnTo>
                  <a:lnTo>
                    <a:pt x="448" y="33"/>
                  </a:lnTo>
                  <a:lnTo>
                    <a:pt x="443" y="31"/>
                  </a:lnTo>
                  <a:lnTo>
                    <a:pt x="438" y="29"/>
                  </a:lnTo>
                  <a:lnTo>
                    <a:pt x="433" y="26"/>
                  </a:lnTo>
                  <a:lnTo>
                    <a:pt x="431" y="22"/>
                  </a:lnTo>
                  <a:lnTo>
                    <a:pt x="426" y="19"/>
                  </a:lnTo>
                  <a:lnTo>
                    <a:pt x="422" y="17"/>
                  </a:lnTo>
                  <a:lnTo>
                    <a:pt x="414" y="12"/>
                  </a:lnTo>
                  <a:lnTo>
                    <a:pt x="412" y="10"/>
                  </a:lnTo>
                  <a:lnTo>
                    <a:pt x="407" y="7"/>
                  </a:lnTo>
                  <a:lnTo>
                    <a:pt x="403" y="3"/>
                  </a:lnTo>
                  <a:lnTo>
                    <a:pt x="400" y="0"/>
                  </a:lnTo>
                  <a:lnTo>
                    <a:pt x="400" y="0"/>
                  </a:lnTo>
                  <a:lnTo>
                    <a:pt x="400" y="0"/>
                  </a:lnTo>
                  <a:lnTo>
                    <a:pt x="398" y="0"/>
                  </a:lnTo>
                  <a:lnTo>
                    <a:pt x="386" y="0"/>
                  </a:lnTo>
                  <a:lnTo>
                    <a:pt x="374" y="0"/>
                  </a:lnTo>
                  <a:lnTo>
                    <a:pt x="362" y="0"/>
                  </a:lnTo>
                  <a:lnTo>
                    <a:pt x="351" y="0"/>
                  </a:lnTo>
                  <a:lnTo>
                    <a:pt x="339" y="0"/>
                  </a:lnTo>
                  <a:lnTo>
                    <a:pt x="327" y="0"/>
                  </a:lnTo>
                  <a:lnTo>
                    <a:pt x="315" y="0"/>
                  </a:lnTo>
                  <a:lnTo>
                    <a:pt x="303" y="0"/>
                  </a:lnTo>
                  <a:lnTo>
                    <a:pt x="306" y="5"/>
                  </a:lnTo>
                  <a:lnTo>
                    <a:pt x="306" y="10"/>
                  </a:lnTo>
                  <a:lnTo>
                    <a:pt x="306" y="15"/>
                  </a:lnTo>
                  <a:lnTo>
                    <a:pt x="306" y="19"/>
                  </a:lnTo>
                  <a:lnTo>
                    <a:pt x="308" y="24"/>
                  </a:lnTo>
                  <a:lnTo>
                    <a:pt x="308" y="29"/>
                  </a:lnTo>
                  <a:lnTo>
                    <a:pt x="308" y="33"/>
                  </a:lnTo>
                  <a:lnTo>
                    <a:pt x="308" y="38"/>
                  </a:lnTo>
                  <a:lnTo>
                    <a:pt x="308" y="43"/>
                  </a:lnTo>
                  <a:lnTo>
                    <a:pt x="308" y="43"/>
                  </a:lnTo>
                  <a:lnTo>
                    <a:pt x="310" y="48"/>
                  </a:lnTo>
                  <a:lnTo>
                    <a:pt x="310" y="55"/>
                  </a:lnTo>
                  <a:lnTo>
                    <a:pt x="310" y="62"/>
                  </a:lnTo>
                  <a:lnTo>
                    <a:pt x="310" y="67"/>
                  </a:lnTo>
                  <a:lnTo>
                    <a:pt x="313" y="74"/>
                  </a:lnTo>
                  <a:lnTo>
                    <a:pt x="313" y="81"/>
                  </a:lnTo>
                  <a:lnTo>
                    <a:pt x="313" y="88"/>
                  </a:lnTo>
                  <a:lnTo>
                    <a:pt x="315" y="95"/>
                  </a:lnTo>
                  <a:lnTo>
                    <a:pt x="315" y="102"/>
                  </a:lnTo>
                  <a:lnTo>
                    <a:pt x="315" y="109"/>
                  </a:lnTo>
                  <a:lnTo>
                    <a:pt x="315" y="109"/>
                  </a:lnTo>
                  <a:lnTo>
                    <a:pt x="317" y="116"/>
                  </a:lnTo>
                  <a:lnTo>
                    <a:pt x="317" y="121"/>
                  </a:lnTo>
                  <a:lnTo>
                    <a:pt x="317" y="128"/>
                  </a:lnTo>
                  <a:lnTo>
                    <a:pt x="320" y="135"/>
                  </a:lnTo>
                  <a:lnTo>
                    <a:pt x="320" y="142"/>
                  </a:lnTo>
                  <a:lnTo>
                    <a:pt x="320" y="149"/>
                  </a:lnTo>
                  <a:lnTo>
                    <a:pt x="322" y="157"/>
                  </a:lnTo>
                  <a:lnTo>
                    <a:pt x="322" y="164"/>
                  </a:lnTo>
                  <a:lnTo>
                    <a:pt x="322" y="171"/>
                  </a:lnTo>
                  <a:lnTo>
                    <a:pt x="325" y="178"/>
                  </a:lnTo>
                  <a:lnTo>
                    <a:pt x="325" y="185"/>
                  </a:lnTo>
                  <a:lnTo>
                    <a:pt x="325" y="192"/>
                  </a:lnTo>
                  <a:lnTo>
                    <a:pt x="327" y="199"/>
                  </a:lnTo>
                  <a:lnTo>
                    <a:pt x="327" y="206"/>
                  </a:lnTo>
                  <a:lnTo>
                    <a:pt x="327" y="213"/>
                  </a:lnTo>
                  <a:lnTo>
                    <a:pt x="329" y="218"/>
                  </a:lnTo>
                  <a:lnTo>
                    <a:pt x="329" y="225"/>
                  </a:lnTo>
                  <a:lnTo>
                    <a:pt x="329" y="232"/>
                  </a:lnTo>
                  <a:lnTo>
                    <a:pt x="329" y="237"/>
                  </a:lnTo>
                  <a:lnTo>
                    <a:pt x="332" y="244"/>
                  </a:lnTo>
                  <a:lnTo>
                    <a:pt x="332" y="251"/>
                  </a:lnTo>
                  <a:lnTo>
                    <a:pt x="332" y="254"/>
                  </a:lnTo>
                  <a:lnTo>
                    <a:pt x="332" y="261"/>
                  </a:lnTo>
                  <a:lnTo>
                    <a:pt x="334" y="268"/>
                  </a:lnTo>
                  <a:lnTo>
                    <a:pt x="334" y="275"/>
                  </a:lnTo>
                  <a:lnTo>
                    <a:pt x="334" y="282"/>
                  </a:lnTo>
                  <a:lnTo>
                    <a:pt x="336" y="289"/>
                  </a:lnTo>
                  <a:lnTo>
                    <a:pt x="336" y="296"/>
                  </a:lnTo>
                  <a:lnTo>
                    <a:pt x="336" y="303"/>
                  </a:lnTo>
                  <a:lnTo>
                    <a:pt x="339" y="310"/>
                  </a:lnTo>
                  <a:lnTo>
                    <a:pt x="339" y="317"/>
                  </a:lnTo>
                  <a:lnTo>
                    <a:pt x="339" y="317"/>
                  </a:lnTo>
                  <a:lnTo>
                    <a:pt x="339" y="325"/>
                  </a:lnTo>
                  <a:lnTo>
                    <a:pt x="341" y="327"/>
                  </a:lnTo>
                  <a:lnTo>
                    <a:pt x="341" y="332"/>
                  </a:lnTo>
                  <a:lnTo>
                    <a:pt x="341" y="334"/>
                  </a:lnTo>
                  <a:lnTo>
                    <a:pt x="341" y="339"/>
                  </a:lnTo>
                  <a:lnTo>
                    <a:pt x="341" y="344"/>
                  </a:lnTo>
                  <a:lnTo>
                    <a:pt x="341" y="348"/>
                  </a:lnTo>
                  <a:lnTo>
                    <a:pt x="344" y="353"/>
                  </a:lnTo>
                  <a:lnTo>
                    <a:pt x="344" y="358"/>
                  </a:lnTo>
                  <a:lnTo>
                    <a:pt x="344" y="365"/>
                  </a:lnTo>
                  <a:lnTo>
                    <a:pt x="344" y="370"/>
                  </a:lnTo>
                  <a:lnTo>
                    <a:pt x="346" y="374"/>
                  </a:lnTo>
                  <a:lnTo>
                    <a:pt x="346" y="379"/>
                  </a:lnTo>
                  <a:lnTo>
                    <a:pt x="346" y="384"/>
                  </a:lnTo>
                  <a:lnTo>
                    <a:pt x="346" y="391"/>
                  </a:lnTo>
                  <a:lnTo>
                    <a:pt x="346" y="396"/>
                  </a:lnTo>
                  <a:lnTo>
                    <a:pt x="348" y="400"/>
                  </a:lnTo>
                  <a:lnTo>
                    <a:pt x="348" y="405"/>
                  </a:lnTo>
                  <a:lnTo>
                    <a:pt x="348" y="410"/>
                  </a:lnTo>
                  <a:lnTo>
                    <a:pt x="348" y="415"/>
                  </a:lnTo>
                  <a:lnTo>
                    <a:pt x="351" y="419"/>
                  </a:lnTo>
                  <a:lnTo>
                    <a:pt x="351" y="426"/>
                  </a:lnTo>
                  <a:lnTo>
                    <a:pt x="351" y="431"/>
                  </a:lnTo>
                  <a:lnTo>
                    <a:pt x="351" y="436"/>
                  </a:lnTo>
                  <a:lnTo>
                    <a:pt x="351" y="441"/>
                  </a:lnTo>
                  <a:lnTo>
                    <a:pt x="353" y="445"/>
                  </a:lnTo>
                  <a:lnTo>
                    <a:pt x="353" y="450"/>
                  </a:lnTo>
                  <a:lnTo>
                    <a:pt x="353" y="455"/>
                  </a:lnTo>
                  <a:lnTo>
                    <a:pt x="353" y="459"/>
                  </a:lnTo>
                  <a:lnTo>
                    <a:pt x="355" y="467"/>
                  </a:lnTo>
                  <a:lnTo>
                    <a:pt x="355" y="471"/>
                  </a:lnTo>
                  <a:lnTo>
                    <a:pt x="355" y="476"/>
                  </a:lnTo>
                  <a:lnTo>
                    <a:pt x="355" y="481"/>
                  </a:lnTo>
                  <a:lnTo>
                    <a:pt x="355" y="483"/>
                  </a:lnTo>
                  <a:lnTo>
                    <a:pt x="358" y="483"/>
                  </a:lnTo>
                  <a:lnTo>
                    <a:pt x="358" y="486"/>
                  </a:lnTo>
                  <a:lnTo>
                    <a:pt x="360" y="486"/>
                  </a:lnTo>
                  <a:lnTo>
                    <a:pt x="360" y="488"/>
                  </a:lnTo>
                  <a:lnTo>
                    <a:pt x="362" y="488"/>
                  </a:lnTo>
                  <a:lnTo>
                    <a:pt x="365" y="490"/>
                  </a:lnTo>
                  <a:lnTo>
                    <a:pt x="367" y="493"/>
                  </a:lnTo>
                  <a:lnTo>
                    <a:pt x="370" y="493"/>
                  </a:lnTo>
                  <a:lnTo>
                    <a:pt x="370" y="493"/>
                  </a:lnTo>
                  <a:lnTo>
                    <a:pt x="370" y="495"/>
                  </a:lnTo>
                  <a:lnTo>
                    <a:pt x="370" y="495"/>
                  </a:lnTo>
                  <a:lnTo>
                    <a:pt x="370" y="495"/>
                  </a:lnTo>
                  <a:lnTo>
                    <a:pt x="370" y="497"/>
                  </a:lnTo>
                  <a:lnTo>
                    <a:pt x="370" y="502"/>
                  </a:lnTo>
                  <a:lnTo>
                    <a:pt x="370" y="507"/>
                  </a:lnTo>
                  <a:lnTo>
                    <a:pt x="367" y="512"/>
                  </a:lnTo>
                  <a:lnTo>
                    <a:pt x="367" y="516"/>
                  </a:lnTo>
                  <a:lnTo>
                    <a:pt x="365" y="523"/>
                  </a:lnTo>
                  <a:lnTo>
                    <a:pt x="365" y="528"/>
                  </a:lnTo>
                  <a:lnTo>
                    <a:pt x="362" y="533"/>
                  </a:lnTo>
                  <a:lnTo>
                    <a:pt x="362" y="540"/>
                  </a:lnTo>
                  <a:lnTo>
                    <a:pt x="362" y="540"/>
                  </a:lnTo>
                  <a:lnTo>
                    <a:pt x="362" y="540"/>
                  </a:lnTo>
                  <a:lnTo>
                    <a:pt x="362" y="540"/>
                  </a:lnTo>
                  <a:lnTo>
                    <a:pt x="362" y="540"/>
                  </a:lnTo>
                  <a:lnTo>
                    <a:pt x="362" y="540"/>
                  </a:lnTo>
                  <a:lnTo>
                    <a:pt x="362" y="540"/>
                  </a:lnTo>
                  <a:lnTo>
                    <a:pt x="362" y="540"/>
                  </a:lnTo>
                  <a:lnTo>
                    <a:pt x="362" y="540"/>
                  </a:lnTo>
                  <a:lnTo>
                    <a:pt x="362" y="540"/>
                  </a:lnTo>
                  <a:lnTo>
                    <a:pt x="362" y="540"/>
                  </a:lnTo>
                  <a:lnTo>
                    <a:pt x="362" y="540"/>
                  </a:lnTo>
                  <a:lnTo>
                    <a:pt x="362" y="540"/>
                  </a:lnTo>
                  <a:lnTo>
                    <a:pt x="362" y="540"/>
                  </a:lnTo>
                  <a:lnTo>
                    <a:pt x="362" y="540"/>
                  </a:lnTo>
                  <a:lnTo>
                    <a:pt x="362" y="540"/>
                  </a:lnTo>
                  <a:lnTo>
                    <a:pt x="362" y="540"/>
                  </a:lnTo>
                  <a:lnTo>
                    <a:pt x="362" y="540"/>
                  </a:lnTo>
                  <a:lnTo>
                    <a:pt x="362" y="540"/>
                  </a:lnTo>
                  <a:lnTo>
                    <a:pt x="362" y="540"/>
                  </a:lnTo>
                  <a:lnTo>
                    <a:pt x="362" y="540"/>
                  </a:lnTo>
                  <a:lnTo>
                    <a:pt x="362" y="540"/>
                  </a:lnTo>
                  <a:lnTo>
                    <a:pt x="362" y="540"/>
                  </a:lnTo>
                  <a:lnTo>
                    <a:pt x="353" y="540"/>
                  </a:lnTo>
                  <a:lnTo>
                    <a:pt x="346" y="540"/>
                  </a:lnTo>
                  <a:lnTo>
                    <a:pt x="339" y="540"/>
                  </a:lnTo>
                  <a:lnTo>
                    <a:pt x="336" y="540"/>
                  </a:lnTo>
                  <a:lnTo>
                    <a:pt x="332" y="540"/>
                  </a:lnTo>
                  <a:lnTo>
                    <a:pt x="325" y="540"/>
                  </a:lnTo>
                  <a:lnTo>
                    <a:pt x="320" y="540"/>
                  </a:lnTo>
                  <a:lnTo>
                    <a:pt x="317" y="540"/>
                  </a:lnTo>
                  <a:lnTo>
                    <a:pt x="308" y="540"/>
                  </a:lnTo>
                  <a:lnTo>
                    <a:pt x="301" y="540"/>
                  </a:lnTo>
                  <a:lnTo>
                    <a:pt x="291" y="540"/>
                  </a:lnTo>
                  <a:lnTo>
                    <a:pt x="282" y="540"/>
                  </a:lnTo>
                  <a:lnTo>
                    <a:pt x="273" y="540"/>
                  </a:lnTo>
                  <a:lnTo>
                    <a:pt x="263" y="540"/>
                  </a:lnTo>
                  <a:lnTo>
                    <a:pt x="256" y="540"/>
                  </a:lnTo>
                  <a:lnTo>
                    <a:pt x="247" y="540"/>
                  </a:lnTo>
                  <a:lnTo>
                    <a:pt x="237" y="540"/>
                  </a:lnTo>
                  <a:lnTo>
                    <a:pt x="228" y="540"/>
                  </a:lnTo>
                  <a:lnTo>
                    <a:pt x="220" y="540"/>
                  </a:lnTo>
                  <a:lnTo>
                    <a:pt x="211" y="540"/>
                  </a:lnTo>
                  <a:lnTo>
                    <a:pt x="204" y="540"/>
                  </a:lnTo>
                  <a:lnTo>
                    <a:pt x="197" y="540"/>
                  </a:lnTo>
                  <a:lnTo>
                    <a:pt x="192" y="540"/>
                  </a:lnTo>
                  <a:lnTo>
                    <a:pt x="180" y="540"/>
                  </a:lnTo>
                  <a:lnTo>
                    <a:pt x="176" y="540"/>
                  </a:lnTo>
                  <a:lnTo>
                    <a:pt x="176" y="540"/>
                  </a:lnTo>
                  <a:lnTo>
                    <a:pt x="168" y="540"/>
                  </a:lnTo>
                  <a:lnTo>
                    <a:pt x="166" y="540"/>
                  </a:lnTo>
                  <a:lnTo>
                    <a:pt x="157" y="540"/>
                  </a:lnTo>
                  <a:lnTo>
                    <a:pt x="157" y="535"/>
                  </a:lnTo>
                  <a:lnTo>
                    <a:pt x="159" y="530"/>
                  </a:lnTo>
                  <a:lnTo>
                    <a:pt x="159" y="530"/>
                  </a:lnTo>
                  <a:lnTo>
                    <a:pt x="157" y="528"/>
                  </a:lnTo>
                  <a:lnTo>
                    <a:pt x="157" y="530"/>
                  </a:lnTo>
                  <a:lnTo>
                    <a:pt x="152" y="533"/>
                  </a:lnTo>
                  <a:lnTo>
                    <a:pt x="152" y="535"/>
                  </a:lnTo>
                  <a:lnTo>
                    <a:pt x="152" y="538"/>
                  </a:lnTo>
                  <a:lnTo>
                    <a:pt x="152" y="540"/>
                  </a:lnTo>
                  <a:lnTo>
                    <a:pt x="152" y="540"/>
                  </a:lnTo>
                  <a:lnTo>
                    <a:pt x="152" y="542"/>
                  </a:lnTo>
                  <a:lnTo>
                    <a:pt x="140" y="542"/>
                  </a:lnTo>
                  <a:lnTo>
                    <a:pt x="138" y="545"/>
                  </a:lnTo>
                  <a:lnTo>
                    <a:pt x="135" y="545"/>
                  </a:lnTo>
                  <a:lnTo>
                    <a:pt x="133" y="547"/>
                  </a:lnTo>
                  <a:lnTo>
                    <a:pt x="131" y="547"/>
                  </a:lnTo>
                  <a:lnTo>
                    <a:pt x="126" y="547"/>
                  </a:lnTo>
                  <a:lnTo>
                    <a:pt x="119" y="547"/>
                  </a:lnTo>
                  <a:lnTo>
                    <a:pt x="116" y="547"/>
                  </a:lnTo>
                  <a:lnTo>
                    <a:pt x="116" y="547"/>
                  </a:lnTo>
                  <a:lnTo>
                    <a:pt x="114" y="545"/>
                  </a:lnTo>
                  <a:lnTo>
                    <a:pt x="112" y="545"/>
                  </a:lnTo>
                  <a:lnTo>
                    <a:pt x="112" y="545"/>
                  </a:lnTo>
                  <a:lnTo>
                    <a:pt x="112" y="545"/>
                  </a:lnTo>
                  <a:lnTo>
                    <a:pt x="109" y="545"/>
                  </a:lnTo>
                  <a:lnTo>
                    <a:pt x="105" y="542"/>
                  </a:lnTo>
                  <a:lnTo>
                    <a:pt x="105" y="542"/>
                  </a:lnTo>
                  <a:lnTo>
                    <a:pt x="102" y="542"/>
                  </a:lnTo>
                  <a:lnTo>
                    <a:pt x="100" y="542"/>
                  </a:lnTo>
                  <a:lnTo>
                    <a:pt x="95" y="542"/>
                  </a:lnTo>
                  <a:lnTo>
                    <a:pt x="95" y="542"/>
                  </a:lnTo>
                  <a:lnTo>
                    <a:pt x="93" y="542"/>
                  </a:lnTo>
                  <a:lnTo>
                    <a:pt x="93" y="542"/>
                  </a:lnTo>
                  <a:lnTo>
                    <a:pt x="90" y="545"/>
                  </a:lnTo>
                  <a:lnTo>
                    <a:pt x="90" y="545"/>
                  </a:lnTo>
                  <a:lnTo>
                    <a:pt x="90" y="545"/>
                  </a:lnTo>
                  <a:lnTo>
                    <a:pt x="88" y="545"/>
                  </a:lnTo>
                  <a:lnTo>
                    <a:pt x="83" y="542"/>
                  </a:lnTo>
                  <a:lnTo>
                    <a:pt x="83" y="542"/>
                  </a:lnTo>
                  <a:lnTo>
                    <a:pt x="83" y="545"/>
                  </a:lnTo>
                  <a:lnTo>
                    <a:pt x="83" y="545"/>
                  </a:lnTo>
                  <a:lnTo>
                    <a:pt x="83" y="547"/>
                  </a:lnTo>
                  <a:lnTo>
                    <a:pt x="83" y="549"/>
                  </a:lnTo>
                  <a:lnTo>
                    <a:pt x="81" y="549"/>
                  </a:lnTo>
                  <a:lnTo>
                    <a:pt x="81" y="549"/>
                  </a:lnTo>
                  <a:lnTo>
                    <a:pt x="81" y="549"/>
                  </a:lnTo>
                  <a:lnTo>
                    <a:pt x="81" y="549"/>
                  </a:lnTo>
                  <a:lnTo>
                    <a:pt x="79" y="549"/>
                  </a:lnTo>
                  <a:lnTo>
                    <a:pt x="79" y="549"/>
                  </a:lnTo>
                  <a:lnTo>
                    <a:pt x="79" y="552"/>
                  </a:lnTo>
                  <a:lnTo>
                    <a:pt x="79" y="552"/>
                  </a:lnTo>
                  <a:lnTo>
                    <a:pt x="76" y="554"/>
                  </a:lnTo>
                  <a:lnTo>
                    <a:pt x="76" y="554"/>
                  </a:lnTo>
                  <a:lnTo>
                    <a:pt x="76" y="557"/>
                  </a:lnTo>
                  <a:lnTo>
                    <a:pt x="74" y="557"/>
                  </a:lnTo>
                  <a:lnTo>
                    <a:pt x="74" y="561"/>
                  </a:lnTo>
                  <a:lnTo>
                    <a:pt x="74" y="561"/>
                  </a:lnTo>
                  <a:lnTo>
                    <a:pt x="71" y="559"/>
                  </a:lnTo>
                  <a:lnTo>
                    <a:pt x="69" y="557"/>
                  </a:lnTo>
                  <a:lnTo>
                    <a:pt x="69" y="554"/>
                  </a:lnTo>
                  <a:lnTo>
                    <a:pt x="67" y="552"/>
                  </a:lnTo>
                  <a:lnTo>
                    <a:pt x="52" y="542"/>
                  </a:lnTo>
                  <a:lnTo>
                    <a:pt x="52" y="542"/>
                  </a:lnTo>
                  <a:lnTo>
                    <a:pt x="48" y="533"/>
                  </a:lnTo>
                  <a:lnTo>
                    <a:pt x="45" y="533"/>
                  </a:lnTo>
                  <a:lnTo>
                    <a:pt x="45" y="533"/>
                  </a:lnTo>
                  <a:lnTo>
                    <a:pt x="41" y="533"/>
                  </a:lnTo>
                  <a:lnTo>
                    <a:pt x="41" y="533"/>
                  </a:lnTo>
                  <a:lnTo>
                    <a:pt x="41" y="533"/>
                  </a:lnTo>
                  <a:lnTo>
                    <a:pt x="41" y="533"/>
                  </a:lnTo>
                  <a:lnTo>
                    <a:pt x="41" y="533"/>
                  </a:lnTo>
                  <a:lnTo>
                    <a:pt x="41" y="533"/>
                  </a:lnTo>
                  <a:lnTo>
                    <a:pt x="41" y="533"/>
                  </a:lnTo>
                  <a:lnTo>
                    <a:pt x="41" y="533"/>
                  </a:lnTo>
                  <a:lnTo>
                    <a:pt x="41" y="533"/>
                  </a:lnTo>
                  <a:lnTo>
                    <a:pt x="41" y="533"/>
                  </a:lnTo>
                  <a:lnTo>
                    <a:pt x="41" y="533"/>
                  </a:lnTo>
                  <a:lnTo>
                    <a:pt x="41" y="535"/>
                  </a:lnTo>
                  <a:lnTo>
                    <a:pt x="41" y="535"/>
                  </a:lnTo>
                  <a:lnTo>
                    <a:pt x="38" y="535"/>
                  </a:lnTo>
                  <a:lnTo>
                    <a:pt x="38" y="535"/>
                  </a:lnTo>
                  <a:lnTo>
                    <a:pt x="36" y="538"/>
                  </a:lnTo>
                  <a:lnTo>
                    <a:pt x="34" y="538"/>
                  </a:lnTo>
                  <a:lnTo>
                    <a:pt x="34" y="538"/>
                  </a:lnTo>
                  <a:lnTo>
                    <a:pt x="31" y="538"/>
                  </a:lnTo>
                  <a:lnTo>
                    <a:pt x="31" y="538"/>
                  </a:lnTo>
                  <a:lnTo>
                    <a:pt x="29" y="538"/>
                  </a:lnTo>
                  <a:lnTo>
                    <a:pt x="29" y="540"/>
                  </a:lnTo>
                  <a:lnTo>
                    <a:pt x="29" y="540"/>
                  </a:lnTo>
                  <a:lnTo>
                    <a:pt x="29" y="542"/>
                  </a:lnTo>
                  <a:lnTo>
                    <a:pt x="29" y="542"/>
                  </a:lnTo>
                  <a:lnTo>
                    <a:pt x="26" y="547"/>
                  </a:lnTo>
                  <a:lnTo>
                    <a:pt x="24" y="552"/>
                  </a:lnTo>
                  <a:lnTo>
                    <a:pt x="24" y="552"/>
                  </a:lnTo>
                  <a:lnTo>
                    <a:pt x="24" y="554"/>
                  </a:lnTo>
                  <a:lnTo>
                    <a:pt x="24" y="557"/>
                  </a:lnTo>
                  <a:lnTo>
                    <a:pt x="24" y="559"/>
                  </a:lnTo>
                  <a:lnTo>
                    <a:pt x="24" y="559"/>
                  </a:lnTo>
                  <a:lnTo>
                    <a:pt x="24" y="559"/>
                  </a:lnTo>
                  <a:lnTo>
                    <a:pt x="24" y="561"/>
                  </a:lnTo>
                  <a:lnTo>
                    <a:pt x="24" y="564"/>
                  </a:lnTo>
                  <a:lnTo>
                    <a:pt x="22" y="564"/>
                  </a:lnTo>
                  <a:lnTo>
                    <a:pt x="22" y="564"/>
                  </a:lnTo>
                  <a:lnTo>
                    <a:pt x="24" y="566"/>
                  </a:lnTo>
                  <a:lnTo>
                    <a:pt x="24" y="564"/>
                  </a:lnTo>
                  <a:lnTo>
                    <a:pt x="24" y="564"/>
                  </a:lnTo>
                  <a:lnTo>
                    <a:pt x="24" y="564"/>
                  </a:lnTo>
                  <a:lnTo>
                    <a:pt x="24" y="566"/>
                  </a:lnTo>
                  <a:lnTo>
                    <a:pt x="24" y="566"/>
                  </a:lnTo>
                  <a:lnTo>
                    <a:pt x="26" y="566"/>
                  </a:lnTo>
                  <a:lnTo>
                    <a:pt x="26" y="568"/>
                  </a:lnTo>
                  <a:lnTo>
                    <a:pt x="26" y="568"/>
                  </a:lnTo>
                  <a:lnTo>
                    <a:pt x="24" y="568"/>
                  </a:lnTo>
                  <a:lnTo>
                    <a:pt x="24" y="568"/>
                  </a:lnTo>
                  <a:lnTo>
                    <a:pt x="24" y="571"/>
                  </a:lnTo>
                  <a:lnTo>
                    <a:pt x="24" y="571"/>
                  </a:lnTo>
                  <a:lnTo>
                    <a:pt x="24" y="571"/>
                  </a:lnTo>
                  <a:lnTo>
                    <a:pt x="24" y="573"/>
                  </a:lnTo>
                  <a:lnTo>
                    <a:pt x="24" y="573"/>
                  </a:lnTo>
                  <a:lnTo>
                    <a:pt x="24" y="573"/>
                  </a:lnTo>
                  <a:lnTo>
                    <a:pt x="24" y="573"/>
                  </a:lnTo>
                  <a:lnTo>
                    <a:pt x="24" y="573"/>
                  </a:lnTo>
                  <a:lnTo>
                    <a:pt x="24" y="573"/>
                  </a:lnTo>
                  <a:lnTo>
                    <a:pt x="24" y="573"/>
                  </a:lnTo>
                  <a:lnTo>
                    <a:pt x="24" y="573"/>
                  </a:lnTo>
                  <a:lnTo>
                    <a:pt x="24" y="575"/>
                  </a:lnTo>
                  <a:lnTo>
                    <a:pt x="22" y="575"/>
                  </a:lnTo>
                  <a:lnTo>
                    <a:pt x="22" y="575"/>
                  </a:lnTo>
                  <a:lnTo>
                    <a:pt x="22" y="575"/>
                  </a:lnTo>
                  <a:lnTo>
                    <a:pt x="19" y="578"/>
                  </a:lnTo>
                  <a:lnTo>
                    <a:pt x="17" y="578"/>
                  </a:lnTo>
                  <a:lnTo>
                    <a:pt x="17" y="580"/>
                  </a:lnTo>
                  <a:lnTo>
                    <a:pt x="15" y="580"/>
                  </a:lnTo>
                  <a:lnTo>
                    <a:pt x="15" y="580"/>
                  </a:lnTo>
                  <a:lnTo>
                    <a:pt x="15" y="580"/>
                  </a:lnTo>
                  <a:lnTo>
                    <a:pt x="12" y="580"/>
                  </a:lnTo>
                  <a:lnTo>
                    <a:pt x="12" y="580"/>
                  </a:lnTo>
                  <a:lnTo>
                    <a:pt x="12" y="580"/>
                  </a:lnTo>
                  <a:lnTo>
                    <a:pt x="12" y="583"/>
                  </a:lnTo>
                  <a:lnTo>
                    <a:pt x="10" y="583"/>
                  </a:lnTo>
                  <a:lnTo>
                    <a:pt x="8" y="580"/>
                  </a:lnTo>
                  <a:lnTo>
                    <a:pt x="8" y="580"/>
                  </a:lnTo>
                  <a:lnTo>
                    <a:pt x="8" y="580"/>
                  </a:lnTo>
                  <a:lnTo>
                    <a:pt x="5" y="580"/>
                  </a:lnTo>
                  <a:lnTo>
                    <a:pt x="3" y="580"/>
                  </a:lnTo>
                  <a:lnTo>
                    <a:pt x="3" y="580"/>
                  </a:lnTo>
                  <a:lnTo>
                    <a:pt x="0" y="580"/>
                  </a:lnTo>
                  <a:lnTo>
                    <a:pt x="0" y="580"/>
                  </a:lnTo>
                  <a:lnTo>
                    <a:pt x="3" y="583"/>
                  </a:lnTo>
                  <a:lnTo>
                    <a:pt x="3" y="583"/>
                  </a:lnTo>
                  <a:lnTo>
                    <a:pt x="3" y="583"/>
                  </a:lnTo>
                  <a:lnTo>
                    <a:pt x="5" y="585"/>
                  </a:lnTo>
                  <a:lnTo>
                    <a:pt x="5" y="585"/>
                  </a:lnTo>
                  <a:lnTo>
                    <a:pt x="5" y="585"/>
                  </a:lnTo>
                  <a:lnTo>
                    <a:pt x="5" y="585"/>
                  </a:lnTo>
                  <a:lnTo>
                    <a:pt x="5" y="585"/>
                  </a:lnTo>
                  <a:lnTo>
                    <a:pt x="5" y="585"/>
                  </a:lnTo>
                  <a:lnTo>
                    <a:pt x="5" y="587"/>
                  </a:lnTo>
                  <a:lnTo>
                    <a:pt x="5" y="587"/>
                  </a:lnTo>
                  <a:lnTo>
                    <a:pt x="5" y="587"/>
                  </a:lnTo>
                  <a:lnTo>
                    <a:pt x="8" y="587"/>
                  </a:lnTo>
                  <a:lnTo>
                    <a:pt x="8" y="587"/>
                  </a:lnTo>
                  <a:lnTo>
                    <a:pt x="5" y="587"/>
                  </a:lnTo>
                  <a:lnTo>
                    <a:pt x="5" y="590"/>
                  </a:lnTo>
                  <a:lnTo>
                    <a:pt x="5" y="590"/>
                  </a:lnTo>
                  <a:lnTo>
                    <a:pt x="5" y="590"/>
                  </a:lnTo>
                  <a:lnTo>
                    <a:pt x="5" y="592"/>
                  </a:lnTo>
                  <a:lnTo>
                    <a:pt x="5" y="592"/>
                  </a:lnTo>
                  <a:lnTo>
                    <a:pt x="5" y="592"/>
                  </a:lnTo>
                  <a:lnTo>
                    <a:pt x="3" y="592"/>
                  </a:lnTo>
                  <a:lnTo>
                    <a:pt x="3" y="594"/>
                  </a:lnTo>
                  <a:lnTo>
                    <a:pt x="3" y="594"/>
                  </a:lnTo>
                  <a:lnTo>
                    <a:pt x="3" y="597"/>
                  </a:lnTo>
                  <a:lnTo>
                    <a:pt x="3" y="599"/>
                  </a:lnTo>
                  <a:lnTo>
                    <a:pt x="3" y="601"/>
                  </a:lnTo>
                  <a:lnTo>
                    <a:pt x="5" y="601"/>
                  </a:lnTo>
                  <a:lnTo>
                    <a:pt x="10" y="601"/>
                  </a:lnTo>
                  <a:lnTo>
                    <a:pt x="10" y="604"/>
                  </a:lnTo>
                  <a:lnTo>
                    <a:pt x="10" y="604"/>
                  </a:lnTo>
                  <a:lnTo>
                    <a:pt x="8" y="604"/>
                  </a:lnTo>
                  <a:lnTo>
                    <a:pt x="10" y="606"/>
                  </a:lnTo>
                  <a:lnTo>
                    <a:pt x="10" y="606"/>
                  </a:lnTo>
                  <a:lnTo>
                    <a:pt x="10" y="606"/>
                  </a:lnTo>
                  <a:lnTo>
                    <a:pt x="12" y="606"/>
                  </a:lnTo>
                  <a:lnTo>
                    <a:pt x="12" y="609"/>
                  </a:lnTo>
                  <a:lnTo>
                    <a:pt x="15" y="609"/>
                  </a:lnTo>
                  <a:lnTo>
                    <a:pt x="15" y="613"/>
                  </a:lnTo>
                  <a:lnTo>
                    <a:pt x="15" y="613"/>
                  </a:lnTo>
                  <a:lnTo>
                    <a:pt x="15" y="616"/>
                  </a:lnTo>
                  <a:lnTo>
                    <a:pt x="15" y="620"/>
                  </a:lnTo>
                  <a:lnTo>
                    <a:pt x="15" y="623"/>
                  </a:lnTo>
                  <a:lnTo>
                    <a:pt x="15" y="625"/>
                  </a:lnTo>
                  <a:lnTo>
                    <a:pt x="15" y="625"/>
                  </a:lnTo>
                  <a:lnTo>
                    <a:pt x="17" y="625"/>
                  </a:lnTo>
                  <a:lnTo>
                    <a:pt x="17" y="628"/>
                  </a:lnTo>
                  <a:lnTo>
                    <a:pt x="17" y="628"/>
                  </a:lnTo>
                  <a:lnTo>
                    <a:pt x="17" y="630"/>
                  </a:lnTo>
                  <a:lnTo>
                    <a:pt x="17" y="632"/>
                  </a:lnTo>
                  <a:lnTo>
                    <a:pt x="17" y="635"/>
                  </a:lnTo>
                  <a:lnTo>
                    <a:pt x="15" y="635"/>
                  </a:lnTo>
                  <a:lnTo>
                    <a:pt x="10" y="639"/>
                  </a:lnTo>
                  <a:lnTo>
                    <a:pt x="10" y="639"/>
                  </a:lnTo>
                  <a:lnTo>
                    <a:pt x="12" y="639"/>
                  </a:lnTo>
                  <a:lnTo>
                    <a:pt x="12" y="642"/>
                  </a:lnTo>
                  <a:lnTo>
                    <a:pt x="12" y="644"/>
                  </a:lnTo>
                  <a:lnTo>
                    <a:pt x="15" y="646"/>
                  </a:lnTo>
                  <a:lnTo>
                    <a:pt x="15" y="646"/>
                  </a:lnTo>
                  <a:lnTo>
                    <a:pt x="19" y="649"/>
                  </a:lnTo>
                  <a:lnTo>
                    <a:pt x="19" y="649"/>
                  </a:lnTo>
                  <a:lnTo>
                    <a:pt x="19" y="651"/>
                  </a:lnTo>
                  <a:lnTo>
                    <a:pt x="19" y="651"/>
                  </a:lnTo>
                  <a:lnTo>
                    <a:pt x="19" y="651"/>
                  </a:lnTo>
                  <a:lnTo>
                    <a:pt x="22" y="651"/>
                  </a:lnTo>
                  <a:lnTo>
                    <a:pt x="22" y="651"/>
                  </a:lnTo>
                  <a:lnTo>
                    <a:pt x="22" y="651"/>
                  </a:lnTo>
                  <a:lnTo>
                    <a:pt x="22" y="654"/>
                  </a:lnTo>
                  <a:lnTo>
                    <a:pt x="22" y="656"/>
                  </a:lnTo>
                  <a:lnTo>
                    <a:pt x="22" y="656"/>
                  </a:lnTo>
                  <a:lnTo>
                    <a:pt x="22" y="656"/>
                  </a:lnTo>
                  <a:lnTo>
                    <a:pt x="22" y="658"/>
                  </a:lnTo>
                  <a:lnTo>
                    <a:pt x="24" y="658"/>
                  </a:lnTo>
                  <a:lnTo>
                    <a:pt x="24" y="658"/>
                  </a:lnTo>
                  <a:lnTo>
                    <a:pt x="24" y="658"/>
                  </a:lnTo>
                  <a:lnTo>
                    <a:pt x="24" y="661"/>
                  </a:lnTo>
                  <a:lnTo>
                    <a:pt x="24" y="661"/>
                  </a:lnTo>
                  <a:lnTo>
                    <a:pt x="24" y="661"/>
                  </a:lnTo>
                  <a:lnTo>
                    <a:pt x="24" y="661"/>
                  </a:lnTo>
                  <a:lnTo>
                    <a:pt x="26" y="658"/>
                  </a:lnTo>
                  <a:lnTo>
                    <a:pt x="26" y="656"/>
                  </a:lnTo>
                  <a:lnTo>
                    <a:pt x="29" y="656"/>
                  </a:lnTo>
                  <a:lnTo>
                    <a:pt x="29" y="656"/>
                  </a:lnTo>
                  <a:lnTo>
                    <a:pt x="29" y="654"/>
                  </a:lnTo>
                  <a:lnTo>
                    <a:pt x="29" y="654"/>
                  </a:lnTo>
                  <a:lnTo>
                    <a:pt x="31" y="656"/>
                  </a:lnTo>
                  <a:lnTo>
                    <a:pt x="31" y="656"/>
                  </a:lnTo>
                  <a:lnTo>
                    <a:pt x="31" y="656"/>
                  </a:lnTo>
                  <a:lnTo>
                    <a:pt x="31" y="656"/>
                  </a:lnTo>
                  <a:lnTo>
                    <a:pt x="34" y="656"/>
                  </a:lnTo>
                  <a:lnTo>
                    <a:pt x="34" y="656"/>
                  </a:lnTo>
                  <a:lnTo>
                    <a:pt x="34" y="656"/>
                  </a:lnTo>
                  <a:lnTo>
                    <a:pt x="34" y="656"/>
                  </a:lnTo>
                  <a:lnTo>
                    <a:pt x="34" y="658"/>
                  </a:lnTo>
                  <a:lnTo>
                    <a:pt x="36" y="658"/>
                  </a:lnTo>
                  <a:lnTo>
                    <a:pt x="36" y="658"/>
                  </a:lnTo>
                  <a:lnTo>
                    <a:pt x="36" y="656"/>
                  </a:lnTo>
                  <a:lnTo>
                    <a:pt x="36" y="658"/>
                  </a:lnTo>
                  <a:lnTo>
                    <a:pt x="36" y="658"/>
                  </a:lnTo>
                  <a:lnTo>
                    <a:pt x="38" y="661"/>
                  </a:lnTo>
                  <a:lnTo>
                    <a:pt x="38" y="663"/>
                  </a:lnTo>
                  <a:lnTo>
                    <a:pt x="38" y="663"/>
                  </a:lnTo>
                  <a:lnTo>
                    <a:pt x="38" y="663"/>
                  </a:lnTo>
                  <a:lnTo>
                    <a:pt x="38" y="665"/>
                  </a:lnTo>
                  <a:lnTo>
                    <a:pt x="38" y="665"/>
                  </a:lnTo>
                  <a:lnTo>
                    <a:pt x="38" y="665"/>
                  </a:lnTo>
                  <a:lnTo>
                    <a:pt x="38" y="665"/>
                  </a:lnTo>
                  <a:lnTo>
                    <a:pt x="38" y="668"/>
                  </a:lnTo>
                  <a:lnTo>
                    <a:pt x="41" y="668"/>
                  </a:lnTo>
                  <a:lnTo>
                    <a:pt x="41" y="670"/>
                  </a:lnTo>
                  <a:lnTo>
                    <a:pt x="41" y="670"/>
                  </a:lnTo>
                  <a:lnTo>
                    <a:pt x="41" y="670"/>
                  </a:lnTo>
                  <a:lnTo>
                    <a:pt x="43" y="672"/>
                  </a:lnTo>
                  <a:lnTo>
                    <a:pt x="43" y="672"/>
                  </a:lnTo>
                  <a:lnTo>
                    <a:pt x="43" y="672"/>
                  </a:lnTo>
                  <a:lnTo>
                    <a:pt x="43" y="672"/>
                  </a:lnTo>
                  <a:lnTo>
                    <a:pt x="45" y="672"/>
                  </a:lnTo>
                  <a:lnTo>
                    <a:pt x="45" y="672"/>
                  </a:lnTo>
                  <a:lnTo>
                    <a:pt x="45" y="672"/>
                  </a:lnTo>
                  <a:lnTo>
                    <a:pt x="45" y="675"/>
                  </a:lnTo>
                  <a:lnTo>
                    <a:pt x="45" y="675"/>
                  </a:lnTo>
                  <a:lnTo>
                    <a:pt x="45" y="675"/>
                  </a:lnTo>
                  <a:lnTo>
                    <a:pt x="45" y="675"/>
                  </a:lnTo>
                  <a:lnTo>
                    <a:pt x="45" y="675"/>
                  </a:lnTo>
                  <a:lnTo>
                    <a:pt x="45" y="677"/>
                  </a:lnTo>
                  <a:lnTo>
                    <a:pt x="45" y="677"/>
                  </a:lnTo>
                  <a:lnTo>
                    <a:pt x="45" y="677"/>
                  </a:lnTo>
                  <a:lnTo>
                    <a:pt x="45" y="677"/>
                  </a:lnTo>
                  <a:lnTo>
                    <a:pt x="45" y="677"/>
                  </a:lnTo>
                  <a:lnTo>
                    <a:pt x="45" y="680"/>
                  </a:lnTo>
                  <a:lnTo>
                    <a:pt x="45" y="680"/>
                  </a:lnTo>
                  <a:lnTo>
                    <a:pt x="45" y="680"/>
                  </a:lnTo>
                  <a:lnTo>
                    <a:pt x="48" y="680"/>
                  </a:lnTo>
                  <a:lnTo>
                    <a:pt x="48" y="677"/>
                  </a:lnTo>
                  <a:lnTo>
                    <a:pt x="48" y="677"/>
                  </a:lnTo>
                  <a:lnTo>
                    <a:pt x="48" y="677"/>
                  </a:lnTo>
                  <a:lnTo>
                    <a:pt x="48" y="677"/>
                  </a:lnTo>
                  <a:lnTo>
                    <a:pt x="48" y="680"/>
                  </a:lnTo>
                  <a:lnTo>
                    <a:pt x="48" y="680"/>
                  </a:lnTo>
                  <a:lnTo>
                    <a:pt x="48" y="680"/>
                  </a:lnTo>
                  <a:lnTo>
                    <a:pt x="48" y="682"/>
                  </a:lnTo>
                  <a:lnTo>
                    <a:pt x="48" y="682"/>
                  </a:lnTo>
                  <a:lnTo>
                    <a:pt x="48" y="682"/>
                  </a:lnTo>
                  <a:lnTo>
                    <a:pt x="48" y="682"/>
                  </a:lnTo>
                  <a:lnTo>
                    <a:pt x="45" y="682"/>
                  </a:lnTo>
                  <a:lnTo>
                    <a:pt x="45" y="682"/>
                  </a:lnTo>
                  <a:lnTo>
                    <a:pt x="45" y="682"/>
                  </a:lnTo>
                  <a:lnTo>
                    <a:pt x="45" y="682"/>
                  </a:lnTo>
                  <a:lnTo>
                    <a:pt x="45" y="682"/>
                  </a:lnTo>
                  <a:lnTo>
                    <a:pt x="45" y="682"/>
                  </a:lnTo>
                  <a:lnTo>
                    <a:pt x="45" y="682"/>
                  </a:lnTo>
                  <a:lnTo>
                    <a:pt x="45" y="684"/>
                  </a:lnTo>
                  <a:lnTo>
                    <a:pt x="45" y="684"/>
                  </a:lnTo>
                  <a:lnTo>
                    <a:pt x="45" y="684"/>
                  </a:lnTo>
                  <a:lnTo>
                    <a:pt x="45" y="684"/>
                  </a:lnTo>
                  <a:lnTo>
                    <a:pt x="45" y="684"/>
                  </a:lnTo>
                  <a:lnTo>
                    <a:pt x="45" y="687"/>
                  </a:lnTo>
                  <a:lnTo>
                    <a:pt x="45" y="687"/>
                  </a:lnTo>
                  <a:lnTo>
                    <a:pt x="45" y="687"/>
                  </a:lnTo>
                  <a:lnTo>
                    <a:pt x="45" y="687"/>
                  </a:lnTo>
                  <a:lnTo>
                    <a:pt x="45" y="687"/>
                  </a:lnTo>
                  <a:lnTo>
                    <a:pt x="45" y="687"/>
                  </a:lnTo>
                  <a:lnTo>
                    <a:pt x="45" y="687"/>
                  </a:lnTo>
                  <a:lnTo>
                    <a:pt x="48" y="687"/>
                  </a:lnTo>
                  <a:lnTo>
                    <a:pt x="48" y="687"/>
                  </a:lnTo>
                  <a:lnTo>
                    <a:pt x="48" y="689"/>
                  </a:lnTo>
                  <a:lnTo>
                    <a:pt x="48" y="689"/>
                  </a:lnTo>
                  <a:lnTo>
                    <a:pt x="48" y="689"/>
                  </a:lnTo>
                  <a:lnTo>
                    <a:pt x="48" y="689"/>
                  </a:lnTo>
                  <a:lnTo>
                    <a:pt x="48" y="689"/>
                  </a:lnTo>
                  <a:lnTo>
                    <a:pt x="48" y="691"/>
                  </a:lnTo>
                  <a:lnTo>
                    <a:pt x="48" y="691"/>
                  </a:lnTo>
                  <a:lnTo>
                    <a:pt x="48" y="691"/>
                  </a:lnTo>
                  <a:lnTo>
                    <a:pt x="45" y="691"/>
                  </a:lnTo>
                  <a:lnTo>
                    <a:pt x="45" y="691"/>
                  </a:lnTo>
                  <a:lnTo>
                    <a:pt x="45" y="694"/>
                  </a:lnTo>
                  <a:lnTo>
                    <a:pt x="45" y="694"/>
                  </a:lnTo>
                  <a:lnTo>
                    <a:pt x="43" y="694"/>
                  </a:lnTo>
                  <a:lnTo>
                    <a:pt x="43" y="696"/>
                  </a:lnTo>
                  <a:lnTo>
                    <a:pt x="45" y="696"/>
                  </a:lnTo>
                  <a:lnTo>
                    <a:pt x="45" y="696"/>
                  </a:lnTo>
                  <a:lnTo>
                    <a:pt x="45" y="696"/>
                  </a:lnTo>
                  <a:lnTo>
                    <a:pt x="45" y="696"/>
                  </a:lnTo>
                  <a:lnTo>
                    <a:pt x="45" y="696"/>
                  </a:lnTo>
                  <a:lnTo>
                    <a:pt x="45" y="699"/>
                  </a:lnTo>
                  <a:lnTo>
                    <a:pt x="45" y="699"/>
                  </a:lnTo>
                  <a:lnTo>
                    <a:pt x="45" y="701"/>
                  </a:lnTo>
                  <a:lnTo>
                    <a:pt x="45" y="701"/>
                  </a:lnTo>
                  <a:lnTo>
                    <a:pt x="45" y="701"/>
                  </a:lnTo>
                  <a:lnTo>
                    <a:pt x="43" y="701"/>
                  </a:lnTo>
                  <a:lnTo>
                    <a:pt x="43" y="701"/>
                  </a:lnTo>
                  <a:lnTo>
                    <a:pt x="45" y="701"/>
                  </a:lnTo>
                  <a:lnTo>
                    <a:pt x="45" y="703"/>
                  </a:lnTo>
                  <a:lnTo>
                    <a:pt x="45" y="703"/>
                  </a:lnTo>
                  <a:lnTo>
                    <a:pt x="45" y="703"/>
                  </a:lnTo>
                  <a:lnTo>
                    <a:pt x="45" y="703"/>
                  </a:lnTo>
                  <a:lnTo>
                    <a:pt x="45" y="703"/>
                  </a:lnTo>
                  <a:lnTo>
                    <a:pt x="45" y="703"/>
                  </a:lnTo>
                  <a:lnTo>
                    <a:pt x="48" y="703"/>
                  </a:lnTo>
                  <a:lnTo>
                    <a:pt x="48" y="703"/>
                  </a:lnTo>
                  <a:lnTo>
                    <a:pt x="48" y="706"/>
                  </a:lnTo>
                  <a:lnTo>
                    <a:pt x="48" y="706"/>
                  </a:lnTo>
                  <a:lnTo>
                    <a:pt x="48" y="706"/>
                  </a:lnTo>
                  <a:lnTo>
                    <a:pt x="48" y="703"/>
                  </a:lnTo>
                  <a:lnTo>
                    <a:pt x="48" y="706"/>
                  </a:lnTo>
                  <a:lnTo>
                    <a:pt x="48" y="706"/>
                  </a:lnTo>
                  <a:lnTo>
                    <a:pt x="48" y="708"/>
                  </a:lnTo>
                  <a:lnTo>
                    <a:pt x="48" y="710"/>
                  </a:lnTo>
                  <a:lnTo>
                    <a:pt x="48" y="710"/>
                  </a:lnTo>
                  <a:lnTo>
                    <a:pt x="48" y="710"/>
                  </a:lnTo>
                  <a:lnTo>
                    <a:pt x="45" y="710"/>
                  </a:lnTo>
                  <a:lnTo>
                    <a:pt x="45" y="710"/>
                  </a:lnTo>
                  <a:lnTo>
                    <a:pt x="45" y="713"/>
                  </a:lnTo>
                  <a:lnTo>
                    <a:pt x="45" y="715"/>
                  </a:lnTo>
                  <a:lnTo>
                    <a:pt x="45" y="715"/>
                  </a:lnTo>
                  <a:lnTo>
                    <a:pt x="43" y="717"/>
                  </a:lnTo>
                  <a:lnTo>
                    <a:pt x="43" y="720"/>
                  </a:lnTo>
                  <a:lnTo>
                    <a:pt x="41" y="720"/>
                  </a:lnTo>
                  <a:lnTo>
                    <a:pt x="43" y="722"/>
                  </a:lnTo>
                  <a:lnTo>
                    <a:pt x="43" y="725"/>
                  </a:lnTo>
                  <a:lnTo>
                    <a:pt x="48" y="725"/>
                  </a:lnTo>
                  <a:lnTo>
                    <a:pt x="48" y="727"/>
                  </a:lnTo>
                  <a:lnTo>
                    <a:pt x="50" y="729"/>
                  </a:lnTo>
                  <a:lnTo>
                    <a:pt x="50" y="729"/>
                  </a:lnTo>
                  <a:lnTo>
                    <a:pt x="52" y="732"/>
                  </a:lnTo>
                  <a:lnTo>
                    <a:pt x="52" y="732"/>
                  </a:lnTo>
                  <a:lnTo>
                    <a:pt x="55" y="732"/>
                  </a:lnTo>
                  <a:lnTo>
                    <a:pt x="55" y="732"/>
                  </a:lnTo>
                  <a:lnTo>
                    <a:pt x="57" y="732"/>
                  </a:lnTo>
                  <a:lnTo>
                    <a:pt x="57" y="732"/>
                  </a:lnTo>
                  <a:lnTo>
                    <a:pt x="60" y="729"/>
                  </a:lnTo>
                  <a:lnTo>
                    <a:pt x="60" y="729"/>
                  </a:lnTo>
                  <a:lnTo>
                    <a:pt x="60" y="729"/>
                  </a:lnTo>
                  <a:lnTo>
                    <a:pt x="60" y="727"/>
                  </a:lnTo>
                  <a:lnTo>
                    <a:pt x="60" y="727"/>
                  </a:lnTo>
                  <a:lnTo>
                    <a:pt x="62" y="727"/>
                  </a:lnTo>
                  <a:lnTo>
                    <a:pt x="62" y="727"/>
                  </a:lnTo>
                  <a:lnTo>
                    <a:pt x="62" y="725"/>
                  </a:lnTo>
                  <a:lnTo>
                    <a:pt x="62" y="725"/>
                  </a:lnTo>
                  <a:lnTo>
                    <a:pt x="62" y="725"/>
                  </a:lnTo>
                  <a:lnTo>
                    <a:pt x="64" y="725"/>
                  </a:lnTo>
                  <a:lnTo>
                    <a:pt x="64" y="722"/>
                  </a:lnTo>
                  <a:lnTo>
                    <a:pt x="67" y="720"/>
                  </a:lnTo>
                  <a:lnTo>
                    <a:pt x="67" y="720"/>
                  </a:lnTo>
                  <a:lnTo>
                    <a:pt x="67" y="720"/>
                  </a:lnTo>
                  <a:lnTo>
                    <a:pt x="69" y="720"/>
                  </a:lnTo>
                  <a:lnTo>
                    <a:pt x="71" y="720"/>
                  </a:lnTo>
                  <a:lnTo>
                    <a:pt x="71" y="720"/>
                  </a:lnTo>
                  <a:lnTo>
                    <a:pt x="74" y="720"/>
                  </a:lnTo>
                  <a:lnTo>
                    <a:pt x="74" y="720"/>
                  </a:lnTo>
                  <a:lnTo>
                    <a:pt x="76" y="725"/>
                  </a:lnTo>
                  <a:lnTo>
                    <a:pt x="76" y="725"/>
                  </a:lnTo>
                  <a:lnTo>
                    <a:pt x="79" y="725"/>
                  </a:lnTo>
                  <a:lnTo>
                    <a:pt x="79" y="727"/>
                  </a:lnTo>
                  <a:lnTo>
                    <a:pt x="79" y="727"/>
                  </a:lnTo>
                  <a:lnTo>
                    <a:pt x="79" y="727"/>
                  </a:lnTo>
                  <a:lnTo>
                    <a:pt x="79" y="729"/>
                  </a:lnTo>
                  <a:lnTo>
                    <a:pt x="79" y="729"/>
                  </a:lnTo>
                  <a:lnTo>
                    <a:pt x="79" y="729"/>
                  </a:lnTo>
                  <a:lnTo>
                    <a:pt x="81" y="732"/>
                  </a:lnTo>
                  <a:lnTo>
                    <a:pt x="83" y="736"/>
                  </a:lnTo>
                  <a:lnTo>
                    <a:pt x="83" y="736"/>
                  </a:lnTo>
                  <a:lnTo>
                    <a:pt x="86" y="736"/>
                  </a:lnTo>
                  <a:lnTo>
                    <a:pt x="88" y="736"/>
                  </a:lnTo>
                  <a:lnTo>
                    <a:pt x="88" y="736"/>
                  </a:lnTo>
                  <a:lnTo>
                    <a:pt x="88" y="736"/>
                  </a:lnTo>
                  <a:lnTo>
                    <a:pt x="88" y="734"/>
                  </a:lnTo>
                  <a:lnTo>
                    <a:pt x="88" y="734"/>
                  </a:lnTo>
                  <a:lnTo>
                    <a:pt x="90" y="734"/>
                  </a:lnTo>
                  <a:lnTo>
                    <a:pt x="90" y="732"/>
                  </a:lnTo>
                  <a:lnTo>
                    <a:pt x="90" y="732"/>
                  </a:lnTo>
                  <a:lnTo>
                    <a:pt x="93" y="732"/>
                  </a:lnTo>
                  <a:lnTo>
                    <a:pt x="93" y="729"/>
                  </a:lnTo>
                  <a:lnTo>
                    <a:pt x="93" y="729"/>
                  </a:lnTo>
                  <a:lnTo>
                    <a:pt x="93" y="729"/>
                  </a:lnTo>
                  <a:lnTo>
                    <a:pt x="95" y="729"/>
                  </a:lnTo>
                  <a:lnTo>
                    <a:pt x="95" y="727"/>
                  </a:lnTo>
                  <a:lnTo>
                    <a:pt x="95" y="727"/>
                  </a:lnTo>
                  <a:lnTo>
                    <a:pt x="95" y="727"/>
                  </a:lnTo>
                  <a:lnTo>
                    <a:pt x="95" y="727"/>
                  </a:lnTo>
                  <a:lnTo>
                    <a:pt x="95" y="727"/>
                  </a:lnTo>
                  <a:lnTo>
                    <a:pt x="95" y="725"/>
                  </a:lnTo>
                  <a:lnTo>
                    <a:pt x="95" y="725"/>
                  </a:lnTo>
                  <a:lnTo>
                    <a:pt x="95" y="725"/>
                  </a:lnTo>
                  <a:lnTo>
                    <a:pt x="97" y="725"/>
                  </a:lnTo>
                  <a:lnTo>
                    <a:pt x="100" y="725"/>
                  </a:lnTo>
                  <a:lnTo>
                    <a:pt x="100" y="725"/>
                  </a:lnTo>
                  <a:lnTo>
                    <a:pt x="102" y="722"/>
                  </a:lnTo>
                  <a:lnTo>
                    <a:pt x="102" y="722"/>
                  </a:lnTo>
                  <a:lnTo>
                    <a:pt x="102" y="722"/>
                  </a:lnTo>
                  <a:lnTo>
                    <a:pt x="102" y="722"/>
                  </a:lnTo>
                  <a:lnTo>
                    <a:pt x="102" y="722"/>
                  </a:lnTo>
                  <a:lnTo>
                    <a:pt x="102" y="722"/>
                  </a:lnTo>
                  <a:lnTo>
                    <a:pt x="105" y="722"/>
                  </a:lnTo>
                  <a:lnTo>
                    <a:pt x="105" y="722"/>
                  </a:lnTo>
                  <a:lnTo>
                    <a:pt x="105" y="720"/>
                  </a:lnTo>
                  <a:lnTo>
                    <a:pt x="105" y="720"/>
                  </a:lnTo>
                  <a:lnTo>
                    <a:pt x="105" y="720"/>
                  </a:lnTo>
                  <a:lnTo>
                    <a:pt x="105" y="720"/>
                  </a:lnTo>
                  <a:lnTo>
                    <a:pt x="105" y="720"/>
                  </a:lnTo>
                  <a:lnTo>
                    <a:pt x="105" y="720"/>
                  </a:lnTo>
                  <a:lnTo>
                    <a:pt x="107" y="720"/>
                  </a:lnTo>
                  <a:lnTo>
                    <a:pt x="107" y="720"/>
                  </a:lnTo>
                  <a:lnTo>
                    <a:pt x="109" y="720"/>
                  </a:lnTo>
                  <a:lnTo>
                    <a:pt x="109" y="720"/>
                  </a:lnTo>
                  <a:lnTo>
                    <a:pt x="109" y="720"/>
                  </a:lnTo>
                  <a:lnTo>
                    <a:pt x="112" y="720"/>
                  </a:lnTo>
                  <a:lnTo>
                    <a:pt x="112" y="722"/>
                  </a:lnTo>
                  <a:lnTo>
                    <a:pt x="114" y="722"/>
                  </a:lnTo>
                  <a:lnTo>
                    <a:pt x="114" y="722"/>
                  </a:lnTo>
                  <a:lnTo>
                    <a:pt x="116" y="722"/>
                  </a:lnTo>
                  <a:lnTo>
                    <a:pt x="116" y="722"/>
                  </a:lnTo>
                  <a:lnTo>
                    <a:pt x="116" y="722"/>
                  </a:lnTo>
                  <a:lnTo>
                    <a:pt x="116" y="722"/>
                  </a:lnTo>
                  <a:lnTo>
                    <a:pt x="116" y="722"/>
                  </a:lnTo>
                  <a:lnTo>
                    <a:pt x="119" y="722"/>
                  </a:lnTo>
                  <a:lnTo>
                    <a:pt x="119" y="722"/>
                  </a:lnTo>
                  <a:lnTo>
                    <a:pt x="119" y="722"/>
                  </a:lnTo>
                  <a:lnTo>
                    <a:pt x="119" y="725"/>
                  </a:lnTo>
                  <a:lnTo>
                    <a:pt x="121" y="725"/>
                  </a:lnTo>
                  <a:lnTo>
                    <a:pt x="121" y="725"/>
                  </a:lnTo>
                  <a:lnTo>
                    <a:pt x="123" y="725"/>
                  </a:lnTo>
                  <a:lnTo>
                    <a:pt x="123" y="727"/>
                  </a:lnTo>
                  <a:lnTo>
                    <a:pt x="126" y="727"/>
                  </a:lnTo>
                  <a:lnTo>
                    <a:pt x="126" y="727"/>
                  </a:lnTo>
                  <a:lnTo>
                    <a:pt x="128" y="727"/>
                  </a:lnTo>
                  <a:lnTo>
                    <a:pt x="128" y="729"/>
                  </a:lnTo>
                  <a:lnTo>
                    <a:pt x="131" y="729"/>
                  </a:lnTo>
                  <a:lnTo>
                    <a:pt x="131" y="729"/>
                  </a:lnTo>
                  <a:lnTo>
                    <a:pt x="131" y="729"/>
                  </a:lnTo>
                  <a:lnTo>
                    <a:pt x="131" y="729"/>
                  </a:lnTo>
                  <a:lnTo>
                    <a:pt x="133" y="729"/>
                  </a:lnTo>
                  <a:lnTo>
                    <a:pt x="133" y="729"/>
                  </a:lnTo>
                  <a:lnTo>
                    <a:pt x="133" y="729"/>
                  </a:lnTo>
                  <a:lnTo>
                    <a:pt x="138" y="729"/>
                  </a:lnTo>
                  <a:lnTo>
                    <a:pt x="138" y="729"/>
                  </a:lnTo>
                  <a:lnTo>
                    <a:pt x="140" y="727"/>
                  </a:lnTo>
                  <a:lnTo>
                    <a:pt x="140" y="727"/>
                  </a:lnTo>
                  <a:lnTo>
                    <a:pt x="140" y="725"/>
                  </a:lnTo>
                  <a:lnTo>
                    <a:pt x="140" y="725"/>
                  </a:lnTo>
                  <a:lnTo>
                    <a:pt x="140" y="725"/>
                  </a:lnTo>
                  <a:lnTo>
                    <a:pt x="140" y="722"/>
                  </a:lnTo>
                  <a:lnTo>
                    <a:pt x="142" y="722"/>
                  </a:lnTo>
                  <a:lnTo>
                    <a:pt x="147" y="720"/>
                  </a:lnTo>
                  <a:lnTo>
                    <a:pt x="149" y="720"/>
                  </a:lnTo>
                  <a:lnTo>
                    <a:pt x="149" y="717"/>
                  </a:lnTo>
                  <a:lnTo>
                    <a:pt x="152" y="717"/>
                  </a:lnTo>
                  <a:lnTo>
                    <a:pt x="154" y="717"/>
                  </a:lnTo>
                  <a:lnTo>
                    <a:pt x="157" y="717"/>
                  </a:lnTo>
                  <a:lnTo>
                    <a:pt x="157" y="717"/>
                  </a:lnTo>
                  <a:lnTo>
                    <a:pt x="159" y="715"/>
                  </a:lnTo>
                  <a:lnTo>
                    <a:pt x="159" y="715"/>
                  </a:lnTo>
                  <a:lnTo>
                    <a:pt x="159" y="715"/>
                  </a:lnTo>
                  <a:lnTo>
                    <a:pt x="159" y="713"/>
                  </a:lnTo>
                  <a:lnTo>
                    <a:pt x="159" y="713"/>
                  </a:lnTo>
                  <a:lnTo>
                    <a:pt x="159" y="713"/>
                  </a:lnTo>
                  <a:lnTo>
                    <a:pt x="159" y="710"/>
                  </a:lnTo>
                  <a:lnTo>
                    <a:pt x="159" y="710"/>
                  </a:lnTo>
                  <a:lnTo>
                    <a:pt x="157" y="710"/>
                  </a:lnTo>
                  <a:lnTo>
                    <a:pt x="157" y="710"/>
                  </a:lnTo>
                  <a:lnTo>
                    <a:pt x="157" y="710"/>
                  </a:lnTo>
                  <a:lnTo>
                    <a:pt x="157" y="710"/>
                  </a:lnTo>
                  <a:lnTo>
                    <a:pt x="157" y="708"/>
                  </a:lnTo>
                  <a:lnTo>
                    <a:pt x="154" y="708"/>
                  </a:lnTo>
                  <a:lnTo>
                    <a:pt x="154" y="708"/>
                  </a:lnTo>
                  <a:lnTo>
                    <a:pt x="154" y="706"/>
                  </a:lnTo>
                  <a:lnTo>
                    <a:pt x="154" y="706"/>
                  </a:lnTo>
                  <a:lnTo>
                    <a:pt x="157" y="706"/>
                  </a:lnTo>
                  <a:lnTo>
                    <a:pt x="159" y="703"/>
                  </a:lnTo>
                  <a:lnTo>
                    <a:pt x="159" y="703"/>
                  </a:lnTo>
                  <a:lnTo>
                    <a:pt x="159" y="703"/>
                  </a:lnTo>
                  <a:lnTo>
                    <a:pt x="159" y="706"/>
                  </a:lnTo>
                  <a:lnTo>
                    <a:pt x="159" y="706"/>
                  </a:lnTo>
                  <a:lnTo>
                    <a:pt x="161" y="706"/>
                  </a:lnTo>
                  <a:lnTo>
                    <a:pt x="161" y="703"/>
                  </a:lnTo>
                  <a:lnTo>
                    <a:pt x="161" y="703"/>
                  </a:lnTo>
                  <a:lnTo>
                    <a:pt x="166" y="706"/>
                  </a:lnTo>
                  <a:lnTo>
                    <a:pt x="168" y="706"/>
                  </a:lnTo>
                  <a:lnTo>
                    <a:pt x="173" y="710"/>
                  </a:lnTo>
                  <a:lnTo>
                    <a:pt x="176" y="710"/>
                  </a:lnTo>
                  <a:lnTo>
                    <a:pt x="178" y="710"/>
                  </a:lnTo>
                  <a:lnTo>
                    <a:pt x="178" y="713"/>
                  </a:lnTo>
                  <a:lnTo>
                    <a:pt x="178" y="713"/>
                  </a:lnTo>
                  <a:lnTo>
                    <a:pt x="178" y="715"/>
                  </a:lnTo>
                  <a:lnTo>
                    <a:pt x="176" y="715"/>
                  </a:lnTo>
                  <a:lnTo>
                    <a:pt x="176" y="717"/>
                  </a:lnTo>
                  <a:lnTo>
                    <a:pt x="176" y="717"/>
                  </a:lnTo>
                  <a:lnTo>
                    <a:pt x="176" y="720"/>
                  </a:lnTo>
                  <a:lnTo>
                    <a:pt x="176" y="720"/>
                  </a:lnTo>
                  <a:lnTo>
                    <a:pt x="178" y="720"/>
                  </a:lnTo>
                  <a:lnTo>
                    <a:pt x="178" y="722"/>
                  </a:lnTo>
                  <a:lnTo>
                    <a:pt x="178" y="720"/>
                  </a:lnTo>
                  <a:lnTo>
                    <a:pt x="178" y="720"/>
                  </a:lnTo>
                  <a:lnTo>
                    <a:pt x="180" y="722"/>
                  </a:lnTo>
                  <a:lnTo>
                    <a:pt x="180" y="722"/>
                  </a:lnTo>
                  <a:lnTo>
                    <a:pt x="180" y="722"/>
                  </a:lnTo>
                  <a:lnTo>
                    <a:pt x="180" y="725"/>
                  </a:lnTo>
                  <a:lnTo>
                    <a:pt x="180" y="727"/>
                  </a:lnTo>
                  <a:lnTo>
                    <a:pt x="180" y="727"/>
                  </a:lnTo>
                  <a:lnTo>
                    <a:pt x="180" y="729"/>
                  </a:lnTo>
                  <a:lnTo>
                    <a:pt x="180" y="729"/>
                  </a:lnTo>
                  <a:lnTo>
                    <a:pt x="183" y="729"/>
                  </a:lnTo>
                  <a:lnTo>
                    <a:pt x="183" y="729"/>
                  </a:lnTo>
                  <a:lnTo>
                    <a:pt x="185" y="729"/>
                  </a:lnTo>
                  <a:lnTo>
                    <a:pt x="185" y="732"/>
                  </a:lnTo>
                  <a:lnTo>
                    <a:pt x="185" y="732"/>
                  </a:lnTo>
                  <a:lnTo>
                    <a:pt x="185" y="732"/>
                  </a:lnTo>
                  <a:lnTo>
                    <a:pt x="185" y="734"/>
                  </a:lnTo>
                  <a:lnTo>
                    <a:pt x="185" y="734"/>
                  </a:lnTo>
                  <a:lnTo>
                    <a:pt x="187" y="734"/>
                  </a:lnTo>
                  <a:lnTo>
                    <a:pt x="187" y="736"/>
                  </a:lnTo>
                  <a:lnTo>
                    <a:pt x="187" y="736"/>
                  </a:lnTo>
                  <a:lnTo>
                    <a:pt x="185" y="751"/>
                  </a:lnTo>
                  <a:lnTo>
                    <a:pt x="185" y="751"/>
                  </a:lnTo>
                  <a:lnTo>
                    <a:pt x="185" y="751"/>
                  </a:lnTo>
                  <a:lnTo>
                    <a:pt x="187" y="751"/>
                  </a:lnTo>
                  <a:lnTo>
                    <a:pt x="187" y="751"/>
                  </a:lnTo>
                  <a:lnTo>
                    <a:pt x="190" y="751"/>
                  </a:lnTo>
                  <a:lnTo>
                    <a:pt x="190" y="751"/>
                  </a:lnTo>
                  <a:lnTo>
                    <a:pt x="190" y="751"/>
                  </a:lnTo>
                  <a:lnTo>
                    <a:pt x="192" y="751"/>
                  </a:lnTo>
                  <a:lnTo>
                    <a:pt x="192" y="755"/>
                  </a:lnTo>
                  <a:lnTo>
                    <a:pt x="192" y="755"/>
                  </a:lnTo>
                  <a:lnTo>
                    <a:pt x="192" y="758"/>
                  </a:lnTo>
                  <a:lnTo>
                    <a:pt x="194" y="758"/>
                  </a:lnTo>
                  <a:lnTo>
                    <a:pt x="194" y="758"/>
                  </a:lnTo>
                  <a:lnTo>
                    <a:pt x="197" y="760"/>
                  </a:lnTo>
                  <a:lnTo>
                    <a:pt x="199" y="760"/>
                  </a:lnTo>
                  <a:lnTo>
                    <a:pt x="199" y="760"/>
                  </a:lnTo>
                  <a:lnTo>
                    <a:pt x="199" y="760"/>
                  </a:lnTo>
                  <a:lnTo>
                    <a:pt x="199" y="760"/>
                  </a:lnTo>
                  <a:lnTo>
                    <a:pt x="202" y="762"/>
                  </a:lnTo>
                  <a:lnTo>
                    <a:pt x="202" y="762"/>
                  </a:lnTo>
                  <a:lnTo>
                    <a:pt x="202" y="762"/>
                  </a:lnTo>
                  <a:lnTo>
                    <a:pt x="204" y="762"/>
                  </a:lnTo>
                  <a:lnTo>
                    <a:pt x="206" y="765"/>
                  </a:lnTo>
                  <a:lnTo>
                    <a:pt x="209" y="765"/>
                  </a:lnTo>
                  <a:lnTo>
                    <a:pt x="209" y="765"/>
                  </a:lnTo>
                  <a:lnTo>
                    <a:pt x="209" y="765"/>
                  </a:lnTo>
                  <a:lnTo>
                    <a:pt x="206" y="767"/>
                  </a:lnTo>
                  <a:lnTo>
                    <a:pt x="206" y="767"/>
                  </a:lnTo>
                  <a:lnTo>
                    <a:pt x="206" y="767"/>
                  </a:lnTo>
                  <a:lnTo>
                    <a:pt x="209" y="767"/>
                  </a:lnTo>
                  <a:lnTo>
                    <a:pt x="209" y="767"/>
                  </a:lnTo>
                  <a:lnTo>
                    <a:pt x="209" y="767"/>
                  </a:lnTo>
                  <a:lnTo>
                    <a:pt x="209" y="770"/>
                  </a:lnTo>
                  <a:lnTo>
                    <a:pt x="209" y="770"/>
                  </a:lnTo>
                  <a:lnTo>
                    <a:pt x="206" y="770"/>
                  </a:lnTo>
                  <a:lnTo>
                    <a:pt x="206" y="770"/>
                  </a:lnTo>
                  <a:lnTo>
                    <a:pt x="206" y="770"/>
                  </a:lnTo>
                  <a:lnTo>
                    <a:pt x="204" y="770"/>
                  </a:lnTo>
                  <a:lnTo>
                    <a:pt x="204" y="770"/>
                  </a:lnTo>
                  <a:lnTo>
                    <a:pt x="202" y="772"/>
                  </a:lnTo>
                  <a:lnTo>
                    <a:pt x="202" y="772"/>
                  </a:lnTo>
                  <a:lnTo>
                    <a:pt x="202" y="772"/>
                  </a:lnTo>
                  <a:lnTo>
                    <a:pt x="202" y="772"/>
                  </a:lnTo>
                  <a:lnTo>
                    <a:pt x="202" y="772"/>
                  </a:lnTo>
                  <a:lnTo>
                    <a:pt x="202" y="772"/>
                  </a:lnTo>
                  <a:lnTo>
                    <a:pt x="202" y="772"/>
                  </a:lnTo>
                  <a:lnTo>
                    <a:pt x="202" y="772"/>
                  </a:lnTo>
                  <a:lnTo>
                    <a:pt x="202" y="774"/>
                  </a:lnTo>
                  <a:lnTo>
                    <a:pt x="199" y="774"/>
                  </a:lnTo>
                  <a:lnTo>
                    <a:pt x="199" y="774"/>
                  </a:lnTo>
                  <a:lnTo>
                    <a:pt x="199" y="774"/>
                  </a:lnTo>
                  <a:lnTo>
                    <a:pt x="199" y="777"/>
                  </a:lnTo>
                  <a:lnTo>
                    <a:pt x="199" y="777"/>
                  </a:lnTo>
                  <a:lnTo>
                    <a:pt x="197" y="779"/>
                  </a:lnTo>
                  <a:lnTo>
                    <a:pt x="197" y="779"/>
                  </a:lnTo>
                  <a:lnTo>
                    <a:pt x="197" y="779"/>
                  </a:lnTo>
                  <a:lnTo>
                    <a:pt x="197" y="779"/>
                  </a:lnTo>
                  <a:lnTo>
                    <a:pt x="197" y="779"/>
                  </a:lnTo>
                  <a:lnTo>
                    <a:pt x="197" y="779"/>
                  </a:lnTo>
                  <a:lnTo>
                    <a:pt x="197" y="781"/>
                  </a:lnTo>
                  <a:lnTo>
                    <a:pt x="194" y="781"/>
                  </a:lnTo>
                  <a:lnTo>
                    <a:pt x="192" y="784"/>
                  </a:lnTo>
                  <a:lnTo>
                    <a:pt x="192" y="784"/>
                  </a:lnTo>
                  <a:lnTo>
                    <a:pt x="192" y="786"/>
                  </a:lnTo>
                  <a:lnTo>
                    <a:pt x="192" y="786"/>
                  </a:lnTo>
                  <a:lnTo>
                    <a:pt x="192" y="788"/>
                  </a:lnTo>
                  <a:lnTo>
                    <a:pt x="192" y="788"/>
                  </a:lnTo>
                  <a:lnTo>
                    <a:pt x="194" y="788"/>
                  </a:lnTo>
                  <a:lnTo>
                    <a:pt x="194" y="788"/>
                  </a:lnTo>
                  <a:lnTo>
                    <a:pt x="194" y="786"/>
                  </a:lnTo>
                  <a:lnTo>
                    <a:pt x="197" y="788"/>
                  </a:lnTo>
                  <a:lnTo>
                    <a:pt x="197" y="788"/>
                  </a:lnTo>
                  <a:lnTo>
                    <a:pt x="199" y="786"/>
                  </a:lnTo>
                  <a:lnTo>
                    <a:pt x="199" y="786"/>
                  </a:lnTo>
                  <a:lnTo>
                    <a:pt x="199" y="786"/>
                  </a:lnTo>
                  <a:lnTo>
                    <a:pt x="202" y="786"/>
                  </a:lnTo>
                  <a:lnTo>
                    <a:pt x="202" y="784"/>
                  </a:lnTo>
                  <a:lnTo>
                    <a:pt x="204" y="784"/>
                  </a:lnTo>
                  <a:lnTo>
                    <a:pt x="204" y="784"/>
                  </a:lnTo>
                  <a:lnTo>
                    <a:pt x="206" y="784"/>
                  </a:lnTo>
                  <a:lnTo>
                    <a:pt x="206" y="784"/>
                  </a:lnTo>
                  <a:lnTo>
                    <a:pt x="206" y="784"/>
                  </a:lnTo>
                  <a:lnTo>
                    <a:pt x="206" y="784"/>
                  </a:lnTo>
                  <a:lnTo>
                    <a:pt x="209" y="784"/>
                  </a:lnTo>
                  <a:lnTo>
                    <a:pt x="209" y="781"/>
                  </a:lnTo>
                  <a:lnTo>
                    <a:pt x="209" y="781"/>
                  </a:lnTo>
                  <a:lnTo>
                    <a:pt x="211" y="784"/>
                  </a:lnTo>
                  <a:lnTo>
                    <a:pt x="211" y="784"/>
                  </a:lnTo>
                  <a:lnTo>
                    <a:pt x="213" y="786"/>
                  </a:lnTo>
                  <a:lnTo>
                    <a:pt x="213" y="786"/>
                  </a:lnTo>
                  <a:lnTo>
                    <a:pt x="213" y="793"/>
                  </a:lnTo>
                  <a:lnTo>
                    <a:pt x="213" y="793"/>
                  </a:lnTo>
                  <a:lnTo>
                    <a:pt x="213" y="793"/>
                  </a:lnTo>
                  <a:lnTo>
                    <a:pt x="211" y="793"/>
                  </a:lnTo>
                  <a:lnTo>
                    <a:pt x="211" y="798"/>
                  </a:lnTo>
                  <a:lnTo>
                    <a:pt x="211" y="798"/>
                  </a:lnTo>
                  <a:lnTo>
                    <a:pt x="213" y="798"/>
                  </a:lnTo>
                  <a:lnTo>
                    <a:pt x="213" y="800"/>
                  </a:lnTo>
                  <a:lnTo>
                    <a:pt x="213" y="810"/>
                  </a:lnTo>
                  <a:lnTo>
                    <a:pt x="213" y="812"/>
                  </a:lnTo>
                  <a:lnTo>
                    <a:pt x="216" y="814"/>
                  </a:lnTo>
                  <a:lnTo>
                    <a:pt x="218" y="817"/>
                  </a:lnTo>
                  <a:lnTo>
                    <a:pt x="218" y="817"/>
                  </a:lnTo>
                  <a:lnTo>
                    <a:pt x="218" y="817"/>
                  </a:lnTo>
                  <a:lnTo>
                    <a:pt x="220" y="817"/>
                  </a:lnTo>
                  <a:lnTo>
                    <a:pt x="220" y="817"/>
                  </a:lnTo>
                  <a:lnTo>
                    <a:pt x="220" y="817"/>
                  </a:lnTo>
                  <a:lnTo>
                    <a:pt x="223" y="817"/>
                  </a:lnTo>
                  <a:lnTo>
                    <a:pt x="223" y="817"/>
                  </a:lnTo>
                  <a:lnTo>
                    <a:pt x="223" y="817"/>
                  </a:lnTo>
                  <a:lnTo>
                    <a:pt x="223" y="819"/>
                  </a:lnTo>
                  <a:lnTo>
                    <a:pt x="223" y="819"/>
                  </a:lnTo>
                  <a:lnTo>
                    <a:pt x="225" y="822"/>
                  </a:lnTo>
                  <a:lnTo>
                    <a:pt x="225" y="822"/>
                  </a:lnTo>
                  <a:lnTo>
                    <a:pt x="228" y="822"/>
                  </a:lnTo>
                  <a:lnTo>
                    <a:pt x="230" y="822"/>
                  </a:lnTo>
                  <a:lnTo>
                    <a:pt x="230" y="824"/>
                  </a:lnTo>
                  <a:lnTo>
                    <a:pt x="230" y="824"/>
                  </a:lnTo>
                  <a:lnTo>
                    <a:pt x="230" y="826"/>
                  </a:lnTo>
                  <a:lnTo>
                    <a:pt x="232" y="826"/>
                  </a:lnTo>
                  <a:lnTo>
                    <a:pt x="230" y="829"/>
                  </a:lnTo>
                  <a:lnTo>
                    <a:pt x="230" y="831"/>
                  </a:lnTo>
                  <a:lnTo>
                    <a:pt x="230" y="831"/>
                  </a:lnTo>
                  <a:lnTo>
                    <a:pt x="232" y="831"/>
                  </a:lnTo>
                  <a:lnTo>
                    <a:pt x="232" y="831"/>
                  </a:lnTo>
                  <a:lnTo>
                    <a:pt x="235" y="831"/>
                  </a:lnTo>
                  <a:lnTo>
                    <a:pt x="235" y="829"/>
                  </a:lnTo>
                  <a:lnTo>
                    <a:pt x="235" y="829"/>
                  </a:lnTo>
                  <a:lnTo>
                    <a:pt x="237" y="829"/>
                  </a:lnTo>
                  <a:lnTo>
                    <a:pt x="237" y="829"/>
                  </a:lnTo>
                  <a:lnTo>
                    <a:pt x="237" y="829"/>
                  </a:lnTo>
                  <a:lnTo>
                    <a:pt x="239" y="829"/>
                  </a:lnTo>
                  <a:lnTo>
                    <a:pt x="239" y="826"/>
                  </a:lnTo>
                  <a:lnTo>
                    <a:pt x="239" y="826"/>
                  </a:lnTo>
                  <a:lnTo>
                    <a:pt x="239" y="826"/>
                  </a:lnTo>
                  <a:lnTo>
                    <a:pt x="239" y="824"/>
                  </a:lnTo>
                  <a:lnTo>
                    <a:pt x="242" y="824"/>
                  </a:lnTo>
                  <a:lnTo>
                    <a:pt x="242" y="824"/>
                  </a:lnTo>
                  <a:lnTo>
                    <a:pt x="242" y="824"/>
                  </a:lnTo>
                  <a:lnTo>
                    <a:pt x="242" y="822"/>
                  </a:lnTo>
                  <a:lnTo>
                    <a:pt x="242" y="822"/>
                  </a:lnTo>
                  <a:lnTo>
                    <a:pt x="242" y="822"/>
                  </a:lnTo>
                  <a:lnTo>
                    <a:pt x="244" y="822"/>
                  </a:lnTo>
                  <a:lnTo>
                    <a:pt x="244" y="819"/>
                  </a:lnTo>
                  <a:lnTo>
                    <a:pt x="244" y="819"/>
                  </a:lnTo>
                  <a:lnTo>
                    <a:pt x="244" y="819"/>
                  </a:lnTo>
                  <a:lnTo>
                    <a:pt x="244" y="819"/>
                  </a:lnTo>
                  <a:lnTo>
                    <a:pt x="244" y="819"/>
                  </a:lnTo>
                  <a:lnTo>
                    <a:pt x="244" y="817"/>
                  </a:lnTo>
                  <a:lnTo>
                    <a:pt x="244" y="817"/>
                  </a:lnTo>
                  <a:lnTo>
                    <a:pt x="247" y="817"/>
                  </a:lnTo>
                  <a:lnTo>
                    <a:pt x="247" y="817"/>
                  </a:lnTo>
                  <a:lnTo>
                    <a:pt x="247" y="817"/>
                  </a:lnTo>
                  <a:lnTo>
                    <a:pt x="247" y="817"/>
                  </a:lnTo>
                  <a:lnTo>
                    <a:pt x="247" y="817"/>
                  </a:lnTo>
                  <a:lnTo>
                    <a:pt x="249" y="817"/>
                  </a:lnTo>
                  <a:lnTo>
                    <a:pt x="251" y="817"/>
                  </a:lnTo>
                  <a:lnTo>
                    <a:pt x="251" y="817"/>
                  </a:lnTo>
                  <a:lnTo>
                    <a:pt x="251" y="817"/>
                  </a:lnTo>
                  <a:lnTo>
                    <a:pt x="254" y="817"/>
                  </a:lnTo>
                  <a:lnTo>
                    <a:pt x="254" y="817"/>
                  </a:lnTo>
                  <a:lnTo>
                    <a:pt x="254" y="817"/>
                  </a:lnTo>
                  <a:lnTo>
                    <a:pt x="256" y="814"/>
                  </a:lnTo>
                  <a:lnTo>
                    <a:pt x="256" y="814"/>
                  </a:lnTo>
                  <a:lnTo>
                    <a:pt x="256" y="814"/>
                  </a:lnTo>
                  <a:lnTo>
                    <a:pt x="256" y="814"/>
                  </a:lnTo>
                  <a:lnTo>
                    <a:pt x="258" y="814"/>
                  </a:lnTo>
                  <a:lnTo>
                    <a:pt x="258" y="817"/>
                  </a:lnTo>
                  <a:lnTo>
                    <a:pt x="258" y="817"/>
                  </a:lnTo>
                  <a:lnTo>
                    <a:pt x="258" y="817"/>
                  </a:lnTo>
                  <a:lnTo>
                    <a:pt x="258" y="817"/>
                  </a:lnTo>
                  <a:lnTo>
                    <a:pt x="258" y="819"/>
                  </a:lnTo>
                  <a:lnTo>
                    <a:pt x="258" y="819"/>
                  </a:lnTo>
                  <a:lnTo>
                    <a:pt x="258" y="822"/>
                  </a:lnTo>
                  <a:lnTo>
                    <a:pt x="258" y="822"/>
                  </a:lnTo>
                  <a:lnTo>
                    <a:pt x="258" y="822"/>
                  </a:lnTo>
                  <a:lnTo>
                    <a:pt x="261" y="822"/>
                  </a:lnTo>
                  <a:lnTo>
                    <a:pt x="261" y="822"/>
                  </a:lnTo>
                  <a:lnTo>
                    <a:pt x="261" y="822"/>
                  </a:lnTo>
                  <a:lnTo>
                    <a:pt x="263" y="822"/>
                  </a:lnTo>
                  <a:lnTo>
                    <a:pt x="263" y="822"/>
                  </a:lnTo>
                  <a:lnTo>
                    <a:pt x="263" y="824"/>
                  </a:lnTo>
                  <a:lnTo>
                    <a:pt x="263" y="826"/>
                  </a:lnTo>
                  <a:lnTo>
                    <a:pt x="263" y="826"/>
                  </a:lnTo>
                  <a:lnTo>
                    <a:pt x="263" y="826"/>
                  </a:lnTo>
                  <a:lnTo>
                    <a:pt x="268" y="826"/>
                  </a:lnTo>
                  <a:lnTo>
                    <a:pt x="273" y="826"/>
                  </a:lnTo>
                  <a:lnTo>
                    <a:pt x="277" y="829"/>
                  </a:lnTo>
                  <a:lnTo>
                    <a:pt x="277" y="829"/>
                  </a:lnTo>
                  <a:lnTo>
                    <a:pt x="280" y="829"/>
                  </a:lnTo>
                  <a:lnTo>
                    <a:pt x="280" y="831"/>
                  </a:lnTo>
                  <a:lnTo>
                    <a:pt x="280" y="831"/>
                  </a:lnTo>
                  <a:lnTo>
                    <a:pt x="282" y="831"/>
                  </a:lnTo>
                  <a:lnTo>
                    <a:pt x="282" y="831"/>
                  </a:lnTo>
                  <a:lnTo>
                    <a:pt x="284" y="831"/>
                  </a:lnTo>
                  <a:lnTo>
                    <a:pt x="284" y="829"/>
                  </a:lnTo>
                  <a:lnTo>
                    <a:pt x="284" y="829"/>
                  </a:lnTo>
                  <a:lnTo>
                    <a:pt x="284" y="826"/>
                  </a:lnTo>
                  <a:lnTo>
                    <a:pt x="284" y="826"/>
                  </a:lnTo>
                  <a:lnTo>
                    <a:pt x="282" y="826"/>
                  </a:lnTo>
                  <a:lnTo>
                    <a:pt x="282" y="826"/>
                  </a:lnTo>
                  <a:lnTo>
                    <a:pt x="284" y="822"/>
                  </a:lnTo>
                  <a:lnTo>
                    <a:pt x="284" y="822"/>
                  </a:lnTo>
                  <a:lnTo>
                    <a:pt x="287" y="822"/>
                  </a:lnTo>
                  <a:lnTo>
                    <a:pt x="289" y="822"/>
                  </a:lnTo>
                  <a:lnTo>
                    <a:pt x="289" y="822"/>
                  </a:lnTo>
                  <a:lnTo>
                    <a:pt x="294" y="819"/>
                  </a:lnTo>
                  <a:lnTo>
                    <a:pt x="294" y="819"/>
                  </a:lnTo>
                  <a:lnTo>
                    <a:pt x="296" y="819"/>
                  </a:lnTo>
                  <a:lnTo>
                    <a:pt x="299" y="822"/>
                  </a:lnTo>
                  <a:lnTo>
                    <a:pt x="299" y="822"/>
                  </a:lnTo>
                  <a:lnTo>
                    <a:pt x="301" y="822"/>
                  </a:lnTo>
                  <a:lnTo>
                    <a:pt x="301" y="819"/>
                  </a:lnTo>
                  <a:lnTo>
                    <a:pt x="301" y="819"/>
                  </a:lnTo>
                  <a:lnTo>
                    <a:pt x="301" y="817"/>
                  </a:lnTo>
                  <a:lnTo>
                    <a:pt x="301" y="817"/>
                  </a:lnTo>
                  <a:lnTo>
                    <a:pt x="301" y="817"/>
                  </a:lnTo>
                  <a:lnTo>
                    <a:pt x="301" y="817"/>
                  </a:lnTo>
                  <a:lnTo>
                    <a:pt x="301" y="817"/>
                  </a:lnTo>
                  <a:lnTo>
                    <a:pt x="301" y="817"/>
                  </a:lnTo>
                  <a:lnTo>
                    <a:pt x="301" y="814"/>
                  </a:lnTo>
                  <a:lnTo>
                    <a:pt x="301" y="814"/>
                  </a:lnTo>
                  <a:lnTo>
                    <a:pt x="299" y="814"/>
                  </a:lnTo>
                  <a:lnTo>
                    <a:pt x="299" y="814"/>
                  </a:lnTo>
                  <a:lnTo>
                    <a:pt x="299" y="812"/>
                  </a:lnTo>
                  <a:lnTo>
                    <a:pt x="299" y="812"/>
                  </a:lnTo>
                  <a:lnTo>
                    <a:pt x="299" y="810"/>
                  </a:lnTo>
                  <a:lnTo>
                    <a:pt x="299" y="807"/>
                  </a:lnTo>
                  <a:lnTo>
                    <a:pt x="299" y="807"/>
                  </a:lnTo>
                  <a:lnTo>
                    <a:pt x="299" y="807"/>
                  </a:lnTo>
                  <a:lnTo>
                    <a:pt x="299" y="807"/>
                  </a:lnTo>
                  <a:lnTo>
                    <a:pt x="299" y="805"/>
                  </a:lnTo>
                  <a:lnTo>
                    <a:pt x="299" y="805"/>
                  </a:lnTo>
                  <a:lnTo>
                    <a:pt x="301" y="805"/>
                  </a:lnTo>
                  <a:lnTo>
                    <a:pt x="301" y="805"/>
                  </a:lnTo>
                  <a:lnTo>
                    <a:pt x="301" y="803"/>
                  </a:lnTo>
                  <a:lnTo>
                    <a:pt x="303" y="805"/>
                  </a:lnTo>
                  <a:lnTo>
                    <a:pt x="303" y="805"/>
                  </a:lnTo>
                  <a:lnTo>
                    <a:pt x="303" y="807"/>
                  </a:lnTo>
                  <a:lnTo>
                    <a:pt x="306" y="807"/>
                  </a:lnTo>
                  <a:lnTo>
                    <a:pt x="308" y="810"/>
                  </a:lnTo>
                  <a:lnTo>
                    <a:pt x="308" y="810"/>
                  </a:lnTo>
                  <a:lnTo>
                    <a:pt x="310" y="810"/>
                  </a:lnTo>
                  <a:lnTo>
                    <a:pt x="313" y="810"/>
                  </a:lnTo>
                  <a:lnTo>
                    <a:pt x="313" y="810"/>
                  </a:lnTo>
                  <a:lnTo>
                    <a:pt x="315" y="810"/>
                  </a:lnTo>
                  <a:lnTo>
                    <a:pt x="315" y="807"/>
                  </a:lnTo>
                  <a:lnTo>
                    <a:pt x="315" y="807"/>
                  </a:lnTo>
                  <a:lnTo>
                    <a:pt x="313" y="807"/>
                  </a:lnTo>
                  <a:lnTo>
                    <a:pt x="313" y="807"/>
                  </a:lnTo>
                  <a:lnTo>
                    <a:pt x="313" y="805"/>
                  </a:lnTo>
                  <a:lnTo>
                    <a:pt x="313" y="803"/>
                  </a:lnTo>
                  <a:lnTo>
                    <a:pt x="313" y="803"/>
                  </a:lnTo>
                  <a:lnTo>
                    <a:pt x="315" y="803"/>
                  </a:lnTo>
                  <a:lnTo>
                    <a:pt x="315" y="803"/>
                  </a:lnTo>
                  <a:lnTo>
                    <a:pt x="317" y="803"/>
                  </a:lnTo>
                  <a:lnTo>
                    <a:pt x="317" y="803"/>
                  </a:lnTo>
                  <a:lnTo>
                    <a:pt x="320" y="803"/>
                  </a:lnTo>
                  <a:lnTo>
                    <a:pt x="320" y="800"/>
                  </a:lnTo>
                  <a:lnTo>
                    <a:pt x="322" y="800"/>
                  </a:lnTo>
                  <a:lnTo>
                    <a:pt x="322" y="800"/>
                  </a:lnTo>
                  <a:lnTo>
                    <a:pt x="322" y="800"/>
                  </a:lnTo>
                  <a:lnTo>
                    <a:pt x="322" y="800"/>
                  </a:lnTo>
                  <a:lnTo>
                    <a:pt x="322" y="803"/>
                  </a:lnTo>
                  <a:lnTo>
                    <a:pt x="322" y="805"/>
                  </a:lnTo>
                  <a:lnTo>
                    <a:pt x="325" y="805"/>
                  </a:lnTo>
                  <a:lnTo>
                    <a:pt x="325" y="805"/>
                  </a:lnTo>
                  <a:lnTo>
                    <a:pt x="325" y="805"/>
                  </a:lnTo>
                  <a:lnTo>
                    <a:pt x="325" y="805"/>
                  </a:lnTo>
                  <a:lnTo>
                    <a:pt x="325" y="805"/>
                  </a:lnTo>
                  <a:lnTo>
                    <a:pt x="325" y="807"/>
                  </a:lnTo>
                  <a:lnTo>
                    <a:pt x="325" y="807"/>
                  </a:lnTo>
                  <a:lnTo>
                    <a:pt x="322" y="807"/>
                  </a:lnTo>
                  <a:lnTo>
                    <a:pt x="325" y="807"/>
                  </a:lnTo>
                  <a:lnTo>
                    <a:pt x="325" y="810"/>
                  </a:lnTo>
                  <a:lnTo>
                    <a:pt x="325" y="810"/>
                  </a:lnTo>
                  <a:lnTo>
                    <a:pt x="322" y="810"/>
                  </a:lnTo>
                  <a:lnTo>
                    <a:pt x="322" y="810"/>
                  </a:lnTo>
                  <a:lnTo>
                    <a:pt x="322" y="810"/>
                  </a:lnTo>
                  <a:lnTo>
                    <a:pt x="322" y="812"/>
                  </a:lnTo>
                  <a:lnTo>
                    <a:pt x="322" y="812"/>
                  </a:lnTo>
                  <a:lnTo>
                    <a:pt x="322" y="812"/>
                  </a:lnTo>
                  <a:lnTo>
                    <a:pt x="322" y="812"/>
                  </a:lnTo>
                  <a:lnTo>
                    <a:pt x="325" y="812"/>
                  </a:lnTo>
                  <a:lnTo>
                    <a:pt x="325" y="812"/>
                  </a:lnTo>
                  <a:lnTo>
                    <a:pt x="325" y="812"/>
                  </a:lnTo>
                  <a:lnTo>
                    <a:pt x="325" y="812"/>
                  </a:lnTo>
                  <a:lnTo>
                    <a:pt x="325" y="812"/>
                  </a:lnTo>
                  <a:lnTo>
                    <a:pt x="325" y="812"/>
                  </a:lnTo>
                  <a:lnTo>
                    <a:pt x="327" y="812"/>
                  </a:lnTo>
                  <a:lnTo>
                    <a:pt x="327" y="814"/>
                  </a:lnTo>
                  <a:lnTo>
                    <a:pt x="327" y="814"/>
                  </a:lnTo>
                  <a:lnTo>
                    <a:pt x="325" y="814"/>
                  </a:lnTo>
                  <a:lnTo>
                    <a:pt x="325" y="814"/>
                  </a:lnTo>
                  <a:lnTo>
                    <a:pt x="325" y="817"/>
                  </a:lnTo>
                  <a:lnTo>
                    <a:pt x="327" y="817"/>
                  </a:lnTo>
                  <a:lnTo>
                    <a:pt x="325" y="819"/>
                  </a:lnTo>
                  <a:lnTo>
                    <a:pt x="325" y="819"/>
                  </a:lnTo>
                  <a:lnTo>
                    <a:pt x="327" y="819"/>
                  </a:lnTo>
                  <a:lnTo>
                    <a:pt x="325" y="822"/>
                  </a:lnTo>
                  <a:lnTo>
                    <a:pt x="325" y="822"/>
                  </a:lnTo>
                  <a:lnTo>
                    <a:pt x="325" y="822"/>
                  </a:lnTo>
                  <a:lnTo>
                    <a:pt x="325" y="822"/>
                  </a:lnTo>
                  <a:lnTo>
                    <a:pt x="325" y="822"/>
                  </a:lnTo>
                  <a:lnTo>
                    <a:pt x="325" y="824"/>
                  </a:lnTo>
                  <a:lnTo>
                    <a:pt x="325" y="822"/>
                  </a:lnTo>
                  <a:lnTo>
                    <a:pt x="325" y="822"/>
                  </a:lnTo>
                  <a:lnTo>
                    <a:pt x="325" y="822"/>
                  </a:lnTo>
                  <a:lnTo>
                    <a:pt x="322" y="824"/>
                  </a:lnTo>
                  <a:lnTo>
                    <a:pt x="322" y="824"/>
                  </a:lnTo>
                  <a:lnTo>
                    <a:pt x="322" y="826"/>
                  </a:lnTo>
                  <a:lnTo>
                    <a:pt x="325" y="826"/>
                  </a:lnTo>
                  <a:lnTo>
                    <a:pt x="325" y="826"/>
                  </a:lnTo>
                  <a:lnTo>
                    <a:pt x="325" y="826"/>
                  </a:lnTo>
                  <a:lnTo>
                    <a:pt x="327" y="829"/>
                  </a:lnTo>
                  <a:lnTo>
                    <a:pt x="329" y="829"/>
                  </a:lnTo>
                  <a:lnTo>
                    <a:pt x="336" y="829"/>
                  </a:lnTo>
                  <a:lnTo>
                    <a:pt x="336" y="829"/>
                  </a:lnTo>
                  <a:lnTo>
                    <a:pt x="336" y="826"/>
                  </a:lnTo>
                  <a:lnTo>
                    <a:pt x="336" y="826"/>
                  </a:lnTo>
                  <a:lnTo>
                    <a:pt x="336" y="824"/>
                  </a:lnTo>
                  <a:lnTo>
                    <a:pt x="339" y="824"/>
                  </a:lnTo>
                  <a:lnTo>
                    <a:pt x="341" y="824"/>
                  </a:lnTo>
                  <a:lnTo>
                    <a:pt x="341" y="824"/>
                  </a:lnTo>
                  <a:lnTo>
                    <a:pt x="341" y="822"/>
                  </a:lnTo>
                  <a:lnTo>
                    <a:pt x="341" y="822"/>
                  </a:lnTo>
                  <a:lnTo>
                    <a:pt x="341" y="819"/>
                  </a:lnTo>
                  <a:lnTo>
                    <a:pt x="344" y="819"/>
                  </a:lnTo>
                  <a:lnTo>
                    <a:pt x="346" y="817"/>
                  </a:lnTo>
                  <a:lnTo>
                    <a:pt x="353" y="814"/>
                  </a:lnTo>
                  <a:lnTo>
                    <a:pt x="355" y="814"/>
                  </a:lnTo>
                  <a:lnTo>
                    <a:pt x="358" y="814"/>
                  </a:lnTo>
                  <a:lnTo>
                    <a:pt x="358" y="814"/>
                  </a:lnTo>
                  <a:lnTo>
                    <a:pt x="360" y="814"/>
                  </a:lnTo>
                  <a:lnTo>
                    <a:pt x="360" y="817"/>
                  </a:lnTo>
                  <a:lnTo>
                    <a:pt x="362" y="817"/>
                  </a:lnTo>
                  <a:lnTo>
                    <a:pt x="362" y="817"/>
                  </a:lnTo>
                  <a:lnTo>
                    <a:pt x="362" y="812"/>
                  </a:lnTo>
                  <a:lnTo>
                    <a:pt x="362" y="812"/>
                  </a:lnTo>
                  <a:lnTo>
                    <a:pt x="365" y="810"/>
                  </a:lnTo>
                  <a:lnTo>
                    <a:pt x="365" y="807"/>
                  </a:lnTo>
                  <a:lnTo>
                    <a:pt x="365" y="807"/>
                  </a:lnTo>
                  <a:lnTo>
                    <a:pt x="365" y="807"/>
                  </a:lnTo>
                  <a:lnTo>
                    <a:pt x="365" y="805"/>
                  </a:lnTo>
                  <a:lnTo>
                    <a:pt x="365" y="805"/>
                  </a:lnTo>
                  <a:lnTo>
                    <a:pt x="365" y="805"/>
                  </a:lnTo>
                  <a:lnTo>
                    <a:pt x="365" y="805"/>
                  </a:lnTo>
                  <a:lnTo>
                    <a:pt x="365" y="805"/>
                  </a:lnTo>
                  <a:lnTo>
                    <a:pt x="365" y="803"/>
                  </a:lnTo>
                  <a:lnTo>
                    <a:pt x="365" y="803"/>
                  </a:lnTo>
                  <a:lnTo>
                    <a:pt x="365" y="800"/>
                  </a:lnTo>
                  <a:lnTo>
                    <a:pt x="365" y="798"/>
                  </a:lnTo>
                  <a:lnTo>
                    <a:pt x="365" y="798"/>
                  </a:lnTo>
                  <a:lnTo>
                    <a:pt x="365" y="798"/>
                  </a:lnTo>
                  <a:lnTo>
                    <a:pt x="365" y="798"/>
                  </a:lnTo>
                  <a:lnTo>
                    <a:pt x="365" y="798"/>
                  </a:lnTo>
                  <a:lnTo>
                    <a:pt x="365" y="798"/>
                  </a:lnTo>
                  <a:lnTo>
                    <a:pt x="367" y="793"/>
                  </a:lnTo>
                  <a:lnTo>
                    <a:pt x="367" y="793"/>
                  </a:lnTo>
                  <a:lnTo>
                    <a:pt x="365" y="793"/>
                  </a:lnTo>
                  <a:lnTo>
                    <a:pt x="365" y="788"/>
                  </a:lnTo>
                  <a:lnTo>
                    <a:pt x="365" y="786"/>
                  </a:lnTo>
                  <a:lnTo>
                    <a:pt x="362" y="786"/>
                  </a:lnTo>
                  <a:lnTo>
                    <a:pt x="362" y="786"/>
                  </a:lnTo>
                  <a:lnTo>
                    <a:pt x="362" y="784"/>
                  </a:lnTo>
                  <a:lnTo>
                    <a:pt x="362" y="781"/>
                  </a:lnTo>
                  <a:lnTo>
                    <a:pt x="362" y="781"/>
                  </a:lnTo>
                  <a:lnTo>
                    <a:pt x="362" y="781"/>
                  </a:lnTo>
                  <a:lnTo>
                    <a:pt x="370" y="781"/>
                  </a:lnTo>
                  <a:lnTo>
                    <a:pt x="370" y="779"/>
                  </a:lnTo>
                  <a:lnTo>
                    <a:pt x="370" y="779"/>
                  </a:lnTo>
                  <a:lnTo>
                    <a:pt x="372" y="779"/>
                  </a:lnTo>
                  <a:lnTo>
                    <a:pt x="372" y="779"/>
                  </a:lnTo>
                  <a:lnTo>
                    <a:pt x="372" y="777"/>
                  </a:lnTo>
                  <a:lnTo>
                    <a:pt x="374" y="774"/>
                  </a:lnTo>
                  <a:lnTo>
                    <a:pt x="374" y="772"/>
                  </a:lnTo>
                  <a:lnTo>
                    <a:pt x="377" y="772"/>
                  </a:lnTo>
                  <a:lnTo>
                    <a:pt x="377" y="772"/>
                  </a:lnTo>
                  <a:lnTo>
                    <a:pt x="374" y="765"/>
                  </a:lnTo>
                  <a:lnTo>
                    <a:pt x="377" y="765"/>
                  </a:lnTo>
                  <a:lnTo>
                    <a:pt x="377" y="762"/>
                  </a:lnTo>
                  <a:lnTo>
                    <a:pt x="377" y="762"/>
                  </a:lnTo>
                  <a:lnTo>
                    <a:pt x="379" y="762"/>
                  </a:lnTo>
                  <a:lnTo>
                    <a:pt x="379" y="762"/>
                  </a:lnTo>
                  <a:lnTo>
                    <a:pt x="377" y="760"/>
                  </a:lnTo>
                  <a:lnTo>
                    <a:pt x="377" y="755"/>
                  </a:lnTo>
                  <a:lnTo>
                    <a:pt x="377" y="755"/>
                  </a:lnTo>
                  <a:lnTo>
                    <a:pt x="374" y="753"/>
                  </a:lnTo>
                  <a:lnTo>
                    <a:pt x="374" y="753"/>
                  </a:lnTo>
                  <a:lnTo>
                    <a:pt x="374" y="753"/>
                  </a:lnTo>
                  <a:lnTo>
                    <a:pt x="374" y="753"/>
                  </a:lnTo>
                  <a:lnTo>
                    <a:pt x="374" y="753"/>
                  </a:lnTo>
                  <a:lnTo>
                    <a:pt x="374" y="751"/>
                  </a:lnTo>
                  <a:lnTo>
                    <a:pt x="374" y="751"/>
                  </a:lnTo>
                  <a:lnTo>
                    <a:pt x="374" y="751"/>
                  </a:lnTo>
                  <a:lnTo>
                    <a:pt x="374" y="751"/>
                  </a:lnTo>
                  <a:lnTo>
                    <a:pt x="374" y="748"/>
                  </a:lnTo>
                  <a:lnTo>
                    <a:pt x="374" y="746"/>
                  </a:lnTo>
                  <a:lnTo>
                    <a:pt x="374" y="746"/>
                  </a:lnTo>
                  <a:lnTo>
                    <a:pt x="374" y="743"/>
                  </a:lnTo>
                  <a:lnTo>
                    <a:pt x="374" y="743"/>
                  </a:lnTo>
                  <a:lnTo>
                    <a:pt x="372" y="743"/>
                  </a:lnTo>
                  <a:lnTo>
                    <a:pt x="372" y="743"/>
                  </a:lnTo>
                  <a:lnTo>
                    <a:pt x="372" y="743"/>
                  </a:lnTo>
                  <a:lnTo>
                    <a:pt x="370" y="743"/>
                  </a:lnTo>
                  <a:lnTo>
                    <a:pt x="370" y="743"/>
                  </a:lnTo>
                  <a:lnTo>
                    <a:pt x="370" y="743"/>
                  </a:lnTo>
                  <a:lnTo>
                    <a:pt x="367" y="741"/>
                  </a:lnTo>
                  <a:lnTo>
                    <a:pt x="367" y="741"/>
                  </a:lnTo>
                  <a:lnTo>
                    <a:pt x="367" y="741"/>
                  </a:lnTo>
                  <a:lnTo>
                    <a:pt x="367" y="741"/>
                  </a:lnTo>
                  <a:lnTo>
                    <a:pt x="367" y="741"/>
                  </a:lnTo>
                  <a:lnTo>
                    <a:pt x="370" y="741"/>
                  </a:lnTo>
                  <a:lnTo>
                    <a:pt x="370" y="741"/>
                  </a:lnTo>
                  <a:lnTo>
                    <a:pt x="370" y="741"/>
                  </a:lnTo>
                  <a:lnTo>
                    <a:pt x="370" y="741"/>
                  </a:lnTo>
                  <a:lnTo>
                    <a:pt x="370" y="741"/>
                  </a:lnTo>
                  <a:lnTo>
                    <a:pt x="370" y="741"/>
                  </a:lnTo>
                  <a:lnTo>
                    <a:pt x="370" y="741"/>
                  </a:lnTo>
                  <a:lnTo>
                    <a:pt x="372" y="741"/>
                  </a:lnTo>
                  <a:lnTo>
                    <a:pt x="372" y="739"/>
                  </a:lnTo>
                  <a:lnTo>
                    <a:pt x="372" y="739"/>
                  </a:lnTo>
                  <a:lnTo>
                    <a:pt x="374" y="739"/>
                  </a:lnTo>
                  <a:lnTo>
                    <a:pt x="374" y="739"/>
                  </a:lnTo>
                  <a:lnTo>
                    <a:pt x="374" y="739"/>
                  </a:lnTo>
                  <a:lnTo>
                    <a:pt x="374" y="741"/>
                  </a:lnTo>
                  <a:lnTo>
                    <a:pt x="374" y="741"/>
                  </a:lnTo>
                  <a:lnTo>
                    <a:pt x="374" y="741"/>
                  </a:lnTo>
                  <a:lnTo>
                    <a:pt x="374" y="739"/>
                  </a:lnTo>
                  <a:lnTo>
                    <a:pt x="377" y="739"/>
                  </a:lnTo>
                  <a:lnTo>
                    <a:pt x="379" y="736"/>
                  </a:lnTo>
                  <a:lnTo>
                    <a:pt x="379" y="734"/>
                  </a:lnTo>
                  <a:lnTo>
                    <a:pt x="381" y="734"/>
                  </a:lnTo>
                  <a:lnTo>
                    <a:pt x="381" y="734"/>
                  </a:lnTo>
                  <a:lnTo>
                    <a:pt x="384" y="732"/>
                  </a:lnTo>
                  <a:lnTo>
                    <a:pt x="384" y="732"/>
                  </a:lnTo>
                  <a:lnTo>
                    <a:pt x="386" y="732"/>
                  </a:lnTo>
                  <a:lnTo>
                    <a:pt x="388" y="732"/>
                  </a:lnTo>
                  <a:lnTo>
                    <a:pt x="388" y="732"/>
                  </a:lnTo>
                  <a:lnTo>
                    <a:pt x="388" y="732"/>
                  </a:lnTo>
                  <a:lnTo>
                    <a:pt x="391" y="732"/>
                  </a:lnTo>
                  <a:lnTo>
                    <a:pt x="391" y="732"/>
                  </a:lnTo>
                  <a:lnTo>
                    <a:pt x="391" y="732"/>
                  </a:lnTo>
                  <a:lnTo>
                    <a:pt x="393" y="732"/>
                  </a:lnTo>
                  <a:lnTo>
                    <a:pt x="393" y="732"/>
                  </a:lnTo>
                  <a:lnTo>
                    <a:pt x="393" y="732"/>
                  </a:lnTo>
                  <a:lnTo>
                    <a:pt x="396" y="732"/>
                  </a:lnTo>
                  <a:lnTo>
                    <a:pt x="398" y="732"/>
                  </a:lnTo>
                  <a:lnTo>
                    <a:pt x="398" y="732"/>
                  </a:lnTo>
                  <a:lnTo>
                    <a:pt x="400" y="732"/>
                  </a:lnTo>
                  <a:lnTo>
                    <a:pt x="400" y="732"/>
                  </a:lnTo>
                  <a:lnTo>
                    <a:pt x="403" y="732"/>
                  </a:lnTo>
                  <a:lnTo>
                    <a:pt x="403" y="729"/>
                  </a:lnTo>
                  <a:lnTo>
                    <a:pt x="403" y="729"/>
                  </a:lnTo>
                  <a:lnTo>
                    <a:pt x="405" y="729"/>
                  </a:lnTo>
                  <a:lnTo>
                    <a:pt x="405" y="729"/>
                  </a:lnTo>
                  <a:lnTo>
                    <a:pt x="405" y="727"/>
                  </a:lnTo>
                  <a:lnTo>
                    <a:pt x="405" y="727"/>
                  </a:lnTo>
                  <a:lnTo>
                    <a:pt x="407" y="727"/>
                  </a:lnTo>
                  <a:lnTo>
                    <a:pt x="407" y="727"/>
                  </a:lnTo>
                  <a:lnTo>
                    <a:pt x="407" y="727"/>
                  </a:lnTo>
                  <a:lnTo>
                    <a:pt x="407" y="727"/>
                  </a:lnTo>
                  <a:lnTo>
                    <a:pt x="407" y="727"/>
                  </a:lnTo>
                  <a:lnTo>
                    <a:pt x="407" y="727"/>
                  </a:lnTo>
                  <a:lnTo>
                    <a:pt x="410" y="725"/>
                  </a:lnTo>
                  <a:lnTo>
                    <a:pt x="412" y="725"/>
                  </a:lnTo>
                  <a:lnTo>
                    <a:pt x="412" y="725"/>
                  </a:lnTo>
                  <a:lnTo>
                    <a:pt x="412" y="722"/>
                  </a:lnTo>
                  <a:lnTo>
                    <a:pt x="412" y="720"/>
                  </a:lnTo>
                  <a:lnTo>
                    <a:pt x="417" y="717"/>
                  </a:lnTo>
                  <a:lnTo>
                    <a:pt x="417" y="717"/>
                  </a:lnTo>
                  <a:lnTo>
                    <a:pt x="417" y="715"/>
                  </a:lnTo>
                  <a:lnTo>
                    <a:pt x="417" y="715"/>
                  </a:lnTo>
                  <a:lnTo>
                    <a:pt x="417" y="715"/>
                  </a:lnTo>
                  <a:lnTo>
                    <a:pt x="417" y="715"/>
                  </a:lnTo>
                  <a:lnTo>
                    <a:pt x="417" y="713"/>
                  </a:lnTo>
                  <a:lnTo>
                    <a:pt x="417" y="713"/>
                  </a:lnTo>
                  <a:lnTo>
                    <a:pt x="419" y="713"/>
                  </a:lnTo>
                  <a:lnTo>
                    <a:pt x="419" y="713"/>
                  </a:lnTo>
                  <a:lnTo>
                    <a:pt x="419" y="715"/>
                  </a:lnTo>
                  <a:lnTo>
                    <a:pt x="419" y="715"/>
                  </a:lnTo>
                  <a:lnTo>
                    <a:pt x="422" y="715"/>
                  </a:lnTo>
                  <a:lnTo>
                    <a:pt x="422" y="713"/>
                  </a:lnTo>
                  <a:lnTo>
                    <a:pt x="419" y="708"/>
                  </a:lnTo>
                  <a:lnTo>
                    <a:pt x="419" y="706"/>
                  </a:lnTo>
                  <a:lnTo>
                    <a:pt x="419" y="706"/>
                  </a:lnTo>
                  <a:lnTo>
                    <a:pt x="422" y="703"/>
                  </a:lnTo>
                  <a:lnTo>
                    <a:pt x="422" y="703"/>
                  </a:lnTo>
                  <a:lnTo>
                    <a:pt x="422" y="703"/>
                  </a:lnTo>
                  <a:lnTo>
                    <a:pt x="422" y="703"/>
                  </a:lnTo>
                  <a:lnTo>
                    <a:pt x="422" y="701"/>
                  </a:lnTo>
                  <a:lnTo>
                    <a:pt x="422" y="701"/>
                  </a:lnTo>
                  <a:lnTo>
                    <a:pt x="422" y="699"/>
                  </a:lnTo>
                  <a:lnTo>
                    <a:pt x="419" y="699"/>
                  </a:lnTo>
                  <a:lnTo>
                    <a:pt x="417" y="696"/>
                  </a:lnTo>
                  <a:lnTo>
                    <a:pt x="417" y="696"/>
                  </a:lnTo>
                  <a:lnTo>
                    <a:pt x="417" y="691"/>
                  </a:lnTo>
                  <a:lnTo>
                    <a:pt x="417" y="691"/>
                  </a:lnTo>
                  <a:lnTo>
                    <a:pt x="417" y="691"/>
                  </a:lnTo>
                  <a:lnTo>
                    <a:pt x="419" y="691"/>
                  </a:lnTo>
                  <a:lnTo>
                    <a:pt x="419" y="691"/>
                  </a:lnTo>
                  <a:lnTo>
                    <a:pt x="419" y="691"/>
                  </a:lnTo>
                  <a:lnTo>
                    <a:pt x="422" y="691"/>
                  </a:lnTo>
                  <a:lnTo>
                    <a:pt x="424" y="691"/>
                  </a:lnTo>
                  <a:lnTo>
                    <a:pt x="424" y="691"/>
                  </a:lnTo>
                  <a:lnTo>
                    <a:pt x="426" y="691"/>
                  </a:lnTo>
                  <a:lnTo>
                    <a:pt x="426" y="691"/>
                  </a:lnTo>
                  <a:lnTo>
                    <a:pt x="429" y="691"/>
                  </a:lnTo>
                  <a:lnTo>
                    <a:pt x="429" y="691"/>
                  </a:lnTo>
                  <a:lnTo>
                    <a:pt x="431" y="691"/>
                  </a:lnTo>
                  <a:lnTo>
                    <a:pt x="431" y="691"/>
                  </a:lnTo>
                  <a:lnTo>
                    <a:pt x="431" y="691"/>
                  </a:lnTo>
                  <a:lnTo>
                    <a:pt x="431" y="687"/>
                  </a:lnTo>
                  <a:lnTo>
                    <a:pt x="431" y="687"/>
                  </a:lnTo>
                  <a:lnTo>
                    <a:pt x="431" y="684"/>
                  </a:lnTo>
                  <a:lnTo>
                    <a:pt x="431" y="682"/>
                  </a:lnTo>
                  <a:lnTo>
                    <a:pt x="431" y="680"/>
                  </a:lnTo>
                  <a:lnTo>
                    <a:pt x="429" y="677"/>
                  </a:lnTo>
                  <a:lnTo>
                    <a:pt x="429" y="677"/>
                  </a:lnTo>
                  <a:lnTo>
                    <a:pt x="429" y="675"/>
                  </a:lnTo>
                  <a:lnTo>
                    <a:pt x="426" y="672"/>
                  </a:lnTo>
                  <a:lnTo>
                    <a:pt x="424" y="672"/>
                  </a:lnTo>
                  <a:lnTo>
                    <a:pt x="424" y="670"/>
                  </a:lnTo>
                  <a:lnTo>
                    <a:pt x="424" y="670"/>
                  </a:lnTo>
                  <a:lnTo>
                    <a:pt x="424" y="670"/>
                  </a:lnTo>
                  <a:lnTo>
                    <a:pt x="424" y="670"/>
                  </a:lnTo>
                  <a:lnTo>
                    <a:pt x="426" y="668"/>
                  </a:lnTo>
                  <a:lnTo>
                    <a:pt x="426" y="668"/>
                  </a:lnTo>
                  <a:lnTo>
                    <a:pt x="431" y="668"/>
                  </a:lnTo>
                  <a:lnTo>
                    <a:pt x="431" y="668"/>
                  </a:lnTo>
                  <a:lnTo>
                    <a:pt x="431" y="668"/>
                  </a:lnTo>
                  <a:lnTo>
                    <a:pt x="431" y="665"/>
                  </a:lnTo>
                  <a:lnTo>
                    <a:pt x="429" y="665"/>
                  </a:lnTo>
                  <a:lnTo>
                    <a:pt x="429" y="665"/>
                  </a:lnTo>
                  <a:lnTo>
                    <a:pt x="429" y="665"/>
                  </a:lnTo>
                  <a:lnTo>
                    <a:pt x="431" y="663"/>
                  </a:lnTo>
                  <a:lnTo>
                    <a:pt x="431" y="663"/>
                  </a:lnTo>
                  <a:lnTo>
                    <a:pt x="431" y="663"/>
                  </a:lnTo>
                  <a:lnTo>
                    <a:pt x="433" y="661"/>
                  </a:lnTo>
                  <a:lnTo>
                    <a:pt x="433" y="663"/>
                  </a:lnTo>
                  <a:lnTo>
                    <a:pt x="433" y="663"/>
                  </a:lnTo>
                  <a:lnTo>
                    <a:pt x="433" y="661"/>
                  </a:lnTo>
                  <a:lnTo>
                    <a:pt x="436" y="661"/>
                  </a:lnTo>
                  <a:lnTo>
                    <a:pt x="436" y="658"/>
                  </a:lnTo>
                  <a:lnTo>
                    <a:pt x="436" y="656"/>
                  </a:lnTo>
                  <a:lnTo>
                    <a:pt x="438" y="656"/>
                  </a:lnTo>
                  <a:lnTo>
                    <a:pt x="438" y="656"/>
                  </a:lnTo>
                  <a:lnTo>
                    <a:pt x="438" y="656"/>
                  </a:lnTo>
                  <a:lnTo>
                    <a:pt x="441" y="654"/>
                  </a:lnTo>
                  <a:lnTo>
                    <a:pt x="441" y="654"/>
                  </a:lnTo>
                  <a:lnTo>
                    <a:pt x="441" y="654"/>
                  </a:lnTo>
                  <a:lnTo>
                    <a:pt x="443" y="654"/>
                  </a:lnTo>
                  <a:lnTo>
                    <a:pt x="443" y="654"/>
                  </a:lnTo>
                  <a:lnTo>
                    <a:pt x="443" y="651"/>
                  </a:lnTo>
                  <a:lnTo>
                    <a:pt x="445" y="651"/>
                  </a:lnTo>
                  <a:lnTo>
                    <a:pt x="445" y="651"/>
                  </a:lnTo>
                  <a:lnTo>
                    <a:pt x="445" y="651"/>
                  </a:lnTo>
                  <a:lnTo>
                    <a:pt x="443" y="651"/>
                  </a:lnTo>
                  <a:lnTo>
                    <a:pt x="443" y="651"/>
                  </a:lnTo>
                  <a:lnTo>
                    <a:pt x="443" y="649"/>
                  </a:lnTo>
                  <a:lnTo>
                    <a:pt x="443" y="649"/>
                  </a:lnTo>
                  <a:lnTo>
                    <a:pt x="445" y="649"/>
                  </a:lnTo>
                  <a:lnTo>
                    <a:pt x="445" y="649"/>
                  </a:lnTo>
                  <a:lnTo>
                    <a:pt x="445" y="649"/>
                  </a:lnTo>
                  <a:lnTo>
                    <a:pt x="445" y="651"/>
                  </a:lnTo>
                  <a:lnTo>
                    <a:pt x="445" y="651"/>
                  </a:lnTo>
                  <a:lnTo>
                    <a:pt x="445" y="651"/>
                  </a:lnTo>
                  <a:lnTo>
                    <a:pt x="445" y="651"/>
                  </a:lnTo>
                  <a:lnTo>
                    <a:pt x="445" y="651"/>
                  </a:lnTo>
                  <a:lnTo>
                    <a:pt x="448" y="651"/>
                  </a:lnTo>
                  <a:lnTo>
                    <a:pt x="448" y="651"/>
                  </a:lnTo>
                  <a:lnTo>
                    <a:pt x="448" y="654"/>
                  </a:lnTo>
                  <a:lnTo>
                    <a:pt x="448" y="654"/>
                  </a:lnTo>
                  <a:lnTo>
                    <a:pt x="448" y="654"/>
                  </a:lnTo>
                  <a:lnTo>
                    <a:pt x="445" y="654"/>
                  </a:lnTo>
                  <a:lnTo>
                    <a:pt x="445" y="654"/>
                  </a:lnTo>
                  <a:lnTo>
                    <a:pt x="445" y="654"/>
                  </a:lnTo>
                  <a:lnTo>
                    <a:pt x="443" y="656"/>
                  </a:lnTo>
                  <a:lnTo>
                    <a:pt x="445" y="656"/>
                  </a:lnTo>
                  <a:lnTo>
                    <a:pt x="445" y="656"/>
                  </a:lnTo>
                  <a:lnTo>
                    <a:pt x="448" y="656"/>
                  </a:lnTo>
                  <a:lnTo>
                    <a:pt x="448" y="656"/>
                  </a:lnTo>
                  <a:lnTo>
                    <a:pt x="448" y="656"/>
                  </a:lnTo>
                  <a:lnTo>
                    <a:pt x="450" y="656"/>
                  </a:lnTo>
                  <a:lnTo>
                    <a:pt x="452" y="658"/>
                  </a:lnTo>
                  <a:lnTo>
                    <a:pt x="455" y="658"/>
                  </a:lnTo>
                  <a:lnTo>
                    <a:pt x="457" y="661"/>
                  </a:lnTo>
                  <a:lnTo>
                    <a:pt x="459" y="663"/>
                  </a:lnTo>
                  <a:lnTo>
                    <a:pt x="464" y="665"/>
                  </a:lnTo>
                  <a:lnTo>
                    <a:pt x="464" y="665"/>
                  </a:lnTo>
                  <a:lnTo>
                    <a:pt x="467" y="665"/>
                  </a:lnTo>
                  <a:lnTo>
                    <a:pt x="467" y="665"/>
                  </a:lnTo>
                  <a:lnTo>
                    <a:pt x="467" y="668"/>
                  </a:lnTo>
                  <a:lnTo>
                    <a:pt x="467" y="668"/>
                  </a:lnTo>
                  <a:lnTo>
                    <a:pt x="467" y="668"/>
                  </a:lnTo>
                  <a:lnTo>
                    <a:pt x="469" y="668"/>
                  </a:lnTo>
                  <a:lnTo>
                    <a:pt x="471" y="668"/>
                  </a:lnTo>
                  <a:lnTo>
                    <a:pt x="471" y="668"/>
                  </a:lnTo>
                  <a:lnTo>
                    <a:pt x="474" y="668"/>
                  </a:lnTo>
                  <a:lnTo>
                    <a:pt x="474" y="668"/>
                  </a:lnTo>
                  <a:lnTo>
                    <a:pt x="474" y="665"/>
                  </a:lnTo>
                  <a:lnTo>
                    <a:pt x="471" y="663"/>
                  </a:lnTo>
                  <a:lnTo>
                    <a:pt x="474" y="663"/>
                  </a:lnTo>
                  <a:lnTo>
                    <a:pt x="474" y="661"/>
                  </a:lnTo>
                  <a:lnTo>
                    <a:pt x="483" y="661"/>
                  </a:lnTo>
                  <a:lnTo>
                    <a:pt x="483" y="661"/>
                  </a:lnTo>
                  <a:lnTo>
                    <a:pt x="481" y="646"/>
                  </a:lnTo>
                  <a:lnTo>
                    <a:pt x="483" y="644"/>
                  </a:lnTo>
                  <a:lnTo>
                    <a:pt x="483" y="644"/>
                  </a:lnTo>
                  <a:lnTo>
                    <a:pt x="483" y="642"/>
                  </a:lnTo>
                  <a:lnTo>
                    <a:pt x="483" y="639"/>
                  </a:lnTo>
                  <a:lnTo>
                    <a:pt x="481" y="639"/>
                  </a:lnTo>
                  <a:lnTo>
                    <a:pt x="483" y="637"/>
                  </a:lnTo>
                  <a:lnTo>
                    <a:pt x="483" y="637"/>
                  </a:lnTo>
                  <a:lnTo>
                    <a:pt x="485" y="639"/>
                  </a:lnTo>
                  <a:lnTo>
                    <a:pt x="488" y="639"/>
                  </a:lnTo>
                  <a:lnTo>
                    <a:pt x="488" y="639"/>
                  </a:lnTo>
                  <a:lnTo>
                    <a:pt x="490" y="639"/>
                  </a:lnTo>
                  <a:lnTo>
                    <a:pt x="490" y="642"/>
                  </a:lnTo>
                  <a:lnTo>
                    <a:pt x="493" y="642"/>
                  </a:lnTo>
                  <a:lnTo>
                    <a:pt x="493" y="642"/>
                  </a:lnTo>
                  <a:lnTo>
                    <a:pt x="493" y="642"/>
                  </a:lnTo>
                  <a:lnTo>
                    <a:pt x="493" y="644"/>
                  </a:lnTo>
                  <a:lnTo>
                    <a:pt x="493" y="644"/>
                  </a:lnTo>
                  <a:lnTo>
                    <a:pt x="495" y="642"/>
                  </a:lnTo>
                  <a:lnTo>
                    <a:pt x="495" y="642"/>
                  </a:lnTo>
                  <a:lnTo>
                    <a:pt x="495" y="642"/>
                  </a:lnTo>
                  <a:lnTo>
                    <a:pt x="497" y="642"/>
                  </a:lnTo>
                  <a:lnTo>
                    <a:pt x="497" y="642"/>
                  </a:lnTo>
                  <a:lnTo>
                    <a:pt x="497" y="642"/>
                  </a:lnTo>
                  <a:lnTo>
                    <a:pt x="497" y="642"/>
                  </a:lnTo>
                  <a:lnTo>
                    <a:pt x="497" y="642"/>
                  </a:lnTo>
                  <a:lnTo>
                    <a:pt x="500" y="642"/>
                  </a:lnTo>
                  <a:lnTo>
                    <a:pt x="502" y="642"/>
                  </a:lnTo>
                  <a:lnTo>
                    <a:pt x="500" y="637"/>
                  </a:lnTo>
                  <a:lnTo>
                    <a:pt x="500" y="632"/>
                  </a:lnTo>
                  <a:lnTo>
                    <a:pt x="502" y="630"/>
                  </a:lnTo>
                  <a:lnTo>
                    <a:pt x="502" y="630"/>
                  </a:lnTo>
                  <a:lnTo>
                    <a:pt x="504" y="623"/>
                  </a:lnTo>
                  <a:lnTo>
                    <a:pt x="504" y="623"/>
                  </a:lnTo>
                  <a:lnTo>
                    <a:pt x="504" y="623"/>
                  </a:lnTo>
                  <a:lnTo>
                    <a:pt x="504" y="623"/>
                  </a:lnTo>
                  <a:lnTo>
                    <a:pt x="504" y="623"/>
                  </a:lnTo>
                  <a:lnTo>
                    <a:pt x="504" y="620"/>
                  </a:lnTo>
                  <a:lnTo>
                    <a:pt x="514" y="616"/>
                  </a:lnTo>
                  <a:lnTo>
                    <a:pt x="514" y="613"/>
                  </a:lnTo>
                  <a:lnTo>
                    <a:pt x="516" y="611"/>
                  </a:lnTo>
                  <a:lnTo>
                    <a:pt x="519" y="611"/>
                  </a:lnTo>
                  <a:lnTo>
                    <a:pt x="523" y="609"/>
                  </a:lnTo>
                  <a:lnTo>
                    <a:pt x="526" y="606"/>
                  </a:lnTo>
                  <a:lnTo>
                    <a:pt x="530" y="609"/>
                  </a:lnTo>
                  <a:lnTo>
                    <a:pt x="542" y="613"/>
                  </a:lnTo>
                  <a:lnTo>
                    <a:pt x="545" y="613"/>
                  </a:lnTo>
                  <a:lnTo>
                    <a:pt x="545" y="613"/>
                  </a:lnTo>
                  <a:lnTo>
                    <a:pt x="545" y="613"/>
                  </a:lnTo>
                  <a:lnTo>
                    <a:pt x="547" y="613"/>
                  </a:lnTo>
                  <a:lnTo>
                    <a:pt x="549" y="611"/>
                  </a:lnTo>
                  <a:lnTo>
                    <a:pt x="549" y="611"/>
                  </a:lnTo>
                  <a:lnTo>
                    <a:pt x="549" y="597"/>
                  </a:lnTo>
                  <a:lnTo>
                    <a:pt x="549" y="597"/>
                  </a:lnTo>
                  <a:lnTo>
                    <a:pt x="552" y="597"/>
                  </a:lnTo>
                  <a:lnTo>
                    <a:pt x="554" y="594"/>
                  </a:lnTo>
                  <a:lnTo>
                    <a:pt x="559" y="597"/>
                  </a:lnTo>
                  <a:lnTo>
                    <a:pt x="564" y="597"/>
                  </a:lnTo>
                  <a:lnTo>
                    <a:pt x="566" y="594"/>
                  </a:lnTo>
                  <a:lnTo>
                    <a:pt x="585" y="583"/>
                  </a:lnTo>
                  <a:lnTo>
                    <a:pt x="587" y="583"/>
                  </a:lnTo>
                  <a:lnTo>
                    <a:pt x="597" y="580"/>
                  </a:lnTo>
                  <a:lnTo>
                    <a:pt x="599" y="578"/>
                  </a:lnTo>
                  <a:lnTo>
                    <a:pt x="601" y="578"/>
                  </a:lnTo>
                  <a:lnTo>
                    <a:pt x="601" y="578"/>
                  </a:lnTo>
                  <a:lnTo>
                    <a:pt x="613" y="568"/>
                  </a:lnTo>
                  <a:lnTo>
                    <a:pt x="613" y="568"/>
                  </a:lnTo>
                  <a:lnTo>
                    <a:pt x="616" y="564"/>
                  </a:lnTo>
                  <a:lnTo>
                    <a:pt x="616" y="564"/>
                  </a:lnTo>
                  <a:lnTo>
                    <a:pt x="616" y="564"/>
                  </a:lnTo>
                  <a:lnTo>
                    <a:pt x="618" y="564"/>
                  </a:lnTo>
                  <a:lnTo>
                    <a:pt x="630" y="564"/>
                  </a:lnTo>
                  <a:lnTo>
                    <a:pt x="632" y="564"/>
                  </a:lnTo>
                  <a:lnTo>
                    <a:pt x="632" y="564"/>
                  </a:lnTo>
                  <a:lnTo>
                    <a:pt x="635" y="566"/>
                  </a:lnTo>
                  <a:lnTo>
                    <a:pt x="635" y="566"/>
                  </a:lnTo>
                  <a:lnTo>
                    <a:pt x="635" y="566"/>
                  </a:lnTo>
                  <a:lnTo>
                    <a:pt x="637" y="566"/>
                  </a:lnTo>
                  <a:lnTo>
                    <a:pt x="642" y="564"/>
                  </a:lnTo>
                  <a:lnTo>
                    <a:pt x="644" y="564"/>
                  </a:lnTo>
                  <a:lnTo>
                    <a:pt x="649" y="564"/>
                  </a:lnTo>
                  <a:lnTo>
                    <a:pt x="656" y="568"/>
                  </a:lnTo>
                  <a:lnTo>
                    <a:pt x="656" y="568"/>
                  </a:lnTo>
                  <a:lnTo>
                    <a:pt x="668" y="573"/>
                  </a:lnTo>
                  <a:lnTo>
                    <a:pt x="668" y="568"/>
                  </a:lnTo>
                  <a:lnTo>
                    <a:pt x="668" y="568"/>
                  </a:lnTo>
                  <a:lnTo>
                    <a:pt x="668" y="568"/>
                  </a:lnTo>
                  <a:lnTo>
                    <a:pt x="675" y="568"/>
                  </a:lnTo>
                  <a:lnTo>
                    <a:pt x="677" y="568"/>
                  </a:lnTo>
                  <a:lnTo>
                    <a:pt x="680" y="568"/>
                  </a:lnTo>
                  <a:lnTo>
                    <a:pt x="682" y="568"/>
                  </a:lnTo>
                  <a:lnTo>
                    <a:pt x="684" y="568"/>
                  </a:lnTo>
                  <a:lnTo>
                    <a:pt x="694" y="571"/>
                  </a:lnTo>
                  <a:lnTo>
                    <a:pt x="694" y="571"/>
                  </a:lnTo>
                  <a:lnTo>
                    <a:pt x="696" y="571"/>
                  </a:lnTo>
                  <a:lnTo>
                    <a:pt x="696" y="568"/>
                  </a:lnTo>
                  <a:lnTo>
                    <a:pt x="698" y="568"/>
                  </a:lnTo>
                  <a:lnTo>
                    <a:pt x="706" y="568"/>
                  </a:lnTo>
                  <a:lnTo>
                    <a:pt x="708" y="568"/>
                  </a:lnTo>
                  <a:lnTo>
                    <a:pt x="708" y="568"/>
                  </a:lnTo>
                  <a:lnTo>
                    <a:pt x="713" y="564"/>
                  </a:lnTo>
                  <a:lnTo>
                    <a:pt x="717" y="561"/>
                  </a:lnTo>
                  <a:lnTo>
                    <a:pt x="722" y="557"/>
                  </a:lnTo>
                  <a:lnTo>
                    <a:pt x="724" y="552"/>
                  </a:lnTo>
                  <a:lnTo>
                    <a:pt x="727" y="552"/>
                  </a:lnTo>
                  <a:lnTo>
                    <a:pt x="729" y="552"/>
                  </a:lnTo>
                  <a:lnTo>
                    <a:pt x="732" y="552"/>
                  </a:lnTo>
                  <a:lnTo>
                    <a:pt x="736" y="552"/>
                  </a:lnTo>
                  <a:lnTo>
                    <a:pt x="743" y="552"/>
                  </a:lnTo>
                  <a:lnTo>
                    <a:pt x="748" y="552"/>
                  </a:lnTo>
                  <a:lnTo>
                    <a:pt x="753" y="552"/>
                  </a:lnTo>
                  <a:lnTo>
                    <a:pt x="758" y="549"/>
                  </a:lnTo>
                  <a:lnTo>
                    <a:pt x="762" y="549"/>
                  </a:lnTo>
                  <a:lnTo>
                    <a:pt x="767" y="549"/>
                  </a:lnTo>
                  <a:lnTo>
                    <a:pt x="774" y="549"/>
                  </a:lnTo>
                  <a:lnTo>
                    <a:pt x="779" y="549"/>
                  </a:lnTo>
                  <a:lnTo>
                    <a:pt x="784" y="549"/>
                  </a:lnTo>
                  <a:lnTo>
                    <a:pt x="788" y="549"/>
                  </a:lnTo>
                  <a:lnTo>
                    <a:pt x="793" y="549"/>
                  </a:lnTo>
                  <a:lnTo>
                    <a:pt x="800" y="549"/>
                  </a:lnTo>
                  <a:lnTo>
                    <a:pt x="805" y="549"/>
                  </a:lnTo>
                  <a:lnTo>
                    <a:pt x="810" y="549"/>
                  </a:lnTo>
                  <a:lnTo>
                    <a:pt x="814" y="549"/>
                  </a:lnTo>
                  <a:lnTo>
                    <a:pt x="817" y="549"/>
                  </a:lnTo>
                  <a:lnTo>
                    <a:pt x="817" y="547"/>
                  </a:lnTo>
                  <a:lnTo>
                    <a:pt x="817" y="545"/>
                  </a:lnTo>
                  <a:lnTo>
                    <a:pt x="817" y="545"/>
                  </a:lnTo>
                  <a:lnTo>
                    <a:pt x="817" y="545"/>
                  </a:lnTo>
                  <a:lnTo>
                    <a:pt x="819" y="545"/>
                  </a:lnTo>
                  <a:lnTo>
                    <a:pt x="819" y="545"/>
                  </a:lnTo>
                  <a:lnTo>
                    <a:pt x="821" y="545"/>
                  </a:lnTo>
                  <a:lnTo>
                    <a:pt x="829" y="545"/>
                  </a:lnTo>
                  <a:lnTo>
                    <a:pt x="838" y="547"/>
                  </a:lnTo>
                  <a:lnTo>
                    <a:pt x="843" y="547"/>
                  </a:lnTo>
                  <a:lnTo>
                    <a:pt x="843" y="547"/>
                  </a:lnTo>
                  <a:lnTo>
                    <a:pt x="845" y="547"/>
                  </a:lnTo>
                  <a:lnTo>
                    <a:pt x="845" y="542"/>
                  </a:lnTo>
                  <a:lnTo>
                    <a:pt x="845" y="540"/>
                  </a:lnTo>
                  <a:lnTo>
                    <a:pt x="850" y="538"/>
                  </a:lnTo>
                  <a:lnTo>
                    <a:pt x="855" y="533"/>
                  </a:lnTo>
                  <a:lnTo>
                    <a:pt x="857" y="530"/>
                  </a:lnTo>
                  <a:lnTo>
                    <a:pt x="862" y="530"/>
                  </a:lnTo>
                  <a:lnTo>
                    <a:pt x="862" y="530"/>
                  </a:lnTo>
                  <a:lnTo>
                    <a:pt x="864" y="528"/>
                  </a:lnTo>
                  <a:lnTo>
                    <a:pt x="864" y="528"/>
                  </a:lnTo>
                  <a:lnTo>
                    <a:pt x="864" y="526"/>
                  </a:lnTo>
                  <a:lnTo>
                    <a:pt x="864" y="523"/>
                  </a:lnTo>
                  <a:lnTo>
                    <a:pt x="866" y="519"/>
                  </a:lnTo>
                  <a:lnTo>
                    <a:pt x="866" y="516"/>
                  </a:lnTo>
                  <a:lnTo>
                    <a:pt x="866" y="516"/>
                  </a:lnTo>
                  <a:lnTo>
                    <a:pt x="869" y="514"/>
                  </a:lnTo>
                  <a:lnTo>
                    <a:pt x="869" y="514"/>
                  </a:lnTo>
                  <a:lnTo>
                    <a:pt x="871" y="512"/>
                  </a:lnTo>
                  <a:lnTo>
                    <a:pt x="871" y="512"/>
                  </a:lnTo>
                  <a:lnTo>
                    <a:pt x="871" y="512"/>
                  </a:lnTo>
                  <a:lnTo>
                    <a:pt x="871" y="512"/>
                  </a:lnTo>
                  <a:lnTo>
                    <a:pt x="869" y="512"/>
                  </a:lnTo>
                  <a:lnTo>
                    <a:pt x="869" y="512"/>
                  </a:lnTo>
                  <a:lnTo>
                    <a:pt x="869" y="509"/>
                  </a:lnTo>
                  <a:lnTo>
                    <a:pt x="869" y="509"/>
                  </a:lnTo>
                  <a:lnTo>
                    <a:pt x="869" y="507"/>
                  </a:lnTo>
                  <a:lnTo>
                    <a:pt x="874" y="495"/>
                  </a:lnTo>
                  <a:lnTo>
                    <a:pt x="876" y="495"/>
                  </a:lnTo>
                  <a:lnTo>
                    <a:pt x="876" y="493"/>
                  </a:lnTo>
                  <a:lnTo>
                    <a:pt x="878" y="493"/>
                  </a:lnTo>
                  <a:lnTo>
                    <a:pt x="881" y="490"/>
                  </a:lnTo>
                  <a:lnTo>
                    <a:pt x="881" y="490"/>
                  </a:lnTo>
                  <a:lnTo>
                    <a:pt x="881" y="488"/>
                  </a:lnTo>
                  <a:lnTo>
                    <a:pt x="881" y="483"/>
                  </a:lnTo>
                  <a:lnTo>
                    <a:pt x="881" y="478"/>
                  </a:lnTo>
                  <a:lnTo>
                    <a:pt x="881" y="471"/>
                  </a:lnTo>
                  <a:lnTo>
                    <a:pt x="881" y="467"/>
                  </a:lnTo>
                  <a:lnTo>
                    <a:pt x="881" y="467"/>
                  </a:lnTo>
                  <a:lnTo>
                    <a:pt x="881" y="467"/>
                  </a:lnTo>
                  <a:lnTo>
                    <a:pt x="881" y="464"/>
                  </a:lnTo>
                  <a:lnTo>
                    <a:pt x="881" y="459"/>
                  </a:lnTo>
                  <a:lnTo>
                    <a:pt x="881" y="459"/>
                  </a:lnTo>
                  <a:lnTo>
                    <a:pt x="881" y="457"/>
                  </a:lnTo>
                  <a:lnTo>
                    <a:pt x="883" y="457"/>
                  </a:lnTo>
                  <a:lnTo>
                    <a:pt x="883" y="457"/>
                  </a:lnTo>
                  <a:lnTo>
                    <a:pt x="883" y="457"/>
                  </a:lnTo>
                  <a:lnTo>
                    <a:pt x="883" y="450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35">
              <a:extLst>
                <a:ext uri="{FF2B5EF4-FFF2-40B4-BE49-F238E27FC236}">
                  <a16:creationId xmlns:a16="http://schemas.microsoft.com/office/drawing/2014/main" id="{04AEF56F-4ADF-8560-B0B2-7BCFD3374DC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347827" y="3969628"/>
              <a:ext cx="220312" cy="538680"/>
            </a:xfrm>
            <a:custGeom>
              <a:avLst/>
              <a:gdLst>
                <a:gd name="T0" fmla="*/ 157 w 173"/>
                <a:gd name="T1" fmla="*/ 270 h 423"/>
                <a:gd name="T2" fmla="*/ 107 w 173"/>
                <a:gd name="T3" fmla="*/ 222 h 423"/>
                <a:gd name="T4" fmla="*/ 100 w 173"/>
                <a:gd name="T5" fmla="*/ 203 h 423"/>
                <a:gd name="T6" fmla="*/ 102 w 173"/>
                <a:gd name="T7" fmla="*/ 125 h 423"/>
                <a:gd name="T8" fmla="*/ 121 w 173"/>
                <a:gd name="T9" fmla="*/ 111 h 423"/>
                <a:gd name="T10" fmla="*/ 112 w 173"/>
                <a:gd name="T11" fmla="*/ 106 h 423"/>
                <a:gd name="T12" fmla="*/ 109 w 173"/>
                <a:gd name="T13" fmla="*/ 97 h 423"/>
                <a:gd name="T14" fmla="*/ 105 w 173"/>
                <a:gd name="T15" fmla="*/ 85 h 423"/>
                <a:gd name="T16" fmla="*/ 105 w 173"/>
                <a:gd name="T17" fmla="*/ 71 h 423"/>
                <a:gd name="T18" fmla="*/ 102 w 173"/>
                <a:gd name="T19" fmla="*/ 61 h 423"/>
                <a:gd name="T20" fmla="*/ 102 w 173"/>
                <a:gd name="T21" fmla="*/ 47 h 423"/>
                <a:gd name="T22" fmla="*/ 90 w 173"/>
                <a:gd name="T23" fmla="*/ 21 h 423"/>
                <a:gd name="T24" fmla="*/ 76 w 173"/>
                <a:gd name="T25" fmla="*/ 7 h 423"/>
                <a:gd name="T26" fmla="*/ 69 w 173"/>
                <a:gd name="T27" fmla="*/ 14 h 423"/>
                <a:gd name="T28" fmla="*/ 55 w 173"/>
                <a:gd name="T29" fmla="*/ 12 h 423"/>
                <a:gd name="T30" fmla="*/ 38 w 173"/>
                <a:gd name="T31" fmla="*/ 9 h 423"/>
                <a:gd name="T32" fmla="*/ 26 w 173"/>
                <a:gd name="T33" fmla="*/ 7 h 423"/>
                <a:gd name="T34" fmla="*/ 15 w 173"/>
                <a:gd name="T35" fmla="*/ 4 h 423"/>
                <a:gd name="T36" fmla="*/ 19 w 173"/>
                <a:gd name="T37" fmla="*/ 12 h 423"/>
                <a:gd name="T38" fmla="*/ 29 w 173"/>
                <a:gd name="T39" fmla="*/ 14 h 423"/>
                <a:gd name="T40" fmla="*/ 36 w 173"/>
                <a:gd name="T41" fmla="*/ 23 h 423"/>
                <a:gd name="T42" fmla="*/ 41 w 173"/>
                <a:gd name="T43" fmla="*/ 42 h 423"/>
                <a:gd name="T44" fmla="*/ 52 w 173"/>
                <a:gd name="T45" fmla="*/ 59 h 423"/>
                <a:gd name="T46" fmla="*/ 45 w 173"/>
                <a:gd name="T47" fmla="*/ 73 h 423"/>
                <a:gd name="T48" fmla="*/ 34 w 173"/>
                <a:gd name="T49" fmla="*/ 78 h 423"/>
                <a:gd name="T50" fmla="*/ 34 w 173"/>
                <a:gd name="T51" fmla="*/ 87 h 423"/>
                <a:gd name="T52" fmla="*/ 31 w 173"/>
                <a:gd name="T53" fmla="*/ 106 h 423"/>
                <a:gd name="T54" fmla="*/ 29 w 173"/>
                <a:gd name="T55" fmla="*/ 118 h 423"/>
                <a:gd name="T56" fmla="*/ 34 w 173"/>
                <a:gd name="T57" fmla="*/ 137 h 423"/>
                <a:gd name="T58" fmla="*/ 43 w 173"/>
                <a:gd name="T59" fmla="*/ 158 h 423"/>
                <a:gd name="T60" fmla="*/ 38 w 173"/>
                <a:gd name="T61" fmla="*/ 165 h 423"/>
                <a:gd name="T62" fmla="*/ 29 w 173"/>
                <a:gd name="T63" fmla="*/ 173 h 423"/>
                <a:gd name="T64" fmla="*/ 24 w 173"/>
                <a:gd name="T65" fmla="*/ 173 h 423"/>
                <a:gd name="T66" fmla="*/ 15 w 173"/>
                <a:gd name="T67" fmla="*/ 180 h 423"/>
                <a:gd name="T68" fmla="*/ 17 w 173"/>
                <a:gd name="T69" fmla="*/ 203 h 423"/>
                <a:gd name="T70" fmla="*/ 7 w 173"/>
                <a:gd name="T71" fmla="*/ 222 h 423"/>
                <a:gd name="T72" fmla="*/ 3 w 173"/>
                <a:gd name="T73" fmla="*/ 229 h 423"/>
                <a:gd name="T74" fmla="*/ 12 w 173"/>
                <a:gd name="T75" fmla="*/ 244 h 423"/>
                <a:gd name="T76" fmla="*/ 19 w 173"/>
                <a:gd name="T77" fmla="*/ 253 h 423"/>
                <a:gd name="T78" fmla="*/ 34 w 173"/>
                <a:gd name="T79" fmla="*/ 255 h 423"/>
                <a:gd name="T80" fmla="*/ 43 w 173"/>
                <a:gd name="T81" fmla="*/ 272 h 423"/>
                <a:gd name="T82" fmla="*/ 52 w 173"/>
                <a:gd name="T83" fmla="*/ 284 h 423"/>
                <a:gd name="T84" fmla="*/ 69 w 173"/>
                <a:gd name="T85" fmla="*/ 277 h 423"/>
                <a:gd name="T86" fmla="*/ 88 w 173"/>
                <a:gd name="T87" fmla="*/ 272 h 423"/>
                <a:gd name="T88" fmla="*/ 100 w 173"/>
                <a:gd name="T89" fmla="*/ 293 h 423"/>
                <a:gd name="T90" fmla="*/ 100 w 173"/>
                <a:gd name="T91" fmla="*/ 310 h 423"/>
                <a:gd name="T92" fmla="*/ 97 w 173"/>
                <a:gd name="T93" fmla="*/ 326 h 423"/>
                <a:gd name="T94" fmla="*/ 88 w 173"/>
                <a:gd name="T95" fmla="*/ 345 h 423"/>
                <a:gd name="T96" fmla="*/ 93 w 173"/>
                <a:gd name="T97" fmla="*/ 364 h 423"/>
                <a:gd name="T98" fmla="*/ 105 w 173"/>
                <a:gd name="T99" fmla="*/ 386 h 423"/>
                <a:gd name="T100" fmla="*/ 119 w 173"/>
                <a:gd name="T101" fmla="*/ 397 h 423"/>
                <a:gd name="T102" fmla="*/ 126 w 173"/>
                <a:gd name="T103" fmla="*/ 404 h 423"/>
                <a:gd name="T104" fmla="*/ 128 w 173"/>
                <a:gd name="T105" fmla="*/ 421 h 423"/>
                <a:gd name="T106" fmla="*/ 142 w 173"/>
                <a:gd name="T107" fmla="*/ 414 h 423"/>
                <a:gd name="T108" fmla="*/ 140 w 173"/>
                <a:gd name="T109" fmla="*/ 402 h 423"/>
                <a:gd name="T110" fmla="*/ 133 w 173"/>
                <a:gd name="T111" fmla="*/ 395 h 423"/>
                <a:gd name="T112" fmla="*/ 138 w 173"/>
                <a:gd name="T113" fmla="*/ 381 h 423"/>
                <a:gd name="T114" fmla="*/ 149 w 173"/>
                <a:gd name="T115" fmla="*/ 369 h 423"/>
                <a:gd name="T116" fmla="*/ 166 w 173"/>
                <a:gd name="T117" fmla="*/ 364 h 423"/>
                <a:gd name="T118" fmla="*/ 168 w 173"/>
                <a:gd name="T119" fmla="*/ 329 h 423"/>
                <a:gd name="T120" fmla="*/ 102 w 173"/>
                <a:gd name="T121" fmla="*/ 144 h 423"/>
                <a:gd name="T122" fmla="*/ 107 w 173"/>
                <a:gd name="T123" fmla="*/ 146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73" h="423">
                  <a:moveTo>
                    <a:pt x="168" y="307"/>
                  </a:moveTo>
                  <a:lnTo>
                    <a:pt x="171" y="303"/>
                  </a:lnTo>
                  <a:lnTo>
                    <a:pt x="173" y="298"/>
                  </a:lnTo>
                  <a:lnTo>
                    <a:pt x="171" y="298"/>
                  </a:lnTo>
                  <a:lnTo>
                    <a:pt x="171" y="298"/>
                  </a:lnTo>
                  <a:lnTo>
                    <a:pt x="171" y="298"/>
                  </a:lnTo>
                  <a:lnTo>
                    <a:pt x="171" y="286"/>
                  </a:lnTo>
                  <a:lnTo>
                    <a:pt x="171" y="286"/>
                  </a:lnTo>
                  <a:lnTo>
                    <a:pt x="168" y="284"/>
                  </a:lnTo>
                  <a:lnTo>
                    <a:pt x="166" y="281"/>
                  </a:lnTo>
                  <a:lnTo>
                    <a:pt x="164" y="279"/>
                  </a:lnTo>
                  <a:lnTo>
                    <a:pt x="164" y="277"/>
                  </a:lnTo>
                  <a:lnTo>
                    <a:pt x="157" y="270"/>
                  </a:lnTo>
                  <a:lnTo>
                    <a:pt x="152" y="265"/>
                  </a:lnTo>
                  <a:lnTo>
                    <a:pt x="149" y="258"/>
                  </a:lnTo>
                  <a:lnTo>
                    <a:pt x="145" y="253"/>
                  </a:lnTo>
                  <a:lnTo>
                    <a:pt x="140" y="246"/>
                  </a:lnTo>
                  <a:lnTo>
                    <a:pt x="133" y="239"/>
                  </a:lnTo>
                  <a:lnTo>
                    <a:pt x="128" y="234"/>
                  </a:lnTo>
                  <a:lnTo>
                    <a:pt x="123" y="229"/>
                  </a:lnTo>
                  <a:lnTo>
                    <a:pt x="119" y="225"/>
                  </a:lnTo>
                  <a:lnTo>
                    <a:pt x="116" y="222"/>
                  </a:lnTo>
                  <a:lnTo>
                    <a:pt x="116" y="222"/>
                  </a:lnTo>
                  <a:lnTo>
                    <a:pt x="116" y="222"/>
                  </a:lnTo>
                  <a:lnTo>
                    <a:pt x="114" y="222"/>
                  </a:lnTo>
                  <a:lnTo>
                    <a:pt x="107" y="222"/>
                  </a:lnTo>
                  <a:lnTo>
                    <a:pt x="107" y="222"/>
                  </a:lnTo>
                  <a:lnTo>
                    <a:pt x="105" y="222"/>
                  </a:lnTo>
                  <a:lnTo>
                    <a:pt x="105" y="222"/>
                  </a:lnTo>
                  <a:lnTo>
                    <a:pt x="105" y="222"/>
                  </a:lnTo>
                  <a:lnTo>
                    <a:pt x="105" y="220"/>
                  </a:lnTo>
                  <a:lnTo>
                    <a:pt x="105" y="220"/>
                  </a:lnTo>
                  <a:lnTo>
                    <a:pt x="102" y="217"/>
                  </a:lnTo>
                  <a:lnTo>
                    <a:pt x="102" y="217"/>
                  </a:lnTo>
                  <a:lnTo>
                    <a:pt x="102" y="217"/>
                  </a:lnTo>
                  <a:lnTo>
                    <a:pt x="102" y="217"/>
                  </a:lnTo>
                  <a:lnTo>
                    <a:pt x="100" y="213"/>
                  </a:lnTo>
                  <a:lnTo>
                    <a:pt x="100" y="208"/>
                  </a:lnTo>
                  <a:lnTo>
                    <a:pt x="100" y="203"/>
                  </a:lnTo>
                  <a:lnTo>
                    <a:pt x="100" y="199"/>
                  </a:lnTo>
                  <a:lnTo>
                    <a:pt x="100" y="191"/>
                  </a:lnTo>
                  <a:lnTo>
                    <a:pt x="97" y="184"/>
                  </a:lnTo>
                  <a:lnTo>
                    <a:pt x="97" y="177"/>
                  </a:lnTo>
                  <a:lnTo>
                    <a:pt x="95" y="168"/>
                  </a:lnTo>
                  <a:lnTo>
                    <a:pt x="90" y="156"/>
                  </a:lnTo>
                  <a:lnTo>
                    <a:pt x="90" y="151"/>
                  </a:lnTo>
                  <a:lnTo>
                    <a:pt x="90" y="151"/>
                  </a:lnTo>
                  <a:lnTo>
                    <a:pt x="90" y="149"/>
                  </a:lnTo>
                  <a:lnTo>
                    <a:pt x="90" y="146"/>
                  </a:lnTo>
                  <a:lnTo>
                    <a:pt x="97" y="137"/>
                  </a:lnTo>
                  <a:lnTo>
                    <a:pt x="102" y="132"/>
                  </a:lnTo>
                  <a:lnTo>
                    <a:pt x="102" y="125"/>
                  </a:lnTo>
                  <a:lnTo>
                    <a:pt x="105" y="125"/>
                  </a:lnTo>
                  <a:lnTo>
                    <a:pt x="105" y="123"/>
                  </a:lnTo>
                  <a:lnTo>
                    <a:pt x="105" y="120"/>
                  </a:lnTo>
                  <a:lnTo>
                    <a:pt x="105" y="118"/>
                  </a:lnTo>
                  <a:lnTo>
                    <a:pt x="105" y="118"/>
                  </a:lnTo>
                  <a:lnTo>
                    <a:pt x="107" y="118"/>
                  </a:lnTo>
                  <a:lnTo>
                    <a:pt x="123" y="118"/>
                  </a:lnTo>
                  <a:lnTo>
                    <a:pt x="123" y="118"/>
                  </a:lnTo>
                  <a:lnTo>
                    <a:pt x="123" y="113"/>
                  </a:lnTo>
                  <a:lnTo>
                    <a:pt x="123" y="113"/>
                  </a:lnTo>
                  <a:lnTo>
                    <a:pt x="121" y="113"/>
                  </a:lnTo>
                  <a:lnTo>
                    <a:pt x="121" y="113"/>
                  </a:lnTo>
                  <a:lnTo>
                    <a:pt x="121" y="111"/>
                  </a:lnTo>
                  <a:lnTo>
                    <a:pt x="121" y="111"/>
                  </a:lnTo>
                  <a:lnTo>
                    <a:pt x="121" y="111"/>
                  </a:lnTo>
                  <a:lnTo>
                    <a:pt x="121" y="111"/>
                  </a:lnTo>
                  <a:lnTo>
                    <a:pt x="121" y="109"/>
                  </a:lnTo>
                  <a:lnTo>
                    <a:pt x="119" y="109"/>
                  </a:lnTo>
                  <a:lnTo>
                    <a:pt x="119" y="109"/>
                  </a:lnTo>
                  <a:lnTo>
                    <a:pt x="119" y="106"/>
                  </a:lnTo>
                  <a:lnTo>
                    <a:pt x="116" y="106"/>
                  </a:lnTo>
                  <a:lnTo>
                    <a:pt x="116" y="106"/>
                  </a:lnTo>
                  <a:lnTo>
                    <a:pt x="114" y="104"/>
                  </a:lnTo>
                  <a:lnTo>
                    <a:pt x="114" y="104"/>
                  </a:lnTo>
                  <a:lnTo>
                    <a:pt x="114" y="104"/>
                  </a:lnTo>
                  <a:lnTo>
                    <a:pt x="112" y="106"/>
                  </a:lnTo>
                  <a:lnTo>
                    <a:pt x="112" y="106"/>
                  </a:lnTo>
                  <a:lnTo>
                    <a:pt x="112" y="104"/>
                  </a:lnTo>
                  <a:lnTo>
                    <a:pt x="109" y="102"/>
                  </a:lnTo>
                  <a:lnTo>
                    <a:pt x="112" y="102"/>
                  </a:lnTo>
                  <a:lnTo>
                    <a:pt x="112" y="102"/>
                  </a:lnTo>
                  <a:lnTo>
                    <a:pt x="112" y="102"/>
                  </a:lnTo>
                  <a:lnTo>
                    <a:pt x="112" y="102"/>
                  </a:lnTo>
                  <a:lnTo>
                    <a:pt x="112" y="102"/>
                  </a:lnTo>
                  <a:lnTo>
                    <a:pt x="109" y="99"/>
                  </a:lnTo>
                  <a:lnTo>
                    <a:pt x="109" y="99"/>
                  </a:lnTo>
                  <a:lnTo>
                    <a:pt x="109" y="99"/>
                  </a:lnTo>
                  <a:lnTo>
                    <a:pt x="109" y="97"/>
                  </a:lnTo>
                  <a:lnTo>
                    <a:pt x="109" y="97"/>
                  </a:lnTo>
                  <a:lnTo>
                    <a:pt x="109" y="97"/>
                  </a:lnTo>
                  <a:lnTo>
                    <a:pt x="107" y="97"/>
                  </a:lnTo>
                  <a:lnTo>
                    <a:pt x="107" y="97"/>
                  </a:lnTo>
                  <a:lnTo>
                    <a:pt x="107" y="97"/>
                  </a:lnTo>
                  <a:lnTo>
                    <a:pt x="107" y="94"/>
                  </a:lnTo>
                  <a:lnTo>
                    <a:pt x="105" y="92"/>
                  </a:lnTo>
                  <a:lnTo>
                    <a:pt x="105" y="92"/>
                  </a:lnTo>
                  <a:lnTo>
                    <a:pt x="105" y="90"/>
                  </a:lnTo>
                  <a:lnTo>
                    <a:pt x="102" y="87"/>
                  </a:lnTo>
                  <a:lnTo>
                    <a:pt x="102" y="87"/>
                  </a:lnTo>
                  <a:lnTo>
                    <a:pt x="102" y="85"/>
                  </a:lnTo>
                  <a:lnTo>
                    <a:pt x="105" y="85"/>
                  </a:lnTo>
                  <a:lnTo>
                    <a:pt x="105" y="85"/>
                  </a:lnTo>
                  <a:lnTo>
                    <a:pt x="105" y="83"/>
                  </a:lnTo>
                  <a:lnTo>
                    <a:pt x="105" y="80"/>
                  </a:lnTo>
                  <a:lnTo>
                    <a:pt x="105" y="78"/>
                  </a:lnTo>
                  <a:lnTo>
                    <a:pt x="107" y="75"/>
                  </a:lnTo>
                  <a:lnTo>
                    <a:pt x="107" y="73"/>
                  </a:lnTo>
                  <a:lnTo>
                    <a:pt x="107" y="73"/>
                  </a:lnTo>
                  <a:lnTo>
                    <a:pt x="107" y="73"/>
                  </a:lnTo>
                  <a:lnTo>
                    <a:pt x="107" y="73"/>
                  </a:lnTo>
                  <a:lnTo>
                    <a:pt x="107" y="73"/>
                  </a:lnTo>
                  <a:lnTo>
                    <a:pt x="107" y="71"/>
                  </a:lnTo>
                  <a:lnTo>
                    <a:pt x="107" y="71"/>
                  </a:lnTo>
                  <a:lnTo>
                    <a:pt x="107" y="71"/>
                  </a:lnTo>
                  <a:lnTo>
                    <a:pt x="105" y="71"/>
                  </a:lnTo>
                  <a:lnTo>
                    <a:pt x="107" y="71"/>
                  </a:lnTo>
                  <a:lnTo>
                    <a:pt x="107" y="68"/>
                  </a:lnTo>
                  <a:lnTo>
                    <a:pt x="107" y="68"/>
                  </a:lnTo>
                  <a:lnTo>
                    <a:pt x="105" y="66"/>
                  </a:lnTo>
                  <a:lnTo>
                    <a:pt x="105" y="66"/>
                  </a:lnTo>
                  <a:lnTo>
                    <a:pt x="105" y="64"/>
                  </a:lnTo>
                  <a:lnTo>
                    <a:pt x="105" y="64"/>
                  </a:lnTo>
                  <a:lnTo>
                    <a:pt x="105" y="64"/>
                  </a:lnTo>
                  <a:lnTo>
                    <a:pt x="105" y="64"/>
                  </a:lnTo>
                  <a:lnTo>
                    <a:pt x="105" y="64"/>
                  </a:lnTo>
                  <a:lnTo>
                    <a:pt x="102" y="64"/>
                  </a:lnTo>
                  <a:lnTo>
                    <a:pt x="102" y="64"/>
                  </a:lnTo>
                  <a:lnTo>
                    <a:pt x="102" y="61"/>
                  </a:lnTo>
                  <a:lnTo>
                    <a:pt x="102" y="61"/>
                  </a:lnTo>
                  <a:lnTo>
                    <a:pt x="102" y="61"/>
                  </a:lnTo>
                  <a:lnTo>
                    <a:pt x="102" y="61"/>
                  </a:lnTo>
                  <a:lnTo>
                    <a:pt x="102" y="61"/>
                  </a:lnTo>
                  <a:lnTo>
                    <a:pt x="102" y="59"/>
                  </a:lnTo>
                  <a:lnTo>
                    <a:pt x="102" y="59"/>
                  </a:lnTo>
                  <a:lnTo>
                    <a:pt x="102" y="57"/>
                  </a:lnTo>
                  <a:lnTo>
                    <a:pt x="102" y="57"/>
                  </a:lnTo>
                  <a:lnTo>
                    <a:pt x="102" y="54"/>
                  </a:lnTo>
                  <a:lnTo>
                    <a:pt x="102" y="49"/>
                  </a:lnTo>
                  <a:lnTo>
                    <a:pt x="102" y="47"/>
                  </a:lnTo>
                  <a:lnTo>
                    <a:pt x="102" y="47"/>
                  </a:lnTo>
                  <a:lnTo>
                    <a:pt x="102" y="47"/>
                  </a:lnTo>
                  <a:lnTo>
                    <a:pt x="102" y="42"/>
                  </a:lnTo>
                  <a:lnTo>
                    <a:pt x="100" y="40"/>
                  </a:lnTo>
                  <a:lnTo>
                    <a:pt x="100" y="38"/>
                  </a:lnTo>
                  <a:lnTo>
                    <a:pt x="100" y="38"/>
                  </a:lnTo>
                  <a:lnTo>
                    <a:pt x="100" y="35"/>
                  </a:lnTo>
                  <a:lnTo>
                    <a:pt x="100" y="35"/>
                  </a:lnTo>
                  <a:lnTo>
                    <a:pt x="100" y="35"/>
                  </a:lnTo>
                  <a:lnTo>
                    <a:pt x="100" y="33"/>
                  </a:lnTo>
                  <a:lnTo>
                    <a:pt x="97" y="31"/>
                  </a:lnTo>
                  <a:lnTo>
                    <a:pt x="97" y="31"/>
                  </a:lnTo>
                  <a:lnTo>
                    <a:pt x="90" y="23"/>
                  </a:lnTo>
                  <a:lnTo>
                    <a:pt x="90" y="23"/>
                  </a:lnTo>
                  <a:lnTo>
                    <a:pt x="90" y="21"/>
                  </a:lnTo>
                  <a:lnTo>
                    <a:pt x="90" y="21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88" y="19"/>
                  </a:lnTo>
                  <a:lnTo>
                    <a:pt x="88" y="19"/>
                  </a:lnTo>
                  <a:lnTo>
                    <a:pt x="88" y="16"/>
                  </a:lnTo>
                  <a:lnTo>
                    <a:pt x="86" y="16"/>
                  </a:lnTo>
                  <a:lnTo>
                    <a:pt x="81" y="12"/>
                  </a:lnTo>
                  <a:lnTo>
                    <a:pt x="78" y="12"/>
                  </a:lnTo>
                  <a:lnTo>
                    <a:pt x="78" y="9"/>
                  </a:lnTo>
                  <a:lnTo>
                    <a:pt x="78" y="9"/>
                  </a:lnTo>
                  <a:lnTo>
                    <a:pt x="76" y="7"/>
                  </a:lnTo>
                  <a:lnTo>
                    <a:pt x="76" y="7"/>
                  </a:lnTo>
                  <a:lnTo>
                    <a:pt x="76" y="7"/>
                  </a:lnTo>
                  <a:lnTo>
                    <a:pt x="76" y="7"/>
                  </a:lnTo>
                  <a:lnTo>
                    <a:pt x="74" y="4"/>
                  </a:lnTo>
                  <a:lnTo>
                    <a:pt x="71" y="4"/>
                  </a:lnTo>
                  <a:lnTo>
                    <a:pt x="71" y="4"/>
                  </a:lnTo>
                  <a:lnTo>
                    <a:pt x="69" y="7"/>
                  </a:lnTo>
                  <a:lnTo>
                    <a:pt x="69" y="7"/>
                  </a:lnTo>
                  <a:lnTo>
                    <a:pt x="69" y="9"/>
                  </a:lnTo>
                  <a:lnTo>
                    <a:pt x="69" y="12"/>
                  </a:lnTo>
                  <a:lnTo>
                    <a:pt x="69" y="12"/>
                  </a:lnTo>
                  <a:lnTo>
                    <a:pt x="69" y="14"/>
                  </a:lnTo>
                  <a:lnTo>
                    <a:pt x="69" y="14"/>
                  </a:lnTo>
                  <a:lnTo>
                    <a:pt x="69" y="14"/>
                  </a:lnTo>
                  <a:lnTo>
                    <a:pt x="69" y="16"/>
                  </a:lnTo>
                  <a:lnTo>
                    <a:pt x="67" y="16"/>
                  </a:lnTo>
                  <a:lnTo>
                    <a:pt x="67" y="16"/>
                  </a:lnTo>
                  <a:lnTo>
                    <a:pt x="67" y="16"/>
                  </a:lnTo>
                  <a:lnTo>
                    <a:pt x="67" y="16"/>
                  </a:lnTo>
                  <a:lnTo>
                    <a:pt x="64" y="16"/>
                  </a:lnTo>
                  <a:lnTo>
                    <a:pt x="64" y="14"/>
                  </a:lnTo>
                  <a:lnTo>
                    <a:pt x="62" y="14"/>
                  </a:lnTo>
                  <a:lnTo>
                    <a:pt x="62" y="14"/>
                  </a:lnTo>
                  <a:lnTo>
                    <a:pt x="60" y="12"/>
                  </a:lnTo>
                  <a:lnTo>
                    <a:pt x="57" y="12"/>
                  </a:lnTo>
                  <a:lnTo>
                    <a:pt x="57" y="9"/>
                  </a:lnTo>
                  <a:lnTo>
                    <a:pt x="55" y="12"/>
                  </a:lnTo>
                  <a:lnTo>
                    <a:pt x="52" y="12"/>
                  </a:lnTo>
                  <a:lnTo>
                    <a:pt x="52" y="12"/>
                  </a:lnTo>
                  <a:lnTo>
                    <a:pt x="52" y="12"/>
                  </a:lnTo>
                  <a:lnTo>
                    <a:pt x="50" y="12"/>
                  </a:lnTo>
                  <a:lnTo>
                    <a:pt x="50" y="12"/>
                  </a:lnTo>
                  <a:lnTo>
                    <a:pt x="48" y="12"/>
                  </a:lnTo>
                  <a:lnTo>
                    <a:pt x="45" y="12"/>
                  </a:lnTo>
                  <a:lnTo>
                    <a:pt x="45" y="12"/>
                  </a:lnTo>
                  <a:lnTo>
                    <a:pt x="43" y="12"/>
                  </a:lnTo>
                  <a:lnTo>
                    <a:pt x="41" y="12"/>
                  </a:lnTo>
                  <a:lnTo>
                    <a:pt x="41" y="12"/>
                  </a:lnTo>
                  <a:lnTo>
                    <a:pt x="38" y="12"/>
                  </a:lnTo>
                  <a:lnTo>
                    <a:pt x="38" y="9"/>
                  </a:lnTo>
                  <a:lnTo>
                    <a:pt x="38" y="9"/>
                  </a:lnTo>
                  <a:lnTo>
                    <a:pt x="36" y="7"/>
                  </a:lnTo>
                  <a:lnTo>
                    <a:pt x="34" y="4"/>
                  </a:lnTo>
                  <a:lnTo>
                    <a:pt x="34" y="4"/>
                  </a:lnTo>
                  <a:lnTo>
                    <a:pt x="31" y="4"/>
                  </a:lnTo>
                  <a:lnTo>
                    <a:pt x="31" y="4"/>
                  </a:lnTo>
                  <a:lnTo>
                    <a:pt x="31" y="4"/>
                  </a:lnTo>
                  <a:lnTo>
                    <a:pt x="31" y="4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6" y="7"/>
                  </a:lnTo>
                  <a:lnTo>
                    <a:pt x="26" y="7"/>
                  </a:lnTo>
                  <a:lnTo>
                    <a:pt x="26" y="7"/>
                  </a:lnTo>
                  <a:lnTo>
                    <a:pt x="24" y="4"/>
                  </a:lnTo>
                  <a:lnTo>
                    <a:pt x="24" y="4"/>
                  </a:lnTo>
                  <a:lnTo>
                    <a:pt x="24" y="4"/>
                  </a:lnTo>
                  <a:lnTo>
                    <a:pt x="19" y="2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2" y="4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5" y="4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17" y="7"/>
                  </a:lnTo>
                  <a:lnTo>
                    <a:pt x="17" y="12"/>
                  </a:lnTo>
                  <a:lnTo>
                    <a:pt x="17" y="12"/>
                  </a:lnTo>
                  <a:lnTo>
                    <a:pt x="17" y="12"/>
                  </a:lnTo>
                  <a:lnTo>
                    <a:pt x="17" y="12"/>
                  </a:lnTo>
                  <a:lnTo>
                    <a:pt x="19" y="12"/>
                  </a:lnTo>
                  <a:lnTo>
                    <a:pt x="19" y="12"/>
                  </a:lnTo>
                  <a:lnTo>
                    <a:pt x="19" y="12"/>
                  </a:lnTo>
                  <a:lnTo>
                    <a:pt x="19" y="12"/>
                  </a:lnTo>
                  <a:lnTo>
                    <a:pt x="19" y="14"/>
                  </a:lnTo>
                  <a:lnTo>
                    <a:pt x="22" y="14"/>
                  </a:lnTo>
                  <a:lnTo>
                    <a:pt x="22" y="14"/>
                  </a:lnTo>
                  <a:lnTo>
                    <a:pt x="22" y="14"/>
                  </a:lnTo>
                  <a:lnTo>
                    <a:pt x="22" y="12"/>
                  </a:lnTo>
                  <a:lnTo>
                    <a:pt x="22" y="9"/>
                  </a:lnTo>
                  <a:lnTo>
                    <a:pt x="24" y="12"/>
                  </a:lnTo>
                  <a:lnTo>
                    <a:pt x="26" y="12"/>
                  </a:lnTo>
                  <a:lnTo>
                    <a:pt x="29" y="12"/>
                  </a:lnTo>
                  <a:lnTo>
                    <a:pt x="29" y="14"/>
                  </a:lnTo>
                  <a:lnTo>
                    <a:pt x="29" y="14"/>
                  </a:lnTo>
                  <a:lnTo>
                    <a:pt x="29" y="14"/>
                  </a:lnTo>
                  <a:lnTo>
                    <a:pt x="29" y="16"/>
                  </a:lnTo>
                  <a:lnTo>
                    <a:pt x="29" y="16"/>
                  </a:lnTo>
                  <a:lnTo>
                    <a:pt x="29" y="16"/>
                  </a:lnTo>
                  <a:lnTo>
                    <a:pt x="29" y="16"/>
                  </a:lnTo>
                  <a:lnTo>
                    <a:pt x="29" y="19"/>
                  </a:lnTo>
                  <a:lnTo>
                    <a:pt x="31" y="19"/>
                  </a:lnTo>
                  <a:lnTo>
                    <a:pt x="31" y="19"/>
                  </a:lnTo>
                  <a:lnTo>
                    <a:pt x="31" y="21"/>
                  </a:lnTo>
                  <a:lnTo>
                    <a:pt x="31" y="21"/>
                  </a:lnTo>
                  <a:lnTo>
                    <a:pt x="34" y="21"/>
                  </a:lnTo>
                  <a:lnTo>
                    <a:pt x="34" y="23"/>
                  </a:lnTo>
                  <a:lnTo>
                    <a:pt x="36" y="23"/>
                  </a:lnTo>
                  <a:lnTo>
                    <a:pt x="36" y="23"/>
                  </a:lnTo>
                  <a:lnTo>
                    <a:pt x="36" y="26"/>
                  </a:lnTo>
                  <a:lnTo>
                    <a:pt x="36" y="28"/>
                  </a:lnTo>
                  <a:lnTo>
                    <a:pt x="36" y="28"/>
                  </a:lnTo>
                  <a:lnTo>
                    <a:pt x="36" y="31"/>
                  </a:lnTo>
                  <a:lnTo>
                    <a:pt x="34" y="33"/>
                  </a:lnTo>
                  <a:lnTo>
                    <a:pt x="34" y="35"/>
                  </a:lnTo>
                  <a:lnTo>
                    <a:pt x="34" y="35"/>
                  </a:lnTo>
                  <a:lnTo>
                    <a:pt x="34" y="38"/>
                  </a:lnTo>
                  <a:lnTo>
                    <a:pt x="38" y="40"/>
                  </a:lnTo>
                  <a:lnTo>
                    <a:pt x="41" y="40"/>
                  </a:lnTo>
                  <a:lnTo>
                    <a:pt x="41" y="40"/>
                  </a:lnTo>
                  <a:lnTo>
                    <a:pt x="41" y="42"/>
                  </a:lnTo>
                  <a:lnTo>
                    <a:pt x="43" y="42"/>
                  </a:lnTo>
                  <a:lnTo>
                    <a:pt x="43" y="42"/>
                  </a:lnTo>
                  <a:lnTo>
                    <a:pt x="45" y="45"/>
                  </a:lnTo>
                  <a:lnTo>
                    <a:pt x="45" y="45"/>
                  </a:lnTo>
                  <a:lnTo>
                    <a:pt x="45" y="47"/>
                  </a:lnTo>
                  <a:lnTo>
                    <a:pt x="45" y="49"/>
                  </a:lnTo>
                  <a:lnTo>
                    <a:pt x="45" y="52"/>
                  </a:lnTo>
                  <a:lnTo>
                    <a:pt x="48" y="54"/>
                  </a:lnTo>
                  <a:lnTo>
                    <a:pt x="48" y="54"/>
                  </a:lnTo>
                  <a:lnTo>
                    <a:pt x="50" y="57"/>
                  </a:lnTo>
                  <a:lnTo>
                    <a:pt x="50" y="57"/>
                  </a:lnTo>
                  <a:lnTo>
                    <a:pt x="50" y="59"/>
                  </a:lnTo>
                  <a:lnTo>
                    <a:pt x="52" y="59"/>
                  </a:lnTo>
                  <a:lnTo>
                    <a:pt x="52" y="61"/>
                  </a:lnTo>
                  <a:lnTo>
                    <a:pt x="52" y="61"/>
                  </a:lnTo>
                  <a:lnTo>
                    <a:pt x="52" y="64"/>
                  </a:lnTo>
                  <a:lnTo>
                    <a:pt x="52" y="64"/>
                  </a:lnTo>
                  <a:lnTo>
                    <a:pt x="52" y="64"/>
                  </a:lnTo>
                  <a:lnTo>
                    <a:pt x="52" y="64"/>
                  </a:lnTo>
                  <a:lnTo>
                    <a:pt x="52" y="66"/>
                  </a:lnTo>
                  <a:lnTo>
                    <a:pt x="52" y="66"/>
                  </a:lnTo>
                  <a:lnTo>
                    <a:pt x="50" y="68"/>
                  </a:lnTo>
                  <a:lnTo>
                    <a:pt x="50" y="68"/>
                  </a:lnTo>
                  <a:lnTo>
                    <a:pt x="48" y="68"/>
                  </a:lnTo>
                  <a:lnTo>
                    <a:pt x="45" y="71"/>
                  </a:lnTo>
                  <a:lnTo>
                    <a:pt x="45" y="73"/>
                  </a:lnTo>
                  <a:lnTo>
                    <a:pt x="45" y="73"/>
                  </a:lnTo>
                  <a:lnTo>
                    <a:pt x="43" y="75"/>
                  </a:lnTo>
                  <a:lnTo>
                    <a:pt x="43" y="75"/>
                  </a:lnTo>
                  <a:lnTo>
                    <a:pt x="41" y="75"/>
                  </a:lnTo>
                  <a:lnTo>
                    <a:pt x="41" y="75"/>
                  </a:lnTo>
                  <a:lnTo>
                    <a:pt x="41" y="75"/>
                  </a:lnTo>
                  <a:lnTo>
                    <a:pt x="38" y="75"/>
                  </a:lnTo>
                  <a:lnTo>
                    <a:pt x="38" y="75"/>
                  </a:lnTo>
                  <a:lnTo>
                    <a:pt x="36" y="75"/>
                  </a:lnTo>
                  <a:lnTo>
                    <a:pt x="36" y="75"/>
                  </a:lnTo>
                  <a:lnTo>
                    <a:pt x="34" y="78"/>
                  </a:lnTo>
                  <a:lnTo>
                    <a:pt x="34" y="78"/>
                  </a:lnTo>
                  <a:lnTo>
                    <a:pt x="34" y="78"/>
                  </a:lnTo>
                  <a:lnTo>
                    <a:pt x="31" y="80"/>
                  </a:lnTo>
                  <a:lnTo>
                    <a:pt x="31" y="80"/>
                  </a:lnTo>
                  <a:lnTo>
                    <a:pt x="31" y="80"/>
                  </a:lnTo>
                  <a:lnTo>
                    <a:pt x="31" y="80"/>
                  </a:lnTo>
                  <a:lnTo>
                    <a:pt x="29" y="80"/>
                  </a:lnTo>
                  <a:lnTo>
                    <a:pt x="29" y="80"/>
                  </a:lnTo>
                  <a:lnTo>
                    <a:pt x="31" y="80"/>
                  </a:lnTo>
                  <a:lnTo>
                    <a:pt x="31" y="80"/>
                  </a:lnTo>
                  <a:lnTo>
                    <a:pt x="31" y="80"/>
                  </a:lnTo>
                  <a:lnTo>
                    <a:pt x="34" y="83"/>
                  </a:lnTo>
                  <a:lnTo>
                    <a:pt x="34" y="83"/>
                  </a:lnTo>
                  <a:lnTo>
                    <a:pt x="34" y="85"/>
                  </a:lnTo>
                  <a:lnTo>
                    <a:pt x="34" y="87"/>
                  </a:lnTo>
                  <a:lnTo>
                    <a:pt x="34" y="87"/>
                  </a:lnTo>
                  <a:lnTo>
                    <a:pt x="34" y="90"/>
                  </a:lnTo>
                  <a:lnTo>
                    <a:pt x="36" y="92"/>
                  </a:lnTo>
                  <a:lnTo>
                    <a:pt x="36" y="92"/>
                  </a:lnTo>
                  <a:lnTo>
                    <a:pt x="38" y="94"/>
                  </a:lnTo>
                  <a:lnTo>
                    <a:pt x="38" y="97"/>
                  </a:lnTo>
                  <a:lnTo>
                    <a:pt x="38" y="99"/>
                  </a:lnTo>
                  <a:lnTo>
                    <a:pt x="34" y="104"/>
                  </a:lnTo>
                  <a:lnTo>
                    <a:pt x="34" y="104"/>
                  </a:lnTo>
                  <a:lnTo>
                    <a:pt x="34" y="106"/>
                  </a:lnTo>
                  <a:lnTo>
                    <a:pt x="34" y="106"/>
                  </a:lnTo>
                  <a:lnTo>
                    <a:pt x="34" y="106"/>
                  </a:lnTo>
                  <a:lnTo>
                    <a:pt x="31" y="106"/>
                  </a:lnTo>
                  <a:lnTo>
                    <a:pt x="31" y="106"/>
                  </a:lnTo>
                  <a:lnTo>
                    <a:pt x="31" y="106"/>
                  </a:lnTo>
                  <a:lnTo>
                    <a:pt x="31" y="109"/>
                  </a:lnTo>
                  <a:lnTo>
                    <a:pt x="31" y="109"/>
                  </a:lnTo>
                  <a:lnTo>
                    <a:pt x="31" y="109"/>
                  </a:lnTo>
                  <a:lnTo>
                    <a:pt x="31" y="109"/>
                  </a:lnTo>
                  <a:lnTo>
                    <a:pt x="29" y="109"/>
                  </a:lnTo>
                  <a:lnTo>
                    <a:pt x="31" y="113"/>
                  </a:lnTo>
                  <a:lnTo>
                    <a:pt x="29" y="113"/>
                  </a:lnTo>
                  <a:lnTo>
                    <a:pt x="29" y="116"/>
                  </a:lnTo>
                  <a:lnTo>
                    <a:pt x="29" y="118"/>
                  </a:lnTo>
                  <a:lnTo>
                    <a:pt x="29" y="118"/>
                  </a:lnTo>
                  <a:lnTo>
                    <a:pt x="29" y="118"/>
                  </a:lnTo>
                  <a:lnTo>
                    <a:pt x="31" y="118"/>
                  </a:lnTo>
                  <a:lnTo>
                    <a:pt x="31" y="118"/>
                  </a:lnTo>
                  <a:lnTo>
                    <a:pt x="34" y="118"/>
                  </a:lnTo>
                  <a:lnTo>
                    <a:pt x="34" y="118"/>
                  </a:lnTo>
                  <a:lnTo>
                    <a:pt x="34" y="120"/>
                  </a:lnTo>
                  <a:lnTo>
                    <a:pt x="34" y="128"/>
                  </a:lnTo>
                  <a:lnTo>
                    <a:pt x="34" y="130"/>
                  </a:lnTo>
                  <a:lnTo>
                    <a:pt x="34" y="132"/>
                  </a:lnTo>
                  <a:lnTo>
                    <a:pt x="34" y="132"/>
                  </a:lnTo>
                  <a:lnTo>
                    <a:pt x="34" y="135"/>
                  </a:lnTo>
                  <a:lnTo>
                    <a:pt x="34" y="135"/>
                  </a:lnTo>
                  <a:lnTo>
                    <a:pt x="34" y="137"/>
                  </a:lnTo>
                  <a:lnTo>
                    <a:pt x="34" y="137"/>
                  </a:lnTo>
                  <a:lnTo>
                    <a:pt x="34" y="139"/>
                  </a:lnTo>
                  <a:lnTo>
                    <a:pt x="31" y="144"/>
                  </a:lnTo>
                  <a:lnTo>
                    <a:pt x="31" y="146"/>
                  </a:lnTo>
                  <a:lnTo>
                    <a:pt x="31" y="149"/>
                  </a:lnTo>
                  <a:lnTo>
                    <a:pt x="31" y="149"/>
                  </a:lnTo>
                  <a:lnTo>
                    <a:pt x="34" y="151"/>
                  </a:lnTo>
                  <a:lnTo>
                    <a:pt x="34" y="151"/>
                  </a:lnTo>
                  <a:lnTo>
                    <a:pt x="34" y="154"/>
                  </a:lnTo>
                  <a:lnTo>
                    <a:pt x="36" y="156"/>
                  </a:lnTo>
                  <a:lnTo>
                    <a:pt x="36" y="158"/>
                  </a:lnTo>
                  <a:lnTo>
                    <a:pt x="38" y="158"/>
                  </a:lnTo>
                  <a:lnTo>
                    <a:pt x="43" y="158"/>
                  </a:lnTo>
                  <a:lnTo>
                    <a:pt x="43" y="158"/>
                  </a:lnTo>
                  <a:lnTo>
                    <a:pt x="45" y="158"/>
                  </a:lnTo>
                  <a:lnTo>
                    <a:pt x="45" y="158"/>
                  </a:lnTo>
                  <a:lnTo>
                    <a:pt x="45" y="161"/>
                  </a:lnTo>
                  <a:lnTo>
                    <a:pt x="45" y="161"/>
                  </a:lnTo>
                  <a:lnTo>
                    <a:pt x="45" y="161"/>
                  </a:lnTo>
                  <a:lnTo>
                    <a:pt x="43" y="163"/>
                  </a:lnTo>
                  <a:lnTo>
                    <a:pt x="43" y="163"/>
                  </a:lnTo>
                  <a:lnTo>
                    <a:pt x="43" y="163"/>
                  </a:lnTo>
                  <a:lnTo>
                    <a:pt x="43" y="163"/>
                  </a:lnTo>
                  <a:lnTo>
                    <a:pt x="43" y="165"/>
                  </a:lnTo>
                  <a:lnTo>
                    <a:pt x="41" y="165"/>
                  </a:lnTo>
                  <a:lnTo>
                    <a:pt x="41" y="165"/>
                  </a:lnTo>
                  <a:lnTo>
                    <a:pt x="38" y="165"/>
                  </a:lnTo>
                  <a:lnTo>
                    <a:pt x="38" y="168"/>
                  </a:lnTo>
                  <a:lnTo>
                    <a:pt x="38" y="168"/>
                  </a:lnTo>
                  <a:lnTo>
                    <a:pt x="36" y="170"/>
                  </a:lnTo>
                  <a:lnTo>
                    <a:pt x="36" y="170"/>
                  </a:lnTo>
                  <a:lnTo>
                    <a:pt x="34" y="170"/>
                  </a:lnTo>
                  <a:lnTo>
                    <a:pt x="34" y="170"/>
                  </a:lnTo>
                  <a:lnTo>
                    <a:pt x="34" y="170"/>
                  </a:lnTo>
                  <a:lnTo>
                    <a:pt x="34" y="170"/>
                  </a:lnTo>
                  <a:lnTo>
                    <a:pt x="31" y="170"/>
                  </a:lnTo>
                  <a:lnTo>
                    <a:pt x="31" y="170"/>
                  </a:lnTo>
                  <a:lnTo>
                    <a:pt x="31" y="170"/>
                  </a:lnTo>
                  <a:lnTo>
                    <a:pt x="29" y="173"/>
                  </a:lnTo>
                  <a:lnTo>
                    <a:pt x="29" y="173"/>
                  </a:lnTo>
                  <a:lnTo>
                    <a:pt x="29" y="173"/>
                  </a:lnTo>
                  <a:lnTo>
                    <a:pt x="29" y="173"/>
                  </a:lnTo>
                  <a:lnTo>
                    <a:pt x="29" y="173"/>
                  </a:lnTo>
                  <a:lnTo>
                    <a:pt x="26" y="173"/>
                  </a:lnTo>
                  <a:lnTo>
                    <a:pt x="26" y="175"/>
                  </a:lnTo>
                  <a:lnTo>
                    <a:pt x="26" y="175"/>
                  </a:lnTo>
                  <a:lnTo>
                    <a:pt x="26" y="175"/>
                  </a:lnTo>
                  <a:lnTo>
                    <a:pt x="26" y="175"/>
                  </a:lnTo>
                  <a:lnTo>
                    <a:pt x="26" y="175"/>
                  </a:lnTo>
                  <a:lnTo>
                    <a:pt x="26" y="173"/>
                  </a:lnTo>
                  <a:lnTo>
                    <a:pt x="24" y="173"/>
                  </a:lnTo>
                  <a:lnTo>
                    <a:pt x="24" y="173"/>
                  </a:lnTo>
                  <a:lnTo>
                    <a:pt x="24" y="173"/>
                  </a:lnTo>
                  <a:lnTo>
                    <a:pt x="24" y="173"/>
                  </a:lnTo>
                  <a:lnTo>
                    <a:pt x="22" y="173"/>
                  </a:lnTo>
                  <a:lnTo>
                    <a:pt x="22" y="173"/>
                  </a:lnTo>
                  <a:lnTo>
                    <a:pt x="22" y="173"/>
                  </a:lnTo>
                  <a:lnTo>
                    <a:pt x="22" y="173"/>
                  </a:lnTo>
                  <a:lnTo>
                    <a:pt x="22" y="173"/>
                  </a:lnTo>
                  <a:lnTo>
                    <a:pt x="22" y="173"/>
                  </a:lnTo>
                  <a:lnTo>
                    <a:pt x="22" y="173"/>
                  </a:lnTo>
                  <a:lnTo>
                    <a:pt x="19" y="173"/>
                  </a:lnTo>
                  <a:lnTo>
                    <a:pt x="19" y="173"/>
                  </a:lnTo>
                  <a:lnTo>
                    <a:pt x="19" y="175"/>
                  </a:lnTo>
                  <a:lnTo>
                    <a:pt x="17" y="177"/>
                  </a:lnTo>
                  <a:lnTo>
                    <a:pt x="15" y="180"/>
                  </a:lnTo>
                  <a:lnTo>
                    <a:pt x="15" y="182"/>
                  </a:lnTo>
                  <a:lnTo>
                    <a:pt x="15" y="182"/>
                  </a:lnTo>
                  <a:lnTo>
                    <a:pt x="15" y="187"/>
                  </a:lnTo>
                  <a:lnTo>
                    <a:pt x="15" y="187"/>
                  </a:lnTo>
                  <a:lnTo>
                    <a:pt x="17" y="189"/>
                  </a:lnTo>
                  <a:lnTo>
                    <a:pt x="17" y="189"/>
                  </a:lnTo>
                  <a:lnTo>
                    <a:pt x="19" y="191"/>
                  </a:lnTo>
                  <a:lnTo>
                    <a:pt x="17" y="191"/>
                  </a:lnTo>
                  <a:lnTo>
                    <a:pt x="17" y="196"/>
                  </a:lnTo>
                  <a:lnTo>
                    <a:pt x="15" y="201"/>
                  </a:lnTo>
                  <a:lnTo>
                    <a:pt x="15" y="203"/>
                  </a:lnTo>
                  <a:lnTo>
                    <a:pt x="17" y="203"/>
                  </a:lnTo>
                  <a:lnTo>
                    <a:pt x="17" y="203"/>
                  </a:lnTo>
                  <a:lnTo>
                    <a:pt x="17" y="206"/>
                  </a:lnTo>
                  <a:lnTo>
                    <a:pt x="17" y="206"/>
                  </a:lnTo>
                  <a:lnTo>
                    <a:pt x="17" y="208"/>
                  </a:lnTo>
                  <a:lnTo>
                    <a:pt x="15" y="208"/>
                  </a:lnTo>
                  <a:lnTo>
                    <a:pt x="15" y="208"/>
                  </a:lnTo>
                  <a:lnTo>
                    <a:pt x="12" y="210"/>
                  </a:lnTo>
                  <a:lnTo>
                    <a:pt x="12" y="215"/>
                  </a:lnTo>
                  <a:lnTo>
                    <a:pt x="12" y="217"/>
                  </a:lnTo>
                  <a:lnTo>
                    <a:pt x="10" y="220"/>
                  </a:lnTo>
                  <a:lnTo>
                    <a:pt x="10" y="220"/>
                  </a:lnTo>
                  <a:lnTo>
                    <a:pt x="7" y="220"/>
                  </a:lnTo>
                  <a:lnTo>
                    <a:pt x="7" y="220"/>
                  </a:lnTo>
                  <a:lnTo>
                    <a:pt x="7" y="222"/>
                  </a:lnTo>
                  <a:lnTo>
                    <a:pt x="7" y="222"/>
                  </a:lnTo>
                  <a:lnTo>
                    <a:pt x="7" y="225"/>
                  </a:lnTo>
                  <a:lnTo>
                    <a:pt x="7" y="225"/>
                  </a:lnTo>
                  <a:lnTo>
                    <a:pt x="5" y="225"/>
                  </a:lnTo>
                  <a:lnTo>
                    <a:pt x="5" y="225"/>
                  </a:lnTo>
                  <a:lnTo>
                    <a:pt x="3" y="227"/>
                  </a:lnTo>
                  <a:lnTo>
                    <a:pt x="3" y="227"/>
                  </a:lnTo>
                  <a:lnTo>
                    <a:pt x="0" y="227"/>
                  </a:lnTo>
                  <a:lnTo>
                    <a:pt x="0" y="227"/>
                  </a:lnTo>
                  <a:lnTo>
                    <a:pt x="0" y="227"/>
                  </a:lnTo>
                  <a:lnTo>
                    <a:pt x="0" y="227"/>
                  </a:lnTo>
                  <a:lnTo>
                    <a:pt x="0" y="229"/>
                  </a:lnTo>
                  <a:lnTo>
                    <a:pt x="3" y="229"/>
                  </a:lnTo>
                  <a:lnTo>
                    <a:pt x="3" y="229"/>
                  </a:lnTo>
                  <a:lnTo>
                    <a:pt x="5" y="232"/>
                  </a:lnTo>
                  <a:lnTo>
                    <a:pt x="7" y="234"/>
                  </a:lnTo>
                  <a:lnTo>
                    <a:pt x="7" y="234"/>
                  </a:lnTo>
                  <a:lnTo>
                    <a:pt x="7" y="234"/>
                  </a:lnTo>
                  <a:lnTo>
                    <a:pt x="5" y="236"/>
                  </a:lnTo>
                  <a:lnTo>
                    <a:pt x="5" y="236"/>
                  </a:lnTo>
                  <a:lnTo>
                    <a:pt x="5" y="239"/>
                  </a:lnTo>
                  <a:lnTo>
                    <a:pt x="7" y="239"/>
                  </a:lnTo>
                  <a:lnTo>
                    <a:pt x="7" y="239"/>
                  </a:lnTo>
                  <a:lnTo>
                    <a:pt x="10" y="239"/>
                  </a:lnTo>
                  <a:lnTo>
                    <a:pt x="10" y="241"/>
                  </a:lnTo>
                  <a:lnTo>
                    <a:pt x="12" y="244"/>
                  </a:lnTo>
                  <a:lnTo>
                    <a:pt x="15" y="244"/>
                  </a:lnTo>
                  <a:lnTo>
                    <a:pt x="15" y="246"/>
                  </a:lnTo>
                  <a:lnTo>
                    <a:pt x="15" y="246"/>
                  </a:lnTo>
                  <a:lnTo>
                    <a:pt x="15" y="246"/>
                  </a:lnTo>
                  <a:lnTo>
                    <a:pt x="15" y="246"/>
                  </a:lnTo>
                  <a:lnTo>
                    <a:pt x="17" y="246"/>
                  </a:lnTo>
                  <a:lnTo>
                    <a:pt x="17" y="246"/>
                  </a:lnTo>
                  <a:lnTo>
                    <a:pt x="17" y="248"/>
                  </a:lnTo>
                  <a:lnTo>
                    <a:pt x="17" y="248"/>
                  </a:lnTo>
                  <a:lnTo>
                    <a:pt x="17" y="251"/>
                  </a:lnTo>
                  <a:lnTo>
                    <a:pt x="17" y="251"/>
                  </a:lnTo>
                  <a:lnTo>
                    <a:pt x="17" y="253"/>
                  </a:lnTo>
                  <a:lnTo>
                    <a:pt x="19" y="253"/>
                  </a:lnTo>
                  <a:lnTo>
                    <a:pt x="19" y="251"/>
                  </a:lnTo>
                  <a:lnTo>
                    <a:pt x="22" y="248"/>
                  </a:lnTo>
                  <a:lnTo>
                    <a:pt x="22" y="248"/>
                  </a:lnTo>
                  <a:lnTo>
                    <a:pt x="24" y="248"/>
                  </a:lnTo>
                  <a:lnTo>
                    <a:pt x="24" y="248"/>
                  </a:lnTo>
                  <a:lnTo>
                    <a:pt x="24" y="246"/>
                  </a:lnTo>
                  <a:lnTo>
                    <a:pt x="24" y="246"/>
                  </a:lnTo>
                  <a:lnTo>
                    <a:pt x="26" y="246"/>
                  </a:lnTo>
                  <a:lnTo>
                    <a:pt x="26" y="251"/>
                  </a:lnTo>
                  <a:lnTo>
                    <a:pt x="29" y="251"/>
                  </a:lnTo>
                  <a:lnTo>
                    <a:pt x="31" y="253"/>
                  </a:lnTo>
                  <a:lnTo>
                    <a:pt x="34" y="253"/>
                  </a:lnTo>
                  <a:lnTo>
                    <a:pt x="34" y="255"/>
                  </a:lnTo>
                  <a:lnTo>
                    <a:pt x="34" y="258"/>
                  </a:lnTo>
                  <a:lnTo>
                    <a:pt x="34" y="258"/>
                  </a:lnTo>
                  <a:lnTo>
                    <a:pt x="34" y="260"/>
                  </a:lnTo>
                  <a:lnTo>
                    <a:pt x="36" y="260"/>
                  </a:lnTo>
                  <a:lnTo>
                    <a:pt x="36" y="262"/>
                  </a:lnTo>
                  <a:lnTo>
                    <a:pt x="36" y="262"/>
                  </a:lnTo>
                  <a:lnTo>
                    <a:pt x="36" y="262"/>
                  </a:lnTo>
                  <a:lnTo>
                    <a:pt x="36" y="262"/>
                  </a:lnTo>
                  <a:lnTo>
                    <a:pt x="38" y="265"/>
                  </a:lnTo>
                  <a:lnTo>
                    <a:pt x="38" y="265"/>
                  </a:lnTo>
                  <a:lnTo>
                    <a:pt x="41" y="270"/>
                  </a:lnTo>
                  <a:lnTo>
                    <a:pt x="43" y="272"/>
                  </a:lnTo>
                  <a:lnTo>
                    <a:pt x="43" y="272"/>
                  </a:lnTo>
                  <a:lnTo>
                    <a:pt x="45" y="274"/>
                  </a:lnTo>
                  <a:lnTo>
                    <a:pt x="45" y="274"/>
                  </a:lnTo>
                  <a:lnTo>
                    <a:pt x="45" y="274"/>
                  </a:lnTo>
                  <a:lnTo>
                    <a:pt x="45" y="277"/>
                  </a:lnTo>
                  <a:lnTo>
                    <a:pt x="48" y="277"/>
                  </a:lnTo>
                  <a:lnTo>
                    <a:pt x="48" y="277"/>
                  </a:lnTo>
                  <a:lnTo>
                    <a:pt x="48" y="277"/>
                  </a:lnTo>
                  <a:lnTo>
                    <a:pt x="50" y="279"/>
                  </a:lnTo>
                  <a:lnTo>
                    <a:pt x="50" y="279"/>
                  </a:lnTo>
                  <a:lnTo>
                    <a:pt x="50" y="281"/>
                  </a:lnTo>
                  <a:lnTo>
                    <a:pt x="50" y="281"/>
                  </a:lnTo>
                  <a:lnTo>
                    <a:pt x="52" y="281"/>
                  </a:lnTo>
                  <a:lnTo>
                    <a:pt x="52" y="284"/>
                  </a:lnTo>
                  <a:lnTo>
                    <a:pt x="52" y="284"/>
                  </a:lnTo>
                  <a:lnTo>
                    <a:pt x="52" y="284"/>
                  </a:lnTo>
                  <a:lnTo>
                    <a:pt x="52" y="281"/>
                  </a:lnTo>
                  <a:lnTo>
                    <a:pt x="52" y="279"/>
                  </a:lnTo>
                  <a:lnTo>
                    <a:pt x="55" y="279"/>
                  </a:lnTo>
                  <a:lnTo>
                    <a:pt x="55" y="277"/>
                  </a:lnTo>
                  <a:lnTo>
                    <a:pt x="55" y="277"/>
                  </a:lnTo>
                  <a:lnTo>
                    <a:pt x="60" y="279"/>
                  </a:lnTo>
                  <a:lnTo>
                    <a:pt x="60" y="279"/>
                  </a:lnTo>
                  <a:lnTo>
                    <a:pt x="62" y="279"/>
                  </a:lnTo>
                  <a:lnTo>
                    <a:pt x="64" y="277"/>
                  </a:lnTo>
                  <a:lnTo>
                    <a:pt x="67" y="277"/>
                  </a:lnTo>
                  <a:lnTo>
                    <a:pt x="69" y="277"/>
                  </a:lnTo>
                  <a:lnTo>
                    <a:pt x="74" y="277"/>
                  </a:lnTo>
                  <a:lnTo>
                    <a:pt x="74" y="277"/>
                  </a:lnTo>
                  <a:lnTo>
                    <a:pt x="74" y="274"/>
                  </a:lnTo>
                  <a:lnTo>
                    <a:pt x="76" y="274"/>
                  </a:lnTo>
                  <a:lnTo>
                    <a:pt x="76" y="274"/>
                  </a:lnTo>
                  <a:lnTo>
                    <a:pt x="81" y="274"/>
                  </a:lnTo>
                  <a:lnTo>
                    <a:pt x="86" y="272"/>
                  </a:lnTo>
                  <a:lnTo>
                    <a:pt x="86" y="272"/>
                  </a:lnTo>
                  <a:lnTo>
                    <a:pt x="88" y="272"/>
                  </a:lnTo>
                  <a:lnTo>
                    <a:pt x="88" y="272"/>
                  </a:lnTo>
                  <a:lnTo>
                    <a:pt x="88" y="272"/>
                  </a:lnTo>
                  <a:lnTo>
                    <a:pt x="88" y="272"/>
                  </a:lnTo>
                  <a:lnTo>
                    <a:pt x="88" y="272"/>
                  </a:lnTo>
                  <a:lnTo>
                    <a:pt x="90" y="272"/>
                  </a:lnTo>
                  <a:lnTo>
                    <a:pt x="90" y="272"/>
                  </a:lnTo>
                  <a:lnTo>
                    <a:pt x="90" y="272"/>
                  </a:lnTo>
                  <a:lnTo>
                    <a:pt x="93" y="274"/>
                  </a:lnTo>
                  <a:lnTo>
                    <a:pt x="93" y="277"/>
                  </a:lnTo>
                  <a:lnTo>
                    <a:pt x="95" y="279"/>
                  </a:lnTo>
                  <a:lnTo>
                    <a:pt x="97" y="281"/>
                  </a:lnTo>
                  <a:lnTo>
                    <a:pt x="100" y="284"/>
                  </a:lnTo>
                  <a:lnTo>
                    <a:pt x="100" y="286"/>
                  </a:lnTo>
                  <a:lnTo>
                    <a:pt x="97" y="288"/>
                  </a:lnTo>
                  <a:lnTo>
                    <a:pt x="97" y="291"/>
                  </a:lnTo>
                  <a:lnTo>
                    <a:pt x="100" y="291"/>
                  </a:lnTo>
                  <a:lnTo>
                    <a:pt x="100" y="293"/>
                  </a:lnTo>
                  <a:lnTo>
                    <a:pt x="100" y="296"/>
                  </a:lnTo>
                  <a:lnTo>
                    <a:pt x="100" y="300"/>
                  </a:lnTo>
                  <a:lnTo>
                    <a:pt x="100" y="300"/>
                  </a:lnTo>
                  <a:lnTo>
                    <a:pt x="100" y="300"/>
                  </a:lnTo>
                  <a:lnTo>
                    <a:pt x="102" y="303"/>
                  </a:lnTo>
                  <a:lnTo>
                    <a:pt x="102" y="303"/>
                  </a:lnTo>
                  <a:lnTo>
                    <a:pt x="102" y="305"/>
                  </a:lnTo>
                  <a:lnTo>
                    <a:pt x="102" y="305"/>
                  </a:lnTo>
                  <a:lnTo>
                    <a:pt x="102" y="305"/>
                  </a:lnTo>
                  <a:lnTo>
                    <a:pt x="100" y="307"/>
                  </a:lnTo>
                  <a:lnTo>
                    <a:pt x="100" y="307"/>
                  </a:lnTo>
                  <a:lnTo>
                    <a:pt x="100" y="310"/>
                  </a:lnTo>
                  <a:lnTo>
                    <a:pt x="100" y="310"/>
                  </a:lnTo>
                  <a:lnTo>
                    <a:pt x="100" y="310"/>
                  </a:lnTo>
                  <a:lnTo>
                    <a:pt x="100" y="310"/>
                  </a:lnTo>
                  <a:lnTo>
                    <a:pt x="100" y="312"/>
                  </a:lnTo>
                  <a:lnTo>
                    <a:pt x="100" y="317"/>
                  </a:lnTo>
                  <a:lnTo>
                    <a:pt x="102" y="319"/>
                  </a:lnTo>
                  <a:lnTo>
                    <a:pt x="102" y="322"/>
                  </a:lnTo>
                  <a:lnTo>
                    <a:pt x="100" y="322"/>
                  </a:lnTo>
                  <a:lnTo>
                    <a:pt x="100" y="324"/>
                  </a:lnTo>
                  <a:lnTo>
                    <a:pt x="100" y="324"/>
                  </a:lnTo>
                  <a:lnTo>
                    <a:pt x="97" y="324"/>
                  </a:lnTo>
                  <a:lnTo>
                    <a:pt x="97" y="324"/>
                  </a:lnTo>
                  <a:lnTo>
                    <a:pt x="97" y="326"/>
                  </a:lnTo>
                  <a:lnTo>
                    <a:pt x="97" y="326"/>
                  </a:lnTo>
                  <a:lnTo>
                    <a:pt x="97" y="326"/>
                  </a:lnTo>
                  <a:lnTo>
                    <a:pt x="95" y="329"/>
                  </a:lnTo>
                  <a:lnTo>
                    <a:pt x="95" y="329"/>
                  </a:lnTo>
                  <a:lnTo>
                    <a:pt x="93" y="331"/>
                  </a:lnTo>
                  <a:lnTo>
                    <a:pt x="93" y="331"/>
                  </a:lnTo>
                  <a:lnTo>
                    <a:pt x="93" y="333"/>
                  </a:lnTo>
                  <a:lnTo>
                    <a:pt x="93" y="336"/>
                  </a:lnTo>
                  <a:lnTo>
                    <a:pt x="93" y="338"/>
                  </a:lnTo>
                  <a:lnTo>
                    <a:pt x="93" y="341"/>
                  </a:lnTo>
                  <a:lnTo>
                    <a:pt x="90" y="345"/>
                  </a:lnTo>
                  <a:lnTo>
                    <a:pt x="90" y="345"/>
                  </a:lnTo>
                  <a:lnTo>
                    <a:pt x="88" y="345"/>
                  </a:lnTo>
                  <a:lnTo>
                    <a:pt x="88" y="345"/>
                  </a:lnTo>
                  <a:lnTo>
                    <a:pt x="86" y="345"/>
                  </a:lnTo>
                  <a:lnTo>
                    <a:pt x="86" y="348"/>
                  </a:lnTo>
                  <a:lnTo>
                    <a:pt x="83" y="348"/>
                  </a:lnTo>
                  <a:lnTo>
                    <a:pt x="83" y="350"/>
                  </a:lnTo>
                  <a:lnTo>
                    <a:pt x="83" y="352"/>
                  </a:lnTo>
                  <a:lnTo>
                    <a:pt x="83" y="355"/>
                  </a:lnTo>
                  <a:lnTo>
                    <a:pt x="83" y="355"/>
                  </a:lnTo>
                  <a:lnTo>
                    <a:pt x="86" y="355"/>
                  </a:lnTo>
                  <a:lnTo>
                    <a:pt x="86" y="357"/>
                  </a:lnTo>
                  <a:lnTo>
                    <a:pt x="88" y="357"/>
                  </a:lnTo>
                  <a:lnTo>
                    <a:pt x="93" y="362"/>
                  </a:lnTo>
                  <a:lnTo>
                    <a:pt x="93" y="364"/>
                  </a:lnTo>
                  <a:lnTo>
                    <a:pt x="93" y="364"/>
                  </a:lnTo>
                  <a:lnTo>
                    <a:pt x="93" y="369"/>
                  </a:lnTo>
                  <a:lnTo>
                    <a:pt x="93" y="371"/>
                  </a:lnTo>
                  <a:lnTo>
                    <a:pt x="93" y="376"/>
                  </a:lnTo>
                  <a:lnTo>
                    <a:pt x="95" y="376"/>
                  </a:lnTo>
                  <a:lnTo>
                    <a:pt x="97" y="376"/>
                  </a:lnTo>
                  <a:lnTo>
                    <a:pt x="100" y="376"/>
                  </a:lnTo>
                  <a:lnTo>
                    <a:pt x="100" y="378"/>
                  </a:lnTo>
                  <a:lnTo>
                    <a:pt x="102" y="381"/>
                  </a:lnTo>
                  <a:lnTo>
                    <a:pt x="102" y="383"/>
                  </a:lnTo>
                  <a:lnTo>
                    <a:pt x="102" y="383"/>
                  </a:lnTo>
                  <a:lnTo>
                    <a:pt x="105" y="386"/>
                  </a:lnTo>
                  <a:lnTo>
                    <a:pt x="105" y="386"/>
                  </a:lnTo>
                  <a:lnTo>
                    <a:pt x="105" y="386"/>
                  </a:lnTo>
                  <a:lnTo>
                    <a:pt x="107" y="388"/>
                  </a:lnTo>
                  <a:lnTo>
                    <a:pt x="107" y="388"/>
                  </a:lnTo>
                  <a:lnTo>
                    <a:pt x="107" y="388"/>
                  </a:lnTo>
                  <a:lnTo>
                    <a:pt x="109" y="390"/>
                  </a:lnTo>
                  <a:lnTo>
                    <a:pt x="112" y="390"/>
                  </a:lnTo>
                  <a:lnTo>
                    <a:pt x="112" y="393"/>
                  </a:lnTo>
                  <a:lnTo>
                    <a:pt x="112" y="393"/>
                  </a:lnTo>
                  <a:lnTo>
                    <a:pt x="114" y="395"/>
                  </a:lnTo>
                  <a:lnTo>
                    <a:pt x="116" y="395"/>
                  </a:lnTo>
                  <a:lnTo>
                    <a:pt x="116" y="397"/>
                  </a:lnTo>
                  <a:lnTo>
                    <a:pt x="116" y="397"/>
                  </a:lnTo>
                  <a:lnTo>
                    <a:pt x="116" y="397"/>
                  </a:lnTo>
                  <a:lnTo>
                    <a:pt x="119" y="397"/>
                  </a:lnTo>
                  <a:lnTo>
                    <a:pt x="119" y="400"/>
                  </a:lnTo>
                  <a:lnTo>
                    <a:pt x="119" y="400"/>
                  </a:lnTo>
                  <a:lnTo>
                    <a:pt x="119" y="400"/>
                  </a:lnTo>
                  <a:lnTo>
                    <a:pt x="119" y="400"/>
                  </a:lnTo>
                  <a:lnTo>
                    <a:pt x="119" y="402"/>
                  </a:lnTo>
                  <a:lnTo>
                    <a:pt x="119" y="402"/>
                  </a:lnTo>
                  <a:lnTo>
                    <a:pt x="121" y="402"/>
                  </a:lnTo>
                  <a:lnTo>
                    <a:pt x="121" y="402"/>
                  </a:lnTo>
                  <a:lnTo>
                    <a:pt x="121" y="402"/>
                  </a:lnTo>
                  <a:lnTo>
                    <a:pt x="121" y="402"/>
                  </a:lnTo>
                  <a:lnTo>
                    <a:pt x="123" y="404"/>
                  </a:lnTo>
                  <a:lnTo>
                    <a:pt x="126" y="404"/>
                  </a:lnTo>
                  <a:lnTo>
                    <a:pt x="126" y="404"/>
                  </a:lnTo>
                  <a:lnTo>
                    <a:pt x="128" y="404"/>
                  </a:lnTo>
                  <a:lnTo>
                    <a:pt x="131" y="404"/>
                  </a:lnTo>
                  <a:lnTo>
                    <a:pt x="131" y="407"/>
                  </a:lnTo>
                  <a:lnTo>
                    <a:pt x="131" y="407"/>
                  </a:lnTo>
                  <a:lnTo>
                    <a:pt x="131" y="409"/>
                  </a:lnTo>
                  <a:lnTo>
                    <a:pt x="131" y="412"/>
                  </a:lnTo>
                  <a:lnTo>
                    <a:pt x="131" y="414"/>
                  </a:lnTo>
                  <a:lnTo>
                    <a:pt x="128" y="414"/>
                  </a:lnTo>
                  <a:lnTo>
                    <a:pt x="128" y="414"/>
                  </a:lnTo>
                  <a:lnTo>
                    <a:pt x="126" y="416"/>
                  </a:lnTo>
                  <a:lnTo>
                    <a:pt x="126" y="416"/>
                  </a:lnTo>
                  <a:lnTo>
                    <a:pt x="128" y="421"/>
                  </a:lnTo>
                  <a:lnTo>
                    <a:pt x="128" y="421"/>
                  </a:lnTo>
                  <a:lnTo>
                    <a:pt x="128" y="423"/>
                  </a:lnTo>
                  <a:lnTo>
                    <a:pt x="131" y="423"/>
                  </a:lnTo>
                  <a:lnTo>
                    <a:pt x="138" y="423"/>
                  </a:lnTo>
                  <a:lnTo>
                    <a:pt x="140" y="423"/>
                  </a:lnTo>
                  <a:lnTo>
                    <a:pt x="140" y="423"/>
                  </a:lnTo>
                  <a:lnTo>
                    <a:pt x="140" y="421"/>
                  </a:lnTo>
                  <a:lnTo>
                    <a:pt x="140" y="421"/>
                  </a:lnTo>
                  <a:lnTo>
                    <a:pt x="140" y="421"/>
                  </a:lnTo>
                  <a:lnTo>
                    <a:pt x="140" y="419"/>
                  </a:lnTo>
                  <a:lnTo>
                    <a:pt x="140" y="416"/>
                  </a:lnTo>
                  <a:lnTo>
                    <a:pt x="140" y="416"/>
                  </a:lnTo>
                  <a:lnTo>
                    <a:pt x="140" y="414"/>
                  </a:lnTo>
                  <a:lnTo>
                    <a:pt x="142" y="414"/>
                  </a:lnTo>
                  <a:lnTo>
                    <a:pt x="140" y="414"/>
                  </a:lnTo>
                  <a:lnTo>
                    <a:pt x="140" y="414"/>
                  </a:lnTo>
                  <a:lnTo>
                    <a:pt x="140" y="412"/>
                  </a:lnTo>
                  <a:lnTo>
                    <a:pt x="140" y="412"/>
                  </a:lnTo>
                  <a:lnTo>
                    <a:pt x="140" y="412"/>
                  </a:lnTo>
                  <a:lnTo>
                    <a:pt x="140" y="412"/>
                  </a:lnTo>
                  <a:lnTo>
                    <a:pt x="140" y="412"/>
                  </a:lnTo>
                  <a:lnTo>
                    <a:pt x="140" y="409"/>
                  </a:lnTo>
                  <a:lnTo>
                    <a:pt x="140" y="409"/>
                  </a:lnTo>
                  <a:lnTo>
                    <a:pt x="140" y="407"/>
                  </a:lnTo>
                  <a:lnTo>
                    <a:pt x="140" y="407"/>
                  </a:lnTo>
                  <a:lnTo>
                    <a:pt x="140" y="404"/>
                  </a:lnTo>
                  <a:lnTo>
                    <a:pt x="140" y="402"/>
                  </a:lnTo>
                  <a:lnTo>
                    <a:pt x="140" y="400"/>
                  </a:lnTo>
                  <a:lnTo>
                    <a:pt x="140" y="397"/>
                  </a:lnTo>
                  <a:lnTo>
                    <a:pt x="138" y="397"/>
                  </a:lnTo>
                  <a:lnTo>
                    <a:pt x="138" y="397"/>
                  </a:lnTo>
                  <a:lnTo>
                    <a:pt x="138" y="397"/>
                  </a:lnTo>
                  <a:lnTo>
                    <a:pt x="138" y="397"/>
                  </a:lnTo>
                  <a:lnTo>
                    <a:pt x="138" y="397"/>
                  </a:lnTo>
                  <a:lnTo>
                    <a:pt x="138" y="395"/>
                  </a:lnTo>
                  <a:lnTo>
                    <a:pt x="135" y="395"/>
                  </a:lnTo>
                  <a:lnTo>
                    <a:pt x="135" y="395"/>
                  </a:lnTo>
                  <a:lnTo>
                    <a:pt x="135" y="395"/>
                  </a:lnTo>
                  <a:lnTo>
                    <a:pt x="135" y="395"/>
                  </a:lnTo>
                  <a:lnTo>
                    <a:pt x="133" y="395"/>
                  </a:lnTo>
                  <a:lnTo>
                    <a:pt x="133" y="395"/>
                  </a:lnTo>
                  <a:lnTo>
                    <a:pt x="133" y="393"/>
                  </a:lnTo>
                  <a:lnTo>
                    <a:pt x="133" y="393"/>
                  </a:lnTo>
                  <a:lnTo>
                    <a:pt x="131" y="390"/>
                  </a:lnTo>
                  <a:lnTo>
                    <a:pt x="133" y="390"/>
                  </a:lnTo>
                  <a:lnTo>
                    <a:pt x="135" y="386"/>
                  </a:lnTo>
                  <a:lnTo>
                    <a:pt x="138" y="386"/>
                  </a:lnTo>
                  <a:lnTo>
                    <a:pt x="138" y="386"/>
                  </a:lnTo>
                  <a:lnTo>
                    <a:pt x="138" y="383"/>
                  </a:lnTo>
                  <a:lnTo>
                    <a:pt x="138" y="383"/>
                  </a:lnTo>
                  <a:lnTo>
                    <a:pt x="138" y="381"/>
                  </a:lnTo>
                  <a:lnTo>
                    <a:pt x="138" y="381"/>
                  </a:lnTo>
                  <a:lnTo>
                    <a:pt x="138" y="381"/>
                  </a:lnTo>
                  <a:lnTo>
                    <a:pt x="138" y="378"/>
                  </a:lnTo>
                  <a:lnTo>
                    <a:pt x="138" y="378"/>
                  </a:lnTo>
                  <a:lnTo>
                    <a:pt x="138" y="376"/>
                  </a:lnTo>
                  <a:lnTo>
                    <a:pt x="140" y="374"/>
                  </a:lnTo>
                  <a:lnTo>
                    <a:pt x="140" y="371"/>
                  </a:lnTo>
                  <a:lnTo>
                    <a:pt x="140" y="371"/>
                  </a:lnTo>
                  <a:lnTo>
                    <a:pt x="145" y="367"/>
                  </a:lnTo>
                  <a:lnTo>
                    <a:pt x="145" y="367"/>
                  </a:lnTo>
                  <a:lnTo>
                    <a:pt x="147" y="367"/>
                  </a:lnTo>
                  <a:lnTo>
                    <a:pt x="147" y="367"/>
                  </a:lnTo>
                  <a:lnTo>
                    <a:pt x="149" y="367"/>
                  </a:lnTo>
                  <a:lnTo>
                    <a:pt x="149" y="367"/>
                  </a:lnTo>
                  <a:lnTo>
                    <a:pt x="149" y="369"/>
                  </a:lnTo>
                  <a:lnTo>
                    <a:pt x="149" y="369"/>
                  </a:lnTo>
                  <a:lnTo>
                    <a:pt x="152" y="369"/>
                  </a:lnTo>
                  <a:lnTo>
                    <a:pt x="152" y="369"/>
                  </a:lnTo>
                  <a:lnTo>
                    <a:pt x="152" y="369"/>
                  </a:lnTo>
                  <a:lnTo>
                    <a:pt x="152" y="369"/>
                  </a:lnTo>
                  <a:lnTo>
                    <a:pt x="152" y="367"/>
                  </a:lnTo>
                  <a:lnTo>
                    <a:pt x="154" y="367"/>
                  </a:lnTo>
                  <a:lnTo>
                    <a:pt x="159" y="367"/>
                  </a:lnTo>
                  <a:lnTo>
                    <a:pt x="159" y="367"/>
                  </a:lnTo>
                  <a:lnTo>
                    <a:pt x="161" y="367"/>
                  </a:lnTo>
                  <a:lnTo>
                    <a:pt x="161" y="367"/>
                  </a:lnTo>
                  <a:lnTo>
                    <a:pt x="161" y="367"/>
                  </a:lnTo>
                  <a:lnTo>
                    <a:pt x="166" y="364"/>
                  </a:lnTo>
                  <a:lnTo>
                    <a:pt x="166" y="362"/>
                  </a:lnTo>
                  <a:lnTo>
                    <a:pt x="166" y="362"/>
                  </a:lnTo>
                  <a:lnTo>
                    <a:pt x="166" y="359"/>
                  </a:lnTo>
                  <a:lnTo>
                    <a:pt x="166" y="359"/>
                  </a:lnTo>
                  <a:lnTo>
                    <a:pt x="166" y="357"/>
                  </a:lnTo>
                  <a:lnTo>
                    <a:pt x="166" y="357"/>
                  </a:lnTo>
                  <a:lnTo>
                    <a:pt x="168" y="355"/>
                  </a:lnTo>
                  <a:lnTo>
                    <a:pt x="168" y="345"/>
                  </a:lnTo>
                  <a:lnTo>
                    <a:pt x="168" y="341"/>
                  </a:lnTo>
                  <a:lnTo>
                    <a:pt x="168" y="333"/>
                  </a:lnTo>
                  <a:lnTo>
                    <a:pt x="168" y="331"/>
                  </a:lnTo>
                  <a:lnTo>
                    <a:pt x="168" y="331"/>
                  </a:lnTo>
                  <a:lnTo>
                    <a:pt x="168" y="329"/>
                  </a:lnTo>
                  <a:lnTo>
                    <a:pt x="168" y="322"/>
                  </a:lnTo>
                  <a:lnTo>
                    <a:pt x="166" y="317"/>
                  </a:lnTo>
                  <a:lnTo>
                    <a:pt x="166" y="315"/>
                  </a:lnTo>
                  <a:lnTo>
                    <a:pt x="166" y="315"/>
                  </a:lnTo>
                  <a:lnTo>
                    <a:pt x="166" y="312"/>
                  </a:lnTo>
                  <a:lnTo>
                    <a:pt x="168" y="307"/>
                  </a:lnTo>
                  <a:close/>
                  <a:moveTo>
                    <a:pt x="102" y="139"/>
                  </a:moveTo>
                  <a:lnTo>
                    <a:pt x="102" y="139"/>
                  </a:lnTo>
                  <a:lnTo>
                    <a:pt x="100" y="139"/>
                  </a:lnTo>
                  <a:lnTo>
                    <a:pt x="100" y="142"/>
                  </a:lnTo>
                  <a:lnTo>
                    <a:pt x="102" y="144"/>
                  </a:lnTo>
                  <a:lnTo>
                    <a:pt x="102" y="144"/>
                  </a:lnTo>
                  <a:lnTo>
                    <a:pt x="102" y="144"/>
                  </a:lnTo>
                  <a:lnTo>
                    <a:pt x="105" y="144"/>
                  </a:lnTo>
                  <a:lnTo>
                    <a:pt x="105" y="144"/>
                  </a:lnTo>
                  <a:lnTo>
                    <a:pt x="105" y="142"/>
                  </a:lnTo>
                  <a:lnTo>
                    <a:pt x="105" y="139"/>
                  </a:lnTo>
                  <a:lnTo>
                    <a:pt x="102" y="139"/>
                  </a:lnTo>
                  <a:lnTo>
                    <a:pt x="102" y="139"/>
                  </a:lnTo>
                  <a:close/>
                  <a:moveTo>
                    <a:pt x="109" y="142"/>
                  </a:moveTo>
                  <a:lnTo>
                    <a:pt x="107" y="142"/>
                  </a:lnTo>
                  <a:lnTo>
                    <a:pt x="107" y="142"/>
                  </a:lnTo>
                  <a:lnTo>
                    <a:pt x="107" y="144"/>
                  </a:lnTo>
                  <a:lnTo>
                    <a:pt x="107" y="144"/>
                  </a:lnTo>
                  <a:lnTo>
                    <a:pt x="107" y="146"/>
                  </a:lnTo>
                  <a:lnTo>
                    <a:pt x="107" y="146"/>
                  </a:lnTo>
                  <a:lnTo>
                    <a:pt x="107" y="146"/>
                  </a:lnTo>
                  <a:lnTo>
                    <a:pt x="109" y="146"/>
                  </a:lnTo>
                  <a:lnTo>
                    <a:pt x="109" y="146"/>
                  </a:lnTo>
                  <a:lnTo>
                    <a:pt x="112" y="146"/>
                  </a:lnTo>
                  <a:lnTo>
                    <a:pt x="112" y="144"/>
                  </a:lnTo>
                  <a:lnTo>
                    <a:pt x="112" y="142"/>
                  </a:lnTo>
                  <a:lnTo>
                    <a:pt x="112" y="142"/>
                  </a:lnTo>
                  <a:lnTo>
                    <a:pt x="109" y="142"/>
                  </a:lnTo>
                  <a:lnTo>
                    <a:pt x="109" y="142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36">
              <a:extLst>
                <a:ext uri="{FF2B5EF4-FFF2-40B4-BE49-F238E27FC236}">
                  <a16:creationId xmlns:a16="http://schemas.microsoft.com/office/drawing/2014/main" id="{16B8471F-9DB4-837A-85EC-7B6967397C3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66067" y="4144094"/>
              <a:ext cx="496655" cy="979303"/>
            </a:xfrm>
            <a:custGeom>
              <a:avLst/>
              <a:gdLst>
                <a:gd name="T0" fmla="*/ 274 w 390"/>
                <a:gd name="T1" fmla="*/ 80 h 769"/>
                <a:gd name="T2" fmla="*/ 269 w 390"/>
                <a:gd name="T3" fmla="*/ 73 h 769"/>
                <a:gd name="T4" fmla="*/ 359 w 390"/>
                <a:gd name="T5" fmla="*/ 270 h 769"/>
                <a:gd name="T6" fmla="*/ 373 w 390"/>
                <a:gd name="T7" fmla="*/ 147 h 769"/>
                <a:gd name="T8" fmla="*/ 369 w 390"/>
                <a:gd name="T9" fmla="*/ 92 h 769"/>
                <a:gd name="T10" fmla="*/ 362 w 390"/>
                <a:gd name="T11" fmla="*/ 73 h 769"/>
                <a:gd name="T12" fmla="*/ 352 w 390"/>
                <a:gd name="T13" fmla="*/ 50 h 769"/>
                <a:gd name="T14" fmla="*/ 345 w 390"/>
                <a:gd name="T15" fmla="*/ 43 h 769"/>
                <a:gd name="T16" fmla="*/ 336 w 390"/>
                <a:gd name="T17" fmla="*/ 26 h 769"/>
                <a:gd name="T18" fmla="*/ 328 w 390"/>
                <a:gd name="T19" fmla="*/ 17 h 769"/>
                <a:gd name="T20" fmla="*/ 321 w 390"/>
                <a:gd name="T21" fmla="*/ 14 h 769"/>
                <a:gd name="T22" fmla="*/ 324 w 390"/>
                <a:gd name="T23" fmla="*/ 2 h 769"/>
                <a:gd name="T24" fmla="*/ 317 w 390"/>
                <a:gd name="T25" fmla="*/ 9 h 769"/>
                <a:gd name="T26" fmla="*/ 314 w 390"/>
                <a:gd name="T27" fmla="*/ 19 h 769"/>
                <a:gd name="T28" fmla="*/ 298 w 390"/>
                <a:gd name="T29" fmla="*/ 26 h 769"/>
                <a:gd name="T30" fmla="*/ 302 w 390"/>
                <a:gd name="T31" fmla="*/ 40 h 769"/>
                <a:gd name="T32" fmla="*/ 300 w 390"/>
                <a:gd name="T33" fmla="*/ 71 h 769"/>
                <a:gd name="T34" fmla="*/ 281 w 390"/>
                <a:gd name="T35" fmla="*/ 80 h 769"/>
                <a:gd name="T36" fmla="*/ 274 w 390"/>
                <a:gd name="T37" fmla="*/ 92 h 769"/>
                <a:gd name="T38" fmla="*/ 260 w 390"/>
                <a:gd name="T39" fmla="*/ 88 h 769"/>
                <a:gd name="T40" fmla="*/ 253 w 390"/>
                <a:gd name="T41" fmla="*/ 90 h 769"/>
                <a:gd name="T42" fmla="*/ 255 w 390"/>
                <a:gd name="T43" fmla="*/ 125 h 769"/>
                <a:gd name="T44" fmla="*/ 255 w 390"/>
                <a:gd name="T45" fmla="*/ 121 h 769"/>
                <a:gd name="T46" fmla="*/ 241 w 390"/>
                <a:gd name="T47" fmla="*/ 133 h 769"/>
                <a:gd name="T48" fmla="*/ 248 w 390"/>
                <a:gd name="T49" fmla="*/ 144 h 769"/>
                <a:gd name="T50" fmla="*/ 250 w 390"/>
                <a:gd name="T51" fmla="*/ 149 h 769"/>
                <a:gd name="T52" fmla="*/ 229 w 390"/>
                <a:gd name="T53" fmla="*/ 168 h 769"/>
                <a:gd name="T54" fmla="*/ 227 w 390"/>
                <a:gd name="T55" fmla="*/ 149 h 769"/>
                <a:gd name="T56" fmla="*/ 205 w 390"/>
                <a:gd name="T57" fmla="*/ 180 h 769"/>
                <a:gd name="T58" fmla="*/ 208 w 390"/>
                <a:gd name="T59" fmla="*/ 192 h 769"/>
                <a:gd name="T60" fmla="*/ 201 w 390"/>
                <a:gd name="T61" fmla="*/ 180 h 769"/>
                <a:gd name="T62" fmla="*/ 170 w 390"/>
                <a:gd name="T63" fmla="*/ 199 h 769"/>
                <a:gd name="T64" fmla="*/ 172 w 390"/>
                <a:gd name="T65" fmla="*/ 218 h 769"/>
                <a:gd name="T66" fmla="*/ 160 w 390"/>
                <a:gd name="T67" fmla="*/ 208 h 769"/>
                <a:gd name="T68" fmla="*/ 149 w 390"/>
                <a:gd name="T69" fmla="*/ 215 h 769"/>
                <a:gd name="T70" fmla="*/ 130 w 390"/>
                <a:gd name="T71" fmla="*/ 218 h 769"/>
                <a:gd name="T72" fmla="*/ 115 w 390"/>
                <a:gd name="T73" fmla="*/ 222 h 769"/>
                <a:gd name="T74" fmla="*/ 104 w 390"/>
                <a:gd name="T75" fmla="*/ 222 h 769"/>
                <a:gd name="T76" fmla="*/ 66 w 390"/>
                <a:gd name="T77" fmla="*/ 234 h 769"/>
                <a:gd name="T78" fmla="*/ 59 w 390"/>
                <a:gd name="T79" fmla="*/ 270 h 769"/>
                <a:gd name="T80" fmla="*/ 42 w 390"/>
                <a:gd name="T81" fmla="*/ 317 h 769"/>
                <a:gd name="T82" fmla="*/ 54 w 390"/>
                <a:gd name="T83" fmla="*/ 395 h 769"/>
                <a:gd name="T84" fmla="*/ 63 w 390"/>
                <a:gd name="T85" fmla="*/ 431 h 769"/>
                <a:gd name="T86" fmla="*/ 52 w 390"/>
                <a:gd name="T87" fmla="*/ 471 h 769"/>
                <a:gd name="T88" fmla="*/ 18 w 390"/>
                <a:gd name="T89" fmla="*/ 518 h 769"/>
                <a:gd name="T90" fmla="*/ 4 w 390"/>
                <a:gd name="T91" fmla="*/ 556 h 769"/>
                <a:gd name="T92" fmla="*/ 2 w 390"/>
                <a:gd name="T93" fmla="*/ 577 h 769"/>
                <a:gd name="T94" fmla="*/ 18 w 390"/>
                <a:gd name="T95" fmla="*/ 622 h 769"/>
                <a:gd name="T96" fmla="*/ 23 w 390"/>
                <a:gd name="T97" fmla="*/ 658 h 769"/>
                <a:gd name="T98" fmla="*/ 37 w 390"/>
                <a:gd name="T99" fmla="*/ 715 h 769"/>
                <a:gd name="T100" fmla="*/ 56 w 390"/>
                <a:gd name="T101" fmla="*/ 743 h 769"/>
                <a:gd name="T102" fmla="*/ 127 w 390"/>
                <a:gd name="T103" fmla="*/ 764 h 769"/>
                <a:gd name="T104" fmla="*/ 198 w 390"/>
                <a:gd name="T105" fmla="*/ 736 h 769"/>
                <a:gd name="T106" fmla="*/ 212 w 390"/>
                <a:gd name="T107" fmla="*/ 717 h 769"/>
                <a:gd name="T108" fmla="*/ 236 w 390"/>
                <a:gd name="T109" fmla="*/ 656 h 769"/>
                <a:gd name="T110" fmla="*/ 276 w 390"/>
                <a:gd name="T111" fmla="*/ 516 h 769"/>
                <a:gd name="T112" fmla="*/ 298 w 390"/>
                <a:gd name="T113" fmla="*/ 445 h 769"/>
                <a:gd name="T114" fmla="*/ 331 w 390"/>
                <a:gd name="T115" fmla="*/ 338 h 769"/>
                <a:gd name="T116" fmla="*/ 347 w 390"/>
                <a:gd name="T117" fmla="*/ 265 h 769"/>
                <a:gd name="T118" fmla="*/ 347 w 390"/>
                <a:gd name="T119" fmla="*/ 218 h 769"/>
                <a:gd name="T120" fmla="*/ 357 w 390"/>
                <a:gd name="T121" fmla="*/ 192 h 769"/>
                <a:gd name="T122" fmla="*/ 364 w 390"/>
                <a:gd name="T123" fmla="*/ 213 h 769"/>
                <a:gd name="T124" fmla="*/ 388 w 390"/>
                <a:gd name="T125" fmla="*/ 192 h 7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90" h="769">
                  <a:moveTo>
                    <a:pt x="267" y="73"/>
                  </a:moveTo>
                  <a:lnTo>
                    <a:pt x="267" y="73"/>
                  </a:lnTo>
                  <a:lnTo>
                    <a:pt x="267" y="76"/>
                  </a:lnTo>
                  <a:lnTo>
                    <a:pt x="267" y="78"/>
                  </a:lnTo>
                  <a:lnTo>
                    <a:pt x="267" y="78"/>
                  </a:lnTo>
                  <a:lnTo>
                    <a:pt x="267" y="80"/>
                  </a:lnTo>
                  <a:lnTo>
                    <a:pt x="267" y="80"/>
                  </a:lnTo>
                  <a:lnTo>
                    <a:pt x="267" y="80"/>
                  </a:lnTo>
                  <a:lnTo>
                    <a:pt x="267" y="80"/>
                  </a:lnTo>
                  <a:lnTo>
                    <a:pt x="267" y="80"/>
                  </a:lnTo>
                  <a:lnTo>
                    <a:pt x="267" y="80"/>
                  </a:lnTo>
                  <a:lnTo>
                    <a:pt x="269" y="80"/>
                  </a:lnTo>
                  <a:lnTo>
                    <a:pt x="269" y="80"/>
                  </a:lnTo>
                  <a:lnTo>
                    <a:pt x="269" y="80"/>
                  </a:lnTo>
                  <a:lnTo>
                    <a:pt x="272" y="80"/>
                  </a:lnTo>
                  <a:lnTo>
                    <a:pt x="272" y="80"/>
                  </a:lnTo>
                  <a:lnTo>
                    <a:pt x="272" y="80"/>
                  </a:lnTo>
                  <a:lnTo>
                    <a:pt x="272" y="80"/>
                  </a:lnTo>
                  <a:lnTo>
                    <a:pt x="272" y="80"/>
                  </a:lnTo>
                  <a:lnTo>
                    <a:pt x="272" y="80"/>
                  </a:lnTo>
                  <a:lnTo>
                    <a:pt x="274" y="80"/>
                  </a:lnTo>
                  <a:lnTo>
                    <a:pt x="274" y="80"/>
                  </a:lnTo>
                  <a:lnTo>
                    <a:pt x="274" y="80"/>
                  </a:lnTo>
                  <a:lnTo>
                    <a:pt x="274" y="80"/>
                  </a:lnTo>
                  <a:lnTo>
                    <a:pt x="274" y="80"/>
                  </a:lnTo>
                  <a:lnTo>
                    <a:pt x="274" y="80"/>
                  </a:lnTo>
                  <a:lnTo>
                    <a:pt x="274" y="78"/>
                  </a:lnTo>
                  <a:lnTo>
                    <a:pt x="274" y="78"/>
                  </a:lnTo>
                  <a:lnTo>
                    <a:pt x="274" y="78"/>
                  </a:lnTo>
                  <a:lnTo>
                    <a:pt x="274" y="78"/>
                  </a:lnTo>
                  <a:lnTo>
                    <a:pt x="274" y="76"/>
                  </a:lnTo>
                  <a:lnTo>
                    <a:pt x="274" y="76"/>
                  </a:lnTo>
                  <a:lnTo>
                    <a:pt x="274" y="76"/>
                  </a:lnTo>
                  <a:lnTo>
                    <a:pt x="274" y="73"/>
                  </a:lnTo>
                  <a:lnTo>
                    <a:pt x="274" y="73"/>
                  </a:lnTo>
                  <a:lnTo>
                    <a:pt x="274" y="71"/>
                  </a:lnTo>
                  <a:lnTo>
                    <a:pt x="272" y="71"/>
                  </a:lnTo>
                  <a:lnTo>
                    <a:pt x="274" y="71"/>
                  </a:lnTo>
                  <a:lnTo>
                    <a:pt x="274" y="69"/>
                  </a:lnTo>
                  <a:lnTo>
                    <a:pt x="272" y="69"/>
                  </a:lnTo>
                  <a:lnTo>
                    <a:pt x="272" y="69"/>
                  </a:lnTo>
                  <a:lnTo>
                    <a:pt x="272" y="69"/>
                  </a:lnTo>
                  <a:lnTo>
                    <a:pt x="269" y="69"/>
                  </a:lnTo>
                  <a:lnTo>
                    <a:pt x="269" y="69"/>
                  </a:lnTo>
                  <a:lnTo>
                    <a:pt x="269" y="71"/>
                  </a:lnTo>
                  <a:lnTo>
                    <a:pt x="269" y="71"/>
                  </a:lnTo>
                  <a:lnTo>
                    <a:pt x="269" y="71"/>
                  </a:lnTo>
                  <a:lnTo>
                    <a:pt x="269" y="71"/>
                  </a:lnTo>
                  <a:lnTo>
                    <a:pt x="269" y="73"/>
                  </a:lnTo>
                  <a:lnTo>
                    <a:pt x="269" y="73"/>
                  </a:lnTo>
                  <a:lnTo>
                    <a:pt x="269" y="73"/>
                  </a:lnTo>
                  <a:lnTo>
                    <a:pt x="269" y="73"/>
                  </a:lnTo>
                  <a:lnTo>
                    <a:pt x="269" y="71"/>
                  </a:lnTo>
                  <a:lnTo>
                    <a:pt x="267" y="73"/>
                  </a:lnTo>
                  <a:lnTo>
                    <a:pt x="267" y="71"/>
                  </a:lnTo>
                  <a:lnTo>
                    <a:pt x="267" y="71"/>
                  </a:lnTo>
                  <a:lnTo>
                    <a:pt x="265" y="73"/>
                  </a:lnTo>
                  <a:lnTo>
                    <a:pt x="267" y="73"/>
                  </a:lnTo>
                  <a:lnTo>
                    <a:pt x="267" y="73"/>
                  </a:lnTo>
                  <a:close/>
                  <a:moveTo>
                    <a:pt x="362" y="263"/>
                  </a:moveTo>
                  <a:lnTo>
                    <a:pt x="362" y="263"/>
                  </a:lnTo>
                  <a:lnTo>
                    <a:pt x="362" y="265"/>
                  </a:lnTo>
                  <a:lnTo>
                    <a:pt x="359" y="265"/>
                  </a:lnTo>
                  <a:lnTo>
                    <a:pt x="359" y="265"/>
                  </a:lnTo>
                  <a:lnTo>
                    <a:pt x="357" y="272"/>
                  </a:lnTo>
                  <a:lnTo>
                    <a:pt x="354" y="272"/>
                  </a:lnTo>
                  <a:lnTo>
                    <a:pt x="354" y="275"/>
                  </a:lnTo>
                  <a:lnTo>
                    <a:pt x="354" y="275"/>
                  </a:lnTo>
                  <a:lnTo>
                    <a:pt x="354" y="277"/>
                  </a:lnTo>
                  <a:lnTo>
                    <a:pt x="354" y="277"/>
                  </a:lnTo>
                  <a:lnTo>
                    <a:pt x="354" y="277"/>
                  </a:lnTo>
                  <a:lnTo>
                    <a:pt x="352" y="282"/>
                  </a:lnTo>
                  <a:lnTo>
                    <a:pt x="352" y="282"/>
                  </a:lnTo>
                  <a:lnTo>
                    <a:pt x="352" y="284"/>
                  </a:lnTo>
                  <a:lnTo>
                    <a:pt x="354" y="282"/>
                  </a:lnTo>
                  <a:lnTo>
                    <a:pt x="357" y="279"/>
                  </a:lnTo>
                  <a:lnTo>
                    <a:pt x="357" y="277"/>
                  </a:lnTo>
                  <a:lnTo>
                    <a:pt x="359" y="270"/>
                  </a:lnTo>
                  <a:lnTo>
                    <a:pt x="362" y="267"/>
                  </a:lnTo>
                  <a:lnTo>
                    <a:pt x="364" y="263"/>
                  </a:lnTo>
                  <a:lnTo>
                    <a:pt x="364" y="260"/>
                  </a:lnTo>
                  <a:lnTo>
                    <a:pt x="362" y="263"/>
                  </a:lnTo>
                  <a:lnTo>
                    <a:pt x="362" y="263"/>
                  </a:lnTo>
                  <a:close/>
                  <a:moveTo>
                    <a:pt x="390" y="182"/>
                  </a:moveTo>
                  <a:lnTo>
                    <a:pt x="388" y="180"/>
                  </a:lnTo>
                  <a:lnTo>
                    <a:pt x="388" y="178"/>
                  </a:lnTo>
                  <a:lnTo>
                    <a:pt x="388" y="178"/>
                  </a:lnTo>
                  <a:lnTo>
                    <a:pt x="388" y="178"/>
                  </a:lnTo>
                  <a:lnTo>
                    <a:pt x="385" y="178"/>
                  </a:lnTo>
                  <a:lnTo>
                    <a:pt x="385" y="175"/>
                  </a:lnTo>
                  <a:lnTo>
                    <a:pt x="385" y="175"/>
                  </a:lnTo>
                  <a:lnTo>
                    <a:pt x="383" y="170"/>
                  </a:lnTo>
                  <a:lnTo>
                    <a:pt x="380" y="170"/>
                  </a:lnTo>
                  <a:lnTo>
                    <a:pt x="378" y="161"/>
                  </a:lnTo>
                  <a:lnTo>
                    <a:pt x="378" y="159"/>
                  </a:lnTo>
                  <a:lnTo>
                    <a:pt x="376" y="156"/>
                  </a:lnTo>
                  <a:lnTo>
                    <a:pt x="376" y="156"/>
                  </a:lnTo>
                  <a:lnTo>
                    <a:pt x="376" y="156"/>
                  </a:lnTo>
                  <a:lnTo>
                    <a:pt x="373" y="154"/>
                  </a:lnTo>
                  <a:lnTo>
                    <a:pt x="373" y="154"/>
                  </a:lnTo>
                  <a:lnTo>
                    <a:pt x="376" y="154"/>
                  </a:lnTo>
                  <a:lnTo>
                    <a:pt x="376" y="151"/>
                  </a:lnTo>
                  <a:lnTo>
                    <a:pt x="376" y="149"/>
                  </a:lnTo>
                  <a:lnTo>
                    <a:pt x="373" y="147"/>
                  </a:lnTo>
                  <a:lnTo>
                    <a:pt x="373" y="140"/>
                  </a:lnTo>
                  <a:lnTo>
                    <a:pt x="373" y="137"/>
                  </a:lnTo>
                  <a:lnTo>
                    <a:pt x="373" y="137"/>
                  </a:lnTo>
                  <a:lnTo>
                    <a:pt x="373" y="135"/>
                  </a:lnTo>
                  <a:lnTo>
                    <a:pt x="373" y="135"/>
                  </a:lnTo>
                  <a:lnTo>
                    <a:pt x="373" y="130"/>
                  </a:lnTo>
                  <a:lnTo>
                    <a:pt x="373" y="128"/>
                  </a:lnTo>
                  <a:lnTo>
                    <a:pt x="373" y="128"/>
                  </a:lnTo>
                  <a:lnTo>
                    <a:pt x="371" y="125"/>
                  </a:lnTo>
                  <a:lnTo>
                    <a:pt x="371" y="125"/>
                  </a:lnTo>
                  <a:lnTo>
                    <a:pt x="371" y="123"/>
                  </a:lnTo>
                  <a:lnTo>
                    <a:pt x="371" y="123"/>
                  </a:lnTo>
                  <a:lnTo>
                    <a:pt x="371" y="121"/>
                  </a:lnTo>
                  <a:lnTo>
                    <a:pt x="371" y="118"/>
                  </a:lnTo>
                  <a:lnTo>
                    <a:pt x="371" y="118"/>
                  </a:lnTo>
                  <a:lnTo>
                    <a:pt x="371" y="116"/>
                  </a:lnTo>
                  <a:lnTo>
                    <a:pt x="371" y="111"/>
                  </a:lnTo>
                  <a:lnTo>
                    <a:pt x="371" y="102"/>
                  </a:lnTo>
                  <a:lnTo>
                    <a:pt x="369" y="99"/>
                  </a:lnTo>
                  <a:lnTo>
                    <a:pt x="369" y="97"/>
                  </a:lnTo>
                  <a:lnTo>
                    <a:pt x="369" y="97"/>
                  </a:lnTo>
                  <a:lnTo>
                    <a:pt x="369" y="95"/>
                  </a:lnTo>
                  <a:lnTo>
                    <a:pt x="369" y="92"/>
                  </a:lnTo>
                  <a:lnTo>
                    <a:pt x="369" y="92"/>
                  </a:lnTo>
                  <a:lnTo>
                    <a:pt x="369" y="92"/>
                  </a:lnTo>
                  <a:lnTo>
                    <a:pt x="369" y="92"/>
                  </a:lnTo>
                  <a:lnTo>
                    <a:pt x="369" y="92"/>
                  </a:lnTo>
                  <a:lnTo>
                    <a:pt x="366" y="92"/>
                  </a:lnTo>
                  <a:lnTo>
                    <a:pt x="366" y="92"/>
                  </a:lnTo>
                  <a:lnTo>
                    <a:pt x="366" y="92"/>
                  </a:lnTo>
                  <a:lnTo>
                    <a:pt x="366" y="92"/>
                  </a:lnTo>
                  <a:lnTo>
                    <a:pt x="366" y="92"/>
                  </a:lnTo>
                  <a:lnTo>
                    <a:pt x="366" y="90"/>
                  </a:lnTo>
                  <a:lnTo>
                    <a:pt x="366" y="90"/>
                  </a:lnTo>
                  <a:lnTo>
                    <a:pt x="366" y="90"/>
                  </a:lnTo>
                  <a:lnTo>
                    <a:pt x="366" y="88"/>
                  </a:lnTo>
                  <a:lnTo>
                    <a:pt x="366" y="88"/>
                  </a:lnTo>
                  <a:lnTo>
                    <a:pt x="366" y="88"/>
                  </a:lnTo>
                  <a:lnTo>
                    <a:pt x="366" y="88"/>
                  </a:lnTo>
                  <a:lnTo>
                    <a:pt x="366" y="88"/>
                  </a:lnTo>
                  <a:lnTo>
                    <a:pt x="364" y="85"/>
                  </a:lnTo>
                  <a:lnTo>
                    <a:pt x="364" y="83"/>
                  </a:lnTo>
                  <a:lnTo>
                    <a:pt x="364" y="80"/>
                  </a:lnTo>
                  <a:lnTo>
                    <a:pt x="364" y="78"/>
                  </a:lnTo>
                  <a:lnTo>
                    <a:pt x="364" y="78"/>
                  </a:lnTo>
                  <a:lnTo>
                    <a:pt x="364" y="78"/>
                  </a:lnTo>
                  <a:lnTo>
                    <a:pt x="364" y="78"/>
                  </a:lnTo>
                  <a:lnTo>
                    <a:pt x="362" y="78"/>
                  </a:lnTo>
                  <a:lnTo>
                    <a:pt x="362" y="78"/>
                  </a:lnTo>
                  <a:lnTo>
                    <a:pt x="362" y="78"/>
                  </a:lnTo>
                  <a:lnTo>
                    <a:pt x="362" y="76"/>
                  </a:lnTo>
                  <a:lnTo>
                    <a:pt x="362" y="73"/>
                  </a:lnTo>
                  <a:lnTo>
                    <a:pt x="362" y="73"/>
                  </a:lnTo>
                  <a:lnTo>
                    <a:pt x="359" y="71"/>
                  </a:lnTo>
                  <a:lnTo>
                    <a:pt x="359" y="71"/>
                  </a:lnTo>
                  <a:lnTo>
                    <a:pt x="359" y="69"/>
                  </a:lnTo>
                  <a:lnTo>
                    <a:pt x="359" y="69"/>
                  </a:lnTo>
                  <a:lnTo>
                    <a:pt x="359" y="66"/>
                  </a:lnTo>
                  <a:lnTo>
                    <a:pt x="359" y="64"/>
                  </a:lnTo>
                  <a:lnTo>
                    <a:pt x="359" y="59"/>
                  </a:lnTo>
                  <a:lnTo>
                    <a:pt x="359" y="59"/>
                  </a:lnTo>
                  <a:lnTo>
                    <a:pt x="357" y="59"/>
                  </a:lnTo>
                  <a:lnTo>
                    <a:pt x="357" y="57"/>
                  </a:lnTo>
                  <a:lnTo>
                    <a:pt x="357" y="57"/>
                  </a:lnTo>
                  <a:lnTo>
                    <a:pt x="357" y="57"/>
                  </a:lnTo>
                  <a:lnTo>
                    <a:pt x="357" y="54"/>
                  </a:lnTo>
                  <a:lnTo>
                    <a:pt x="354" y="54"/>
                  </a:lnTo>
                  <a:lnTo>
                    <a:pt x="354" y="54"/>
                  </a:lnTo>
                  <a:lnTo>
                    <a:pt x="354" y="54"/>
                  </a:lnTo>
                  <a:lnTo>
                    <a:pt x="354" y="54"/>
                  </a:lnTo>
                  <a:lnTo>
                    <a:pt x="357" y="52"/>
                  </a:lnTo>
                  <a:lnTo>
                    <a:pt x="357" y="52"/>
                  </a:lnTo>
                  <a:lnTo>
                    <a:pt x="354" y="52"/>
                  </a:lnTo>
                  <a:lnTo>
                    <a:pt x="354" y="52"/>
                  </a:lnTo>
                  <a:lnTo>
                    <a:pt x="354" y="52"/>
                  </a:lnTo>
                  <a:lnTo>
                    <a:pt x="352" y="52"/>
                  </a:lnTo>
                  <a:lnTo>
                    <a:pt x="352" y="50"/>
                  </a:lnTo>
                  <a:lnTo>
                    <a:pt x="352" y="50"/>
                  </a:lnTo>
                  <a:lnTo>
                    <a:pt x="352" y="50"/>
                  </a:lnTo>
                  <a:lnTo>
                    <a:pt x="352" y="47"/>
                  </a:lnTo>
                  <a:lnTo>
                    <a:pt x="352" y="47"/>
                  </a:lnTo>
                  <a:lnTo>
                    <a:pt x="350" y="45"/>
                  </a:lnTo>
                  <a:lnTo>
                    <a:pt x="350" y="45"/>
                  </a:lnTo>
                  <a:lnTo>
                    <a:pt x="350" y="45"/>
                  </a:lnTo>
                  <a:lnTo>
                    <a:pt x="347" y="45"/>
                  </a:lnTo>
                  <a:lnTo>
                    <a:pt x="347" y="45"/>
                  </a:lnTo>
                  <a:lnTo>
                    <a:pt x="350" y="45"/>
                  </a:lnTo>
                  <a:lnTo>
                    <a:pt x="347" y="45"/>
                  </a:lnTo>
                  <a:lnTo>
                    <a:pt x="347" y="45"/>
                  </a:lnTo>
                  <a:lnTo>
                    <a:pt x="347" y="45"/>
                  </a:lnTo>
                  <a:lnTo>
                    <a:pt x="347" y="45"/>
                  </a:lnTo>
                  <a:lnTo>
                    <a:pt x="347" y="47"/>
                  </a:lnTo>
                  <a:lnTo>
                    <a:pt x="345" y="47"/>
                  </a:lnTo>
                  <a:lnTo>
                    <a:pt x="345" y="47"/>
                  </a:lnTo>
                  <a:lnTo>
                    <a:pt x="345" y="47"/>
                  </a:lnTo>
                  <a:lnTo>
                    <a:pt x="345" y="47"/>
                  </a:lnTo>
                  <a:lnTo>
                    <a:pt x="345" y="47"/>
                  </a:lnTo>
                  <a:lnTo>
                    <a:pt x="345" y="47"/>
                  </a:lnTo>
                  <a:lnTo>
                    <a:pt x="345" y="47"/>
                  </a:lnTo>
                  <a:lnTo>
                    <a:pt x="345" y="45"/>
                  </a:lnTo>
                  <a:lnTo>
                    <a:pt x="345" y="45"/>
                  </a:lnTo>
                  <a:lnTo>
                    <a:pt x="345" y="45"/>
                  </a:lnTo>
                  <a:lnTo>
                    <a:pt x="345" y="43"/>
                  </a:lnTo>
                  <a:lnTo>
                    <a:pt x="345" y="43"/>
                  </a:lnTo>
                  <a:lnTo>
                    <a:pt x="345" y="43"/>
                  </a:lnTo>
                  <a:lnTo>
                    <a:pt x="343" y="40"/>
                  </a:lnTo>
                  <a:lnTo>
                    <a:pt x="343" y="40"/>
                  </a:lnTo>
                  <a:lnTo>
                    <a:pt x="340" y="38"/>
                  </a:lnTo>
                  <a:lnTo>
                    <a:pt x="340" y="38"/>
                  </a:lnTo>
                  <a:lnTo>
                    <a:pt x="340" y="40"/>
                  </a:lnTo>
                  <a:lnTo>
                    <a:pt x="340" y="40"/>
                  </a:lnTo>
                  <a:lnTo>
                    <a:pt x="340" y="38"/>
                  </a:lnTo>
                  <a:lnTo>
                    <a:pt x="338" y="38"/>
                  </a:lnTo>
                  <a:lnTo>
                    <a:pt x="340" y="38"/>
                  </a:lnTo>
                  <a:lnTo>
                    <a:pt x="340" y="38"/>
                  </a:lnTo>
                  <a:lnTo>
                    <a:pt x="340" y="36"/>
                  </a:lnTo>
                  <a:lnTo>
                    <a:pt x="340" y="36"/>
                  </a:lnTo>
                  <a:lnTo>
                    <a:pt x="340" y="31"/>
                  </a:lnTo>
                  <a:lnTo>
                    <a:pt x="340" y="31"/>
                  </a:lnTo>
                  <a:lnTo>
                    <a:pt x="340" y="31"/>
                  </a:lnTo>
                  <a:lnTo>
                    <a:pt x="340" y="33"/>
                  </a:lnTo>
                  <a:lnTo>
                    <a:pt x="340" y="33"/>
                  </a:lnTo>
                  <a:lnTo>
                    <a:pt x="340" y="33"/>
                  </a:lnTo>
                  <a:lnTo>
                    <a:pt x="340" y="33"/>
                  </a:lnTo>
                  <a:lnTo>
                    <a:pt x="340" y="31"/>
                  </a:lnTo>
                  <a:lnTo>
                    <a:pt x="340" y="31"/>
                  </a:lnTo>
                  <a:lnTo>
                    <a:pt x="338" y="26"/>
                  </a:lnTo>
                  <a:lnTo>
                    <a:pt x="338" y="28"/>
                  </a:lnTo>
                  <a:lnTo>
                    <a:pt x="338" y="28"/>
                  </a:lnTo>
                  <a:lnTo>
                    <a:pt x="336" y="26"/>
                  </a:lnTo>
                  <a:lnTo>
                    <a:pt x="336" y="26"/>
                  </a:lnTo>
                  <a:lnTo>
                    <a:pt x="336" y="26"/>
                  </a:lnTo>
                  <a:lnTo>
                    <a:pt x="336" y="26"/>
                  </a:lnTo>
                  <a:lnTo>
                    <a:pt x="338" y="26"/>
                  </a:lnTo>
                  <a:lnTo>
                    <a:pt x="338" y="26"/>
                  </a:lnTo>
                  <a:lnTo>
                    <a:pt x="338" y="26"/>
                  </a:lnTo>
                  <a:lnTo>
                    <a:pt x="338" y="26"/>
                  </a:lnTo>
                  <a:lnTo>
                    <a:pt x="338" y="24"/>
                  </a:lnTo>
                  <a:lnTo>
                    <a:pt x="338" y="24"/>
                  </a:lnTo>
                  <a:lnTo>
                    <a:pt x="336" y="24"/>
                  </a:lnTo>
                  <a:lnTo>
                    <a:pt x="336" y="24"/>
                  </a:lnTo>
                  <a:lnTo>
                    <a:pt x="336" y="24"/>
                  </a:lnTo>
                  <a:lnTo>
                    <a:pt x="336" y="24"/>
                  </a:lnTo>
                  <a:lnTo>
                    <a:pt x="333" y="24"/>
                  </a:lnTo>
                  <a:lnTo>
                    <a:pt x="333" y="24"/>
                  </a:lnTo>
                  <a:lnTo>
                    <a:pt x="333" y="24"/>
                  </a:lnTo>
                  <a:lnTo>
                    <a:pt x="333" y="24"/>
                  </a:lnTo>
                  <a:lnTo>
                    <a:pt x="333" y="21"/>
                  </a:lnTo>
                  <a:lnTo>
                    <a:pt x="333" y="21"/>
                  </a:lnTo>
                  <a:lnTo>
                    <a:pt x="331" y="21"/>
                  </a:lnTo>
                  <a:lnTo>
                    <a:pt x="331" y="19"/>
                  </a:lnTo>
                  <a:lnTo>
                    <a:pt x="331" y="19"/>
                  </a:lnTo>
                  <a:lnTo>
                    <a:pt x="331" y="19"/>
                  </a:lnTo>
                  <a:lnTo>
                    <a:pt x="331" y="17"/>
                  </a:lnTo>
                  <a:lnTo>
                    <a:pt x="328" y="17"/>
                  </a:lnTo>
                  <a:lnTo>
                    <a:pt x="328" y="17"/>
                  </a:lnTo>
                  <a:lnTo>
                    <a:pt x="328" y="17"/>
                  </a:lnTo>
                  <a:lnTo>
                    <a:pt x="328" y="19"/>
                  </a:lnTo>
                  <a:lnTo>
                    <a:pt x="328" y="19"/>
                  </a:lnTo>
                  <a:lnTo>
                    <a:pt x="328" y="19"/>
                  </a:lnTo>
                  <a:lnTo>
                    <a:pt x="328" y="19"/>
                  </a:lnTo>
                  <a:lnTo>
                    <a:pt x="326" y="19"/>
                  </a:lnTo>
                  <a:lnTo>
                    <a:pt x="326" y="19"/>
                  </a:lnTo>
                  <a:lnTo>
                    <a:pt x="326" y="19"/>
                  </a:lnTo>
                  <a:lnTo>
                    <a:pt x="326" y="19"/>
                  </a:lnTo>
                  <a:lnTo>
                    <a:pt x="326" y="19"/>
                  </a:lnTo>
                  <a:lnTo>
                    <a:pt x="326" y="19"/>
                  </a:lnTo>
                  <a:lnTo>
                    <a:pt x="326" y="17"/>
                  </a:lnTo>
                  <a:lnTo>
                    <a:pt x="326" y="19"/>
                  </a:lnTo>
                  <a:lnTo>
                    <a:pt x="324" y="19"/>
                  </a:lnTo>
                  <a:lnTo>
                    <a:pt x="324" y="19"/>
                  </a:lnTo>
                  <a:lnTo>
                    <a:pt x="324" y="19"/>
                  </a:lnTo>
                  <a:lnTo>
                    <a:pt x="324" y="19"/>
                  </a:lnTo>
                  <a:lnTo>
                    <a:pt x="324" y="19"/>
                  </a:lnTo>
                  <a:lnTo>
                    <a:pt x="324" y="19"/>
                  </a:lnTo>
                  <a:lnTo>
                    <a:pt x="324" y="17"/>
                  </a:lnTo>
                  <a:lnTo>
                    <a:pt x="324" y="17"/>
                  </a:lnTo>
                  <a:lnTo>
                    <a:pt x="324" y="17"/>
                  </a:lnTo>
                  <a:lnTo>
                    <a:pt x="324" y="17"/>
                  </a:lnTo>
                  <a:lnTo>
                    <a:pt x="321" y="17"/>
                  </a:lnTo>
                  <a:lnTo>
                    <a:pt x="321" y="17"/>
                  </a:lnTo>
                  <a:lnTo>
                    <a:pt x="321" y="14"/>
                  </a:lnTo>
                  <a:lnTo>
                    <a:pt x="321" y="14"/>
                  </a:lnTo>
                  <a:lnTo>
                    <a:pt x="321" y="14"/>
                  </a:lnTo>
                  <a:lnTo>
                    <a:pt x="321" y="12"/>
                  </a:lnTo>
                  <a:lnTo>
                    <a:pt x="321" y="12"/>
                  </a:lnTo>
                  <a:lnTo>
                    <a:pt x="324" y="12"/>
                  </a:lnTo>
                  <a:lnTo>
                    <a:pt x="324" y="12"/>
                  </a:lnTo>
                  <a:lnTo>
                    <a:pt x="324" y="12"/>
                  </a:lnTo>
                  <a:lnTo>
                    <a:pt x="324" y="12"/>
                  </a:lnTo>
                  <a:lnTo>
                    <a:pt x="324" y="14"/>
                  </a:lnTo>
                  <a:lnTo>
                    <a:pt x="326" y="14"/>
                  </a:lnTo>
                  <a:lnTo>
                    <a:pt x="326" y="14"/>
                  </a:lnTo>
                  <a:lnTo>
                    <a:pt x="326" y="12"/>
                  </a:lnTo>
                  <a:lnTo>
                    <a:pt x="326" y="12"/>
                  </a:lnTo>
                  <a:lnTo>
                    <a:pt x="326" y="12"/>
                  </a:lnTo>
                  <a:lnTo>
                    <a:pt x="328" y="14"/>
                  </a:lnTo>
                  <a:lnTo>
                    <a:pt x="328" y="14"/>
                  </a:lnTo>
                  <a:lnTo>
                    <a:pt x="328" y="14"/>
                  </a:lnTo>
                  <a:lnTo>
                    <a:pt x="328" y="12"/>
                  </a:lnTo>
                  <a:lnTo>
                    <a:pt x="328" y="9"/>
                  </a:lnTo>
                  <a:lnTo>
                    <a:pt x="328" y="9"/>
                  </a:lnTo>
                  <a:lnTo>
                    <a:pt x="328" y="7"/>
                  </a:lnTo>
                  <a:lnTo>
                    <a:pt x="326" y="7"/>
                  </a:lnTo>
                  <a:lnTo>
                    <a:pt x="326" y="5"/>
                  </a:lnTo>
                  <a:lnTo>
                    <a:pt x="326" y="5"/>
                  </a:lnTo>
                  <a:lnTo>
                    <a:pt x="326" y="2"/>
                  </a:lnTo>
                  <a:lnTo>
                    <a:pt x="324" y="2"/>
                  </a:lnTo>
                  <a:lnTo>
                    <a:pt x="324" y="0"/>
                  </a:lnTo>
                  <a:lnTo>
                    <a:pt x="324" y="0"/>
                  </a:lnTo>
                  <a:lnTo>
                    <a:pt x="321" y="2"/>
                  </a:lnTo>
                  <a:lnTo>
                    <a:pt x="321" y="2"/>
                  </a:lnTo>
                  <a:lnTo>
                    <a:pt x="321" y="2"/>
                  </a:lnTo>
                  <a:lnTo>
                    <a:pt x="321" y="5"/>
                  </a:lnTo>
                  <a:lnTo>
                    <a:pt x="321" y="5"/>
                  </a:lnTo>
                  <a:lnTo>
                    <a:pt x="321" y="5"/>
                  </a:lnTo>
                  <a:lnTo>
                    <a:pt x="321" y="5"/>
                  </a:lnTo>
                  <a:lnTo>
                    <a:pt x="319" y="5"/>
                  </a:lnTo>
                  <a:lnTo>
                    <a:pt x="319" y="5"/>
                  </a:lnTo>
                  <a:lnTo>
                    <a:pt x="319" y="5"/>
                  </a:lnTo>
                  <a:lnTo>
                    <a:pt x="319" y="5"/>
                  </a:lnTo>
                  <a:lnTo>
                    <a:pt x="319" y="7"/>
                  </a:lnTo>
                  <a:lnTo>
                    <a:pt x="319" y="7"/>
                  </a:lnTo>
                  <a:lnTo>
                    <a:pt x="321" y="7"/>
                  </a:lnTo>
                  <a:lnTo>
                    <a:pt x="321" y="9"/>
                  </a:lnTo>
                  <a:lnTo>
                    <a:pt x="321" y="9"/>
                  </a:lnTo>
                  <a:lnTo>
                    <a:pt x="321" y="9"/>
                  </a:lnTo>
                  <a:lnTo>
                    <a:pt x="321" y="9"/>
                  </a:lnTo>
                  <a:lnTo>
                    <a:pt x="319" y="7"/>
                  </a:lnTo>
                  <a:lnTo>
                    <a:pt x="317" y="7"/>
                  </a:lnTo>
                  <a:lnTo>
                    <a:pt x="317" y="7"/>
                  </a:lnTo>
                  <a:lnTo>
                    <a:pt x="314" y="7"/>
                  </a:lnTo>
                  <a:lnTo>
                    <a:pt x="314" y="9"/>
                  </a:lnTo>
                  <a:lnTo>
                    <a:pt x="317" y="9"/>
                  </a:lnTo>
                  <a:lnTo>
                    <a:pt x="317" y="9"/>
                  </a:lnTo>
                  <a:lnTo>
                    <a:pt x="317" y="9"/>
                  </a:lnTo>
                  <a:lnTo>
                    <a:pt x="317" y="9"/>
                  </a:lnTo>
                  <a:lnTo>
                    <a:pt x="317" y="9"/>
                  </a:lnTo>
                  <a:lnTo>
                    <a:pt x="317" y="9"/>
                  </a:lnTo>
                  <a:lnTo>
                    <a:pt x="319" y="9"/>
                  </a:lnTo>
                  <a:lnTo>
                    <a:pt x="319" y="9"/>
                  </a:lnTo>
                  <a:lnTo>
                    <a:pt x="319" y="9"/>
                  </a:lnTo>
                  <a:lnTo>
                    <a:pt x="319" y="12"/>
                  </a:lnTo>
                  <a:lnTo>
                    <a:pt x="319" y="12"/>
                  </a:lnTo>
                  <a:lnTo>
                    <a:pt x="319" y="12"/>
                  </a:lnTo>
                  <a:lnTo>
                    <a:pt x="319" y="12"/>
                  </a:lnTo>
                  <a:lnTo>
                    <a:pt x="319" y="12"/>
                  </a:lnTo>
                  <a:lnTo>
                    <a:pt x="319" y="12"/>
                  </a:lnTo>
                  <a:lnTo>
                    <a:pt x="319" y="12"/>
                  </a:lnTo>
                  <a:lnTo>
                    <a:pt x="317" y="14"/>
                  </a:lnTo>
                  <a:lnTo>
                    <a:pt x="317" y="14"/>
                  </a:lnTo>
                  <a:lnTo>
                    <a:pt x="317" y="14"/>
                  </a:lnTo>
                  <a:lnTo>
                    <a:pt x="319" y="14"/>
                  </a:lnTo>
                  <a:lnTo>
                    <a:pt x="319" y="17"/>
                  </a:lnTo>
                  <a:lnTo>
                    <a:pt x="317" y="17"/>
                  </a:lnTo>
                  <a:lnTo>
                    <a:pt x="317" y="17"/>
                  </a:lnTo>
                  <a:lnTo>
                    <a:pt x="317" y="17"/>
                  </a:lnTo>
                  <a:lnTo>
                    <a:pt x="314" y="17"/>
                  </a:lnTo>
                  <a:lnTo>
                    <a:pt x="314" y="17"/>
                  </a:lnTo>
                  <a:lnTo>
                    <a:pt x="314" y="19"/>
                  </a:lnTo>
                  <a:lnTo>
                    <a:pt x="314" y="19"/>
                  </a:lnTo>
                  <a:lnTo>
                    <a:pt x="312" y="19"/>
                  </a:lnTo>
                  <a:lnTo>
                    <a:pt x="312" y="19"/>
                  </a:lnTo>
                  <a:lnTo>
                    <a:pt x="312" y="19"/>
                  </a:lnTo>
                  <a:lnTo>
                    <a:pt x="309" y="21"/>
                  </a:lnTo>
                  <a:lnTo>
                    <a:pt x="309" y="21"/>
                  </a:lnTo>
                  <a:lnTo>
                    <a:pt x="309" y="21"/>
                  </a:lnTo>
                  <a:lnTo>
                    <a:pt x="309" y="21"/>
                  </a:lnTo>
                  <a:lnTo>
                    <a:pt x="307" y="21"/>
                  </a:lnTo>
                  <a:lnTo>
                    <a:pt x="307" y="24"/>
                  </a:lnTo>
                  <a:lnTo>
                    <a:pt x="307" y="24"/>
                  </a:lnTo>
                  <a:lnTo>
                    <a:pt x="307" y="24"/>
                  </a:lnTo>
                  <a:lnTo>
                    <a:pt x="307" y="24"/>
                  </a:lnTo>
                  <a:lnTo>
                    <a:pt x="307" y="26"/>
                  </a:lnTo>
                  <a:lnTo>
                    <a:pt x="307" y="26"/>
                  </a:lnTo>
                  <a:lnTo>
                    <a:pt x="307" y="28"/>
                  </a:lnTo>
                  <a:lnTo>
                    <a:pt x="307" y="28"/>
                  </a:lnTo>
                  <a:lnTo>
                    <a:pt x="307" y="31"/>
                  </a:lnTo>
                  <a:lnTo>
                    <a:pt x="305" y="31"/>
                  </a:lnTo>
                  <a:lnTo>
                    <a:pt x="305" y="31"/>
                  </a:lnTo>
                  <a:lnTo>
                    <a:pt x="305" y="31"/>
                  </a:lnTo>
                  <a:lnTo>
                    <a:pt x="302" y="26"/>
                  </a:lnTo>
                  <a:lnTo>
                    <a:pt x="300" y="26"/>
                  </a:lnTo>
                  <a:lnTo>
                    <a:pt x="300" y="26"/>
                  </a:lnTo>
                  <a:lnTo>
                    <a:pt x="298" y="26"/>
                  </a:lnTo>
                  <a:lnTo>
                    <a:pt x="298" y="26"/>
                  </a:lnTo>
                  <a:lnTo>
                    <a:pt x="298" y="26"/>
                  </a:lnTo>
                  <a:lnTo>
                    <a:pt x="295" y="26"/>
                  </a:lnTo>
                  <a:lnTo>
                    <a:pt x="295" y="26"/>
                  </a:lnTo>
                  <a:lnTo>
                    <a:pt x="295" y="28"/>
                  </a:lnTo>
                  <a:lnTo>
                    <a:pt x="298" y="28"/>
                  </a:lnTo>
                  <a:lnTo>
                    <a:pt x="298" y="28"/>
                  </a:lnTo>
                  <a:lnTo>
                    <a:pt x="298" y="28"/>
                  </a:lnTo>
                  <a:lnTo>
                    <a:pt x="298" y="31"/>
                  </a:lnTo>
                  <a:lnTo>
                    <a:pt x="300" y="31"/>
                  </a:lnTo>
                  <a:lnTo>
                    <a:pt x="300" y="33"/>
                  </a:lnTo>
                  <a:lnTo>
                    <a:pt x="300" y="36"/>
                  </a:lnTo>
                  <a:lnTo>
                    <a:pt x="300" y="33"/>
                  </a:lnTo>
                  <a:lnTo>
                    <a:pt x="302" y="33"/>
                  </a:lnTo>
                  <a:lnTo>
                    <a:pt x="302" y="33"/>
                  </a:lnTo>
                  <a:lnTo>
                    <a:pt x="302" y="36"/>
                  </a:lnTo>
                  <a:lnTo>
                    <a:pt x="302" y="36"/>
                  </a:lnTo>
                  <a:lnTo>
                    <a:pt x="302" y="36"/>
                  </a:lnTo>
                  <a:lnTo>
                    <a:pt x="302" y="36"/>
                  </a:lnTo>
                  <a:lnTo>
                    <a:pt x="302" y="38"/>
                  </a:lnTo>
                  <a:lnTo>
                    <a:pt x="302" y="38"/>
                  </a:lnTo>
                  <a:lnTo>
                    <a:pt x="302" y="38"/>
                  </a:lnTo>
                  <a:lnTo>
                    <a:pt x="302" y="38"/>
                  </a:lnTo>
                  <a:lnTo>
                    <a:pt x="302" y="38"/>
                  </a:lnTo>
                  <a:lnTo>
                    <a:pt x="302" y="38"/>
                  </a:lnTo>
                  <a:lnTo>
                    <a:pt x="302" y="40"/>
                  </a:lnTo>
                  <a:lnTo>
                    <a:pt x="302" y="40"/>
                  </a:lnTo>
                  <a:lnTo>
                    <a:pt x="302" y="40"/>
                  </a:lnTo>
                  <a:lnTo>
                    <a:pt x="302" y="40"/>
                  </a:lnTo>
                  <a:lnTo>
                    <a:pt x="305" y="40"/>
                  </a:lnTo>
                  <a:lnTo>
                    <a:pt x="305" y="43"/>
                  </a:lnTo>
                  <a:lnTo>
                    <a:pt x="305" y="45"/>
                  </a:lnTo>
                  <a:lnTo>
                    <a:pt x="305" y="45"/>
                  </a:lnTo>
                  <a:lnTo>
                    <a:pt x="305" y="45"/>
                  </a:lnTo>
                  <a:lnTo>
                    <a:pt x="305" y="45"/>
                  </a:lnTo>
                  <a:lnTo>
                    <a:pt x="307" y="47"/>
                  </a:lnTo>
                  <a:lnTo>
                    <a:pt x="307" y="47"/>
                  </a:lnTo>
                  <a:lnTo>
                    <a:pt x="307" y="50"/>
                  </a:lnTo>
                  <a:lnTo>
                    <a:pt x="305" y="52"/>
                  </a:lnTo>
                  <a:lnTo>
                    <a:pt x="305" y="54"/>
                  </a:lnTo>
                  <a:lnTo>
                    <a:pt x="305" y="54"/>
                  </a:lnTo>
                  <a:lnTo>
                    <a:pt x="305" y="54"/>
                  </a:lnTo>
                  <a:lnTo>
                    <a:pt x="305" y="57"/>
                  </a:lnTo>
                  <a:lnTo>
                    <a:pt x="305" y="57"/>
                  </a:lnTo>
                  <a:lnTo>
                    <a:pt x="302" y="57"/>
                  </a:lnTo>
                  <a:lnTo>
                    <a:pt x="302" y="59"/>
                  </a:lnTo>
                  <a:lnTo>
                    <a:pt x="302" y="59"/>
                  </a:lnTo>
                  <a:lnTo>
                    <a:pt x="302" y="62"/>
                  </a:lnTo>
                  <a:lnTo>
                    <a:pt x="300" y="62"/>
                  </a:lnTo>
                  <a:lnTo>
                    <a:pt x="300" y="66"/>
                  </a:lnTo>
                  <a:lnTo>
                    <a:pt x="300" y="69"/>
                  </a:lnTo>
                  <a:lnTo>
                    <a:pt x="300" y="69"/>
                  </a:lnTo>
                  <a:lnTo>
                    <a:pt x="300" y="71"/>
                  </a:lnTo>
                  <a:lnTo>
                    <a:pt x="300" y="71"/>
                  </a:lnTo>
                  <a:lnTo>
                    <a:pt x="300" y="73"/>
                  </a:lnTo>
                  <a:lnTo>
                    <a:pt x="298" y="76"/>
                  </a:lnTo>
                  <a:lnTo>
                    <a:pt x="298" y="76"/>
                  </a:lnTo>
                  <a:lnTo>
                    <a:pt x="298" y="78"/>
                  </a:lnTo>
                  <a:lnTo>
                    <a:pt x="298" y="78"/>
                  </a:lnTo>
                  <a:lnTo>
                    <a:pt x="295" y="80"/>
                  </a:lnTo>
                  <a:lnTo>
                    <a:pt x="293" y="83"/>
                  </a:lnTo>
                  <a:lnTo>
                    <a:pt x="291" y="83"/>
                  </a:lnTo>
                  <a:lnTo>
                    <a:pt x="291" y="83"/>
                  </a:lnTo>
                  <a:lnTo>
                    <a:pt x="291" y="83"/>
                  </a:lnTo>
                  <a:lnTo>
                    <a:pt x="291" y="83"/>
                  </a:lnTo>
                  <a:lnTo>
                    <a:pt x="288" y="83"/>
                  </a:lnTo>
                  <a:lnTo>
                    <a:pt x="288" y="83"/>
                  </a:lnTo>
                  <a:lnTo>
                    <a:pt x="288" y="83"/>
                  </a:lnTo>
                  <a:lnTo>
                    <a:pt x="288" y="83"/>
                  </a:lnTo>
                  <a:lnTo>
                    <a:pt x="283" y="80"/>
                  </a:lnTo>
                  <a:lnTo>
                    <a:pt x="283" y="80"/>
                  </a:lnTo>
                  <a:lnTo>
                    <a:pt x="283" y="80"/>
                  </a:lnTo>
                  <a:lnTo>
                    <a:pt x="283" y="78"/>
                  </a:lnTo>
                  <a:lnTo>
                    <a:pt x="283" y="78"/>
                  </a:lnTo>
                  <a:lnTo>
                    <a:pt x="281" y="78"/>
                  </a:lnTo>
                  <a:lnTo>
                    <a:pt x="281" y="78"/>
                  </a:lnTo>
                  <a:lnTo>
                    <a:pt x="281" y="80"/>
                  </a:lnTo>
                  <a:lnTo>
                    <a:pt x="281" y="80"/>
                  </a:lnTo>
                  <a:lnTo>
                    <a:pt x="281" y="80"/>
                  </a:lnTo>
                  <a:lnTo>
                    <a:pt x="281" y="80"/>
                  </a:lnTo>
                  <a:lnTo>
                    <a:pt x="283" y="83"/>
                  </a:lnTo>
                  <a:lnTo>
                    <a:pt x="283" y="85"/>
                  </a:lnTo>
                  <a:lnTo>
                    <a:pt x="283" y="85"/>
                  </a:lnTo>
                  <a:lnTo>
                    <a:pt x="283" y="88"/>
                  </a:lnTo>
                  <a:lnTo>
                    <a:pt x="283" y="88"/>
                  </a:lnTo>
                  <a:lnTo>
                    <a:pt x="283" y="85"/>
                  </a:lnTo>
                  <a:lnTo>
                    <a:pt x="281" y="85"/>
                  </a:lnTo>
                  <a:lnTo>
                    <a:pt x="281" y="85"/>
                  </a:lnTo>
                  <a:lnTo>
                    <a:pt x="281" y="85"/>
                  </a:lnTo>
                  <a:lnTo>
                    <a:pt x="281" y="88"/>
                  </a:lnTo>
                  <a:lnTo>
                    <a:pt x="281" y="85"/>
                  </a:lnTo>
                  <a:lnTo>
                    <a:pt x="281" y="85"/>
                  </a:lnTo>
                  <a:lnTo>
                    <a:pt x="279" y="88"/>
                  </a:lnTo>
                  <a:lnTo>
                    <a:pt x="279" y="88"/>
                  </a:lnTo>
                  <a:lnTo>
                    <a:pt x="279" y="88"/>
                  </a:lnTo>
                  <a:lnTo>
                    <a:pt x="276" y="88"/>
                  </a:lnTo>
                  <a:lnTo>
                    <a:pt x="276" y="90"/>
                  </a:lnTo>
                  <a:lnTo>
                    <a:pt x="276" y="90"/>
                  </a:lnTo>
                  <a:lnTo>
                    <a:pt x="274" y="88"/>
                  </a:lnTo>
                  <a:lnTo>
                    <a:pt x="274" y="88"/>
                  </a:lnTo>
                  <a:lnTo>
                    <a:pt x="274" y="88"/>
                  </a:lnTo>
                  <a:lnTo>
                    <a:pt x="274" y="90"/>
                  </a:lnTo>
                  <a:lnTo>
                    <a:pt x="274" y="90"/>
                  </a:lnTo>
                  <a:lnTo>
                    <a:pt x="274" y="92"/>
                  </a:lnTo>
                  <a:lnTo>
                    <a:pt x="274" y="92"/>
                  </a:lnTo>
                  <a:lnTo>
                    <a:pt x="274" y="95"/>
                  </a:lnTo>
                  <a:lnTo>
                    <a:pt x="274" y="97"/>
                  </a:lnTo>
                  <a:lnTo>
                    <a:pt x="274" y="97"/>
                  </a:lnTo>
                  <a:lnTo>
                    <a:pt x="274" y="99"/>
                  </a:lnTo>
                  <a:lnTo>
                    <a:pt x="274" y="102"/>
                  </a:lnTo>
                  <a:lnTo>
                    <a:pt x="272" y="102"/>
                  </a:lnTo>
                  <a:lnTo>
                    <a:pt x="269" y="102"/>
                  </a:lnTo>
                  <a:lnTo>
                    <a:pt x="269" y="102"/>
                  </a:lnTo>
                  <a:lnTo>
                    <a:pt x="267" y="102"/>
                  </a:lnTo>
                  <a:lnTo>
                    <a:pt x="267" y="99"/>
                  </a:lnTo>
                  <a:lnTo>
                    <a:pt x="265" y="99"/>
                  </a:lnTo>
                  <a:lnTo>
                    <a:pt x="267" y="99"/>
                  </a:lnTo>
                  <a:lnTo>
                    <a:pt x="267" y="97"/>
                  </a:lnTo>
                  <a:lnTo>
                    <a:pt x="265" y="97"/>
                  </a:lnTo>
                  <a:lnTo>
                    <a:pt x="265" y="97"/>
                  </a:lnTo>
                  <a:lnTo>
                    <a:pt x="265" y="97"/>
                  </a:lnTo>
                  <a:lnTo>
                    <a:pt x="265" y="97"/>
                  </a:lnTo>
                  <a:lnTo>
                    <a:pt x="265" y="95"/>
                  </a:lnTo>
                  <a:lnTo>
                    <a:pt x="265" y="92"/>
                  </a:lnTo>
                  <a:lnTo>
                    <a:pt x="265" y="92"/>
                  </a:lnTo>
                  <a:lnTo>
                    <a:pt x="262" y="90"/>
                  </a:lnTo>
                  <a:lnTo>
                    <a:pt x="262" y="90"/>
                  </a:lnTo>
                  <a:lnTo>
                    <a:pt x="260" y="90"/>
                  </a:lnTo>
                  <a:lnTo>
                    <a:pt x="260" y="90"/>
                  </a:lnTo>
                  <a:lnTo>
                    <a:pt x="260" y="88"/>
                  </a:lnTo>
                  <a:lnTo>
                    <a:pt x="260" y="88"/>
                  </a:lnTo>
                  <a:lnTo>
                    <a:pt x="260" y="88"/>
                  </a:lnTo>
                  <a:lnTo>
                    <a:pt x="257" y="88"/>
                  </a:lnTo>
                  <a:lnTo>
                    <a:pt x="257" y="88"/>
                  </a:lnTo>
                  <a:lnTo>
                    <a:pt x="257" y="88"/>
                  </a:lnTo>
                  <a:lnTo>
                    <a:pt x="257" y="88"/>
                  </a:lnTo>
                  <a:lnTo>
                    <a:pt x="257" y="88"/>
                  </a:lnTo>
                  <a:lnTo>
                    <a:pt x="257" y="90"/>
                  </a:lnTo>
                  <a:lnTo>
                    <a:pt x="257" y="90"/>
                  </a:lnTo>
                  <a:lnTo>
                    <a:pt x="257" y="90"/>
                  </a:lnTo>
                  <a:lnTo>
                    <a:pt x="255" y="90"/>
                  </a:lnTo>
                  <a:lnTo>
                    <a:pt x="255" y="90"/>
                  </a:lnTo>
                  <a:lnTo>
                    <a:pt x="255" y="88"/>
                  </a:lnTo>
                  <a:lnTo>
                    <a:pt x="255" y="88"/>
                  </a:lnTo>
                  <a:lnTo>
                    <a:pt x="255" y="88"/>
                  </a:lnTo>
                  <a:lnTo>
                    <a:pt x="255" y="88"/>
                  </a:lnTo>
                  <a:lnTo>
                    <a:pt x="255" y="88"/>
                  </a:lnTo>
                  <a:lnTo>
                    <a:pt x="255" y="88"/>
                  </a:lnTo>
                  <a:lnTo>
                    <a:pt x="255" y="88"/>
                  </a:lnTo>
                  <a:lnTo>
                    <a:pt x="255" y="88"/>
                  </a:lnTo>
                  <a:lnTo>
                    <a:pt x="255" y="85"/>
                  </a:lnTo>
                  <a:lnTo>
                    <a:pt x="255" y="85"/>
                  </a:lnTo>
                  <a:lnTo>
                    <a:pt x="255" y="85"/>
                  </a:lnTo>
                  <a:lnTo>
                    <a:pt x="253" y="88"/>
                  </a:lnTo>
                  <a:lnTo>
                    <a:pt x="253" y="90"/>
                  </a:lnTo>
                  <a:lnTo>
                    <a:pt x="253" y="90"/>
                  </a:lnTo>
                  <a:lnTo>
                    <a:pt x="253" y="90"/>
                  </a:lnTo>
                  <a:lnTo>
                    <a:pt x="250" y="90"/>
                  </a:lnTo>
                  <a:lnTo>
                    <a:pt x="250" y="90"/>
                  </a:lnTo>
                  <a:lnTo>
                    <a:pt x="250" y="92"/>
                  </a:lnTo>
                  <a:lnTo>
                    <a:pt x="250" y="95"/>
                  </a:lnTo>
                  <a:lnTo>
                    <a:pt x="250" y="95"/>
                  </a:lnTo>
                  <a:lnTo>
                    <a:pt x="250" y="95"/>
                  </a:lnTo>
                  <a:lnTo>
                    <a:pt x="250" y="97"/>
                  </a:lnTo>
                  <a:lnTo>
                    <a:pt x="253" y="97"/>
                  </a:lnTo>
                  <a:lnTo>
                    <a:pt x="250" y="97"/>
                  </a:lnTo>
                  <a:lnTo>
                    <a:pt x="248" y="102"/>
                  </a:lnTo>
                  <a:lnTo>
                    <a:pt x="250" y="104"/>
                  </a:lnTo>
                  <a:lnTo>
                    <a:pt x="250" y="107"/>
                  </a:lnTo>
                  <a:lnTo>
                    <a:pt x="253" y="109"/>
                  </a:lnTo>
                  <a:lnTo>
                    <a:pt x="253" y="109"/>
                  </a:lnTo>
                  <a:lnTo>
                    <a:pt x="257" y="111"/>
                  </a:lnTo>
                  <a:lnTo>
                    <a:pt x="257" y="111"/>
                  </a:lnTo>
                  <a:lnTo>
                    <a:pt x="253" y="114"/>
                  </a:lnTo>
                  <a:lnTo>
                    <a:pt x="255" y="116"/>
                  </a:lnTo>
                  <a:lnTo>
                    <a:pt x="255" y="116"/>
                  </a:lnTo>
                  <a:lnTo>
                    <a:pt x="257" y="116"/>
                  </a:lnTo>
                  <a:lnTo>
                    <a:pt x="257" y="118"/>
                  </a:lnTo>
                  <a:lnTo>
                    <a:pt x="257" y="118"/>
                  </a:lnTo>
                  <a:lnTo>
                    <a:pt x="257" y="121"/>
                  </a:lnTo>
                  <a:lnTo>
                    <a:pt x="257" y="121"/>
                  </a:lnTo>
                  <a:lnTo>
                    <a:pt x="257" y="123"/>
                  </a:lnTo>
                  <a:lnTo>
                    <a:pt x="255" y="125"/>
                  </a:lnTo>
                  <a:lnTo>
                    <a:pt x="255" y="125"/>
                  </a:lnTo>
                  <a:lnTo>
                    <a:pt x="257" y="125"/>
                  </a:lnTo>
                  <a:lnTo>
                    <a:pt x="257" y="125"/>
                  </a:lnTo>
                  <a:lnTo>
                    <a:pt x="257" y="128"/>
                  </a:lnTo>
                  <a:lnTo>
                    <a:pt x="257" y="128"/>
                  </a:lnTo>
                  <a:lnTo>
                    <a:pt x="257" y="128"/>
                  </a:lnTo>
                  <a:lnTo>
                    <a:pt x="255" y="128"/>
                  </a:lnTo>
                  <a:lnTo>
                    <a:pt x="255" y="128"/>
                  </a:lnTo>
                  <a:lnTo>
                    <a:pt x="255" y="128"/>
                  </a:lnTo>
                  <a:lnTo>
                    <a:pt x="255" y="130"/>
                  </a:lnTo>
                  <a:lnTo>
                    <a:pt x="255" y="130"/>
                  </a:lnTo>
                  <a:lnTo>
                    <a:pt x="255" y="130"/>
                  </a:lnTo>
                  <a:lnTo>
                    <a:pt x="255" y="130"/>
                  </a:lnTo>
                  <a:lnTo>
                    <a:pt x="255" y="130"/>
                  </a:lnTo>
                  <a:lnTo>
                    <a:pt x="255" y="130"/>
                  </a:lnTo>
                  <a:lnTo>
                    <a:pt x="255" y="128"/>
                  </a:lnTo>
                  <a:lnTo>
                    <a:pt x="255" y="128"/>
                  </a:lnTo>
                  <a:lnTo>
                    <a:pt x="255" y="125"/>
                  </a:lnTo>
                  <a:lnTo>
                    <a:pt x="255" y="123"/>
                  </a:lnTo>
                  <a:lnTo>
                    <a:pt x="255" y="123"/>
                  </a:lnTo>
                  <a:lnTo>
                    <a:pt x="255" y="121"/>
                  </a:lnTo>
                  <a:lnTo>
                    <a:pt x="257" y="121"/>
                  </a:lnTo>
                  <a:lnTo>
                    <a:pt x="255" y="121"/>
                  </a:lnTo>
                  <a:lnTo>
                    <a:pt x="255" y="121"/>
                  </a:lnTo>
                  <a:lnTo>
                    <a:pt x="255" y="121"/>
                  </a:lnTo>
                  <a:lnTo>
                    <a:pt x="255" y="121"/>
                  </a:lnTo>
                  <a:lnTo>
                    <a:pt x="255" y="118"/>
                  </a:lnTo>
                  <a:lnTo>
                    <a:pt x="253" y="118"/>
                  </a:lnTo>
                  <a:lnTo>
                    <a:pt x="250" y="118"/>
                  </a:lnTo>
                  <a:lnTo>
                    <a:pt x="250" y="118"/>
                  </a:lnTo>
                  <a:lnTo>
                    <a:pt x="253" y="118"/>
                  </a:lnTo>
                  <a:lnTo>
                    <a:pt x="253" y="121"/>
                  </a:lnTo>
                  <a:lnTo>
                    <a:pt x="253" y="121"/>
                  </a:lnTo>
                  <a:lnTo>
                    <a:pt x="253" y="123"/>
                  </a:lnTo>
                  <a:lnTo>
                    <a:pt x="253" y="123"/>
                  </a:lnTo>
                  <a:lnTo>
                    <a:pt x="253" y="125"/>
                  </a:lnTo>
                  <a:lnTo>
                    <a:pt x="253" y="125"/>
                  </a:lnTo>
                  <a:lnTo>
                    <a:pt x="253" y="125"/>
                  </a:lnTo>
                  <a:lnTo>
                    <a:pt x="253" y="125"/>
                  </a:lnTo>
                  <a:lnTo>
                    <a:pt x="250" y="125"/>
                  </a:lnTo>
                  <a:lnTo>
                    <a:pt x="250" y="125"/>
                  </a:lnTo>
                  <a:lnTo>
                    <a:pt x="248" y="125"/>
                  </a:lnTo>
                  <a:lnTo>
                    <a:pt x="246" y="125"/>
                  </a:lnTo>
                  <a:lnTo>
                    <a:pt x="243" y="125"/>
                  </a:lnTo>
                  <a:lnTo>
                    <a:pt x="243" y="125"/>
                  </a:lnTo>
                  <a:lnTo>
                    <a:pt x="243" y="125"/>
                  </a:lnTo>
                  <a:lnTo>
                    <a:pt x="243" y="128"/>
                  </a:lnTo>
                  <a:lnTo>
                    <a:pt x="243" y="128"/>
                  </a:lnTo>
                  <a:lnTo>
                    <a:pt x="243" y="130"/>
                  </a:lnTo>
                  <a:lnTo>
                    <a:pt x="241" y="130"/>
                  </a:lnTo>
                  <a:lnTo>
                    <a:pt x="241" y="130"/>
                  </a:lnTo>
                  <a:lnTo>
                    <a:pt x="241" y="133"/>
                  </a:lnTo>
                  <a:lnTo>
                    <a:pt x="239" y="135"/>
                  </a:lnTo>
                  <a:lnTo>
                    <a:pt x="239" y="137"/>
                  </a:lnTo>
                  <a:lnTo>
                    <a:pt x="239" y="137"/>
                  </a:lnTo>
                  <a:lnTo>
                    <a:pt x="241" y="137"/>
                  </a:lnTo>
                  <a:lnTo>
                    <a:pt x="241" y="137"/>
                  </a:lnTo>
                  <a:lnTo>
                    <a:pt x="241" y="137"/>
                  </a:lnTo>
                  <a:lnTo>
                    <a:pt x="241" y="140"/>
                  </a:lnTo>
                  <a:lnTo>
                    <a:pt x="241" y="140"/>
                  </a:lnTo>
                  <a:lnTo>
                    <a:pt x="241" y="140"/>
                  </a:lnTo>
                  <a:lnTo>
                    <a:pt x="241" y="142"/>
                  </a:lnTo>
                  <a:lnTo>
                    <a:pt x="241" y="142"/>
                  </a:lnTo>
                  <a:lnTo>
                    <a:pt x="241" y="142"/>
                  </a:lnTo>
                  <a:lnTo>
                    <a:pt x="241" y="142"/>
                  </a:lnTo>
                  <a:lnTo>
                    <a:pt x="241" y="142"/>
                  </a:lnTo>
                  <a:lnTo>
                    <a:pt x="241" y="144"/>
                  </a:lnTo>
                  <a:lnTo>
                    <a:pt x="241" y="144"/>
                  </a:lnTo>
                  <a:lnTo>
                    <a:pt x="243" y="147"/>
                  </a:lnTo>
                  <a:lnTo>
                    <a:pt x="243" y="144"/>
                  </a:lnTo>
                  <a:lnTo>
                    <a:pt x="243" y="144"/>
                  </a:lnTo>
                  <a:lnTo>
                    <a:pt x="246" y="142"/>
                  </a:lnTo>
                  <a:lnTo>
                    <a:pt x="246" y="142"/>
                  </a:lnTo>
                  <a:lnTo>
                    <a:pt x="246" y="144"/>
                  </a:lnTo>
                  <a:lnTo>
                    <a:pt x="246" y="144"/>
                  </a:lnTo>
                  <a:lnTo>
                    <a:pt x="248" y="144"/>
                  </a:lnTo>
                  <a:lnTo>
                    <a:pt x="248" y="144"/>
                  </a:lnTo>
                  <a:lnTo>
                    <a:pt x="248" y="144"/>
                  </a:lnTo>
                  <a:lnTo>
                    <a:pt x="248" y="144"/>
                  </a:lnTo>
                  <a:lnTo>
                    <a:pt x="250" y="144"/>
                  </a:lnTo>
                  <a:lnTo>
                    <a:pt x="253" y="144"/>
                  </a:lnTo>
                  <a:lnTo>
                    <a:pt x="253" y="144"/>
                  </a:lnTo>
                  <a:lnTo>
                    <a:pt x="253" y="147"/>
                  </a:lnTo>
                  <a:lnTo>
                    <a:pt x="255" y="147"/>
                  </a:lnTo>
                  <a:lnTo>
                    <a:pt x="255" y="147"/>
                  </a:lnTo>
                  <a:lnTo>
                    <a:pt x="255" y="147"/>
                  </a:lnTo>
                  <a:lnTo>
                    <a:pt x="257" y="149"/>
                  </a:lnTo>
                  <a:lnTo>
                    <a:pt x="257" y="151"/>
                  </a:lnTo>
                  <a:lnTo>
                    <a:pt x="257" y="154"/>
                  </a:lnTo>
                  <a:lnTo>
                    <a:pt x="255" y="154"/>
                  </a:lnTo>
                  <a:lnTo>
                    <a:pt x="255" y="154"/>
                  </a:lnTo>
                  <a:lnTo>
                    <a:pt x="255" y="149"/>
                  </a:lnTo>
                  <a:lnTo>
                    <a:pt x="255" y="149"/>
                  </a:lnTo>
                  <a:lnTo>
                    <a:pt x="253" y="147"/>
                  </a:lnTo>
                  <a:lnTo>
                    <a:pt x="253" y="147"/>
                  </a:lnTo>
                  <a:lnTo>
                    <a:pt x="250" y="149"/>
                  </a:lnTo>
                  <a:lnTo>
                    <a:pt x="253" y="149"/>
                  </a:lnTo>
                  <a:lnTo>
                    <a:pt x="253" y="149"/>
                  </a:lnTo>
                  <a:lnTo>
                    <a:pt x="253" y="151"/>
                  </a:lnTo>
                  <a:lnTo>
                    <a:pt x="250" y="151"/>
                  </a:lnTo>
                  <a:lnTo>
                    <a:pt x="250" y="151"/>
                  </a:lnTo>
                  <a:lnTo>
                    <a:pt x="250" y="149"/>
                  </a:lnTo>
                  <a:lnTo>
                    <a:pt x="250" y="149"/>
                  </a:lnTo>
                  <a:lnTo>
                    <a:pt x="250" y="149"/>
                  </a:lnTo>
                  <a:lnTo>
                    <a:pt x="248" y="149"/>
                  </a:lnTo>
                  <a:lnTo>
                    <a:pt x="248" y="149"/>
                  </a:lnTo>
                  <a:lnTo>
                    <a:pt x="248" y="147"/>
                  </a:lnTo>
                  <a:lnTo>
                    <a:pt x="246" y="144"/>
                  </a:lnTo>
                  <a:lnTo>
                    <a:pt x="246" y="144"/>
                  </a:lnTo>
                  <a:lnTo>
                    <a:pt x="243" y="147"/>
                  </a:lnTo>
                  <a:lnTo>
                    <a:pt x="243" y="147"/>
                  </a:lnTo>
                  <a:lnTo>
                    <a:pt x="243" y="147"/>
                  </a:lnTo>
                  <a:lnTo>
                    <a:pt x="243" y="147"/>
                  </a:lnTo>
                  <a:lnTo>
                    <a:pt x="241" y="149"/>
                  </a:lnTo>
                  <a:lnTo>
                    <a:pt x="241" y="149"/>
                  </a:lnTo>
                  <a:lnTo>
                    <a:pt x="241" y="149"/>
                  </a:lnTo>
                  <a:lnTo>
                    <a:pt x="239" y="151"/>
                  </a:lnTo>
                  <a:lnTo>
                    <a:pt x="239" y="151"/>
                  </a:lnTo>
                  <a:lnTo>
                    <a:pt x="239" y="151"/>
                  </a:lnTo>
                  <a:lnTo>
                    <a:pt x="239" y="151"/>
                  </a:lnTo>
                  <a:lnTo>
                    <a:pt x="239" y="154"/>
                  </a:lnTo>
                  <a:lnTo>
                    <a:pt x="236" y="154"/>
                  </a:lnTo>
                  <a:lnTo>
                    <a:pt x="236" y="156"/>
                  </a:lnTo>
                  <a:lnTo>
                    <a:pt x="236" y="156"/>
                  </a:lnTo>
                  <a:lnTo>
                    <a:pt x="231" y="163"/>
                  </a:lnTo>
                  <a:lnTo>
                    <a:pt x="231" y="166"/>
                  </a:lnTo>
                  <a:lnTo>
                    <a:pt x="231" y="166"/>
                  </a:lnTo>
                  <a:lnTo>
                    <a:pt x="231" y="168"/>
                  </a:lnTo>
                  <a:lnTo>
                    <a:pt x="231" y="166"/>
                  </a:lnTo>
                  <a:lnTo>
                    <a:pt x="229" y="168"/>
                  </a:lnTo>
                  <a:lnTo>
                    <a:pt x="229" y="168"/>
                  </a:lnTo>
                  <a:lnTo>
                    <a:pt x="229" y="170"/>
                  </a:lnTo>
                  <a:lnTo>
                    <a:pt x="227" y="173"/>
                  </a:lnTo>
                  <a:lnTo>
                    <a:pt x="227" y="173"/>
                  </a:lnTo>
                  <a:lnTo>
                    <a:pt x="227" y="173"/>
                  </a:lnTo>
                  <a:lnTo>
                    <a:pt x="224" y="173"/>
                  </a:lnTo>
                  <a:lnTo>
                    <a:pt x="224" y="173"/>
                  </a:lnTo>
                  <a:lnTo>
                    <a:pt x="224" y="173"/>
                  </a:lnTo>
                  <a:lnTo>
                    <a:pt x="224" y="166"/>
                  </a:lnTo>
                  <a:lnTo>
                    <a:pt x="224" y="163"/>
                  </a:lnTo>
                  <a:lnTo>
                    <a:pt x="227" y="163"/>
                  </a:lnTo>
                  <a:lnTo>
                    <a:pt x="229" y="159"/>
                  </a:lnTo>
                  <a:lnTo>
                    <a:pt x="229" y="159"/>
                  </a:lnTo>
                  <a:lnTo>
                    <a:pt x="229" y="159"/>
                  </a:lnTo>
                  <a:lnTo>
                    <a:pt x="229" y="156"/>
                  </a:lnTo>
                  <a:lnTo>
                    <a:pt x="229" y="156"/>
                  </a:lnTo>
                  <a:lnTo>
                    <a:pt x="229" y="156"/>
                  </a:lnTo>
                  <a:lnTo>
                    <a:pt x="229" y="156"/>
                  </a:lnTo>
                  <a:lnTo>
                    <a:pt x="229" y="156"/>
                  </a:lnTo>
                  <a:lnTo>
                    <a:pt x="229" y="151"/>
                  </a:lnTo>
                  <a:lnTo>
                    <a:pt x="229" y="151"/>
                  </a:lnTo>
                  <a:lnTo>
                    <a:pt x="227" y="151"/>
                  </a:lnTo>
                  <a:lnTo>
                    <a:pt x="227" y="149"/>
                  </a:lnTo>
                  <a:lnTo>
                    <a:pt x="227" y="149"/>
                  </a:lnTo>
                  <a:lnTo>
                    <a:pt x="227" y="149"/>
                  </a:lnTo>
                  <a:lnTo>
                    <a:pt x="227" y="149"/>
                  </a:lnTo>
                  <a:lnTo>
                    <a:pt x="220" y="156"/>
                  </a:lnTo>
                  <a:lnTo>
                    <a:pt x="217" y="159"/>
                  </a:lnTo>
                  <a:lnTo>
                    <a:pt x="217" y="159"/>
                  </a:lnTo>
                  <a:lnTo>
                    <a:pt x="217" y="161"/>
                  </a:lnTo>
                  <a:lnTo>
                    <a:pt x="220" y="161"/>
                  </a:lnTo>
                  <a:lnTo>
                    <a:pt x="220" y="161"/>
                  </a:lnTo>
                  <a:lnTo>
                    <a:pt x="220" y="161"/>
                  </a:lnTo>
                  <a:lnTo>
                    <a:pt x="220" y="159"/>
                  </a:lnTo>
                  <a:lnTo>
                    <a:pt x="222" y="159"/>
                  </a:lnTo>
                  <a:lnTo>
                    <a:pt x="222" y="159"/>
                  </a:lnTo>
                  <a:lnTo>
                    <a:pt x="222" y="161"/>
                  </a:lnTo>
                  <a:lnTo>
                    <a:pt x="222" y="161"/>
                  </a:lnTo>
                  <a:lnTo>
                    <a:pt x="222" y="163"/>
                  </a:lnTo>
                  <a:lnTo>
                    <a:pt x="220" y="163"/>
                  </a:lnTo>
                  <a:lnTo>
                    <a:pt x="220" y="163"/>
                  </a:lnTo>
                  <a:lnTo>
                    <a:pt x="217" y="163"/>
                  </a:lnTo>
                  <a:lnTo>
                    <a:pt x="215" y="166"/>
                  </a:lnTo>
                  <a:lnTo>
                    <a:pt x="215" y="168"/>
                  </a:lnTo>
                  <a:lnTo>
                    <a:pt x="212" y="170"/>
                  </a:lnTo>
                  <a:lnTo>
                    <a:pt x="210" y="173"/>
                  </a:lnTo>
                  <a:lnTo>
                    <a:pt x="208" y="173"/>
                  </a:lnTo>
                  <a:lnTo>
                    <a:pt x="208" y="175"/>
                  </a:lnTo>
                  <a:lnTo>
                    <a:pt x="205" y="178"/>
                  </a:lnTo>
                  <a:lnTo>
                    <a:pt x="205" y="178"/>
                  </a:lnTo>
                  <a:lnTo>
                    <a:pt x="205" y="180"/>
                  </a:lnTo>
                  <a:lnTo>
                    <a:pt x="205" y="180"/>
                  </a:lnTo>
                  <a:lnTo>
                    <a:pt x="205" y="180"/>
                  </a:lnTo>
                  <a:lnTo>
                    <a:pt x="208" y="182"/>
                  </a:lnTo>
                  <a:lnTo>
                    <a:pt x="208" y="182"/>
                  </a:lnTo>
                  <a:lnTo>
                    <a:pt x="208" y="182"/>
                  </a:lnTo>
                  <a:lnTo>
                    <a:pt x="208" y="182"/>
                  </a:lnTo>
                  <a:lnTo>
                    <a:pt x="208" y="182"/>
                  </a:lnTo>
                  <a:lnTo>
                    <a:pt x="208" y="185"/>
                  </a:lnTo>
                  <a:lnTo>
                    <a:pt x="208" y="185"/>
                  </a:lnTo>
                  <a:lnTo>
                    <a:pt x="210" y="185"/>
                  </a:lnTo>
                  <a:lnTo>
                    <a:pt x="210" y="185"/>
                  </a:lnTo>
                  <a:lnTo>
                    <a:pt x="210" y="185"/>
                  </a:lnTo>
                  <a:lnTo>
                    <a:pt x="210" y="185"/>
                  </a:lnTo>
                  <a:lnTo>
                    <a:pt x="210" y="185"/>
                  </a:lnTo>
                  <a:lnTo>
                    <a:pt x="212" y="187"/>
                  </a:lnTo>
                  <a:lnTo>
                    <a:pt x="212" y="189"/>
                  </a:lnTo>
                  <a:lnTo>
                    <a:pt x="212" y="189"/>
                  </a:lnTo>
                  <a:lnTo>
                    <a:pt x="212" y="189"/>
                  </a:lnTo>
                  <a:lnTo>
                    <a:pt x="212" y="189"/>
                  </a:lnTo>
                  <a:lnTo>
                    <a:pt x="215" y="189"/>
                  </a:lnTo>
                  <a:lnTo>
                    <a:pt x="215" y="189"/>
                  </a:lnTo>
                  <a:lnTo>
                    <a:pt x="215" y="192"/>
                  </a:lnTo>
                  <a:lnTo>
                    <a:pt x="215" y="192"/>
                  </a:lnTo>
                  <a:lnTo>
                    <a:pt x="212" y="192"/>
                  </a:lnTo>
                  <a:lnTo>
                    <a:pt x="212" y="194"/>
                  </a:lnTo>
                  <a:lnTo>
                    <a:pt x="210" y="192"/>
                  </a:lnTo>
                  <a:lnTo>
                    <a:pt x="208" y="192"/>
                  </a:lnTo>
                  <a:lnTo>
                    <a:pt x="208" y="194"/>
                  </a:lnTo>
                  <a:lnTo>
                    <a:pt x="205" y="194"/>
                  </a:lnTo>
                  <a:lnTo>
                    <a:pt x="203" y="194"/>
                  </a:lnTo>
                  <a:lnTo>
                    <a:pt x="203" y="194"/>
                  </a:lnTo>
                  <a:lnTo>
                    <a:pt x="201" y="196"/>
                  </a:lnTo>
                  <a:lnTo>
                    <a:pt x="201" y="196"/>
                  </a:lnTo>
                  <a:lnTo>
                    <a:pt x="201" y="199"/>
                  </a:lnTo>
                  <a:lnTo>
                    <a:pt x="201" y="199"/>
                  </a:lnTo>
                  <a:lnTo>
                    <a:pt x="201" y="196"/>
                  </a:lnTo>
                  <a:lnTo>
                    <a:pt x="201" y="194"/>
                  </a:lnTo>
                  <a:lnTo>
                    <a:pt x="203" y="189"/>
                  </a:lnTo>
                  <a:lnTo>
                    <a:pt x="203" y="189"/>
                  </a:lnTo>
                  <a:lnTo>
                    <a:pt x="203" y="189"/>
                  </a:lnTo>
                  <a:lnTo>
                    <a:pt x="205" y="189"/>
                  </a:lnTo>
                  <a:lnTo>
                    <a:pt x="205" y="187"/>
                  </a:lnTo>
                  <a:lnTo>
                    <a:pt x="205" y="187"/>
                  </a:lnTo>
                  <a:lnTo>
                    <a:pt x="205" y="185"/>
                  </a:lnTo>
                  <a:lnTo>
                    <a:pt x="205" y="185"/>
                  </a:lnTo>
                  <a:lnTo>
                    <a:pt x="203" y="185"/>
                  </a:lnTo>
                  <a:lnTo>
                    <a:pt x="203" y="185"/>
                  </a:lnTo>
                  <a:lnTo>
                    <a:pt x="203" y="182"/>
                  </a:lnTo>
                  <a:lnTo>
                    <a:pt x="201" y="182"/>
                  </a:lnTo>
                  <a:lnTo>
                    <a:pt x="201" y="182"/>
                  </a:lnTo>
                  <a:lnTo>
                    <a:pt x="201" y="180"/>
                  </a:lnTo>
                  <a:lnTo>
                    <a:pt x="201" y="180"/>
                  </a:lnTo>
                  <a:lnTo>
                    <a:pt x="201" y="180"/>
                  </a:lnTo>
                  <a:lnTo>
                    <a:pt x="201" y="178"/>
                  </a:lnTo>
                  <a:lnTo>
                    <a:pt x="201" y="178"/>
                  </a:lnTo>
                  <a:lnTo>
                    <a:pt x="198" y="178"/>
                  </a:lnTo>
                  <a:lnTo>
                    <a:pt x="198" y="180"/>
                  </a:lnTo>
                  <a:lnTo>
                    <a:pt x="196" y="180"/>
                  </a:lnTo>
                  <a:lnTo>
                    <a:pt x="191" y="185"/>
                  </a:lnTo>
                  <a:lnTo>
                    <a:pt x="186" y="187"/>
                  </a:lnTo>
                  <a:lnTo>
                    <a:pt x="184" y="189"/>
                  </a:lnTo>
                  <a:lnTo>
                    <a:pt x="182" y="189"/>
                  </a:lnTo>
                  <a:lnTo>
                    <a:pt x="182" y="189"/>
                  </a:lnTo>
                  <a:lnTo>
                    <a:pt x="184" y="189"/>
                  </a:lnTo>
                  <a:lnTo>
                    <a:pt x="184" y="192"/>
                  </a:lnTo>
                  <a:lnTo>
                    <a:pt x="184" y="192"/>
                  </a:lnTo>
                  <a:lnTo>
                    <a:pt x="182" y="192"/>
                  </a:lnTo>
                  <a:lnTo>
                    <a:pt x="182" y="192"/>
                  </a:lnTo>
                  <a:lnTo>
                    <a:pt x="179" y="192"/>
                  </a:lnTo>
                  <a:lnTo>
                    <a:pt x="179" y="192"/>
                  </a:lnTo>
                  <a:lnTo>
                    <a:pt x="177" y="194"/>
                  </a:lnTo>
                  <a:lnTo>
                    <a:pt x="175" y="196"/>
                  </a:lnTo>
                  <a:lnTo>
                    <a:pt x="175" y="196"/>
                  </a:lnTo>
                  <a:lnTo>
                    <a:pt x="175" y="196"/>
                  </a:lnTo>
                  <a:lnTo>
                    <a:pt x="175" y="196"/>
                  </a:lnTo>
                  <a:lnTo>
                    <a:pt x="175" y="194"/>
                  </a:lnTo>
                  <a:lnTo>
                    <a:pt x="175" y="194"/>
                  </a:lnTo>
                  <a:lnTo>
                    <a:pt x="172" y="196"/>
                  </a:lnTo>
                  <a:lnTo>
                    <a:pt x="170" y="199"/>
                  </a:lnTo>
                  <a:lnTo>
                    <a:pt x="168" y="201"/>
                  </a:lnTo>
                  <a:lnTo>
                    <a:pt x="168" y="204"/>
                  </a:lnTo>
                  <a:lnTo>
                    <a:pt x="165" y="204"/>
                  </a:lnTo>
                  <a:lnTo>
                    <a:pt x="165" y="206"/>
                  </a:lnTo>
                  <a:lnTo>
                    <a:pt x="165" y="206"/>
                  </a:lnTo>
                  <a:lnTo>
                    <a:pt x="165" y="208"/>
                  </a:lnTo>
                  <a:lnTo>
                    <a:pt x="165" y="208"/>
                  </a:lnTo>
                  <a:lnTo>
                    <a:pt x="168" y="208"/>
                  </a:lnTo>
                  <a:lnTo>
                    <a:pt x="168" y="208"/>
                  </a:lnTo>
                  <a:lnTo>
                    <a:pt x="168" y="208"/>
                  </a:lnTo>
                  <a:lnTo>
                    <a:pt x="168" y="208"/>
                  </a:lnTo>
                  <a:lnTo>
                    <a:pt x="165" y="211"/>
                  </a:lnTo>
                  <a:lnTo>
                    <a:pt x="165" y="213"/>
                  </a:lnTo>
                  <a:lnTo>
                    <a:pt x="165" y="213"/>
                  </a:lnTo>
                  <a:lnTo>
                    <a:pt x="165" y="213"/>
                  </a:lnTo>
                  <a:lnTo>
                    <a:pt x="165" y="213"/>
                  </a:lnTo>
                  <a:lnTo>
                    <a:pt x="165" y="213"/>
                  </a:lnTo>
                  <a:lnTo>
                    <a:pt x="168" y="213"/>
                  </a:lnTo>
                  <a:lnTo>
                    <a:pt x="170" y="213"/>
                  </a:lnTo>
                  <a:lnTo>
                    <a:pt x="172" y="215"/>
                  </a:lnTo>
                  <a:lnTo>
                    <a:pt x="172" y="215"/>
                  </a:lnTo>
                  <a:lnTo>
                    <a:pt x="175" y="218"/>
                  </a:lnTo>
                  <a:lnTo>
                    <a:pt x="175" y="220"/>
                  </a:lnTo>
                  <a:lnTo>
                    <a:pt x="175" y="220"/>
                  </a:lnTo>
                  <a:lnTo>
                    <a:pt x="172" y="220"/>
                  </a:lnTo>
                  <a:lnTo>
                    <a:pt x="172" y="218"/>
                  </a:lnTo>
                  <a:lnTo>
                    <a:pt x="170" y="218"/>
                  </a:lnTo>
                  <a:lnTo>
                    <a:pt x="170" y="218"/>
                  </a:lnTo>
                  <a:lnTo>
                    <a:pt x="170" y="218"/>
                  </a:lnTo>
                  <a:lnTo>
                    <a:pt x="170" y="220"/>
                  </a:lnTo>
                  <a:lnTo>
                    <a:pt x="170" y="220"/>
                  </a:lnTo>
                  <a:lnTo>
                    <a:pt x="168" y="220"/>
                  </a:lnTo>
                  <a:lnTo>
                    <a:pt x="168" y="220"/>
                  </a:lnTo>
                  <a:lnTo>
                    <a:pt x="168" y="220"/>
                  </a:lnTo>
                  <a:lnTo>
                    <a:pt x="168" y="220"/>
                  </a:lnTo>
                  <a:lnTo>
                    <a:pt x="165" y="220"/>
                  </a:lnTo>
                  <a:lnTo>
                    <a:pt x="165" y="220"/>
                  </a:lnTo>
                  <a:lnTo>
                    <a:pt x="165" y="220"/>
                  </a:lnTo>
                  <a:lnTo>
                    <a:pt x="165" y="222"/>
                  </a:lnTo>
                  <a:lnTo>
                    <a:pt x="165" y="220"/>
                  </a:lnTo>
                  <a:lnTo>
                    <a:pt x="165" y="220"/>
                  </a:lnTo>
                  <a:lnTo>
                    <a:pt x="163" y="215"/>
                  </a:lnTo>
                  <a:lnTo>
                    <a:pt x="163" y="215"/>
                  </a:lnTo>
                  <a:lnTo>
                    <a:pt x="160" y="213"/>
                  </a:lnTo>
                  <a:lnTo>
                    <a:pt x="160" y="213"/>
                  </a:lnTo>
                  <a:lnTo>
                    <a:pt x="160" y="213"/>
                  </a:lnTo>
                  <a:lnTo>
                    <a:pt x="160" y="211"/>
                  </a:lnTo>
                  <a:lnTo>
                    <a:pt x="160" y="211"/>
                  </a:lnTo>
                  <a:lnTo>
                    <a:pt x="163" y="211"/>
                  </a:lnTo>
                  <a:lnTo>
                    <a:pt x="160" y="208"/>
                  </a:lnTo>
                  <a:lnTo>
                    <a:pt x="160" y="208"/>
                  </a:lnTo>
                  <a:lnTo>
                    <a:pt x="160" y="208"/>
                  </a:lnTo>
                  <a:lnTo>
                    <a:pt x="160" y="208"/>
                  </a:lnTo>
                  <a:lnTo>
                    <a:pt x="160" y="206"/>
                  </a:lnTo>
                  <a:lnTo>
                    <a:pt x="160" y="206"/>
                  </a:lnTo>
                  <a:lnTo>
                    <a:pt x="158" y="206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53" y="208"/>
                  </a:lnTo>
                  <a:lnTo>
                    <a:pt x="153" y="208"/>
                  </a:lnTo>
                  <a:lnTo>
                    <a:pt x="151" y="208"/>
                  </a:lnTo>
                  <a:lnTo>
                    <a:pt x="151" y="211"/>
                  </a:lnTo>
                  <a:lnTo>
                    <a:pt x="149" y="211"/>
                  </a:lnTo>
                  <a:lnTo>
                    <a:pt x="149" y="213"/>
                  </a:lnTo>
                  <a:lnTo>
                    <a:pt x="151" y="213"/>
                  </a:lnTo>
                  <a:lnTo>
                    <a:pt x="151" y="211"/>
                  </a:lnTo>
                  <a:lnTo>
                    <a:pt x="153" y="211"/>
                  </a:lnTo>
                  <a:lnTo>
                    <a:pt x="153" y="211"/>
                  </a:lnTo>
                  <a:lnTo>
                    <a:pt x="151" y="213"/>
                  </a:lnTo>
                  <a:lnTo>
                    <a:pt x="151" y="213"/>
                  </a:lnTo>
                  <a:lnTo>
                    <a:pt x="151" y="213"/>
                  </a:lnTo>
                  <a:lnTo>
                    <a:pt x="151" y="215"/>
                  </a:lnTo>
                  <a:lnTo>
                    <a:pt x="151" y="215"/>
                  </a:lnTo>
                  <a:lnTo>
                    <a:pt x="151" y="215"/>
                  </a:lnTo>
                  <a:lnTo>
                    <a:pt x="151" y="215"/>
                  </a:lnTo>
                  <a:lnTo>
                    <a:pt x="149" y="215"/>
                  </a:lnTo>
                  <a:lnTo>
                    <a:pt x="149" y="215"/>
                  </a:lnTo>
                  <a:lnTo>
                    <a:pt x="149" y="215"/>
                  </a:lnTo>
                  <a:lnTo>
                    <a:pt x="149" y="215"/>
                  </a:lnTo>
                  <a:lnTo>
                    <a:pt x="146" y="215"/>
                  </a:lnTo>
                  <a:lnTo>
                    <a:pt x="146" y="213"/>
                  </a:lnTo>
                  <a:lnTo>
                    <a:pt x="146" y="213"/>
                  </a:lnTo>
                  <a:lnTo>
                    <a:pt x="146" y="213"/>
                  </a:lnTo>
                  <a:lnTo>
                    <a:pt x="146" y="211"/>
                  </a:lnTo>
                  <a:lnTo>
                    <a:pt x="146" y="211"/>
                  </a:lnTo>
                  <a:lnTo>
                    <a:pt x="144" y="211"/>
                  </a:lnTo>
                  <a:lnTo>
                    <a:pt x="144" y="211"/>
                  </a:lnTo>
                  <a:lnTo>
                    <a:pt x="144" y="211"/>
                  </a:lnTo>
                  <a:lnTo>
                    <a:pt x="142" y="211"/>
                  </a:lnTo>
                  <a:lnTo>
                    <a:pt x="139" y="213"/>
                  </a:lnTo>
                  <a:lnTo>
                    <a:pt x="139" y="213"/>
                  </a:lnTo>
                  <a:lnTo>
                    <a:pt x="137" y="211"/>
                  </a:lnTo>
                  <a:lnTo>
                    <a:pt x="134" y="211"/>
                  </a:lnTo>
                  <a:lnTo>
                    <a:pt x="134" y="211"/>
                  </a:lnTo>
                  <a:lnTo>
                    <a:pt x="134" y="211"/>
                  </a:lnTo>
                  <a:lnTo>
                    <a:pt x="132" y="211"/>
                  </a:lnTo>
                  <a:lnTo>
                    <a:pt x="132" y="211"/>
                  </a:lnTo>
                  <a:lnTo>
                    <a:pt x="130" y="213"/>
                  </a:lnTo>
                  <a:lnTo>
                    <a:pt x="130" y="213"/>
                  </a:lnTo>
                  <a:lnTo>
                    <a:pt x="127" y="215"/>
                  </a:lnTo>
                  <a:lnTo>
                    <a:pt x="130" y="215"/>
                  </a:lnTo>
                  <a:lnTo>
                    <a:pt x="130" y="215"/>
                  </a:lnTo>
                  <a:lnTo>
                    <a:pt x="130" y="215"/>
                  </a:lnTo>
                  <a:lnTo>
                    <a:pt x="130" y="218"/>
                  </a:lnTo>
                  <a:lnTo>
                    <a:pt x="130" y="218"/>
                  </a:lnTo>
                  <a:lnTo>
                    <a:pt x="130" y="218"/>
                  </a:lnTo>
                  <a:lnTo>
                    <a:pt x="130" y="218"/>
                  </a:lnTo>
                  <a:lnTo>
                    <a:pt x="130" y="220"/>
                  </a:lnTo>
                  <a:lnTo>
                    <a:pt x="130" y="220"/>
                  </a:lnTo>
                  <a:lnTo>
                    <a:pt x="130" y="220"/>
                  </a:lnTo>
                  <a:lnTo>
                    <a:pt x="127" y="220"/>
                  </a:lnTo>
                  <a:lnTo>
                    <a:pt x="127" y="222"/>
                  </a:lnTo>
                  <a:lnTo>
                    <a:pt x="127" y="225"/>
                  </a:lnTo>
                  <a:lnTo>
                    <a:pt x="127" y="225"/>
                  </a:lnTo>
                  <a:lnTo>
                    <a:pt x="127" y="225"/>
                  </a:lnTo>
                  <a:lnTo>
                    <a:pt x="127" y="225"/>
                  </a:lnTo>
                  <a:lnTo>
                    <a:pt x="127" y="225"/>
                  </a:lnTo>
                  <a:lnTo>
                    <a:pt x="125" y="225"/>
                  </a:lnTo>
                  <a:lnTo>
                    <a:pt x="127" y="222"/>
                  </a:lnTo>
                  <a:lnTo>
                    <a:pt x="127" y="222"/>
                  </a:lnTo>
                  <a:lnTo>
                    <a:pt x="127" y="222"/>
                  </a:lnTo>
                  <a:lnTo>
                    <a:pt x="127" y="222"/>
                  </a:lnTo>
                  <a:lnTo>
                    <a:pt x="125" y="220"/>
                  </a:lnTo>
                  <a:lnTo>
                    <a:pt x="125" y="220"/>
                  </a:lnTo>
                  <a:lnTo>
                    <a:pt x="125" y="220"/>
                  </a:lnTo>
                  <a:lnTo>
                    <a:pt x="125" y="220"/>
                  </a:lnTo>
                  <a:lnTo>
                    <a:pt x="125" y="220"/>
                  </a:lnTo>
                  <a:lnTo>
                    <a:pt x="115" y="222"/>
                  </a:lnTo>
                  <a:lnTo>
                    <a:pt x="115" y="222"/>
                  </a:lnTo>
                  <a:lnTo>
                    <a:pt x="115" y="222"/>
                  </a:lnTo>
                  <a:lnTo>
                    <a:pt x="115" y="222"/>
                  </a:lnTo>
                  <a:lnTo>
                    <a:pt x="115" y="225"/>
                  </a:lnTo>
                  <a:lnTo>
                    <a:pt x="118" y="225"/>
                  </a:lnTo>
                  <a:lnTo>
                    <a:pt x="118" y="225"/>
                  </a:lnTo>
                  <a:lnTo>
                    <a:pt x="118" y="225"/>
                  </a:lnTo>
                  <a:lnTo>
                    <a:pt x="115" y="227"/>
                  </a:lnTo>
                  <a:lnTo>
                    <a:pt x="113" y="227"/>
                  </a:lnTo>
                  <a:lnTo>
                    <a:pt x="113" y="227"/>
                  </a:lnTo>
                  <a:lnTo>
                    <a:pt x="113" y="227"/>
                  </a:lnTo>
                  <a:lnTo>
                    <a:pt x="113" y="230"/>
                  </a:lnTo>
                  <a:lnTo>
                    <a:pt x="111" y="230"/>
                  </a:lnTo>
                  <a:lnTo>
                    <a:pt x="111" y="230"/>
                  </a:lnTo>
                  <a:lnTo>
                    <a:pt x="111" y="230"/>
                  </a:lnTo>
                  <a:lnTo>
                    <a:pt x="111" y="227"/>
                  </a:lnTo>
                  <a:lnTo>
                    <a:pt x="111" y="227"/>
                  </a:lnTo>
                  <a:lnTo>
                    <a:pt x="111" y="225"/>
                  </a:lnTo>
                  <a:lnTo>
                    <a:pt x="111" y="225"/>
                  </a:lnTo>
                  <a:lnTo>
                    <a:pt x="111" y="225"/>
                  </a:lnTo>
                  <a:lnTo>
                    <a:pt x="111" y="225"/>
                  </a:lnTo>
                  <a:lnTo>
                    <a:pt x="111" y="222"/>
                  </a:lnTo>
                  <a:lnTo>
                    <a:pt x="111" y="220"/>
                  </a:lnTo>
                  <a:lnTo>
                    <a:pt x="111" y="220"/>
                  </a:lnTo>
                  <a:lnTo>
                    <a:pt x="108" y="218"/>
                  </a:lnTo>
                  <a:lnTo>
                    <a:pt x="108" y="220"/>
                  </a:lnTo>
                  <a:lnTo>
                    <a:pt x="104" y="222"/>
                  </a:lnTo>
                  <a:lnTo>
                    <a:pt x="104" y="222"/>
                  </a:lnTo>
                  <a:lnTo>
                    <a:pt x="101" y="222"/>
                  </a:lnTo>
                  <a:lnTo>
                    <a:pt x="101" y="225"/>
                  </a:lnTo>
                  <a:lnTo>
                    <a:pt x="99" y="227"/>
                  </a:lnTo>
                  <a:lnTo>
                    <a:pt x="97" y="230"/>
                  </a:lnTo>
                  <a:lnTo>
                    <a:pt x="97" y="230"/>
                  </a:lnTo>
                  <a:lnTo>
                    <a:pt x="92" y="232"/>
                  </a:lnTo>
                  <a:lnTo>
                    <a:pt x="94" y="232"/>
                  </a:lnTo>
                  <a:lnTo>
                    <a:pt x="92" y="232"/>
                  </a:lnTo>
                  <a:lnTo>
                    <a:pt x="92" y="232"/>
                  </a:lnTo>
                  <a:lnTo>
                    <a:pt x="89" y="232"/>
                  </a:lnTo>
                  <a:lnTo>
                    <a:pt x="89" y="234"/>
                  </a:lnTo>
                  <a:lnTo>
                    <a:pt x="89" y="234"/>
                  </a:lnTo>
                  <a:lnTo>
                    <a:pt x="89" y="234"/>
                  </a:lnTo>
                  <a:lnTo>
                    <a:pt x="87" y="234"/>
                  </a:lnTo>
                  <a:lnTo>
                    <a:pt x="87" y="234"/>
                  </a:lnTo>
                  <a:lnTo>
                    <a:pt x="87" y="234"/>
                  </a:lnTo>
                  <a:lnTo>
                    <a:pt x="85" y="234"/>
                  </a:lnTo>
                  <a:lnTo>
                    <a:pt x="85" y="234"/>
                  </a:lnTo>
                  <a:lnTo>
                    <a:pt x="82" y="234"/>
                  </a:lnTo>
                  <a:lnTo>
                    <a:pt x="82" y="234"/>
                  </a:lnTo>
                  <a:lnTo>
                    <a:pt x="71" y="232"/>
                  </a:lnTo>
                  <a:lnTo>
                    <a:pt x="68" y="232"/>
                  </a:lnTo>
                  <a:lnTo>
                    <a:pt x="66" y="232"/>
                  </a:lnTo>
                  <a:lnTo>
                    <a:pt x="66" y="234"/>
                  </a:lnTo>
                  <a:lnTo>
                    <a:pt x="66" y="234"/>
                  </a:lnTo>
                  <a:lnTo>
                    <a:pt x="66" y="234"/>
                  </a:lnTo>
                  <a:lnTo>
                    <a:pt x="66" y="237"/>
                  </a:lnTo>
                  <a:lnTo>
                    <a:pt x="66" y="239"/>
                  </a:lnTo>
                  <a:lnTo>
                    <a:pt x="63" y="239"/>
                  </a:lnTo>
                  <a:lnTo>
                    <a:pt x="63" y="239"/>
                  </a:lnTo>
                  <a:lnTo>
                    <a:pt x="63" y="241"/>
                  </a:lnTo>
                  <a:lnTo>
                    <a:pt x="63" y="241"/>
                  </a:lnTo>
                  <a:lnTo>
                    <a:pt x="63" y="241"/>
                  </a:lnTo>
                  <a:lnTo>
                    <a:pt x="63" y="244"/>
                  </a:lnTo>
                  <a:lnTo>
                    <a:pt x="63" y="246"/>
                  </a:lnTo>
                  <a:lnTo>
                    <a:pt x="66" y="249"/>
                  </a:lnTo>
                  <a:lnTo>
                    <a:pt x="66" y="251"/>
                  </a:lnTo>
                  <a:lnTo>
                    <a:pt x="66" y="251"/>
                  </a:lnTo>
                  <a:lnTo>
                    <a:pt x="66" y="253"/>
                  </a:lnTo>
                  <a:lnTo>
                    <a:pt x="66" y="253"/>
                  </a:lnTo>
                  <a:lnTo>
                    <a:pt x="66" y="253"/>
                  </a:lnTo>
                  <a:lnTo>
                    <a:pt x="63" y="253"/>
                  </a:lnTo>
                  <a:lnTo>
                    <a:pt x="63" y="253"/>
                  </a:lnTo>
                  <a:lnTo>
                    <a:pt x="63" y="256"/>
                  </a:lnTo>
                  <a:lnTo>
                    <a:pt x="63" y="256"/>
                  </a:lnTo>
                  <a:lnTo>
                    <a:pt x="66" y="258"/>
                  </a:lnTo>
                  <a:lnTo>
                    <a:pt x="66" y="260"/>
                  </a:lnTo>
                  <a:lnTo>
                    <a:pt x="66" y="263"/>
                  </a:lnTo>
                  <a:lnTo>
                    <a:pt x="63" y="263"/>
                  </a:lnTo>
                  <a:lnTo>
                    <a:pt x="61" y="265"/>
                  </a:lnTo>
                  <a:lnTo>
                    <a:pt x="59" y="267"/>
                  </a:lnTo>
                  <a:lnTo>
                    <a:pt x="59" y="270"/>
                  </a:lnTo>
                  <a:lnTo>
                    <a:pt x="59" y="272"/>
                  </a:lnTo>
                  <a:lnTo>
                    <a:pt x="56" y="272"/>
                  </a:lnTo>
                  <a:lnTo>
                    <a:pt x="56" y="272"/>
                  </a:lnTo>
                  <a:lnTo>
                    <a:pt x="56" y="275"/>
                  </a:lnTo>
                  <a:lnTo>
                    <a:pt x="56" y="275"/>
                  </a:lnTo>
                  <a:lnTo>
                    <a:pt x="54" y="277"/>
                  </a:lnTo>
                  <a:lnTo>
                    <a:pt x="54" y="277"/>
                  </a:lnTo>
                  <a:lnTo>
                    <a:pt x="52" y="282"/>
                  </a:lnTo>
                  <a:lnTo>
                    <a:pt x="52" y="284"/>
                  </a:lnTo>
                  <a:lnTo>
                    <a:pt x="49" y="284"/>
                  </a:lnTo>
                  <a:lnTo>
                    <a:pt x="49" y="286"/>
                  </a:lnTo>
                  <a:lnTo>
                    <a:pt x="49" y="286"/>
                  </a:lnTo>
                  <a:lnTo>
                    <a:pt x="49" y="289"/>
                  </a:lnTo>
                  <a:lnTo>
                    <a:pt x="49" y="289"/>
                  </a:lnTo>
                  <a:lnTo>
                    <a:pt x="44" y="296"/>
                  </a:lnTo>
                  <a:lnTo>
                    <a:pt x="44" y="296"/>
                  </a:lnTo>
                  <a:lnTo>
                    <a:pt x="42" y="298"/>
                  </a:lnTo>
                  <a:lnTo>
                    <a:pt x="42" y="296"/>
                  </a:lnTo>
                  <a:lnTo>
                    <a:pt x="42" y="296"/>
                  </a:lnTo>
                  <a:lnTo>
                    <a:pt x="42" y="298"/>
                  </a:lnTo>
                  <a:lnTo>
                    <a:pt x="40" y="303"/>
                  </a:lnTo>
                  <a:lnTo>
                    <a:pt x="37" y="305"/>
                  </a:lnTo>
                  <a:lnTo>
                    <a:pt x="37" y="308"/>
                  </a:lnTo>
                  <a:lnTo>
                    <a:pt x="37" y="310"/>
                  </a:lnTo>
                  <a:lnTo>
                    <a:pt x="37" y="312"/>
                  </a:lnTo>
                  <a:lnTo>
                    <a:pt x="42" y="317"/>
                  </a:lnTo>
                  <a:lnTo>
                    <a:pt x="42" y="320"/>
                  </a:lnTo>
                  <a:lnTo>
                    <a:pt x="42" y="320"/>
                  </a:lnTo>
                  <a:lnTo>
                    <a:pt x="44" y="322"/>
                  </a:lnTo>
                  <a:lnTo>
                    <a:pt x="42" y="324"/>
                  </a:lnTo>
                  <a:lnTo>
                    <a:pt x="42" y="331"/>
                  </a:lnTo>
                  <a:lnTo>
                    <a:pt x="42" y="334"/>
                  </a:lnTo>
                  <a:lnTo>
                    <a:pt x="44" y="346"/>
                  </a:lnTo>
                  <a:lnTo>
                    <a:pt x="44" y="357"/>
                  </a:lnTo>
                  <a:lnTo>
                    <a:pt x="44" y="357"/>
                  </a:lnTo>
                  <a:lnTo>
                    <a:pt x="47" y="362"/>
                  </a:lnTo>
                  <a:lnTo>
                    <a:pt x="52" y="369"/>
                  </a:lnTo>
                  <a:lnTo>
                    <a:pt x="54" y="376"/>
                  </a:lnTo>
                  <a:lnTo>
                    <a:pt x="56" y="379"/>
                  </a:lnTo>
                  <a:lnTo>
                    <a:pt x="56" y="381"/>
                  </a:lnTo>
                  <a:lnTo>
                    <a:pt x="56" y="381"/>
                  </a:lnTo>
                  <a:lnTo>
                    <a:pt x="56" y="383"/>
                  </a:lnTo>
                  <a:lnTo>
                    <a:pt x="54" y="383"/>
                  </a:lnTo>
                  <a:lnTo>
                    <a:pt x="54" y="383"/>
                  </a:lnTo>
                  <a:lnTo>
                    <a:pt x="54" y="383"/>
                  </a:lnTo>
                  <a:lnTo>
                    <a:pt x="54" y="383"/>
                  </a:lnTo>
                  <a:lnTo>
                    <a:pt x="54" y="383"/>
                  </a:lnTo>
                  <a:lnTo>
                    <a:pt x="54" y="386"/>
                  </a:lnTo>
                  <a:lnTo>
                    <a:pt x="54" y="388"/>
                  </a:lnTo>
                  <a:lnTo>
                    <a:pt x="54" y="391"/>
                  </a:lnTo>
                  <a:lnTo>
                    <a:pt x="54" y="393"/>
                  </a:lnTo>
                  <a:lnTo>
                    <a:pt x="54" y="395"/>
                  </a:lnTo>
                  <a:lnTo>
                    <a:pt x="54" y="398"/>
                  </a:lnTo>
                  <a:lnTo>
                    <a:pt x="61" y="402"/>
                  </a:lnTo>
                  <a:lnTo>
                    <a:pt x="61" y="405"/>
                  </a:lnTo>
                  <a:lnTo>
                    <a:pt x="61" y="407"/>
                  </a:lnTo>
                  <a:lnTo>
                    <a:pt x="61" y="407"/>
                  </a:lnTo>
                  <a:lnTo>
                    <a:pt x="63" y="409"/>
                  </a:lnTo>
                  <a:lnTo>
                    <a:pt x="66" y="412"/>
                  </a:lnTo>
                  <a:lnTo>
                    <a:pt x="66" y="414"/>
                  </a:lnTo>
                  <a:lnTo>
                    <a:pt x="68" y="417"/>
                  </a:lnTo>
                  <a:lnTo>
                    <a:pt x="68" y="419"/>
                  </a:lnTo>
                  <a:lnTo>
                    <a:pt x="66" y="421"/>
                  </a:lnTo>
                  <a:lnTo>
                    <a:pt x="66" y="421"/>
                  </a:lnTo>
                  <a:lnTo>
                    <a:pt x="66" y="421"/>
                  </a:lnTo>
                  <a:lnTo>
                    <a:pt x="66" y="421"/>
                  </a:lnTo>
                  <a:lnTo>
                    <a:pt x="66" y="424"/>
                  </a:lnTo>
                  <a:lnTo>
                    <a:pt x="63" y="424"/>
                  </a:lnTo>
                  <a:lnTo>
                    <a:pt x="63" y="424"/>
                  </a:lnTo>
                  <a:lnTo>
                    <a:pt x="63" y="424"/>
                  </a:lnTo>
                  <a:lnTo>
                    <a:pt x="63" y="426"/>
                  </a:lnTo>
                  <a:lnTo>
                    <a:pt x="63" y="426"/>
                  </a:lnTo>
                  <a:lnTo>
                    <a:pt x="63" y="426"/>
                  </a:lnTo>
                  <a:lnTo>
                    <a:pt x="63" y="426"/>
                  </a:lnTo>
                  <a:lnTo>
                    <a:pt x="63" y="428"/>
                  </a:lnTo>
                  <a:lnTo>
                    <a:pt x="63" y="431"/>
                  </a:lnTo>
                  <a:lnTo>
                    <a:pt x="63" y="431"/>
                  </a:lnTo>
                  <a:lnTo>
                    <a:pt x="63" y="431"/>
                  </a:lnTo>
                  <a:lnTo>
                    <a:pt x="61" y="433"/>
                  </a:lnTo>
                  <a:lnTo>
                    <a:pt x="61" y="433"/>
                  </a:lnTo>
                  <a:lnTo>
                    <a:pt x="61" y="435"/>
                  </a:lnTo>
                  <a:lnTo>
                    <a:pt x="61" y="435"/>
                  </a:lnTo>
                  <a:lnTo>
                    <a:pt x="63" y="435"/>
                  </a:lnTo>
                  <a:lnTo>
                    <a:pt x="63" y="438"/>
                  </a:lnTo>
                  <a:lnTo>
                    <a:pt x="63" y="438"/>
                  </a:lnTo>
                  <a:lnTo>
                    <a:pt x="66" y="438"/>
                  </a:lnTo>
                  <a:lnTo>
                    <a:pt x="66" y="438"/>
                  </a:lnTo>
                  <a:lnTo>
                    <a:pt x="66" y="438"/>
                  </a:lnTo>
                  <a:lnTo>
                    <a:pt x="66" y="440"/>
                  </a:lnTo>
                  <a:lnTo>
                    <a:pt x="66" y="440"/>
                  </a:lnTo>
                  <a:lnTo>
                    <a:pt x="68" y="443"/>
                  </a:lnTo>
                  <a:lnTo>
                    <a:pt x="68" y="445"/>
                  </a:lnTo>
                  <a:lnTo>
                    <a:pt x="68" y="445"/>
                  </a:lnTo>
                  <a:lnTo>
                    <a:pt x="66" y="447"/>
                  </a:lnTo>
                  <a:lnTo>
                    <a:pt x="66" y="450"/>
                  </a:lnTo>
                  <a:lnTo>
                    <a:pt x="63" y="452"/>
                  </a:lnTo>
                  <a:lnTo>
                    <a:pt x="61" y="454"/>
                  </a:lnTo>
                  <a:lnTo>
                    <a:pt x="59" y="457"/>
                  </a:lnTo>
                  <a:lnTo>
                    <a:pt x="56" y="464"/>
                  </a:lnTo>
                  <a:lnTo>
                    <a:pt x="54" y="466"/>
                  </a:lnTo>
                  <a:lnTo>
                    <a:pt x="56" y="469"/>
                  </a:lnTo>
                  <a:lnTo>
                    <a:pt x="54" y="469"/>
                  </a:lnTo>
                  <a:lnTo>
                    <a:pt x="52" y="471"/>
                  </a:lnTo>
                  <a:lnTo>
                    <a:pt x="52" y="471"/>
                  </a:lnTo>
                  <a:lnTo>
                    <a:pt x="49" y="473"/>
                  </a:lnTo>
                  <a:lnTo>
                    <a:pt x="49" y="473"/>
                  </a:lnTo>
                  <a:lnTo>
                    <a:pt x="49" y="473"/>
                  </a:lnTo>
                  <a:lnTo>
                    <a:pt x="49" y="473"/>
                  </a:lnTo>
                  <a:lnTo>
                    <a:pt x="49" y="476"/>
                  </a:lnTo>
                  <a:lnTo>
                    <a:pt x="47" y="478"/>
                  </a:lnTo>
                  <a:lnTo>
                    <a:pt x="47" y="480"/>
                  </a:lnTo>
                  <a:lnTo>
                    <a:pt x="47" y="483"/>
                  </a:lnTo>
                  <a:lnTo>
                    <a:pt x="44" y="488"/>
                  </a:lnTo>
                  <a:lnTo>
                    <a:pt x="42" y="488"/>
                  </a:lnTo>
                  <a:lnTo>
                    <a:pt x="40" y="490"/>
                  </a:lnTo>
                  <a:lnTo>
                    <a:pt x="40" y="490"/>
                  </a:lnTo>
                  <a:lnTo>
                    <a:pt x="37" y="497"/>
                  </a:lnTo>
                  <a:lnTo>
                    <a:pt x="35" y="506"/>
                  </a:lnTo>
                  <a:lnTo>
                    <a:pt x="33" y="514"/>
                  </a:lnTo>
                  <a:lnTo>
                    <a:pt x="33" y="514"/>
                  </a:lnTo>
                  <a:lnTo>
                    <a:pt x="33" y="516"/>
                  </a:lnTo>
                  <a:lnTo>
                    <a:pt x="30" y="518"/>
                  </a:lnTo>
                  <a:lnTo>
                    <a:pt x="28" y="518"/>
                  </a:lnTo>
                  <a:lnTo>
                    <a:pt x="28" y="518"/>
                  </a:lnTo>
                  <a:lnTo>
                    <a:pt x="26" y="518"/>
                  </a:lnTo>
                  <a:lnTo>
                    <a:pt x="26" y="518"/>
                  </a:lnTo>
                  <a:lnTo>
                    <a:pt x="26" y="518"/>
                  </a:lnTo>
                  <a:lnTo>
                    <a:pt x="23" y="518"/>
                  </a:lnTo>
                  <a:lnTo>
                    <a:pt x="18" y="518"/>
                  </a:lnTo>
                  <a:lnTo>
                    <a:pt x="18" y="518"/>
                  </a:lnTo>
                  <a:lnTo>
                    <a:pt x="18" y="521"/>
                  </a:lnTo>
                  <a:lnTo>
                    <a:pt x="16" y="521"/>
                  </a:lnTo>
                  <a:lnTo>
                    <a:pt x="16" y="523"/>
                  </a:lnTo>
                  <a:lnTo>
                    <a:pt x="16" y="523"/>
                  </a:lnTo>
                  <a:lnTo>
                    <a:pt x="16" y="521"/>
                  </a:lnTo>
                  <a:lnTo>
                    <a:pt x="16" y="523"/>
                  </a:lnTo>
                  <a:lnTo>
                    <a:pt x="14" y="525"/>
                  </a:lnTo>
                  <a:lnTo>
                    <a:pt x="14" y="525"/>
                  </a:lnTo>
                  <a:lnTo>
                    <a:pt x="14" y="542"/>
                  </a:lnTo>
                  <a:lnTo>
                    <a:pt x="11" y="542"/>
                  </a:lnTo>
                  <a:lnTo>
                    <a:pt x="11" y="542"/>
                  </a:lnTo>
                  <a:lnTo>
                    <a:pt x="11" y="542"/>
                  </a:lnTo>
                  <a:lnTo>
                    <a:pt x="7" y="547"/>
                  </a:lnTo>
                  <a:lnTo>
                    <a:pt x="7" y="547"/>
                  </a:lnTo>
                  <a:lnTo>
                    <a:pt x="7" y="549"/>
                  </a:lnTo>
                  <a:lnTo>
                    <a:pt x="7" y="551"/>
                  </a:lnTo>
                  <a:lnTo>
                    <a:pt x="7" y="554"/>
                  </a:lnTo>
                  <a:lnTo>
                    <a:pt x="4" y="556"/>
                  </a:lnTo>
                  <a:lnTo>
                    <a:pt x="4" y="554"/>
                  </a:lnTo>
                  <a:lnTo>
                    <a:pt x="4" y="554"/>
                  </a:lnTo>
                  <a:lnTo>
                    <a:pt x="4" y="554"/>
                  </a:lnTo>
                  <a:lnTo>
                    <a:pt x="4" y="554"/>
                  </a:lnTo>
                  <a:lnTo>
                    <a:pt x="4" y="554"/>
                  </a:lnTo>
                  <a:lnTo>
                    <a:pt x="4" y="554"/>
                  </a:lnTo>
                  <a:lnTo>
                    <a:pt x="4" y="556"/>
                  </a:lnTo>
                  <a:lnTo>
                    <a:pt x="4" y="556"/>
                  </a:lnTo>
                  <a:lnTo>
                    <a:pt x="4" y="556"/>
                  </a:lnTo>
                  <a:lnTo>
                    <a:pt x="4" y="556"/>
                  </a:lnTo>
                  <a:lnTo>
                    <a:pt x="2" y="556"/>
                  </a:lnTo>
                  <a:lnTo>
                    <a:pt x="2" y="556"/>
                  </a:lnTo>
                  <a:lnTo>
                    <a:pt x="2" y="559"/>
                  </a:lnTo>
                  <a:lnTo>
                    <a:pt x="2" y="559"/>
                  </a:lnTo>
                  <a:lnTo>
                    <a:pt x="2" y="559"/>
                  </a:lnTo>
                  <a:lnTo>
                    <a:pt x="2" y="559"/>
                  </a:lnTo>
                  <a:lnTo>
                    <a:pt x="2" y="561"/>
                  </a:lnTo>
                  <a:lnTo>
                    <a:pt x="2" y="561"/>
                  </a:lnTo>
                  <a:lnTo>
                    <a:pt x="2" y="561"/>
                  </a:lnTo>
                  <a:lnTo>
                    <a:pt x="2" y="563"/>
                  </a:lnTo>
                  <a:lnTo>
                    <a:pt x="2" y="568"/>
                  </a:lnTo>
                  <a:lnTo>
                    <a:pt x="2" y="570"/>
                  </a:lnTo>
                  <a:lnTo>
                    <a:pt x="4" y="570"/>
                  </a:lnTo>
                  <a:lnTo>
                    <a:pt x="4" y="570"/>
                  </a:lnTo>
                  <a:lnTo>
                    <a:pt x="4" y="573"/>
                  </a:lnTo>
                  <a:lnTo>
                    <a:pt x="4" y="573"/>
                  </a:lnTo>
                  <a:lnTo>
                    <a:pt x="4" y="573"/>
                  </a:lnTo>
                  <a:lnTo>
                    <a:pt x="2" y="573"/>
                  </a:lnTo>
                  <a:lnTo>
                    <a:pt x="2" y="573"/>
                  </a:lnTo>
                  <a:lnTo>
                    <a:pt x="0" y="573"/>
                  </a:lnTo>
                  <a:lnTo>
                    <a:pt x="0" y="575"/>
                  </a:lnTo>
                  <a:lnTo>
                    <a:pt x="0" y="577"/>
                  </a:lnTo>
                  <a:lnTo>
                    <a:pt x="2" y="577"/>
                  </a:lnTo>
                  <a:lnTo>
                    <a:pt x="2" y="577"/>
                  </a:lnTo>
                  <a:lnTo>
                    <a:pt x="2" y="580"/>
                  </a:lnTo>
                  <a:lnTo>
                    <a:pt x="2" y="580"/>
                  </a:lnTo>
                  <a:lnTo>
                    <a:pt x="2" y="582"/>
                  </a:lnTo>
                  <a:lnTo>
                    <a:pt x="2" y="585"/>
                  </a:lnTo>
                  <a:lnTo>
                    <a:pt x="4" y="589"/>
                  </a:lnTo>
                  <a:lnTo>
                    <a:pt x="4" y="592"/>
                  </a:lnTo>
                  <a:lnTo>
                    <a:pt x="4" y="594"/>
                  </a:lnTo>
                  <a:lnTo>
                    <a:pt x="4" y="596"/>
                  </a:lnTo>
                  <a:lnTo>
                    <a:pt x="4" y="596"/>
                  </a:lnTo>
                  <a:lnTo>
                    <a:pt x="4" y="596"/>
                  </a:lnTo>
                  <a:lnTo>
                    <a:pt x="4" y="596"/>
                  </a:lnTo>
                  <a:lnTo>
                    <a:pt x="4" y="599"/>
                  </a:lnTo>
                  <a:lnTo>
                    <a:pt x="7" y="601"/>
                  </a:lnTo>
                  <a:lnTo>
                    <a:pt x="7" y="604"/>
                  </a:lnTo>
                  <a:lnTo>
                    <a:pt x="7" y="606"/>
                  </a:lnTo>
                  <a:lnTo>
                    <a:pt x="7" y="608"/>
                  </a:lnTo>
                  <a:lnTo>
                    <a:pt x="7" y="608"/>
                  </a:lnTo>
                  <a:lnTo>
                    <a:pt x="9" y="611"/>
                  </a:lnTo>
                  <a:lnTo>
                    <a:pt x="9" y="613"/>
                  </a:lnTo>
                  <a:lnTo>
                    <a:pt x="11" y="613"/>
                  </a:lnTo>
                  <a:lnTo>
                    <a:pt x="11" y="615"/>
                  </a:lnTo>
                  <a:lnTo>
                    <a:pt x="14" y="615"/>
                  </a:lnTo>
                  <a:lnTo>
                    <a:pt x="14" y="618"/>
                  </a:lnTo>
                  <a:lnTo>
                    <a:pt x="14" y="618"/>
                  </a:lnTo>
                  <a:lnTo>
                    <a:pt x="18" y="620"/>
                  </a:lnTo>
                  <a:lnTo>
                    <a:pt x="18" y="622"/>
                  </a:lnTo>
                  <a:lnTo>
                    <a:pt x="21" y="625"/>
                  </a:lnTo>
                  <a:lnTo>
                    <a:pt x="21" y="630"/>
                  </a:lnTo>
                  <a:lnTo>
                    <a:pt x="21" y="634"/>
                  </a:lnTo>
                  <a:lnTo>
                    <a:pt x="21" y="637"/>
                  </a:lnTo>
                  <a:lnTo>
                    <a:pt x="21" y="637"/>
                  </a:lnTo>
                  <a:lnTo>
                    <a:pt x="21" y="639"/>
                  </a:lnTo>
                  <a:lnTo>
                    <a:pt x="23" y="639"/>
                  </a:lnTo>
                  <a:lnTo>
                    <a:pt x="23" y="639"/>
                  </a:lnTo>
                  <a:lnTo>
                    <a:pt x="23" y="639"/>
                  </a:lnTo>
                  <a:lnTo>
                    <a:pt x="23" y="639"/>
                  </a:lnTo>
                  <a:lnTo>
                    <a:pt x="26" y="641"/>
                  </a:lnTo>
                  <a:lnTo>
                    <a:pt x="26" y="641"/>
                  </a:lnTo>
                  <a:lnTo>
                    <a:pt x="28" y="644"/>
                  </a:lnTo>
                  <a:lnTo>
                    <a:pt x="28" y="644"/>
                  </a:lnTo>
                  <a:lnTo>
                    <a:pt x="28" y="644"/>
                  </a:lnTo>
                  <a:lnTo>
                    <a:pt x="28" y="646"/>
                  </a:lnTo>
                  <a:lnTo>
                    <a:pt x="28" y="646"/>
                  </a:lnTo>
                  <a:lnTo>
                    <a:pt x="28" y="646"/>
                  </a:lnTo>
                  <a:lnTo>
                    <a:pt x="28" y="648"/>
                  </a:lnTo>
                  <a:lnTo>
                    <a:pt x="28" y="648"/>
                  </a:lnTo>
                  <a:lnTo>
                    <a:pt x="28" y="651"/>
                  </a:lnTo>
                  <a:lnTo>
                    <a:pt x="28" y="651"/>
                  </a:lnTo>
                  <a:lnTo>
                    <a:pt x="28" y="653"/>
                  </a:lnTo>
                  <a:lnTo>
                    <a:pt x="23" y="653"/>
                  </a:lnTo>
                  <a:lnTo>
                    <a:pt x="23" y="656"/>
                  </a:lnTo>
                  <a:lnTo>
                    <a:pt x="23" y="658"/>
                  </a:lnTo>
                  <a:lnTo>
                    <a:pt x="23" y="660"/>
                  </a:lnTo>
                  <a:lnTo>
                    <a:pt x="21" y="663"/>
                  </a:lnTo>
                  <a:lnTo>
                    <a:pt x="23" y="663"/>
                  </a:lnTo>
                  <a:lnTo>
                    <a:pt x="23" y="665"/>
                  </a:lnTo>
                  <a:lnTo>
                    <a:pt x="23" y="667"/>
                  </a:lnTo>
                  <a:lnTo>
                    <a:pt x="23" y="667"/>
                  </a:lnTo>
                  <a:lnTo>
                    <a:pt x="23" y="670"/>
                  </a:lnTo>
                  <a:lnTo>
                    <a:pt x="23" y="670"/>
                  </a:lnTo>
                  <a:lnTo>
                    <a:pt x="23" y="670"/>
                  </a:lnTo>
                  <a:lnTo>
                    <a:pt x="23" y="672"/>
                  </a:lnTo>
                  <a:lnTo>
                    <a:pt x="23" y="677"/>
                  </a:lnTo>
                  <a:lnTo>
                    <a:pt x="23" y="686"/>
                  </a:lnTo>
                  <a:lnTo>
                    <a:pt x="23" y="696"/>
                  </a:lnTo>
                  <a:lnTo>
                    <a:pt x="26" y="701"/>
                  </a:lnTo>
                  <a:lnTo>
                    <a:pt x="28" y="701"/>
                  </a:lnTo>
                  <a:lnTo>
                    <a:pt x="30" y="703"/>
                  </a:lnTo>
                  <a:lnTo>
                    <a:pt x="33" y="705"/>
                  </a:lnTo>
                  <a:lnTo>
                    <a:pt x="33" y="705"/>
                  </a:lnTo>
                  <a:lnTo>
                    <a:pt x="33" y="708"/>
                  </a:lnTo>
                  <a:lnTo>
                    <a:pt x="33" y="708"/>
                  </a:lnTo>
                  <a:lnTo>
                    <a:pt x="35" y="708"/>
                  </a:lnTo>
                  <a:lnTo>
                    <a:pt x="35" y="708"/>
                  </a:lnTo>
                  <a:lnTo>
                    <a:pt x="35" y="708"/>
                  </a:lnTo>
                  <a:lnTo>
                    <a:pt x="37" y="710"/>
                  </a:lnTo>
                  <a:lnTo>
                    <a:pt x="37" y="712"/>
                  </a:lnTo>
                  <a:lnTo>
                    <a:pt x="37" y="715"/>
                  </a:lnTo>
                  <a:lnTo>
                    <a:pt x="37" y="719"/>
                  </a:lnTo>
                  <a:lnTo>
                    <a:pt x="37" y="722"/>
                  </a:lnTo>
                  <a:lnTo>
                    <a:pt x="42" y="727"/>
                  </a:lnTo>
                  <a:lnTo>
                    <a:pt x="42" y="729"/>
                  </a:lnTo>
                  <a:lnTo>
                    <a:pt x="42" y="734"/>
                  </a:lnTo>
                  <a:lnTo>
                    <a:pt x="42" y="734"/>
                  </a:lnTo>
                  <a:lnTo>
                    <a:pt x="47" y="738"/>
                  </a:lnTo>
                  <a:lnTo>
                    <a:pt x="49" y="738"/>
                  </a:lnTo>
                  <a:lnTo>
                    <a:pt x="49" y="738"/>
                  </a:lnTo>
                  <a:lnTo>
                    <a:pt x="52" y="738"/>
                  </a:lnTo>
                  <a:lnTo>
                    <a:pt x="54" y="741"/>
                  </a:lnTo>
                  <a:lnTo>
                    <a:pt x="56" y="743"/>
                  </a:lnTo>
                  <a:lnTo>
                    <a:pt x="59" y="743"/>
                  </a:lnTo>
                  <a:lnTo>
                    <a:pt x="59" y="743"/>
                  </a:lnTo>
                  <a:lnTo>
                    <a:pt x="59" y="743"/>
                  </a:lnTo>
                  <a:lnTo>
                    <a:pt x="61" y="743"/>
                  </a:lnTo>
                  <a:lnTo>
                    <a:pt x="61" y="746"/>
                  </a:lnTo>
                  <a:lnTo>
                    <a:pt x="63" y="746"/>
                  </a:lnTo>
                  <a:lnTo>
                    <a:pt x="63" y="746"/>
                  </a:lnTo>
                  <a:lnTo>
                    <a:pt x="63" y="748"/>
                  </a:lnTo>
                  <a:lnTo>
                    <a:pt x="63" y="748"/>
                  </a:lnTo>
                  <a:lnTo>
                    <a:pt x="61" y="748"/>
                  </a:lnTo>
                  <a:lnTo>
                    <a:pt x="61" y="746"/>
                  </a:lnTo>
                  <a:lnTo>
                    <a:pt x="59" y="746"/>
                  </a:lnTo>
                  <a:lnTo>
                    <a:pt x="59" y="743"/>
                  </a:lnTo>
                  <a:lnTo>
                    <a:pt x="56" y="743"/>
                  </a:lnTo>
                  <a:lnTo>
                    <a:pt x="59" y="746"/>
                  </a:lnTo>
                  <a:lnTo>
                    <a:pt x="59" y="748"/>
                  </a:lnTo>
                  <a:lnTo>
                    <a:pt x="61" y="748"/>
                  </a:lnTo>
                  <a:lnTo>
                    <a:pt x="61" y="750"/>
                  </a:lnTo>
                  <a:lnTo>
                    <a:pt x="68" y="750"/>
                  </a:lnTo>
                  <a:lnTo>
                    <a:pt x="75" y="753"/>
                  </a:lnTo>
                  <a:lnTo>
                    <a:pt x="80" y="753"/>
                  </a:lnTo>
                  <a:lnTo>
                    <a:pt x="82" y="753"/>
                  </a:lnTo>
                  <a:lnTo>
                    <a:pt x="87" y="755"/>
                  </a:lnTo>
                  <a:lnTo>
                    <a:pt x="89" y="757"/>
                  </a:lnTo>
                  <a:lnTo>
                    <a:pt x="92" y="757"/>
                  </a:lnTo>
                  <a:lnTo>
                    <a:pt x="92" y="760"/>
                  </a:lnTo>
                  <a:lnTo>
                    <a:pt x="92" y="762"/>
                  </a:lnTo>
                  <a:lnTo>
                    <a:pt x="94" y="762"/>
                  </a:lnTo>
                  <a:lnTo>
                    <a:pt x="99" y="764"/>
                  </a:lnTo>
                  <a:lnTo>
                    <a:pt x="101" y="764"/>
                  </a:lnTo>
                  <a:lnTo>
                    <a:pt x="101" y="767"/>
                  </a:lnTo>
                  <a:lnTo>
                    <a:pt x="101" y="769"/>
                  </a:lnTo>
                  <a:lnTo>
                    <a:pt x="104" y="769"/>
                  </a:lnTo>
                  <a:lnTo>
                    <a:pt x="104" y="769"/>
                  </a:lnTo>
                  <a:lnTo>
                    <a:pt x="104" y="769"/>
                  </a:lnTo>
                  <a:lnTo>
                    <a:pt x="106" y="769"/>
                  </a:lnTo>
                  <a:lnTo>
                    <a:pt x="106" y="769"/>
                  </a:lnTo>
                  <a:lnTo>
                    <a:pt x="123" y="769"/>
                  </a:lnTo>
                  <a:lnTo>
                    <a:pt x="125" y="767"/>
                  </a:lnTo>
                  <a:lnTo>
                    <a:pt x="127" y="764"/>
                  </a:lnTo>
                  <a:lnTo>
                    <a:pt x="130" y="764"/>
                  </a:lnTo>
                  <a:lnTo>
                    <a:pt x="130" y="764"/>
                  </a:lnTo>
                  <a:lnTo>
                    <a:pt x="132" y="764"/>
                  </a:lnTo>
                  <a:lnTo>
                    <a:pt x="137" y="757"/>
                  </a:lnTo>
                  <a:lnTo>
                    <a:pt x="144" y="755"/>
                  </a:lnTo>
                  <a:lnTo>
                    <a:pt x="151" y="750"/>
                  </a:lnTo>
                  <a:lnTo>
                    <a:pt x="160" y="746"/>
                  </a:lnTo>
                  <a:lnTo>
                    <a:pt x="170" y="743"/>
                  </a:lnTo>
                  <a:lnTo>
                    <a:pt x="175" y="743"/>
                  </a:lnTo>
                  <a:lnTo>
                    <a:pt x="182" y="746"/>
                  </a:lnTo>
                  <a:lnTo>
                    <a:pt x="182" y="746"/>
                  </a:lnTo>
                  <a:lnTo>
                    <a:pt x="184" y="746"/>
                  </a:lnTo>
                  <a:lnTo>
                    <a:pt x="186" y="743"/>
                  </a:lnTo>
                  <a:lnTo>
                    <a:pt x="189" y="743"/>
                  </a:lnTo>
                  <a:lnTo>
                    <a:pt x="189" y="743"/>
                  </a:lnTo>
                  <a:lnTo>
                    <a:pt x="189" y="743"/>
                  </a:lnTo>
                  <a:lnTo>
                    <a:pt x="189" y="743"/>
                  </a:lnTo>
                  <a:lnTo>
                    <a:pt x="189" y="743"/>
                  </a:lnTo>
                  <a:lnTo>
                    <a:pt x="191" y="743"/>
                  </a:lnTo>
                  <a:lnTo>
                    <a:pt x="191" y="741"/>
                  </a:lnTo>
                  <a:lnTo>
                    <a:pt x="191" y="741"/>
                  </a:lnTo>
                  <a:lnTo>
                    <a:pt x="194" y="741"/>
                  </a:lnTo>
                  <a:lnTo>
                    <a:pt x="194" y="741"/>
                  </a:lnTo>
                  <a:lnTo>
                    <a:pt x="196" y="738"/>
                  </a:lnTo>
                  <a:lnTo>
                    <a:pt x="198" y="736"/>
                  </a:lnTo>
                  <a:lnTo>
                    <a:pt x="198" y="736"/>
                  </a:lnTo>
                  <a:lnTo>
                    <a:pt x="198" y="736"/>
                  </a:lnTo>
                  <a:lnTo>
                    <a:pt x="198" y="736"/>
                  </a:lnTo>
                  <a:lnTo>
                    <a:pt x="198" y="738"/>
                  </a:lnTo>
                  <a:lnTo>
                    <a:pt x="201" y="738"/>
                  </a:lnTo>
                  <a:lnTo>
                    <a:pt x="201" y="738"/>
                  </a:lnTo>
                  <a:lnTo>
                    <a:pt x="203" y="736"/>
                  </a:lnTo>
                  <a:lnTo>
                    <a:pt x="205" y="734"/>
                  </a:lnTo>
                  <a:lnTo>
                    <a:pt x="205" y="734"/>
                  </a:lnTo>
                  <a:lnTo>
                    <a:pt x="208" y="734"/>
                  </a:lnTo>
                  <a:lnTo>
                    <a:pt x="208" y="731"/>
                  </a:lnTo>
                  <a:lnTo>
                    <a:pt x="208" y="731"/>
                  </a:lnTo>
                  <a:lnTo>
                    <a:pt x="208" y="729"/>
                  </a:lnTo>
                  <a:lnTo>
                    <a:pt x="208" y="729"/>
                  </a:lnTo>
                  <a:lnTo>
                    <a:pt x="208" y="729"/>
                  </a:lnTo>
                  <a:lnTo>
                    <a:pt x="208" y="727"/>
                  </a:lnTo>
                  <a:lnTo>
                    <a:pt x="208" y="729"/>
                  </a:lnTo>
                  <a:lnTo>
                    <a:pt x="208" y="729"/>
                  </a:lnTo>
                  <a:lnTo>
                    <a:pt x="208" y="729"/>
                  </a:lnTo>
                  <a:lnTo>
                    <a:pt x="208" y="731"/>
                  </a:lnTo>
                  <a:lnTo>
                    <a:pt x="210" y="729"/>
                  </a:lnTo>
                  <a:lnTo>
                    <a:pt x="210" y="724"/>
                  </a:lnTo>
                  <a:lnTo>
                    <a:pt x="210" y="724"/>
                  </a:lnTo>
                  <a:lnTo>
                    <a:pt x="212" y="722"/>
                  </a:lnTo>
                  <a:lnTo>
                    <a:pt x="212" y="719"/>
                  </a:lnTo>
                  <a:lnTo>
                    <a:pt x="212" y="719"/>
                  </a:lnTo>
                  <a:lnTo>
                    <a:pt x="212" y="717"/>
                  </a:lnTo>
                  <a:lnTo>
                    <a:pt x="215" y="715"/>
                  </a:lnTo>
                  <a:lnTo>
                    <a:pt x="220" y="705"/>
                  </a:lnTo>
                  <a:lnTo>
                    <a:pt x="220" y="696"/>
                  </a:lnTo>
                  <a:lnTo>
                    <a:pt x="220" y="691"/>
                  </a:lnTo>
                  <a:lnTo>
                    <a:pt x="220" y="691"/>
                  </a:lnTo>
                  <a:lnTo>
                    <a:pt x="222" y="691"/>
                  </a:lnTo>
                  <a:lnTo>
                    <a:pt x="222" y="691"/>
                  </a:lnTo>
                  <a:lnTo>
                    <a:pt x="222" y="691"/>
                  </a:lnTo>
                  <a:lnTo>
                    <a:pt x="224" y="684"/>
                  </a:lnTo>
                  <a:lnTo>
                    <a:pt x="224" y="684"/>
                  </a:lnTo>
                  <a:lnTo>
                    <a:pt x="227" y="682"/>
                  </a:lnTo>
                  <a:lnTo>
                    <a:pt x="227" y="679"/>
                  </a:lnTo>
                  <a:lnTo>
                    <a:pt x="227" y="679"/>
                  </a:lnTo>
                  <a:lnTo>
                    <a:pt x="227" y="679"/>
                  </a:lnTo>
                  <a:lnTo>
                    <a:pt x="227" y="679"/>
                  </a:lnTo>
                  <a:lnTo>
                    <a:pt x="227" y="679"/>
                  </a:lnTo>
                  <a:lnTo>
                    <a:pt x="227" y="679"/>
                  </a:lnTo>
                  <a:lnTo>
                    <a:pt x="227" y="679"/>
                  </a:lnTo>
                  <a:lnTo>
                    <a:pt x="227" y="679"/>
                  </a:lnTo>
                  <a:lnTo>
                    <a:pt x="227" y="679"/>
                  </a:lnTo>
                  <a:lnTo>
                    <a:pt x="227" y="677"/>
                  </a:lnTo>
                  <a:lnTo>
                    <a:pt x="229" y="677"/>
                  </a:lnTo>
                  <a:lnTo>
                    <a:pt x="229" y="677"/>
                  </a:lnTo>
                  <a:lnTo>
                    <a:pt x="229" y="675"/>
                  </a:lnTo>
                  <a:lnTo>
                    <a:pt x="231" y="667"/>
                  </a:lnTo>
                  <a:lnTo>
                    <a:pt x="236" y="656"/>
                  </a:lnTo>
                  <a:lnTo>
                    <a:pt x="236" y="653"/>
                  </a:lnTo>
                  <a:lnTo>
                    <a:pt x="234" y="653"/>
                  </a:lnTo>
                  <a:lnTo>
                    <a:pt x="234" y="653"/>
                  </a:lnTo>
                  <a:lnTo>
                    <a:pt x="234" y="653"/>
                  </a:lnTo>
                  <a:lnTo>
                    <a:pt x="234" y="651"/>
                  </a:lnTo>
                  <a:lnTo>
                    <a:pt x="234" y="651"/>
                  </a:lnTo>
                  <a:lnTo>
                    <a:pt x="234" y="651"/>
                  </a:lnTo>
                  <a:lnTo>
                    <a:pt x="234" y="651"/>
                  </a:lnTo>
                  <a:lnTo>
                    <a:pt x="236" y="653"/>
                  </a:lnTo>
                  <a:lnTo>
                    <a:pt x="241" y="632"/>
                  </a:lnTo>
                  <a:lnTo>
                    <a:pt x="243" y="625"/>
                  </a:lnTo>
                  <a:lnTo>
                    <a:pt x="246" y="618"/>
                  </a:lnTo>
                  <a:lnTo>
                    <a:pt x="246" y="613"/>
                  </a:lnTo>
                  <a:lnTo>
                    <a:pt x="248" y="606"/>
                  </a:lnTo>
                  <a:lnTo>
                    <a:pt x="248" y="604"/>
                  </a:lnTo>
                  <a:lnTo>
                    <a:pt x="250" y="587"/>
                  </a:lnTo>
                  <a:lnTo>
                    <a:pt x="253" y="585"/>
                  </a:lnTo>
                  <a:lnTo>
                    <a:pt x="253" y="580"/>
                  </a:lnTo>
                  <a:lnTo>
                    <a:pt x="260" y="566"/>
                  </a:lnTo>
                  <a:lnTo>
                    <a:pt x="267" y="549"/>
                  </a:lnTo>
                  <a:lnTo>
                    <a:pt x="274" y="528"/>
                  </a:lnTo>
                  <a:lnTo>
                    <a:pt x="274" y="525"/>
                  </a:lnTo>
                  <a:lnTo>
                    <a:pt x="274" y="523"/>
                  </a:lnTo>
                  <a:lnTo>
                    <a:pt x="276" y="518"/>
                  </a:lnTo>
                  <a:lnTo>
                    <a:pt x="276" y="516"/>
                  </a:lnTo>
                  <a:lnTo>
                    <a:pt x="276" y="516"/>
                  </a:lnTo>
                  <a:lnTo>
                    <a:pt x="279" y="511"/>
                  </a:lnTo>
                  <a:lnTo>
                    <a:pt x="279" y="509"/>
                  </a:lnTo>
                  <a:lnTo>
                    <a:pt x="279" y="506"/>
                  </a:lnTo>
                  <a:lnTo>
                    <a:pt x="279" y="506"/>
                  </a:lnTo>
                  <a:lnTo>
                    <a:pt x="279" y="504"/>
                  </a:lnTo>
                  <a:lnTo>
                    <a:pt x="279" y="504"/>
                  </a:lnTo>
                  <a:lnTo>
                    <a:pt x="281" y="504"/>
                  </a:lnTo>
                  <a:lnTo>
                    <a:pt x="279" y="502"/>
                  </a:lnTo>
                  <a:lnTo>
                    <a:pt x="279" y="502"/>
                  </a:lnTo>
                  <a:lnTo>
                    <a:pt x="279" y="502"/>
                  </a:lnTo>
                  <a:lnTo>
                    <a:pt x="279" y="502"/>
                  </a:lnTo>
                  <a:lnTo>
                    <a:pt x="279" y="502"/>
                  </a:lnTo>
                  <a:lnTo>
                    <a:pt x="279" y="499"/>
                  </a:lnTo>
                  <a:lnTo>
                    <a:pt x="281" y="499"/>
                  </a:lnTo>
                  <a:lnTo>
                    <a:pt x="286" y="478"/>
                  </a:lnTo>
                  <a:lnTo>
                    <a:pt x="288" y="471"/>
                  </a:lnTo>
                  <a:lnTo>
                    <a:pt x="291" y="466"/>
                  </a:lnTo>
                  <a:lnTo>
                    <a:pt x="293" y="457"/>
                  </a:lnTo>
                  <a:lnTo>
                    <a:pt x="298" y="450"/>
                  </a:lnTo>
                  <a:lnTo>
                    <a:pt x="298" y="447"/>
                  </a:lnTo>
                  <a:lnTo>
                    <a:pt x="298" y="447"/>
                  </a:lnTo>
                  <a:lnTo>
                    <a:pt x="295" y="445"/>
                  </a:lnTo>
                  <a:lnTo>
                    <a:pt x="295" y="445"/>
                  </a:lnTo>
                  <a:lnTo>
                    <a:pt x="295" y="445"/>
                  </a:lnTo>
                  <a:lnTo>
                    <a:pt x="298" y="445"/>
                  </a:lnTo>
                  <a:lnTo>
                    <a:pt x="298" y="445"/>
                  </a:lnTo>
                  <a:lnTo>
                    <a:pt x="298" y="445"/>
                  </a:lnTo>
                  <a:lnTo>
                    <a:pt x="300" y="440"/>
                  </a:lnTo>
                  <a:lnTo>
                    <a:pt x="300" y="438"/>
                  </a:lnTo>
                  <a:lnTo>
                    <a:pt x="300" y="438"/>
                  </a:lnTo>
                  <a:lnTo>
                    <a:pt x="302" y="428"/>
                  </a:lnTo>
                  <a:lnTo>
                    <a:pt x="307" y="412"/>
                  </a:lnTo>
                  <a:lnTo>
                    <a:pt x="314" y="393"/>
                  </a:lnTo>
                  <a:lnTo>
                    <a:pt x="314" y="391"/>
                  </a:lnTo>
                  <a:lnTo>
                    <a:pt x="319" y="381"/>
                  </a:lnTo>
                  <a:lnTo>
                    <a:pt x="321" y="372"/>
                  </a:lnTo>
                  <a:lnTo>
                    <a:pt x="326" y="364"/>
                  </a:lnTo>
                  <a:lnTo>
                    <a:pt x="326" y="360"/>
                  </a:lnTo>
                  <a:lnTo>
                    <a:pt x="326" y="360"/>
                  </a:lnTo>
                  <a:lnTo>
                    <a:pt x="328" y="357"/>
                  </a:lnTo>
                  <a:lnTo>
                    <a:pt x="328" y="357"/>
                  </a:lnTo>
                  <a:lnTo>
                    <a:pt x="328" y="346"/>
                  </a:lnTo>
                  <a:lnTo>
                    <a:pt x="331" y="343"/>
                  </a:lnTo>
                  <a:lnTo>
                    <a:pt x="331" y="343"/>
                  </a:lnTo>
                  <a:lnTo>
                    <a:pt x="333" y="343"/>
                  </a:lnTo>
                  <a:lnTo>
                    <a:pt x="333" y="343"/>
                  </a:lnTo>
                  <a:lnTo>
                    <a:pt x="333" y="343"/>
                  </a:lnTo>
                  <a:lnTo>
                    <a:pt x="333" y="341"/>
                  </a:lnTo>
                  <a:lnTo>
                    <a:pt x="331" y="341"/>
                  </a:lnTo>
                  <a:lnTo>
                    <a:pt x="331" y="341"/>
                  </a:lnTo>
                  <a:lnTo>
                    <a:pt x="331" y="341"/>
                  </a:lnTo>
                  <a:lnTo>
                    <a:pt x="331" y="338"/>
                  </a:lnTo>
                  <a:lnTo>
                    <a:pt x="331" y="338"/>
                  </a:lnTo>
                  <a:lnTo>
                    <a:pt x="333" y="329"/>
                  </a:lnTo>
                  <a:lnTo>
                    <a:pt x="336" y="322"/>
                  </a:lnTo>
                  <a:lnTo>
                    <a:pt x="336" y="320"/>
                  </a:lnTo>
                  <a:lnTo>
                    <a:pt x="336" y="315"/>
                  </a:lnTo>
                  <a:lnTo>
                    <a:pt x="333" y="301"/>
                  </a:lnTo>
                  <a:lnTo>
                    <a:pt x="331" y="298"/>
                  </a:lnTo>
                  <a:lnTo>
                    <a:pt x="331" y="298"/>
                  </a:lnTo>
                  <a:lnTo>
                    <a:pt x="333" y="293"/>
                  </a:lnTo>
                  <a:lnTo>
                    <a:pt x="336" y="289"/>
                  </a:lnTo>
                  <a:lnTo>
                    <a:pt x="338" y="282"/>
                  </a:lnTo>
                  <a:lnTo>
                    <a:pt x="340" y="275"/>
                  </a:lnTo>
                  <a:lnTo>
                    <a:pt x="343" y="272"/>
                  </a:lnTo>
                  <a:lnTo>
                    <a:pt x="343" y="272"/>
                  </a:lnTo>
                  <a:lnTo>
                    <a:pt x="343" y="272"/>
                  </a:lnTo>
                  <a:lnTo>
                    <a:pt x="345" y="272"/>
                  </a:lnTo>
                  <a:lnTo>
                    <a:pt x="347" y="270"/>
                  </a:lnTo>
                  <a:lnTo>
                    <a:pt x="350" y="270"/>
                  </a:lnTo>
                  <a:lnTo>
                    <a:pt x="352" y="270"/>
                  </a:lnTo>
                  <a:lnTo>
                    <a:pt x="354" y="270"/>
                  </a:lnTo>
                  <a:lnTo>
                    <a:pt x="352" y="270"/>
                  </a:lnTo>
                  <a:lnTo>
                    <a:pt x="352" y="270"/>
                  </a:lnTo>
                  <a:lnTo>
                    <a:pt x="350" y="267"/>
                  </a:lnTo>
                  <a:lnTo>
                    <a:pt x="350" y="267"/>
                  </a:lnTo>
                  <a:lnTo>
                    <a:pt x="347" y="265"/>
                  </a:lnTo>
                  <a:lnTo>
                    <a:pt x="347" y="265"/>
                  </a:lnTo>
                  <a:lnTo>
                    <a:pt x="347" y="263"/>
                  </a:lnTo>
                  <a:lnTo>
                    <a:pt x="350" y="260"/>
                  </a:lnTo>
                  <a:lnTo>
                    <a:pt x="352" y="258"/>
                  </a:lnTo>
                  <a:lnTo>
                    <a:pt x="354" y="253"/>
                  </a:lnTo>
                  <a:lnTo>
                    <a:pt x="354" y="253"/>
                  </a:lnTo>
                  <a:lnTo>
                    <a:pt x="354" y="251"/>
                  </a:lnTo>
                  <a:lnTo>
                    <a:pt x="354" y="251"/>
                  </a:lnTo>
                  <a:lnTo>
                    <a:pt x="354" y="249"/>
                  </a:lnTo>
                  <a:lnTo>
                    <a:pt x="354" y="249"/>
                  </a:lnTo>
                  <a:lnTo>
                    <a:pt x="354" y="246"/>
                  </a:lnTo>
                  <a:lnTo>
                    <a:pt x="354" y="246"/>
                  </a:lnTo>
                  <a:lnTo>
                    <a:pt x="354" y="246"/>
                  </a:lnTo>
                  <a:lnTo>
                    <a:pt x="352" y="244"/>
                  </a:lnTo>
                  <a:lnTo>
                    <a:pt x="354" y="241"/>
                  </a:lnTo>
                  <a:lnTo>
                    <a:pt x="354" y="237"/>
                  </a:lnTo>
                  <a:lnTo>
                    <a:pt x="354" y="234"/>
                  </a:lnTo>
                  <a:lnTo>
                    <a:pt x="352" y="232"/>
                  </a:lnTo>
                  <a:lnTo>
                    <a:pt x="352" y="232"/>
                  </a:lnTo>
                  <a:lnTo>
                    <a:pt x="347" y="230"/>
                  </a:lnTo>
                  <a:lnTo>
                    <a:pt x="347" y="230"/>
                  </a:lnTo>
                  <a:lnTo>
                    <a:pt x="345" y="227"/>
                  </a:lnTo>
                  <a:lnTo>
                    <a:pt x="345" y="225"/>
                  </a:lnTo>
                  <a:lnTo>
                    <a:pt x="345" y="225"/>
                  </a:lnTo>
                  <a:lnTo>
                    <a:pt x="345" y="222"/>
                  </a:lnTo>
                  <a:lnTo>
                    <a:pt x="347" y="220"/>
                  </a:lnTo>
                  <a:lnTo>
                    <a:pt x="347" y="218"/>
                  </a:lnTo>
                  <a:lnTo>
                    <a:pt x="347" y="218"/>
                  </a:lnTo>
                  <a:lnTo>
                    <a:pt x="347" y="218"/>
                  </a:lnTo>
                  <a:lnTo>
                    <a:pt x="347" y="215"/>
                  </a:lnTo>
                  <a:lnTo>
                    <a:pt x="347" y="213"/>
                  </a:lnTo>
                  <a:lnTo>
                    <a:pt x="347" y="211"/>
                  </a:lnTo>
                  <a:lnTo>
                    <a:pt x="345" y="208"/>
                  </a:lnTo>
                  <a:lnTo>
                    <a:pt x="345" y="208"/>
                  </a:lnTo>
                  <a:lnTo>
                    <a:pt x="345" y="206"/>
                  </a:lnTo>
                  <a:lnTo>
                    <a:pt x="345" y="206"/>
                  </a:lnTo>
                  <a:lnTo>
                    <a:pt x="343" y="206"/>
                  </a:lnTo>
                  <a:lnTo>
                    <a:pt x="343" y="206"/>
                  </a:lnTo>
                  <a:lnTo>
                    <a:pt x="345" y="204"/>
                  </a:lnTo>
                  <a:lnTo>
                    <a:pt x="345" y="204"/>
                  </a:lnTo>
                  <a:lnTo>
                    <a:pt x="345" y="201"/>
                  </a:lnTo>
                  <a:lnTo>
                    <a:pt x="343" y="199"/>
                  </a:lnTo>
                  <a:lnTo>
                    <a:pt x="343" y="199"/>
                  </a:lnTo>
                  <a:lnTo>
                    <a:pt x="347" y="194"/>
                  </a:lnTo>
                  <a:lnTo>
                    <a:pt x="347" y="192"/>
                  </a:lnTo>
                  <a:lnTo>
                    <a:pt x="350" y="192"/>
                  </a:lnTo>
                  <a:lnTo>
                    <a:pt x="352" y="192"/>
                  </a:lnTo>
                  <a:lnTo>
                    <a:pt x="354" y="192"/>
                  </a:lnTo>
                  <a:lnTo>
                    <a:pt x="357" y="192"/>
                  </a:lnTo>
                  <a:lnTo>
                    <a:pt x="357" y="192"/>
                  </a:lnTo>
                  <a:lnTo>
                    <a:pt x="357" y="192"/>
                  </a:lnTo>
                  <a:lnTo>
                    <a:pt x="357" y="192"/>
                  </a:lnTo>
                  <a:lnTo>
                    <a:pt x="357" y="192"/>
                  </a:lnTo>
                  <a:lnTo>
                    <a:pt x="357" y="192"/>
                  </a:lnTo>
                  <a:lnTo>
                    <a:pt x="357" y="192"/>
                  </a:lnTo>
                  <a:lnTo>
                    <a:pt x="357" y="196"/>
                  </a:lnTo>
                  <a:lnTo>
                    <a:pt x="357" y="196"/>
                  </a:lnTo>
                  <a:lnTo>
                    <a:pt x="357" y="199"/>
                  </a:lnTo>
                  <a:lnTo>
                    <a:pt x="357" y="199"/>
                  </a:lnTo>
                  <a:lnTo>
                    <a:pt x="359" y="201"/>
                  </a:lnTo>
                  <a:lnTo>
                    <a:pt x="359" y="201"/>
                  </a:lnTo>
                  <a:lnTo>
                    <a:pt x="359" y="201"/>
                  </a:lnTo>
                  <a:lnTo>
                    <a:pt x="359" y="201"/>
                  </a:lnTo>
                  <a:lnTo>
                    <a:pt x="359" y="201"/>
                  </a:lnTo>
                  <a:lnTo>
                    <a:pt x="362" y="201"/>
                  </a:lnTo>
                  <a:lnTo>
                    <a:pt x="362" y="201"/>
                  </a:lnTo>
                  <a:lnTo>
                    <a:pt x="362" y="204"/>
                  </a:lnTo>
                  <a:lnTo>
                    <a:pt x="362" y="204"/>
                  </a:lnTo>
                  <a:lnTo>
                    <a:pt x="362" y="204"/>
                  </a:lnTo>
                  <a:lnTo>
                    <a:pt x="362" y="206"/>
                  </a:lnTo>
                  <a:lnTo>
                    <a:pt x="362" y="206"/>
                  </a:lnTo>
                  <a:lnTo>
                    <a:pt x="362" y="208"/>
                  </a:lnTo>
                  <a:lnTo>
                    <a:pt x="362" y="208"/>
                  </a:lnTo>
                  <a:lnTo>
                    <a:pt x="362" y="208"/>
                  </a:lnTo>
                  <a:lnTo>
                    <a:pt x="362" y="208"/>
                  </a:lnTo>
                  <a:lnTo>
                    <a:pt x="364" y="211"/>
                  </a:lnTo>
                  <a:lnTo>
                    <a:pt x="364" y="211"/>
                  </a:lnTo>
                  <a:lnTo>
                    <a:pt x="364" y="211"/>
                  </a:lnTo>
                  <a:lnTo>
                    <a:pt x="364" y="213"/>
                  </a:lnTo>
                  <a:lnTo>
                    <a:pt x="364" y="215"/>
                  </a:lnTo>
                  <a:lnTo>
                    <a:pt x="366" y="215"/>
                  </a:lnTo>
                  <a:lnTo>
                    <a:pt x="369" y="218"/>
                  </a:lnTo>
                  <a:lnTo>
                    <a:pt x="369" y="218"/>
                  </a:lnTo>
                  <a:lnTo>
                    <a:pt x="371" y="220"/>
                  </a:lnTo>
                  <a:lnTo>
                    <a:pt x="371" y="222"/>
                  </a:lnTo>
                  <a:lnTo>
                    <a:pt x="373" y="222"/>
                  </a:lnTo>
                  <a:lnTo>
                    <a:pt x="373" y="222"/>
                  </a:lnTo>
                  <a:lnTo>
                    <a:pt x="373" y="222"/>
                  </a:lnTo>
                  <a:lnTo>
                    <a:pt x="376" y="220"/>
                  </a:lnTo>
                  <a:lnTo>
                    <a:pt x="376" y="220"/>
                  </a:lnTo>
                  <a:lnTo>
                    <a:pt x="376" y="218"/>
                  </a:lnTo>
                  <a:lnTo>
                    <a:pt x="380" y="213"/>
                  </a:lnTo>
                  <a:lnTo>
                    <a:pt x="380" y="211"/>
                  </a:lnTo>
                  <a:lnTo>
                    <a:pt x="380" y="211"/>
                  </a:lnTo>
                  <a:lnTo>
                    <a:pt x="380" y="211"/>
                  </a:lnTo>
                  <a:lnTo>
                    <a:pt x="385" y="201"/>
                  </a:lnTo>
                  <a:lnTo>
                    <a:pt x="385" y="199"/>
                  </a:lnTo>
                  <a:lnTo>
                    <a:pt x="385" y="199"/>
                  </a:lnTo>
                  <a:lnTo>
                    <a:pt x="388" y="196"/>
                  </a:lnTo>
                  <a:lnTo>
                    <a:pt x="388" y="194"/>
                  </a:lnTo>
                  <a:lnTo>
                    <a:pt x="388" y="194"/>
                  </a:lnTo>
                  <a:lnTo>
                    <a:pt x="388" y="192"/>
                  </a:lnTo>
                  <a:lnTo>
                    <a:pt x="388" y="192"/>
                  </a:lnTo>
                  <a:lnTo>
                    <a:pt x="388" y="192"/>
                  </a:lnTo>
                  <a:lnTo>
                    <a:pt x="388" y="192"/>
                  </a:lnTo>
                  <a:lnTo>
                    <a:pt x="388" y="192"/>
                  </a:lnTo>
                  <a:lnTo>
                    <a:pt x="388" y="189"/>
                  </a:lnTo>
                  <a:lnTo>
                    <a:pt x="388" y="189"/>
                  </a:lnTo>
                  <a:lnTo>
                    <a:pt x="388" y="189"/>
                  </a:lnTo>
                  <a:lnTo>
                    <a:pt x="388" y="187"/>
                  </a:lnTo>
                  <a:lnTo>
                    <a:pt x="388" y="187"/>
                  </a:lnTo>
                  <a:lnTo>
                    <a:pt x="388" y="187"/>
                  </a:lnTo>
                  <a:lnTo>
                    <a:pt x="390" y="187"/>
                  </a:lnTo>
                  <a:lnTo>
                    <a:pt x="390" y="185"/>
                  </a:lnTo>
                  <a:lnTo>
                    <a:pt x="390" y="185"/>
                  </a:lnTo>
                  <a:lnTo>
                    <a:pt x="390" y="182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37">
              <a:extLst>
                <a:ext uri="{FF2B5EF4-FFF2-40B4-BE49-F238E27FC236}">
                  <a16:creationId xmlns:a16="http://schemas.microsoft.com/office/drawing/2014/main" id="{3715B49E-E186-18C6-F190-5153D6F22190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4711" y="946398"/>
              <a:ext cx="1081181" cy="1039156"/>
            </a:xfrm>
            <a:custGeom>
              <a:avLst/>
              <a:gdLst>
                <a:gd name="T0" fmla="*/ 840 w 849"/>
                <a:gd name="T1" fmla="*/ 78 h 816"/>
                <a:gd name="T2" fmla="*/ 825 w 849"/>
                <a:gd name="T3" fmla="*/ 73 h 816"/>
                <a:gd name="T4" fmla="*/ 785 w 849"/>
                <a:gd name="T5" fmla="*/ 71 h 816"/>
                <a:gd name="T6" fmla="*/ 752 w 849"/>
                <a:gd name="T7" fmla="*/ 62 h 816"/>
                <a:gd name="T8" fmla="*/ 747 w 849"/>
                <a:gd name="T9" fmla="*/ 62 h 816"/>
                <a:gd name="T10" fmla="*/ 740 w 849"/>
                <a:gd name="T11" fmla="*/ 47 h 816"/>
                <a:gd name="T12" fmla="*/ 738 w 849"/>
                <a:gd name="T13" fmla="*/ 38 h 816"/>
                <a:gd name="T14" fmla="*/ 731 w 849"/>
                <a:gd name="T15" fmla="*/ 33 h 816"/>
                <a:gd name="T16" fmla="*/ 705 w 849"/>
                <a:gd name="T17" fmla="*/ 24 h 816"/>
                <a:gd name="T18" fmla="*/ 688 w 849"/>
                <a:gd name="T19" fmla="*/ 17 h 816"/>
                <a:gd name="T20" fmla="*/ 665 w 849"/>
                <a:gd name="T21" fmla="*/ 14 h 816"/>
                <a:gd name="T22" fmla="*/ 624 w 849"/>
                <a:gd name="T23" fmla="*/ 31 h 816"/>
                <a:gd name="T24" fmla="*/ 577 w 849"/>
                <a:gd name="T25" fmla="*/ 64 h 816"/>
                <a:gd name="T26" fmla="*/ 570 w 849"/>
                <a:gd name="T27" fmla="*/ 90 h 816"/>
                <a:gd name="T28" fmla="*/ 579 w 849"/>
                <a:gd name="T29" fmla="*/ 118 h 816"/>
                <a:gd name="T30" fmla="*/ 568 w 849"/>
                <a:gd name="T31" fmla="*/ 156 h 816"/>
                <a:gd name="T32" fmla="*/ 527 w 849"/>
                <a:gd name="T33" fmla="*/ 182 h 816"/>
                <a:gd name="T34" fmla="*/ 485 w 849"/>
                <a:gd name="T35" fmla="*/ 159 h 816"/>
                <a:gd name="T36" fmla="*/ 454 w 849"/>
                <a:gd name="T37" fmla="*/ 142 h 816"/>
                <a:gd name="T38" fmla="*/ 430 w 849"/>
                <a:gd name="T39" fmla="*/ 133 h 816"/>
                <a:gd name="T40" fmla="*/ 333 w 849"/>
                <a:gd name="T41" fmla="*/ 97 h 816"/>
                <a:gd name="T42" fmla="*/ 322 w 849"/>
                <a:gd name="T43" fmla="*/ 59 h 816"/>
                <a:gd name="T44" fmla="*/ 291 w 849"/>
                <a:gd name="T45" fmla="*/ 47 h 816"/>
                <a:gd name="T46" fmla="*/ 265 w 849"/>
                <a:gd name="T47" fmla="*/ 31 h 816"/>
                <a:gd name="T48" fmla="*/ 229 w 849"/>
                <a:gd name="T49" fmla="*/ 24 h 816"/>
                <a:gd name="T50" fmla="*/ 189 w 849"/>
                <a:gd name="T51" fmla="*/ 24 h 816"/>
                <a:gd name="T52" fmla="*/ 130 w 849"/>
                <a:gd name="T53" fmla="*/ 2 h 816"/>
                <a:gd name="T54" fmla="*/ 120 w 849"/>
                <a:gd name="T55" fmla="*/ 0 h 816"/>
                <a:gd name="T56" fmla="*/ 116 w 849"/>
                <a:gd name="T57" fmla="*/ 35 h 816"/>
                <a:gd name="T58" fmla="*/ 85 w 849"/>
                <a:gd name="T59" fmla="*/ 66 h 816"/>
                <a:gd name="T60" fmla="*/ 71 w 849"/>
                <a:gd name="T61" fmla="*/ 78 h 816"/>
                <a:gd name="T62" fmla="*/ 52 w 849"/>
                <a:gd name="T63" fmla="*/ 95 h 816"/>
                <a:gd name="T64" fmla="*/ 52 w 849"/>
                <a:gd name="T65" fmla="*/ 137 h 816"/>
                <a:gd name="T66" fmla="*/ 26 w 849"/>
                <a:gd name="T67" fmla="*/ 177 h 816"/>
                <a:gd name="T68" fmla="*/ 30 w 849"/>
                <a:gd name="T69" fmla="*/ 253 h 816"/>
                <a:gd name="T70" fmla="*/ 30 w 849"/>
                <a:gd name="T71" fmla="*/ 346 h 816"/>
                <a:gd name="T72" fmla="*/ 23 w 849"/>
                <a:gd name="T73" fmla="*/ 362 h 816"/>
                <a:gd name="T74" fmla="*/ 33 w 849"/>
                <a:gd name="T75" fmla="*/ 398 h 816"/>
                <a:gd name="T76" fmla="*/ 9 w 849"/>
                <a:gd name="T77" fmla="*/ 424 h 816"/>
                <a:gd name="T78" fmla="*/ 40 w 849"/>
                <a:gd name="T79" fmla="*/ 483 h 816"/>
                <a:gd name="T80" fmla="*/ 59 w 849"/>
                <a:gd name="T81" fmla="*/ 530 h 816"/>
                <a:gd name="T82" fmla="*/ 120 w 849"/>
                <a:gd name="T83" fmla="*/ 540 h 816"/>
                <a:gd name="T84" fmla="*/ 154 w 849"/>
                <a:gd name="T85" fmla="*/ 589 h 816"/>
                <a:gd name="T86" fmla="*/ 201 w 849"/>
                <a:gd name="T87" fmla="*/ 599 h 816"/>
                <a:gd name="T88" fmla="*/ 255 w 849"/>
                <a:gd name="T89" fmla="*/ 630 h 816"/>
                <a:gd name="T90" fmla="*/ 305 w 849"/>
                <a:gd name="T91" fmla="*/ 615 h 816"/>
                <a:gd name="T92" fmla="*/ 331 w 849"/>
                <a:gd name="T93" fmla="*/ 603 h 816"/>
                <a:gd name="T94" fmla="*/ 359 w 849"/>
                <a:gd name="T95" fmla="*/ 589 h 816"/>
                <a:gd name="T96" fmla="*/ 423 w 849"/>
                <a:gd name="T97" fmla="*/ 625 h 816"/>
                <a:gd name="T98" fmla="*/ 490 w 849"/>
                <a:gd name="T99" fmla="*/ 660 h 816"/>
                <a:gd name="T100" fmla="*/ 549 w 849"/>
                <a:gd name="T101" fmla="*/ 691 h 816"/>
                <a:gd name="T102" fmla="*/ 615 w 849"/>
                <a:gd name="T103" fmla="*/ 727 h 816"/>
                <a:gd name="T104" fmla="*/ 681 w 849"/>
                <a:gd name="T105" fmla="*/ 760 h 816"/>
                <a:gd name="T106" fmla="*/ 747 w 849"/>
                <a:gd name="T107" fmla="*/ 795 h 816"/>
                <a:gd name="T108" fmla="*/ 807 w 849"/>
                <a:gd name="T109" fmla="*/ 788 h 816"/>
                <a:gd name="T110" fmla="*/ 840 w 849"/>
                <a:gd name="T111" fmla="*/ 788 h 816"/>
                <a:gd name="T112" fmla="*/ 840 w 849"/>
                <a:gd name="T113" fmla="*/ 724 h 816"/>
                <a:gd name="T114" fmla="*/ 833 w 849"/>
                <a:gd name="T115" fmla="*/ 227 h 816"/>
                <a:gd name="T116" fmla="*/ 825 w 849"/>
                <a:gd name="T117" fmla="*/ 192 h 816"/>
                <a:gd name="T118" fmla="*/ 835 w 849"/>
                <a:gd name="T119" fmla="*/ 168 h 816"/>
                <a:gd name="T120" fmla="*/ 837 w 849"/>
                <a:gd name="T121" fmla="*/ 140 h 816"/>
                <a:gd name="T122" fmla="*/ 844 w 849"/>
                <a:gd name="T123" fmla="*/ 99 h 8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49" h="816">
                  <a:moveTo>
                    <a:pt x="849" y="95"/>
                  </a:moveTo>
                  <a:lnTo>
                    <a:pt x="847" y="92"/>
                  </a:lnTo>
                  <a:lnTo>
                    <a:pt x="847" y="92"/>
                  </a:lnTo>
                  <a:lnTo>
                    <a:pt x="844" y="88"/>
                  </a:lnTo>
                  <a:lnTo>
                    <a:pt x="842" y="85"/>
                  </a:lnTo>
                  <a:lnTo>
                    <a:pt x="842" y="85"/>
                  </a:lnTo>
                  <a:lnTo>
                    <a:pt x="842" y="83"/>
                  </a:lnTo>
                  <a:lnTo>
                    <a:pt x="842" y="80"/>
                  </a:lnTo>
                  <a:lnTo>
                    <a:pt x="842" y="78"/>
                  </a:lnTo>
                  <a:lnTo>
                    <a:pt x="840" y="78"/>
                  </a:lnTo>
                  <a:lnTo>
                    <a:pt x="833" y="76"/>
                  </a:lnTo>
                  <a:lnTo>
                    <a:pt x="830" y="76"/>
                  </a:lnTo>
                  <a:lnTo>
                    <a:pt x="830" y="76"/>
                  </a:lnTo>
                  <a:lnTo>
                    <a:pt x="828" y="73"/>
                  </a:lnTo>
                  <a:lnTo>
                    <a:pt x="828" y="73"/>
                  </a:lnTo>
                  <a:lnTo>
                    <a:pt x="828" y="73"/>
                  </a:lnTo>
                  <a:lnTo>
                    <a:pt x="828" y="73"/>
                  </a:lnTo>
                  <a:lnTo>
                    <a:pt x="825" y="73"/>
                  </a:lnTo>
                  <a:lnTo>
                    <a:pt x="825" y="73"/>
                  </a:lnTo>
                  <a:lnTo>
                    <a:pt x="825" y="73"/>
                  </a:lnTo>
                  <a:lnTo>
                    <a:pt x="825" y="73"/>
                  </a:lnTo>
                  <a:lnTo>
                    <a:pt x="823" y="73"/>
                  </a:lnTo>
                  <a:lnTo>
                    <a:pt x="823" y="73"/>
                  </a:lnTo>
                  <a:lnTo>
                    <a:pt x="821" y="73"/>
                  </a:lnTo>
                  <a:lnTo>
                    <a:pt x="816" y="76"/>
                  </a:lnTo>
                  <a:lnTo>
                    <a:pt x="802" y="76"/>
                  </a:lnTo>
                  <a:lnTo>
                    <a:pt x="792" y="76"/>
                  </a:lnTo>
                  <a:lnTo>
                    <a:pt x="790" y="76"/>
                  </a:lnTo>
                  <a:lnTo>
                    <a:pt x="788" y="71"/>
                  </a:lnTo>
                  <a:lnTo>
                    <a:pt x="785" y="71"/>
                  </a:lnTo>
                  <a:lnTo>
                    <a:pt x="785" y="71"/>
                  </a:lnTo>
                  <a:lnTo>
                    <a:pt x="785" y="71"/>
                  </a:lnTo>
                  <a:lnTo>
                    <a:pt x="788" y="69"/>
                  </a:lnTo>
                  <a:lnTo>
                    <a:pt x="778" y="66"/>
                  </a:lnTo>
                  <a:lnTo>
                    <a:pt x="769" y="64"/>
                  </a:lnTo>
                  <a:lnTo>
                    <a:pt x="762" y="64"/>
                  </a:lnTo>
                  <a:lnTo>
                    <a:pt x="755" y="64"/>
                  </a:lnTo>
                  <a:lnTo>
                    <a:pt x="755" y="64"/>
                  </a:lnTo>
                  <a:lnTo>
                    <a:pt x="755" y="62"/>
                  </a:lnTo>
                  <a:lnTo>
                    <a:pt x="752" y="62"/>
                  </a:lnTo>
                  <a:lnTo>
                    <a:pt x="750" y="62"/>
                  </a:lnTo>
                  <a:lnTo>
                    <a:pt x="750" y="62"/>
                  </a:lnTo>
                  <a:lnTo>
                    <a:pt x="750" y="64"/>
                  </a:lnTo>
                  <a:lnTo>
                    <a:pt x="750" y="64"/>
                  </a:lnTo>
                  <a:lnTo>
                    <a:pt x="750" y="64"/>
                  </a:lnTo>
                  <a:lnTo>
                    <a:pt x="750" y="64"/>
                  </a:lnTo>
                  <a:lnTo>
                    <a:pt x="750" y="62"/>
                  </a:lnTo>
                  <a:lnTo>
                    <a:pt x="747" y="62"/>
                  </a:lnTo>
                  <a:lnTo>
                    <a:pt x="747" y="62"/>
                  </a:lnTo>
                  <a:lnTo>
                    <a:pt x="747" y="62"/>
                  </a:lnTo>
                  <a:lnTo>
                    <a:pt x="745" y="59"/>
                  </a:lnTo>
                  <a:lnTo>
                    <a:pt x="745" y="59"/>
                  </a:lnTo>
                  <a:lnTo>
                    <a:pt x="745" y="57"/>
                  </a:lnTo>
                  <a:lnTo>
                    <a:pt x="743" y="57"/>
                  </a:lnTo>
                  <a:lnTo>
                    <a:pt x="743" y="57"/>
                  </a:lnTo>
                  <a:lnTo>
                    <a:pt x="738" y="54"/>
                  </a:lnTo>
                  <a:lnTo>
                    <a:pt x="738" y="54"/>
                  </a:lnTo>
                  <a:lnTo>
                    <a:pt x="738" y="52"/>
                  </a:lnTo>
                  <a:lnTo>
                    <a:pt x="738" y="47"/>
                  </a:lnTo>
                  <a:lnTo>
                    <a:pt x="740" y="47"/>
                  </a:lnTo>
                  <a:lnTo>
                    <a:pt x="740" y="50"/>
                  </a:lnTo>
                  <a:lnTo>
                    <a:pt x="740" y="50"/>
                  </a:lnTo>
                  <a:lnTo>
                    <a:pt x="740" y="50"/>
                  </a:lnTo>
                  <a:lnTo>
                    <a:pt x="740" y="50"/>
                  </a:lnTo>
                  <a:lnTo>
                    <a:pt x="740" y="47"/>
                  </a:lnTo>
                  <a:lnTo>
                    <a:pt x="743" y="45"/>
                  </a:lnTo>
                  <a:lnTo>
                    <a:pt x="740" y="45"/>
                  </a:lnTo>
                  <a:lnTo>
                    <a:pt x="740" y="43"/>
                  </a:lnTo>
                  <a:lnTo>
                    <a:pt x="740" y="43"/>
                  </a:lnTo>
                  <a:lnTo>
                    <a:pt x="738" y="38"/>
                  </a:lnTo>
                  <a:lnTo>
                    <a:pt x="738" y="38"/>
                  </a:lnTo>
                  <a:lnTo>
                    <a:pt x="740" y="38"/>
                  </a:lnTo>
                  <a:lnTo>
                    <a:pt x="740" y="35"/>
                  </a:lnTo>
                  <a:lnTo>
                    <a:pt x="740" y="35"/>
                  </a:lnTo>
                  <a:lnTo>
                    <a:pt x="740" y="35"/>
                  </a:lnTo>
                  <a:lnTo>
                    <a:pt x="738" y="35"/>
                  </a:lnTo>
                  <a:lnTo>
                    <a:pt x="736" y="33"/>
                  </a:lnTo>
                  <a:lnTo>
                    <a:pt x="733" y="33"/>
                  </a:lnTo>
                  <a:lnTo>
                    <a:pt x="733" y="33"/>
                  </a:lnTo>
                  <a:lnTo>
                    <a:pt x="731" y="33"/>
                  </a:lnTo>
                  <a:lnTo>
                    <a:pt x="731" y="33"/>
                  </a:lnTo>
                  <a:lnTo>
                    <a:pt x="728" y="31"/>
                  </a:lnTo>
                  <a:lnTo>
                    <a:pt x="728" y="31"/>
                  </a:lnTo>
                  <a:lnTo>
                    <a:pt x="726" y="31"/>
                  </a:lnTo>
                  <a:lnTo>
                    <a:pt x="724" y="31"/>
                  </a:lnTo>
                  <a:lnTo>
                    <a:pt x="712" y="26"/>
                  </a:lnTo>
                  <a:lnTo>
                    <a:pt x="710" y="26"/>
                  </a:lnTo>
                  <a:lnTo>
                    <a:pt x="707" y="26"/>
                  </a:lnTo>
                  <a:lnTo>
                    <a:pt x="707" y="26"/>
                  </a:lnTo>
                  <a:lnTo>
                    <a:pt x="705" y="24"/>
                  </a:lnTo>
                  <a:lnTo>
                    <a:pt x="700" y="21"/>
                  </a:lnTo>
                  <a:lnTo>
                    <a:pt x="698" y="19"/>
                  </a:lnTo>
                  <a:lnTo>
                    <a:pt x="693" y="19"/>
                  </a:lnTo>
                  <a:lnTo>
                    <a:pt x="691" y="19"/>
                  </a:lnTo>
                  <a:lnTo>
                    <a:pt x="691" y="17"/>
                  </a:lnTo>
                  <a:lnTo>
                    <a:pt x="688" y="17"/>
                  </a:lnTo>
                  <a:lnTo>
                    <a:pt x="688" y="17"/>
                  </a:lnTo>
                  <a:lnTo>
                    <a:pt x="688" y="17"/>
                  </a:lnTo>
                  <a:lnTo>
                    <a:pt x="688" y="17"/>
                  </a:lnTo>
                  <a:lnTo>
                    <a:pt x="688" y="17"/>
                  </a:lnTo>
                  <a:lnTo>
                    <a:pt x="688" y="17"/>
                  </a:lnTo>
                  <a:lnTo>
                    <a:pt x="686" y="17"/>
                  </a:lnTo>
                  <a:lnTo>
                    <a:pt x="686" y="17"/>
                  </a:lnTo>
                  <a:lnTo>
                    <a:pt x="686" y="17"/>
                  </a:lnTo>
                  <a:lnTo>
                    <a:pt x="686" y="17"/>
                  </a:lnTo>
                  <a:lnTo>
                    <a:pt x="674" y="19"/>
                  </a:lnTo>
                  <a:lnTo>
                    <a:pt x="672" y="19"/>
                  </a:lnTo>
                  <a:lnTo>
                    <a:pt x="669" y="17"/>
                  </a:lnTo>
                  <a:lnTo>
                    <a:pt x="667" y="17"/>
                  </a:lnTo>
                  <a:lnTo>
                    <a:pt x="665" y="14"/>
                  </a:lnTo>
                  <a:lnTo>
                    <a:pt x="662" y="17"/>
                  </a:lnTo>
                  <a:lnTo>
                    <a:pt x="660" y="17"/>
                  </a:lnTo>
                  <a:lnTo>
                    <a:pt x="660" y="17"/>
                  </a:lnTo>
                  <a:lnTo>
                    <a:pt x="650" y="24"/>
                  </a:lnTo>
                  <a:lnTo>
                    <a:pt x="648" y="26"/>
                  </a:lnTo>
                  <a:lnTo>
                    <a:pt x="646" y="26"/>
                  </a:lnTo>
                  <a:lnTo>
                    <a:pt x="643" y="26"/>
                  </a:lnTo>
                  <a:lnTo>
                    <a:pt x="631" y="26"/>
                  </a:lnTo>
                  <a:lnTo>
                    <a:pt x="629" y="26"/>
                  </a:lnTo>
                  <a:lnTo>
                    <a:pt x="624" y="31"/>
                  </a:lnTo>
                  <a:lnTo>
                    <a:pt x="615" y="35"/>
                  </a:lnTo>
                  <a:lnTo>
                    <a:pt x="603" y="40"/>
                  </a:lnTo>
                  <a:lnTo>
                    <a:pt x="596" y="47"/>
                  </a:lnTo>
                  <a:lnTo>
                    <a:pt x="596" y="47"/>
                  </a:lnTo>
                  <a:lnTo>
                    <a:pt x="594" y="47"/>
                  </a:lnTo>
                  <a:lnTo>
                    <a:pt x="591" y="50"/>
                  </a:lnTo>
                  <a:lnTo>
                    <a:pt x="591" y="50"/>
                  </a:lnTo>
                  <a:lnTo>
                    <a:pt x="589" y="52"/>
                  </a:lnTo>
                  <a:lnTo>
                    <a:pt x="587" y="54"/>
                  </a:lnTo>
                  <a:lnTo>
                    <a:pt x="577" y="64"/>
                  </a:lnTo>
                  <a:lnTo>
                    <a:pt x="577" y="66"/>
                  </a:lnTo>
                  <a:lnTo>
                    <a:pt x="570" y="76"/>
                  </a:lnTo>
                  <a:lnTo>
                    <a:pt x="570" y="78"/>
                  </a:lnTo>
                  <a:lnTo>
                    <a:pt x="570" y="78"/>
                  </a:lnTo>
                  <a:lnTo>
                    <a:pt x="570" y="78"/>
                  </a:lnTo>
                  <a:lnTo>
                    <a:pt x="570" y="80"/>
                  </a:lnTo>
                  <a:lnTo>
                    <a:pt x="570" y="80"/>
                  </a:lnTo>
                  <a:lnTo>
                    <a:pt x="570" y="83"/>
                  </a:lnTo>
                  <a:lnTo>
                    <a:pt x="570" y="88"/>
                  </a:lnTo>
                  <a:lnTo>
                    <a:pt x="570" y="90"/>
                  </a:lnTo>
                  <a:lnTo>
                    <a:pt x="570" y="92"/>
                  </a:lnTo>
                  <a:lnTo>
                    <a:pt x="570" y="95"/>
                  </a:lnTo>
                  <a:lnTo>
                    <a:pt x="570" y="97"/>
                  </a:lnTo>
                  <a:lnTo>
                    <a:pt x="570" y="97"/>
                  </a:lnTo>
                  <a:lnTo>
                    <a:pt x="570" y="99"/>
                  </a:lnTo>
                  <a:lnTo>
                    <a:pt x="570" y="102"/>
                  </a:lnTo>
                  <a:lnTo>
                    <a:pt x="575" y="114"/>
                  </a:lnTo>
                  <a:lnTo>
                    <a:pt x="575" y="114"/>
                  </a:lnTo>
                  <a:lnTo>
                    <a:pt x="577" y="116"/>
                  </a:lnTo>
                  <a:lnTo>
                    <a:pt x="579" y="118"/>
                  </a:lnTo>
                  <a:lnTo>
                    <a:pt x="579" y="123"/>
                  </a:lnTo>
                  <a:lnTo>
                    <a:pt x="582" y="123"/>
                  </a:lnTo>
                  <a:lnTo>
                    <a:pt x="582" y="133"/>
                  </a:lnTo>
                  <a:lnTo>
                    <a:pt x="582" y="135"/>
                  </a:lnTo>
                  <a:lnTo>
                    <a:pt x="579" y="142"/>
                  </a:lnTo>
                  <a:lnTo>
                    <a:pt x="575" y="149"/>
                  </a:lnTo>
                  <a:lnTo>
                    <a:pt x="575" y="149"/>
                  </a:lnTo>
                  <a:lnTo>
                    <a:pt x="572" y="151"/>
                  </a:lnTo>
                  <a:lnTo>
                    <a:pt x="570" y="154"/>
                  </a:lnTo>
                  <a:lnTo>
                    <a:pt x="568" y="156"/>
                  </a:lnTo>
                  <a:lnTo>
                    <a:pt x="560" y="168"/>
                  </a:lnTo>
                  <a:lnTo>
                    <a:pt x="553" y="173"/>
                  </a:lnTo>
                  <a:lnTo>
                    <a:pt x="551" y="175"/>
                  </a:lnTo>
                  <a:lnTo>
                    <a:pt x="549" y="175"/>
                  </a:lnTo>
                  <a:lnTo>
                    <a:pt x="549" y="175"/>
                  </a:lnTo>
                  <a:lnTo>
                    <a:pt x="542" y="180"/>
                  </a:lnTo>
                  <a:lnTo>
                    <a:pt x="537" y="182"/>
                  </a:lnTo>
                  <a:lnTo>
                    <a:pt x="534" y="182"/>
                  </a:lnTo>
                  <a:lnTo>
                    <a:pt x="532" y="182"/>
                  </a:lnTo>
                  <a:lnTo>
                    <a:pt x="527" y="182"/>
                  </a:lnTo>
                  <a:lnTo>
                    <a:pt x="523" y="182"/>
                  </a:lnTo>
                  <a:lnTo>
                    <a:pt x="518" y="182"/>
                  </a:lnTo>
                  <a:lnTo>
                    <a:pt x="516" y="182"/>
                  </a:lnTo>
                  <a:lnTo>
                    <a:pt x="508" y="177"/>
                  </a:lnTo>
                  <a:lnTo>
                    <a:pt x="506" y="175"/>
                  </a:lnTo>
                  <a:lnTo>
                    <a:pt x="504" y="175"/>
                  </a:lnTo>
                  <a:lnTo>
                    <a:pt x="501" y="173"/>
                  </a:lnTo>
                  <a:lnTo>
                    <a:pt x="499" y="173"/>
                  </a:lnTo>
                  <a:lnTo>
                    <a:pt x="497" y="168"/>
                  </a:lnTo>
                  <a:lnTo>
                    <a:pt x="485" y="159"/>
                  </a:lnTo>
                  <a:lnTo>
                    <a:pt x="480" y="154"/>
                  </a:lnTo>
                  <a:lnTo>
                    <a:pt x="478" y="151"/>
                  </a:lnTo>
                  <a:lnTo>
                    <a:pt x="475" y="151"/>
                  </a:lnTo>
                  <a:lnTo>
                    <a:pt x="468" y="147"/>
                  </a:lnTo>
                  <a:lnTo>
                    <a:pt x="463" y="147"/>
                  </a:lnTo>
                  <a:lnTo>
                    <a:pt x="461" y="147"/>
                  </a:lnTo>
                  <a:lnTo>
                    <a:pt x="461" y="144"/>
                  </a:lnTo>
                  <a:lnTo>
                    <a:pt x="459" y="142"/>
                  </a:lnTo>
                  <a:lnTo>
                    <a:pt x="459" y="142"/>
                  </a:lnTo>
                  <a:lnTo>
                    <a:pt x="454" y="142"/>
                  </a:lnTo>
                  <a:lnTo>
                    <a:pt x="449" y="140"/>
                  </a:lnTo>
                  <a:lnTo>
                    <a:pt x="447" y="137"/>
                  </a:lnTo>
                  <a:lnTo>
                    <a:pt x="437" y="135"/>
                  </a:lnTo>
                  <a:lnTo>
                    <a:pt x="437" y="135"/>
                  </a:lnTo>
                  <a:lnTo>
                    <a:pt x="437" y="135"/>
                  </a:lnTo>
                  <a:lnTo>
                    <a:pt x="435" y="135"/>
                  </a:lnTo>
                  <a:lnTo>
                    <a:pt x="433" y="133"/>
                  </a:lnTo>
                  <a:lnTo>
                    <a:pt x="433" y="133"/>
                  </a:lnTo>
                  <a:lnTo>
                    <a:pt x="433" y="133"/>
                  </a:lnTo>
                  <a:lnTo>
                    <a:pt x="430" y="133"/>
                  </a:lnTo>
                  <a:lnTo>
                    <a:pt x="421" y="130"/>
                  </a:lnTo>
                  <a:lnTo>
                    <a:pt x="409" y="125"/>
                  </a:lnTo>
                  <a:lnTo>
                    <a:pt x="397" y="123"/>
                  </a:lnTo>
                  <a:lnTo>
                    <a:pt x="378" y="123"/>
                  </a:lnTo>
                  <a:lnTo>
                    <a:pt x="362" y="121"/>
                  </a:lnTo>
                  <a:lnTo>
                    <a:pt x="348" y="114"/>
                  </a:lnTo>
                  <a:lnTo>
                    <a:pt x="343" y="111"/>
                  </a:lnTo>
                  <a:lnTo>
                    <a:pt x="340" y="106"/>
                  </a:lnTo>
                  <a:lnTo>
                    <a:pt x="333" y="99"/>
                  </a:lnTo>
                  <a:lnTo>
                    <a:pt x="333" y="97"/>
                  </a:lnTo>
                  <a:lnTo>
                    <a:pt x="326" y="80"/>
                  </a:lnTo>
                  <a:lnTo>
                    <a:pt x="326" y="78"/>
                  </a:lnTo>
                  <a:lnTo>
                    <a:pt x="324" y="73"/>
                  </a:lnTo>
                  <a:lnTo>
                    <a:pt x="326" y="71"/>
                  </a:lnTo>
                  <a:lnTo>
                    <a:pt x="326" y="69"/>
                  </a:lnTo>
                  <a:lnTo>
                    <a:pt x="326" y="66"/>
                  </a:lnTo>
                  <a:lnTo>
                    <a:pt x="326" y="66"/>
                  </a:lnTo>
                  <a:lnTo>
                    <a:pt x="326" y="64"/>
                  </a:lnTo>
                  <a:lnTo>
                    <a:pt x="324" y="62"/>
                  </a:lnTo>
                  <a:lnTo>
                    <a:pt x="322" y="59"/>
                  </a:lnTo>
                  <a:lnTo>
                    <a:pt x="322" y="57"/>
                  </a:lnTo>
                  <a:lnTo>
                    <a:pt x="322" y="54"/>
                  </a:lnTo>
                  <a:lnTo>
                    <a:pt x="322" y="54"/>
                  </a:lnTo>
                  <a:lnTo>
                    <a:pt x="319" y="54"/>
                  </a:lnTo>
                  <a:lnTo>
                    <a:pt x="317" y="50"/>
                  </a:lnTo>
                  <a:lnTo>
                    <a:pt x="317" y="50"/>
                  </a:lnTo>
                  <a:lnTo>
                    <a:pt x="314" y="50"/>
                  </a:lnTo>
                  <a:lnTo>
                    <a:pt x="312" y="50"/>
                  </a:lnTo>
                  <a:lnTo>
                    <a:pt x="300" y="47"/>
                  </a:lnTo>
                  <a:lnTo>
                    <a:pt x="291" y="47"/>
                  </a:lnTo>
                  <a:lnTo>
                    <a:pt x="291" y="47"/>
                  </a:lnTo>
                  <a:lnTo>
                    <a:pt x="288" y="45"/>
                  </a:lnTo>
                  <a:lnTo>
                    <a:pt x="286" y="45"/>
                  </a:lnTo>
                  <a:lnTo>
                    <a:pt x="286" y="45"/>
                  </a:lnTo>
                  <a:lnTo>
                    <a:pt x="277" y="43"/>
                  </a:lnTo>
                  <a:lnTo>
                    <a:pt x="277" y="43"/>
                  </a:lnTo>
                  <a:lnTo>
                    <a:pt x="274" y="40"/>
                  </a:lnTo>
                  <a:lnTo>
                    <a:pt x="269" y="35"/>
                  </a:lnTo>
                  <a:lnTo>
                    <a:pt x="267" y="33"/>
                  </a:lnTo>
                  <a:lnTo>
                    <a:pt x="265" y="31"/>
                  </a:lnTo>
                  <a:lnTo>
                    <a:pt x="265" y="31"/>
                  </a:lnTo>
                  <a:lnTo>
                    <a:pt x="262" y="31"/>
                  </a:lnTo>
                  <a:lnTo>
                    <a:pt x="262" y="31"/>
                  </a:lnTo>
                  <a:lnTo>
                    <a:pt x="262" y="31"/>
                  </a:lnTo>
                  <a:lnTo>
                    <a:pt x="253" y="28"/>
                  </a:lnTo>
                  <a:lnTo>
                    <a:pt x="248" y="26"/>
                  </a:lnTo>
                  <a:lnTo>
                    <a:pt x="243" y="26"/>
                  </a:lnTo>
                  <a:lnTo>
                    <a:pt x="241" y="26"/>
                  </a:lnTo>
                  <a:lnTo>
                    <a:pt x="232" y="26"/>
                  </a:lnTo>
                  <a:lnTo>
                    <a:pt x="229" y="24"/>
                  </a:lnTo>
                  <a:lnTo>
                    <a:pt x="220" y="19"/>
                  </a:lnTo>
                  <a:lnTo>
                    <a:pt x="217" y="19"/>
                  </a:lnTo>
                  <a:lnTo>
                    <a:pt x="217" y="19"/>
                  </a:lnTo>
                  <a:lnTo>
                    <a:pt x="213" y="17"/>
                  </a:lnTo>
                  <a:lnTo>
                    <a:pt x="208" y="17"/>
                  </a:lnTo>
                  <a:lnTo>
                    <a:pt x="208" y="17"/>
                  </a:lnTo>
                  <a:lnTo>
                    <a:pt x="208" y="19"/>
                  </a:lnTo>
                  <a:lnTo>
                    <a:pt x="206" y="19"/>
                  </a:lnTo>
                  <a:lnTo>
                    <a:pt x="203" y="21"/>
                  </a:lnTo>
                  <a:lnTo>
                    <a:pt x="189" y="24"/>
                  </a:lnTo>
                  <a:lnTo>
                    <a:pt x="184" y="26"/>
                  </a:lnTo>
                  <a:lnTo>
                    <a:pt x="165" y="24"/>
                  </a:lnTo>
                  <a:lnTo>
                    <a:pt x="163" y="21"/>
                  </a:lnTo>
                  <a:lnTo>
                    <a:pt x="158" y="19"/>
                  </a:lnTo>
                  <a:lnTo>
                    <a:pt x="154" y="19"/>
                  </a:lnTo>
                  <a:lnTo>
                    <a:pt x="151" y="17"/>
                  </a:lnTo>
                  <a:lnTo>
                    <a:pt x="149" y="14"/>
                  </a:lnTo>
                  <a:lnTo>
                    <a:pt x="137" y="7"/>
                  </a:lnTo>
                  <a:lnTo>
                    <a:pt x="132" y="5"/>
                  </a:lnTo>
                  <a:lnTo>
                    <a:pt x="130" y="2"/>
                  </a:lnTo>
                  <a:lnTo>
                    <a:pt x="130" y="5"/>
                  </a:lnTo>
                  <a:lnTo>
                    <a:pt x="135" y="5"/>
                  </a:lnTo>
                  <a:lnTo>
                    <a:pt x="135" y="7"/>
                  </a:lnTo>
                  <a:lnTo>
                    <a:pt x="132" y="7"/>
                  </a:lnTo>
                  <a:lnTo>
                    <a:pt x="125" y="5"/>
                  </a:lnTo>
                  <a:lnTo>
                    <a:pt x="125" y="5"/>
                  </a:lnTo>
                  <a:lnTo>
                    <a:pt x="123" y="5"/>
                  </a:lnTo>
                  <a:lnTo>
                    <a:pt x="123" y="2"/>
                  </a:lnTo>
                  <a:lnTo>
                    <a:pt x="123" y="2"/>
                  </a:lnTo>
                  <a:lnTo>
                    <a:pt x="120" y="0"/>
                  </a:lnTo>
                  <a:lnTo>
                    <a:pt x="118" y="0"/>
                  </a:lnTo>
                  <a:lnTo>
                    <a:pt x="118" y="0"/>
                  </a:lnTo>
                  <a:lnTo>
                    <a:pt x="118" y="2"/>
                  </a:lnTo>
                  <a:lnTo>
                    <a:pt x="118" y="9"/>
                  </a:lnTo>
                  <a:lnTo>
                    <a:pt x="118" y="9"/>
                  </a:lnTo>
                  <a:lnTo>
                    <a:pt x="118" y="14"/>
                  </a:lnTo>
                  <a:lnTo>
                    <a:pt x="116" y="19"/>
                  </a:lnTo>
                  <a:lnTo>
                    <a:pt x="118" y="26"/>
                  </a:lnTo>
                  <a:lnTo>
                    <a:pt x="116" y="31"/>
                  </a:lnTo>
                  <a:lnTo>
                    <a:pt x="116" y="35"/>
                  </a:lnTo>
                  <a:lnTo>
                    <a:pt x="118" y="38"/>
                  </a:lnTo>
                  <a:lnTo>
                    <a:pt x="120" y="40"/>
                  </a:lnTo>
                  <a:lnTo>
                    <a:pt x="123" y="43"/>
                  </a:lnTo>
                  <a:lnTo>
                    <a:pt x="123" y="45"/>
                  </a:lnTo>
                  <a:lnTo>
                    <a:pt x="120" y="47"/>
                  </a:lnTo>
                  <a:lnTo>
                    <a:pt x="120" y="50"/>
                  </a:lnTo>
                  <a:lnTo>
                    <a:pt x="120" y="50"/>
                  </a:lnTo>
                  <a:lnTo>
                    <a:pt x="116" y="52"/>
                  </a:lnTo>
                  <a:lnTo>
                    <a:pt x="101" y="59"/>
                  </a:lnTo>
                  <a:lnTo>
                    <a:pt x="85" y="66"/>
                  </a:lnTo>
                  <a:lnTo>
                    <a:pt x="85" y="69"/>
                  </a:lnTo>
                  <a:lnTo>
                    <a:pt x="83" y="73"/>
                  </a:lnTo>
                  <a:lnTo>
                    <a:pt x="80" y="76"/>
                  </a:lnTo>
                  <a:lnTo>
                    <a:pt x="78" y="76"/>
                  </a:lnTo>
                  <a:lnTo>
                    <a:pt x="75" y="78"/>
                  </a:lnTo>
                  <a:lnTo>
                    <a:pt x="75" y="78"/>
                  </a:lnTo>
                  <a:lnTo>
                    <a:pt x="73" y="78"/>
                  </a:lnTo>
                  <a:lnTo>
                    <a:pt x="73" y="78"/>
                  </a:lnTo>
                  <a:lnTo>
                    <a:pt x="73" y="78"/>
                  </a:lnTo>
                  <a:lnTo>
                    <a:pt x="71" y="78"/>
                  </a:lnTo>
                  <a:lnTo>
                    <a:pt x="71" y="83"/>
                  </a:lnTo>
                  <a:lnTo>
                    <a:pt x="71" y="85"/>
                  </a:lnTo>
                  <a:lnTo>
                    <a:pt x="68" y="88"/>
                  </a:lnTo>
                  <a:lnTo>
                    <a:pt x="66" y="90"/>
                  </a:lnTo>
                  <a:lnTo>
                    <a:pt x="66" y="90"/>
                  </a:lnTo>
                  <a:lnTo>
                    <a:pt x="66" y="92"/>
                  </a:lnTo>
                  <a:lnTo>
                    <a:pt x="64" y="92"/>
                  </a:lnTo>
                  <a:lnTo>
                    <a:pt x="61" y="92"/>
                  </a:lnTo>
                  <a:lnTo>
                    <a:pt x="57" y="92"/>
                  </a:lnTo>
                  <a:lnTo>
                    <a:pt x="52" y="95"/>
                  </a:lnTo>
                  <a:lnTo>
                    <a:pt x="49" y="102"/>
                  </a:lnTo>
                  <a:lnTo>
                    <a:pt x="45" y="106"/>
                  </a:lnTo>
                  <a:lnTo>
                    <a:pt x="45" y="106"/>
                  </a:lnTo>
                  <a:lnTo>
                    <a:pt x="45" y="111"/>
                  </a:lnTo>
                  <a:lnTo>
                    <a:pt x="45" y="111"/>
                  </a:lnTo>
                  <a:lnTo>
                    <a:pt x="49" y="123"/>
                  </a:lnTo>
                  <a:lnTo>
                    <a:pt x="49" y="130"/>
                  </a:lnTo>
                  <a:lnTo>
                    <a:pt x="52" y="133"/>
                  </a:lnTo>
                  <a:lnTo>
                    <a:pt x="52" y="135"/>
                  </a:lnTo>
                  <a:lnTo>
                    <a:pt x="52" y="137"/>
                  </a:lnTo>
                  <a:lnTo>
                    <a:pt x="52" y="140"/>
                  </a:lnTo>
                  <a:lnTo>
                    <a:pt x="54" y="142"/>
                  </a:lnTo>
                  <a:lnTo>
                    <a:pt x="54" y="144"/>
                  </a:lnTo>
                  <a:lnTo>
                    <a:pt x="52" y="147"/>
                  </a:lnTo>
                  <a:lnTo>
                    <a:pt x="49" y="154"/>
                  </a:lnTo>
                  <a:lnTo>
                    <a:pt x="45" y="161"/>
                  </a:lnTo>
                  <a:lnTo>
                    <a:pt x="38" y="168"/>
                  </a:lnTo>
                  <a:lnTo>
                    <a:pt x="33" y="177"/>
                  </a:lnTo>
                  <a:lnTo>
                    <a:pt x="30" y="177"/>
                  </a:lnTo>
                  <a:lnTo>
                    <a:pt x="26" y="177"/>
                  </a:lnTo>
                  <a:lnTo>
                    <a:pt x="26" y="180"/>
                  </a:lnTo>
                  <a:lnTo>
                    <a:pt x="14" y="185"/>
                  </a:lnTo>
                  <a:lnTo>
                    <a:pt x="0" y="192"/>
                  </a:lnTo>
                  <a:lnTo>
                    <a:pt x="2" y="194"/>
                  </a:lnTo>
                  <a:lnTo>
                    <a:pt x="4" y="199"/>
                  </a:lnTo>
                  <a:lnTo>
                    <a:pt x="7" y="201"/>
                  </a:lnTo>
                  <a:lnTo>
                    <a:pt x="14" y="211"/>
                  </a:lnTo>
                  <a:lnTo>
                    <a:pt x="21" y="222"/>
                  </a:lnTo>
                  <a:lnTo>
                    <a:pt x="26" y="239"/>
                  </a:lnTo>
                  <a:lnTo>
                    <a:pt x="30" y="253"/>
                  </a:lnTo>
                  <a:lnTo>
                    <a:pt x="30" y="263"/>
                  </a:lnTo>
                  <a:lnTo>
                    <a:pt x="30" y="275"/>
                  </a:lnTo>
                  <a:lnTo>
                    <a:pt x="30" y="284"/>
                  </a:lnTo>
                  <a:lnTo>
                    <a:pt x="26" y="305"/>
                  </a:lnTo>
                  <a:lnTo>
                    <a:pt x="28" y="308"/>
                  </a:lnTo>
                  <a:lnTo>
                    <a:pt x="35" y="329"/>
                  </a:lnTo>
                  <a:lnTo>
                    <a:pt x="35" y="331"/>
                  </a:lnTo>
                  <a:lnTo>
                    <a:pt x="35" y="331"/>
                  </a:lnTo>
                  <a:lnTo>
                    <a:pt x="30" y="343"/>
                  </a:lnTo>
                  <a:lnTo>
                    <a:pt x="30" y="346"/>
                  </a:lnTo>
                  <a:lnTo>
                    <a:pt x="28" y="346"/>
                  </a:lnTo>
                  <a:lnTo>
                    <a:pt x="28" y="348"/>
                  </a:lnTo>
                  <a:lnTo>
                    <a:pt x="28" y="348"/>
                  </a:lnTo>
                  <a:lnTo>
                    <a:pt x="28" y="350"/>
                  </a:lnTo>
                  <a:lnTo>
                    <a:pt x="28" y="350"/>
                  </a:lnTo>
                  <a:lnTo>
                    <a:pt x="28" y="353"/>
                  </a:lnTo>
                  <a:lnTo>
                    <a:pt x="26" y="355"/>
                  </a:lnTo>
                  <a:lnTo>
                    <a:pt x="26" y="355"/>
                  </a:lnTo>
                  <a:lnTo>
                    <a:pt x="26" y="360"/>
                  </a:lnTo>
                  <a:lnTo>
                    <a:pt x="23" y="362"/>
                  </a:lnTo>
                  <a:lnTo>
                    <a:pt x="23" y="362"/>
                  </a:lnTo>
                  <a:lnTo>
                    <a:pt x="23" y="364"/>
                  </a:lnTo>
                  <a:lnTo>
                    <a:pt x="28" y="379"/>
                  </a:lnTo>
                  <a:lnTo>
                    <a:pt x="30" y="386"/>
                  </a:lnTo>
                  <a:lnTo>
                    <a:pt x="30" y="388"/>
                  </a:lnTo>
                  <a:lnTo>
                    <a:pt x="30" y="388"/>
                  </a:lnTo>
                  <a:lnTo>
                    <a:pt x="33" y="388"/>
                  </a:lnTo>
                  <a:lnTo>
                    <a:pt x="33" y="390"/>
                  </a:lnTo>
                  <a:lnTo>
                    <a:pt x="33" y="390"/>
                  </a:lnTo>
                  <a:lnTo>
                    <a:pt x="33" y="398"/>
                  </a:lnTo>
                  <a:lnTo>
                    <a:pt x="33" y="400"/>
                  </a:lnTo>
                  <a:lnTo>
                    <a:pt x="33" y="400"/>
                  </a:lnTo>
                  <a:lnTo>
                    <a:pt x="33" y="402"/>
                  </a:lnTo>
                  <a:lnTo>
                    <a:pt x="30" y="409"/>
                  </a:lnTo>
                  <a:lnTo>
                    <a:pt x="30" y="412"/>
                  </a:lnTo>
                  <a:lnTo>
                    <a:pt x="12" y="419"/>
                  </a:lnTo>
                  <a:lnTo>
                    <a:pt x="12" y="421"/>
                  </a:lnTo>
                  <a:lnTo>
                    <a:pt x="12" y="421"/>
                  </a:lnTo>
                  <a:lnTo>
                    <a:pt x="9" y="424"/>
                  </a:lnTo>
                  <a:lnTo>
                    <a:pt x="9" y="424"/>
                  </a:lnTo>
                  <a:lnTo>
                    <a:pt x="7" y="426"/>
                  </a:lnTo>
                  <a:lnTo>
                    <a:pt x="7" y="428"/>
                  </a:lnTo>
                  <a:lnTo>
                    <a:pt x="4" y="431"/>
                  </a:lnTo>
                  <a:lnTo>
                    <a:pt x="7" y="433"/>
                  </a:lnTo>
                  <a:lnTo>
                    <a:pt x="14" y="445"/>
                  </a:lnTo>
                  <a:lnTo>
                    <a:pt x="23" y="457"/>
                  </a:lnTo>
                  <a:lnTo>
                    <a:pt x="28" y="464"/>
                  </a:lnTo>
                  <a:lnTo>
                    <a:pt x="38" y="476"/>
                  </a:lnTo>
                  <a:lnTo>
                    <a:pt x="40" y="480"/>
                  </a:lnTo>
                  <a:lnTo>
                    <a:pt x="40" y="483"/>
                  </a:lnTo>
                  <a:lnTo>
                    <a:pt x="40" y="492"/>
                  </a:lnTo>
                  <a:lnTo>
                    <a:pt x="40" y="499"/>
                  </a:lnTo>
                  <a:lnTo>
                    <a:pt x="40" y="509"/>
                  </a:lnTo>
                  <a:lnTo>
                    <a:pt x="40" y="509"/>
                  </a:lnTo>
                  <a:lnTo>
                    <a:pt x="49" y="514"/>
                  </a:lnTo>
                  <a:lnTo>
                    <a:pt x="49" y="516"/>
                  </a:lnTo>
                  <a:lnTo>
                    <a:pt x="52" y="521"/>
                  </a:lnTo>
                  <a:lnTo>
                    <a:pt x="52" y="523"/>
                  </a:lnTo>
                  <a:lnTo>
                    <a:pt x="52" y="525"/>
                  </a:lnTo>
                  <a:lnTo>
                    <a:pt x="59" y="530"/>
                  </a:lnTo>
                  <a:lnTo>
                    <a:pt x="61" y="530"/>
                  </a:lnTo>
                  <a:lnTo>
                    <a:pt x="64" y="530"/>
                  </a:lnTo>
                  <a:lnTo>
                    <a:pt x="68" y="528"/>
                  </a:lnTo>
                  <a:lnTo>
                    <a:pt x="75" y="525"/>
                  </a:lnTo>
                  <a:lnTo>
                    <a:pt x="75" y="525"/>
                  </a:lnTo>
                  <a:lnTo>
                    <a:pt x="78" y="525"/>
                  </a:lnTo>
                  <a:lnTo>
                    <a:pt x="87" y="530"/>
                  </a:lnTo>
                  <a:lnTo>
                    <a:pt x="99" y="532"/>
                  </a:lnTo>
                  <a:lnTo>
                    <a:pt x="118" y="540"/>
                  </a:lnTo>
                  <a:lnTo>
                    <a:pt x="120" y="540"/>
                  </a:lnTo>
                  <a:lnTo>
                    <a:pt x="120" y="540"/>
                  </a:lnTo>
                  <a:lnTo>
                    <a:pt x="123" y="542"/>
                  </a:lnTo>
                  <a:lnTo>
                    <a:pt x="125" y="549"/>
                  </a:lnTo>
                  <a:lnTo>
                    <a:pt x="130" y="559"/>
                  </a:lnTo>
                  <a:lnTo>
                    <a:pt x="130" y="559"/>
                  </a:lnTo>
                  <a:lnTo>
                    <a:pt x="137" y="570"/>
                  </a:lnTo>
                  <a:lnTo>
                    <a:pt x="139" y="577"/>
                  </a:lnTo>
                  <a:lnTo>
                    <a:pt x="144" y="587"/>
                  </a:lnTo>
                  <a:lnTo>
                    <a:pt x="149" y="587"/>
                  </a:lnTo>
                  <a:lnTo>
                    <a:pt x="154" y="589"/>
                  </a:lnTo>
                  <a:lnTo>
                    <a:pt x="158" y="589"/>
                  </a:lnTo>
                  <a:lnTo>
                    <a:pt x="163" y="592"/>
                  </a:lnTo>
                  <a:lnTo>
                    <a:pt x="168" y="592"/>
                  </a:lnTo>
                  <a:lnTo>
                    <a:pt x="172" y="594"/>
                  </a:lnTo>
                  <a:lnTo>
                    <a:pt x="177" y="594"/>
                  </a:lnTo>
                  <a:lnTo>
                    <a:pt x="182" y="594"/>
                  </a:lnTo>
                  <a:lnTo>
                    <a:pt x="187" y="596"/>
                  </a:lnTo>
                  <a:lnTo>
                    <a:pt x="191" y="596"/>
                  </a:lnTo>
                  <a:lnTo>
                    <a:pt x="196" y="599"/>
                  </a:lnTo>
                  <a:lnTo>
                    <a:pt x="201" y="599"/>
                  </a:lnTo>
                  <a:lnTo>
                    <a:pt x="206" y="601"/>
                  </a:lnTo>
                  <a:lnTo>
                    <a:pt x="210" y="601"/>
                  </a:lnTo>
                  <a:lnTo>
                    <a:pt x="215" y="603"/>
                  </a:lnTo>
                  <a:lnTo>
                    <a:pt x="220" y="603"/>
                  </a:lnTo>
                  <a:lnTo>
                    <a:pt x="225" y="606"/>
                  </a:lnTo>
                  <a:lnTo>
                    <a:pt x="232" y="608"/>
                  </a:lnTo>
                  <a:lnTo>
                    <a:pt x="234" y="611"/>
                  </a:lnTo>
                  <a:lnTo>
                    <a:pt x="241" y="618"/>
                  </a:lnTo>
                  <a:lnTo>
                    <a:pt x="248" y="625"/>
                  </a:lnTo>
                  <a:lnTo>
                    <a:pt x="255" y="630"/>
                  </a:lnTo>
                  <a:lnTo>
                    <a:pt x="260" y="637"/>
                  </a:lnTo>
                  <a:lnTo>
                    <a:pt x="262" y="637"/>
                  </a:lnTo>
                  <a:lnTo>
                    <a:pt x="265" y="639"/>
                  </a:lnTo>
                  <a:lnTo>
                    <a:pt x="265" y="639"/>
                  </a:lnTo>
                  <a:lnTo>
                    <a:pt x="269" y="637"/>
                  </a:lnTo>
                  <a:lnTo>
                    <a:pt x="277" y="632"/>
                  </a:lnTo>
                  <a:lnTo>
                    <a:pt x="286" y="627"/>
                  </a:lnTo>
                  <a:lnTo>
                    <a:pt x="295" y="620"/>
                  </a:lnTo>
                  <a:lnTo>
                    <a:pt x="305" y="615"/>
                  </a:lnTo>
                  <a:lnTo>
                    <a:pt x="305" y="615"/>
                  </a:lnTo>
                  <a:lnTo>
                    <a:pt x="305" y="615"/>
                  </a:lnTo>
                  <a:lnTo>
                    <a:pt x="305" y="615"/>
                  </a:lnTo>
                  <a:lnTo>
                    <a:pt x="310" y="615"/>
                  </a:lnTo>
                  <a:lnTo>
                    <a:pt x="312" y="613"/>
                  </a:lnTo>
                  <a:lnTo>
                    <a:pt x="314" y="611"/>
                  </a:lnTo>
                  <a:lnTo>
                    <a:pt x="319" y="611"/>
                  </a:lnTo>
                  <a:lnTo>
                    <a:pt x="322" y="608"/>
                  </a:lnTo>
                  <a:lnTo>
                    <a:pt x="324" y="606"/>
                  </a:lnTo>
                  <a:lnTo>
                    <a:pt x="329" y="606"/>
                  </a:lnTo>
                  <a:lnTo>
                    <a:pt x="331" y="603"/>
                  </a:lnTo>
                  <a:lnTo>
                    <a:pt x="333" y="601"/>
                  </a:lnTo>
                  <a:lnTo>
                    <a:pt x="336" y="601"/>
                  </a:lnTo>
                  <a:lnTo>
                    <a:pt x="340" y="599"/>
                  </a:lnTo>
                  <a:lnTo>
                    <a:pt x="343" y="599"/>
                  </a:lnTo>
                  <a:lnTo>
                    <a:pt x="345" y="596"/>
                  </a:lnTo>
                  <a:lnTo>
                    <a:pt x="350" y="594"/>
                  </a:lnTo>
                  <a:lnTo>
                    <a:pt x="352" y="594"/>
                  </a:lnTo>
                  <a:lnTo>
                    <a:pt x="355" y="592"/>
                  </a:lnTo>
                  <a:lnTo>
                    <a:pt x="357" y="589"/>
                  </a:lnTo>
                  <a:lnTo>
                    <a:pt x="359" y="589"/>
                  </a:lnTo>
                  <a:lnTo>
                    <a:pt x="364" y="592"/>
                  </a:lnTo>
                  <a:lnTo>
                    <a:pt x="371" y="596"/>
                  </a:lnTo>
                  <a:lnTo>
                    <a:pt x="376" y="599"/>
                  </a:lnTo>
                  <a:lnTo>
                    <a:pt x="383" y="603"/>
                  </a:lnTo>
                  <a:lnTo>
                    <a:pt x="390" y="606"/>
                  </a:lnTo>
                  <a:lnTo>
                    <a:pt x="397" y="611"/>
                  </a:lnTo>
                  <a:lnTo>
                    <a:pt x="404" y="613"/>
                  </a:lnTo>
                  <a:lnTo>
                    <a:pt x="409" y="618"/>
                  </a:lnTo>
                  <a:lnTo>
                    <a:pt x="416" y="620"/>
                  </a:lnTo>
                  <a:lnTo>
                    <a:pt x="423" y="625"/>
                  </a:lnTo>
                  <a:lnTo>
                    <a:pt x="430" y="627"/>
                  </a:lnTo>
                  <a:lnTo>
                    <a:pt x="435" y="632"/>
                  </a:lnTo>
                  <a:lnTo>
                    <a:pt x="442" y="634"/>
                  </a:lnTo>
                  <a:lnTo>
                    <a:pt x="449" y="639"/>
                  </a:lnTo>
                  <a:lnTo>
                    <a:pt x="456" y="641"/>
                  </a:lnTo>
                  <a:lnTo>
                    <a:pt x="463" y="646"/>
                  </a:lnTo>
                  <a:lnTo>
                    <a:pt x="468" y="648"/>
                  </a:lnTo>
                  <a:lnTo>
                    <a:pt x="475" y="653"/>
                  </a:lnTo>
                  <a:lnTo>
                    <a:pt x="482" y="656"/>
                  </a:lnTo>
                  <a:lnTo>
                    <a:pt x="490" y="660"/>
                  </a:lnTo>
                  <a:lnTo>
                    <a:pt x="497" y="663"/>
                  </a:lnTo>
                  <a:lnTo>
                    <a:pt x="501" y="667"/>
                  </a:lnTo>
                  <a:lnTo>
                    <a:pt x="508" y="670"/>
                  </a:lnTo>
                  <a:lnTo>
                    <a:pt x="516" y="674"/>
                  </a:lnTo>
                  <a:lnTo>
                    <a:pt x="523" y="677"/>
                  </a:lnTo>
                  <a:lnTo>
                    <a:pt x="530" y="682"/>
                  </a:lnTo>
                  <a:lnTo>
                    <a:pt x="530" y="682"/>
                  </a:lnTo>
                  <a:lnTo>
                    <a:pt x="534" y="684"/>
                  </a:lnTo>
                  <a:lnTo>
                    <a:pt x="542" y="689"/>
                  </a:lnTo>
                  <a:lnTo>
                    <a:pt x="549" y="691"/>
                  </a:lnTo>
                  <a:lnTo>
                    <a:pt x="556" y="696"/>
                  </a:lnTo>
                  <a:lnTo>
                    <a:pt x="560" y="698"/>
                  </a:lnTo>
                  <a:lnTo>
                    <a:pt x="568" y="701"/>
                  </a:lnTo>
                  <a:lnTo>
                    <a:pt x="575" y="705"/>
                  </a:lnTo>
                  <a:lnTo>
                    <a:pt x="582" y="708"/>
                  </a:lnTo>
                  <a:lnTo>
                    <a:pt x="589" y="712"/>
                  </a:lnTo>
                  <a:lnTo>
                    <a:pt x="594" y="715"/>
                  </a:lnTo>
                  <a:lnTo>
                    <a:pt x="601" y="719"/>
                  </a:lnTo>
                  <a:lnTo>
                    <a:pt x="608" y="722"/>
                  </a:lnTo>
                  <a:lnTo>
                    <a:pt x="615" y="727"/>
                  </a:lnTo>
                  <a:lnTo>
                    <a:pt x="622" y="729"/>
                  </a:lnTo>
                  <a:lnTo>
                    <a:pt x="627" y="734"/>
                  </a:lnTo>
                  <a:lnTo>
                    <a:pt x="634" y="736"/>
                  </a:lnTo>
                  <a:lnTo>
                    <a:pt x="641" y="741"/>
                  </a:lnTo>
                  <a:lnTo>
                    <a:pt x="648" y="743"/>
                  </a:lnTo>
                  <a:lnTo>
                    <a:pt x="655" y="748"/>
                  </a:lnTo>
                  <a:lnTo>
                    <a:pt x="660" y="750"/>
                  </a:lnTo>
                  <a:lnTo>
                    <a:pt x="667" y="753"/>
                  </a:lnTo>
                  <a:lnTo>
                    <a:pt x="674" y="757"/>
                  </a:lnTo>
                  <a:lnTo>
                    <a:pt x="681" y="760"/>
                  </a:lnTo>
                  <a:lnTo>
                    <a:pt x="688" y="764"/>
                  </a:lnTo>
                  <a:lnTo>
                    <a:pt x="693" y="767"/>
                  </a:lnTo>
                  <a:lnTo>
                    <a:pt x="700" y="772"/>
                  </a:lnTo>
                  <a:lnTo>
                    <a:pt x="707" y="774"/>
                  </a:lnTo>
                  <a:lnTo>
                    <a:pt x="714" y="779"/>
                  </a:lnTo>
                  <a:lnTo>
                    <a:pt x="719" y="781"/>
                  </a:lnTo>
                  <a:lnTo>
                    <a:pt x="726" y="786"/>
                  </a:lnTo>
                  <a:lnTo>
                    <a:pt x="733" y="788"/>
                  </a:lnTo>
                  <a:lnTo>
                    <a:pt x="740" y="793"/>
                  </a:lnTo>
                  <a:lnTo>
                    <a:pt x="747" y="795"/>
                  </a:lnTo>
                  <a:lnTo>
                    <a:pt x="752" y="798"/>
                  </a:lnTo>
                  <a:lnTo>
                    <a:pt x="759" y="802"/>
                  </a:lnTo>
                  <a:lnTo>
                    <a:pt x="766" y="805"/>
                  </a:lnTo>
                  <a:lnTo>
                    <a:pt x="773" y="809"/>
                  </a:lnTo>
                  <a:lnTo>
                    <a:pt x="781" y="812"/>
                  </a:lnTo>
                  <a:lnTo>
                    <a:pt x="785" y="816"/>
                  </a:lnTo>
                  <a:lnTo>
                    <a:pt x="785" y="788"/>
                  </a:lnTo>
                  <a:lnTo>
                    <a:pt x="795" y="788"/>
                  </a:lnTo>
                  <a:lnTo>
                    <a:pt x="799" y="788"/>
                  </a:lnTo>
                  <a:lnTo>
                    <a:pt x="807" y="788"/>
                  </a:lnTo>
                  <a:lnTo>
                    <a:pt x="814" y="788"/>
                  </a:lnTo>
                  <a:lnTo>
                    <a:pt x="818" y="788"/>
                  </a:lnTo>
                  <a:lnTo>
                    <a:pt x="825" y="788"/>
                  </a:lnTo>
                  <a:lnTo>
                    <a:pt x="833" y="788"/>
                  </a:lnTo>
                  <a:lnTo>
                    <a:pt x="840" y="788"/>
                  </a:lnTo>
                  <a:lnTo>
                    <a:pt x="840" y="788"/>
                  </a:lnTo>
                  <a:lnTo>
                    <a:pt x="840" y="788"/>
                  </a:lnTo>
                  <a:lnTo>
                    <a:pt x="840" y="788"/>
                  </a:lnTo>
                  <a:lnTo>
                    <a:pt x="840" y="788"/>
                  </a:lnTo>
                  <a:lnTo>
                    <a:pt x="840" y="788"/>
                  </a:lnTo>
                  <a:lnTo>
                    <a:pt x="840" y="788"/>
                  </a:lnTo>
                  <a:lnTo>
                    <a:pt x="840" y="788"/>
                  </a:lnTo>
                  <a:lnTo>
                    <a:pt x="840" y="788"/>
                  </a:lnTo>
                  <a:lnTo>
                    <a:pt x="840" y="781"/>
                  </a:lnTo>
                  <a:lnTo>
                    <a:pt x="840" y="776"/>
                  </a:lnTo>
                  <a:lnTo>
                    <a:pt x="840" y="769"/>
                  </a:lnTo>
                  <a:lnTo>
                    <a:pt x="840" y="760"/>
                  </a:lnTo>
                  <a:lnTo>
                    <a:pt x="840" y="745"/>
                  </a:lnTo>
                  <a:lnTo>
                    <a:pt x="840" y="738"/>
                  </a:lnTo>
                  <a:lnTo>
                    <a:pt x="840" y="724"/>
                  </a:lnTo>
                  <a:lnTo>
                    <a:pt x="840" y="717"/>
                  </a:lnTo>
                  <a:lnTo>
                    <a:pt x="840" y="710"/>
                  </a:lnTo>
                  <a:lnTo>
                    <a:pt x="840" y="689"/>
                  </a:lnTo>
                  <a:lnTo>
                    <a:pt x="840" y="682"/>
                  </a:lnTo>
                  <a:lnTo>
                    <a:pt x="840" y="248"/>
                  </a:lnTo>
                  <a:lnTo>
                    <a:pt x="840" y="246"/>
                  </a:lnTo>
                  <a:lnTo>
                    <a:pt x="837" y="244"/>
                  </a:lnTo>
                  <a:lnTo>
                    <a:pt x="835" y="232"/>
                  </a:lnTo>
                  <a:lnTo>
                    <a:pt x="833" y="230"/>
                  </a:lnTo>
                  <a:lnTo>
                    <a:pt x="833" y="227"/>
                  </a:lnTo>
                  <a:lnTo>
                    <a:pt x="833" y="222"/>
                  </a:lnTo>
                  <a:lnTo>
                    <a:pt x="833" y="222"/>
                  </a:lnTo>
                  <a:lnTo>
                    <a:pt x="833" y="220"/>
                  </a:lnTo>
                  <a:lnTo>
                    <a:pt x="830" y="215"/>
                  </a:lnTo>
                  <a:lnTo>
                    <a:pt x="830" y="213"/>
                  </a:lnTo>
                  <a:lnTo>
                    <a:pt x="830" y="208"/>
                  </a:lnTo>
                  <a:lnTo>
                    <a:pt x="830" y="208"/>
                  </a:lnTo>
                  <a:lnTo>
                    <a:pt x="830" y="206"/>
                  </a:lnTo>
                  <a:lnTo>
                    <a:pt x="825" y="194"/>
                  </a:lnTo>
                  <a:lnTo>
                    <a:pt x="825" y="192"/>
                  </a:lnTo>
                  <a:lnTo>
                    <a:pt x="823" y="192"/>
                  </a:lnTo>
                  <a:lnTo>
                    <a:pt x="823" y="189"/>
                  </a:lnTo>
                  <a:lnTo>
                    <a:pt x="825" y="187"/>
                  </a:lnTo>
                  <a:lnTo>
                    <a:pt x="828" y="182"/>
                  </a:lnTo>
                  <a:lnTo>
                    <a:pt x="828" y="180"/>
                  </a:lnTo>
                  <a:lnTo>
                    <a:pt x="828" y="180"/>
                  </a:lnTo>
                  <a:lnTo>
                    <a:pt x="830" y="177"/>
                  </a:lnTo>
                  <a:lnTo>
                    <a:pt x="833" y="175"/>
                  </a:lnTo>
                  <a:lnTo>
                    <a:pt x="835" y="170"/>
                  </a:lnTo>
                  <a:lnTo>
                    <a:pt x="835" y="168"/>
                  </a:lnTo>
                  <a:lnTo>
                    <a:pt x="837" y="166"/>
                  </a:lnTo>
                  <a:lnTo>
                    <a:pt x="837" y="166"/>
                  </a:lnTo>
                  <a:lnTo>
                    <a:pt x="837" y="161"/>
                  </a:lnTo>
                  <a:lnTo>
                    <a:pt x="840" y="159"/>
                  </a:lnTo>
                  <a:lnTo>
                    <a:pt x="840" y="156"/>
                  </a:lnTo>
                  <a:lnTo>
                    <a:pt x="840" y="154"/>
                  </a:lnTo>
                  <a:lnTo>
                    <a:pt x="840" y="151"/>
                  </a:lnTo>
                  <a:lnTo>
                    <a:pt x="840" y="149"/>
                  </a:lnTo>
                  <a:lnTo>
                    <a:pt x="837" y="144"/>
                  </a:lnTo>
                  <a:lnTo>
                    <a:pt x="837" y="140"/>
                  </a:lnTo>
                  <a:lnTo>
                    <a:pt x="835" y="137"/>
                  </a:lnTo>
                  <a:lnTo>
                    <a:pt x="835" y="135"/>
                  </a:lnTo>
                  <a:lnTo>
                    <a:pt x="833" y="128"/>
                  </a:lnTo>
                  <a:lnTo>
                    <a:pt x="833" y="123"/>
                  </a:lnTo>
                  <a:lnTo>
                    <a:pt x="833" y="118"/>
                  </a:lnTo>
                  <a:lnTo>
                    <a:pt x="833" y="116"/>
                  </a:lnTo>
                  <a:lnTo>
                    <a:pt x="833" y="114"/>
                  </a:lnTo>
                  <a:lnTo>
                    <a:pt x="842" y="106"/>
                  </a:lnTo>
                  <a:lnTo>
                    <a:pt x="844" y="102"/>
                  </a:lnTo>
                  <a:lnTo>
                    <a:pt x="844" y="99"/>
                  </a:lnTo>
                  <a:lnTo>
                    <a:pt x="849" y="97"/>
                  </a:lnTo>
                  <a:lnTo>
                    <a:pt x="849" y="97"/>
                  </a:lnTo>
                  <a:lnTo>
                    <a:pt x="849" y="97"/>
                  </a:lnTo>
                  <a:lnTo>
                    <a:pt x="849" y="95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38">
              <a:extLst>
                <a:ext uri="{FF2B5EF4-FFF2-40B4-BE49-F238E27FC236}">
                  <a16:creationId xmlns:a16="http://schemas.microsoft.com/office/drawing/2014/main" id="{FDD10D83-099D-2AAA-8C0D-338431B53E1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153" y="2748366"/>
              <a:ext cx="280164" cy="289079"/>
            </a:xfrm>
            <a:custGeom>
              <a:avLst/>
              <a:gdLst>
                <a:gd name="T0" fmla="*/ 218 w 220"/>
                <a:gd name="T1" fmla="*/ 166 h 227"/>
                <a:gd name="T2" fmla="*/ 220 w 220"/>
                <a:gd name="T3" fmla="*/ 161 h 227"/>
                <a:gd name="T4" fmla="*/ 213 w 220"/>
                <a:gd name="T5" fmla="*/ 149 h 227"/>
                <a:gd name="T6" fmla="*/ 208 w 220"/>
                <a:gd name="T7" fmla="*/ 145 h 227"/>
                <a:gd name="T8" fmla="*/ 204 w 220"/>
                <a:gd name="T9" fmla="*/ 142 h 227"/>
                <a:gd name="T10" fmla="*/ 196 w 220"/>
                <a:gd name="T11" fmla="*/ 138 h 227"/>
                <a:gd name="T12" fmla="*/ 194 w 220"/>
                <a:gd name="T13" fmla="*/ 135 h 227"/>
                <a:gd name="T14" fmla="*/ 192 w 220"/>
                <a:gd name="T15" fmla="*/ 123 h 227"/>
                <a:gd name="T16" fmla="*/ 177 w 220"/>
                <a:gd name="T17" fmla="*/ 123 h 227"/>
                <a:gd name="T18" fmla="*/ 170 w 220"/>
                <a:gd name="T19" fmla="*/ 121 h 227"/>
                <a:gd name="T20" fmla="*/ 166 w 220"/>
                <a:gd name="T21" fmla="*/ 119 h 227"/>
                <a:gd name="T22" fmla="*/ 163 w 220"/>
                <a:gd name="T23" fmla="*/ 116 h 227"/>
                <a:gd name="T24" fmla="*/ 156 w 220"/>
                <a:gd name="T25" fmla="*/ 111 h 227"/>
                <a:gd name="T26" fmla="*/ 156 w 220"/>
                <a:gd name="T27" fmla="*/ 109 h 227"/>
                <a:gd name="T28" fmla="*/ 170 w 220"/>
                <a:gd name="T29" fmla="*/ 93 h 227"/>
                <a:gd name="T30" fmla="*/ 170 w 220"/>
                <a:gd name="T31" fmla="*/ 85 h 227"/>
                <a:gd name="T32" fmla="*/ 168 w 220"/>
                <a:gd name="T33" fmla="*/ 74 h 227"/>
                <a:gd name="T34" fmla="*/ 163 w 220"/>
                <a:gd name="T35" fmla="*/ 57 h 227"/>
                <a:gd name="T36" fmla="*/ 147 w 220"/>
                <a:gd name="T37" fmla="*/ 52 h 227"/>
                <a:gd name="T38" fmla="*/ 147 w 220"/>
                <a:gd name="T39" fmla="*/ 59 h 227"/>
                <a:gd name="T40" fmla="*/ 140 w 220"/>
                <a:gd name="T41" fmla="*/ 67 h 227"/>
                <a:gd name="T42" fmla="*/ 135 w 220"/>
                <a:gd name="T43" fmla="*/ 71 h 227"/>
                <a:gd name="T44" fmla="*/ 128 w 220"/>
                <a:gd name="T45" fmla="*/ 74 h 227"/>
                <a:gd name="T46" fmla="*/ 123 w 220"/>
                <a:gd name="T47" fmla="*/ 69 h 227"/>
                <a:gd name="T48" fmla="*/ 116 w 220"/>
                <a:gd name="T49" fmla="*/ 62 h 227"/>
                <a:gd name="T50" fmla="*/ 109 w 220"/>
                <a:gd name="T51" fmla="*/ 62 h 227"/>
                <a:gd name="T52" fmla="*/ 109 w 220"/>
                <a:gd name="T53" fmla="*/ 59 h 227"/>
                <a:gd name="T54" fmla="*/ 114 w 220"/>
                <a:gd name="T55" fmla="*/ 48 h 227"/>
                <a:gd name="T56" fmla="*/ 109 w 220"/>
                <a:gd name="T57" fmla="*/ 31 h 227"/>
                <a:gd name="T58" fmla="*/ 106 w 220"/>
                <a:gd name="T59" fmla="*/ 24 h 227"/>
                <a:gd name="T60" fmla="*/ 106 w 220"/>
                <a:gd name="T61" fmla="*/ 17 h 227"/>
                <a:gd name="T62" fmla="*/ 106 w 220"/>
                <a:gd name="T63" fmla="*/ 12 h 227"/>
                <a:gd name="T64" fmla="*/ 97 w 220"/>
                <a:gd name="T65" fmla="*/ 10 h 227"/>
                <a:gd name="T66" fmla="*/ 95 w 220"/>
                <a:gd name="T67" fmla="*/ 5 h 227"/>
                <a:gd name="T68" fmla="*/ 90 w 220"/>
                <a:gd name="T69" fmla="*/ 0 h 227"/>
                <a:gd name="T70" fmla="*/ 85 w 220"/>
                <a:gd name="T71" fmla="*/ 5 h 227"/>
                <a:gd name="T72" fmla="*/ 76 w 220"/>
                <a:gd name="T73" fmla="*/ 7 h 227"/>
                <a:gd name="T74" fmla="*/ 66 w 220"/>
                <a:gd name="T75" fmla="*/ 5 h 227"/>
                <a:gd name="T76" fmla="*/ 59 w 220"/>
                <a:gd name="T77" fmla="*/ 24 h 227"/>
                <a:gd name="T78" fmla="*/ 47 w 220"/>
                <a:gd name="T79" fmla="*/ 31 h 227"/>
                <a:gd name="T80" fmla="*/ 28 w 220"/>
                <a:gd name="T81" fmla="*/ 57 h 227"/>
                <a:gd name="T82" fmla="*/ 7 w 220"/>
                <a:gd name="T83" fmla="*/ 78 h 227"/>
                <a:gd name="T84" fmla="*/ 5 w 220"/>
                <a:gd name="T85" fmla="*/ 85 h 227"/>
                <a:gd name="T86" fmla="*/ 5 w 220"/>
                <a:gd name="T87" fmla="*/ 93 h 227"/>
                <a:gd name="T88" fmla="*/ 36 w 220"/>
                <a:gd name="T89" fmla="*/ 114 h 227"/>
                <a:gd name="T90" fmla="*/ 38 w 220"/>
                <a:gd name="T91" fmla="*/ 121 h 227"/>
                <a:gd name="T92" fmla="*/ 57 w 220"/>
                <a:gd name="T93" fmla="*/ 128 h 227"/>
                <a:gd name="T94" fmla="*/ 62 w 220"/>
                <a:gd name="T95" fmla="*/ 130 h 227"/>
                <a:gd name="T96" fmla="*/ 73 w 220"/>
                <a:gd name="T97" fmla="*/ 142 h 227"/>
                <a:gd name="T98" fmla="*/ 80 w 220"/>
                <a:gd name="T99" fmla="*/ 149 h 227"/>
                <a:gd name="T100" fmla="*/ 104 w 220"/>
                <a:gd name="T101" fmla="*/ 168 h 227"/>
                <a:gd name="T102" fmla="*/ 118 w 220"/>
                <a:gd name="T103" fmla="*/ 182 h 227"/>
                <a:gd name="T104" fmla="*/ 130 w 220"/>
                <a:gd name="T105" fmla="*/ 192 h 227"/>
                <a:gd name="T106" fmla="*/ 142 w 220"/>
                <a:gd name="T107" fmla="*/ 197 h 227"/>
                <a:gd name="T108" fmla="*/ 180 w 220"/>
                <a:gd name="T109" fmla="*/ 216 h 227"/>
                <a:gd name="T110" fmla="*/ 194 w 220"/>
                <a:gd name="T111" fmla="*/ 220 h 227"/>
                <a:gd name="T112" fmla="*/ 201 w 220"/>
                <a:gd name="T113" fmla="*/ 225 h 227"/>
                <a:gd name="T114" fmla="*/ 211 w 220"/>
                <a:gd name="T115" fmla="*/ 223 h 227"/>
                <a:gd name="T116" fmla="*/ 208 w 220"/>
                <a:gd name="T117" fmla="*/ 201 h 227"/>
                <a:gd name="T118" fmla="*/ 211 w 220"/>
                <a:gd name="T119" fmla="*/ 197 h 227"/>
                <a:gd name="T120" fmla="*/ 211 w 220"/>
                <a:gd name="T121" fmla="*/ 187 h 227"/>
                <a:gd name="T122" fmla="*/ 215 w 220"/>
                <a:gd name="T123" fmla="*/ 175 h 227"/>
                <a:gd name="T124" fmla="*/ 218 w 220"/>
                <a:gd name="T125" fmla="*/ 175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20" h="227">
                  <a:moveTo>
                    <a:pt x="218" y="173"/>
                  </a:moveTo>
                  <a:lnTo>
                    <a:pt x="218" y="173"/>
                  </a:lnTo>
                  <a:lnTo>
                    <a:pt x="218" y="173"/>
                  </a:lnTo>
                  <a:lnTo>
                    <a:pt x="218" y="171"/>
                  </a:lnTo>
                  <a:lnTo>
                    <a:pt x="215" y="171"/>
                  </a:lnTo>
                  <a:lnTo>
                    <a:pt x="215" y="171"/>
                  </a:lnTo>
                  <a:lnTo>
                    <a:pt x="215" y="168"/>
                  </a:lnTo>
                  <a:lnTo>
                    <a:pt x="215" y="168"/>
                  </a:lnTo>
                  <a:lnTo>
                    <a:pt x="215" y="168"/>
                  </a:lnTo>
                  <a:lnTo>
                    <a:pt x="218" y="168"/>
                  </a:lnTo>
                  <a:lnTo>
                    <a:pt x="218" y="166"/>
                  </a:lnTo>
                  <a:lnTo>
                    <a:pt x="218" y="166"/>
                  </a:lnTo>
                  <a:lnTo>
                    <a:pt x="218" y="164"/>
                  </a:lnTo>
                  <a:lnTo>
                    <a:pt x="218" y="164"/>
                  </a:lnTo>
                  <a:lnTo>
                    <a:pt x="218" y="164"/>
                  </a:lnTo>
                  <a:lnTo>
                    <a:pt x="218" y="164"/>
                  </a:lnTo>
                  <a:lnTo>
                    <a:pt x="218" y="164"/>
                  </a:lnTo>
                  <a:lnTo>
                    <a:pt x="218" y="164"/>
                  </a:lnTo>
                  <a:lnTo>
                    <a:pt x="218" y="164"/>
                  </a:lnTo>
                  <a:lnTo>
                    <a:pt x="218" y="161"/>
                  </a:lnTo>
                  <a:lnTo>
                    <a:pt x="218" y="161"/>
                  </a:lnTo>
                  <a:lnTo>
                    <a:pt x="220" y="161"/>
                  </a:lnTo>
                  <a:lnTo>
                    <a:pt x="218" y="161"/>
                  </a:lnTo>
                  <a:lnTo>
                    <a:pt x="218" y="159"/>
                  </a:lnTo>
                  <a:lnTo>
                    <a:pt x="218" y="156"/>
                  </a:lnTo>
                  <a:lnTo>
                    <a:pt x="215" y="152"/>
                  </a:lnTo>
                  <a:lnTo>
                    <a:pt x="215" y="149"/>
                  </a:lnTo>
                  <a:lnTo>
                    <a:pt x="215" y="149"/>
                  </a:lnTo>
                  <a:lnTo>
                    <a:pt x="215" y="147"/>
                  </a:lnTo>
                  <a:lnTo>
                    <a:pt x="213" y="145"/>
                  </a:lnTo>
                  <a:lnTo>
                    <a:pt x="213" y="147"/>
                  </a:lnTo>
                  <a:lnTo>
                    <a:pt x="213" y="147"/>
                  </a:lnTo>
                  <a:lnTo>
                    <a:pt x="213" y="149"/>
                  </a:lnTo>
                  <a:lnTo>
                    <a:pt x="213" y="147"/>
                  </a:lnTo>
                  <a:lnTo>
                    <a:pt x="213" y="147"/>
                  </a:lnTo>
                  <a:lnTo>
                    <a:pt x="213" y="147"/>
                  </a:lnTo>
                  <a:lnTo>
                    <a:pt x="211" y="147"/>
                  </a:lnTo>
                  <a:lnTo>
                    <a:pt x="211" y="145"/>
                  </a:lnTo>
                  <a:lnTo>
                    <a:pt x="211" y="147"/>
                  </a:lnTo>
                  <a:lnTo>
                    <a:pt x="211" y="147"/>
                  </a:lnTo>
                  <a:lnTo>
                    <a:pt x="211" y="147"/>
                  </a:lnTo>
                  <a:lnTo>
                    <a:pt x="208" y="147"/>
                  </a:lnTo>
                  <a:lnTo>
                    <a:pt x="208" y="145"/>
                  </a:lnTo>
                  <a:lnTo>
                    <a:pt x="208" y="145"/>
                  </a:lnTo>
                  <a:lnTo>
                    <a:pt x="208" y="145"/>
                  </a:lnTo>
                  <a:lnTo>
                    <a:pt x="208" y="145"/>
                  </a:lnTo>
                  <a:lnTo>
                    <a:pt x="208" y="145"/>
                  </a:lnTo>
                  <a:lnTo>
                    <a:pt x="208" y="145"/>
                  </a:lnTo>
                  <a:lnTo>
                    <a:pt x="206" y="142"/>
                  </a:lnTo>
                  <a:lnTo>
                    <a:pt x="206" y="142"/>
                  </a:lnTo>
                  <a:lnTo>
                    <a:pt x="206" y="142"/>
                  </a:lnTo>
                  <a:lnTo>
                    <a:pt x="204" y="142"/>
                  </a:lnTo>
                  <a:lnTo>
                    <a:pt x="204" y="142"/>
                  </a:lnTo>
                  <a:lnTo>
                    <a:pt x="204" y="142"/>
                  </a:lnTo>
                  <a:lnTo>
                    <a:pt x="204" y="142"/>
                  </a:lnTo>
                  <a:lnTo>
                    <a:pt x="201" y="142"/>
                  </a:lnTo>
                  <a:lnTo>
                    <a:pt x="201" y="142"/>
                  </a:lnTo>
                  <a:lnTo>
                    <a:pt x="201" y="142"/>
                  </a:lnTo>
                  <a:lnTo>
                    <a:pt x="199" y="142"/>
                  </a:lnTo>
                  <a:lnTo>
                    <a:pt x="196" y="140"/>
                  </a:lnTo>
                  <a:lnTo>
                    <a:pt x="196" y="140"/>
                  </a:lnTo>
                  <a:lnTo>
                    <a:pt x="196" y="140"/>
                  </a:lnTo>
                  <a:lnTo>
                    <a:pt x="196" y="138"/>
                  </a:lnTo>
                  <a:lnTo>
                    <a:pt x="196" y="138"/>
                  </a:lnTo>
                  <a:lnTo>
                    <a:pt x="196" y="138"/>
                  </a:lnTo>
                  <a:lnTo>
                    <a:pt x="196" y="138"/>
                  </a:lnTo>
                  <a:lnTo>
                    <a:pt x="196" y="138"/>
                  </a:lnTo>
                  <a:lnTo>
                    <a:pt x="196" y="135"/>
                  </a:lnTo>
                  <a:lnTo>
                    <a:pt x="196" y="135"/>
                  </a:lnTo>
                  <a:lnTo>
                    <a:pt x="196" y="135"/>
                  </a:lnTo>
                  <a:lnTo>
                    <a:pt x="196" y="135"/>
                  </a:lnTo>
                  <a:lnTo>
                    <a:pt x="196" y="135"/>
                  </a:lnTo>
                  <a:lnTo>
                    <a:pt x="196" y="133"/>
                  </a:lnTo>
                  <a:lnTo>
                    <a:pt x="196" y="133"/>
                  </a:lnTo>
                  <a:lnTo>
                    <a:pt x="194" y="135"/>
                  </a:lnTo>
                  <a:lnTo>
                    <a:pt x="194" y="135"/>
                  </a:lnTo>
                  <a:lnTo>
                    <a:pt x="194" y="135"/>
                  </a:lnTo>
                  <a:lnTo>
                    <a:pt x="194" y="133"/>
                  </a:lnTo>
                  <a:lnTo>
                    <a:pt x="194" y="133"/>
                  </a:lnTo>
                  <a:lnTo>
                    <a:pt x="194" y="130"/>
                  </a:lnTo>
                  <a:lnTo>
                    <a:pt x="194" y="130"/>
                  </a:lnTo>
                  <a:lnTo>
                    <a:pt x="194" y="128"/>
                  </a:lnTo>
                  <a:lnTo>
                    <a:pt x="194" y="128"/>
                  </a:lnTo>
                  <a:lnTo>
                    <a:pt x="194" y="126"/>
                  </a:lnTo>
                  <a:lnTo>
                    <a:pt x="192" y="126"/>
                  </a:lnTo>
                  <a:lnTo>
                    <a:pt x="192" y="123"/>
                  </a:lnTo>
                  <a:lnTo>
                    <a:pt x="192" y="123"/>
                  </a:lnTo>
                  <a:lnTo>
                    <a:pt x="192" y="123"/>
                  </a:lnTo>
                  <a:lnTo>
                    <a:pt x="189" y="123"/>
                  </a:lnTo>
                  <a:lnTo>
                    <a:pt x="189" y="123"/>
                  </a:lnTo>
                  <a:lnTo>
                    <a:pt x="189" y="123"/>
                  </a:lnTo>
                  <a:lnTo>
                    <a:pt x="189" y="123"/>
                  </a:lnTo>
                  <a:lnTo>
                    <a:pt x="187" y="123"/>
                  </a:lnTo>
                  <a:lnTo>
                    <a:pt x="185" y="123"/>
                  </a:lnTo>
                  <a:lnTo>
                    <a:pt x="185" y="121"/>
                  </a:lnTo>
                  <a:lnTo>
                    <a:pt x="182" y="121"/>
                  </a:lnTo>
                  <a:lnTo>
                    <a:pt x="180" y="123"/>
                  </a:lnTo>
                  <a:lnTo>
                    <a:pt x="180" y="123"/>
                  </a:lnTo>
                  <a:lnTo>
                    <a:pt x="177" y="123"/>
                  </a:lnTo>
                  <a:lnTo>
                    <a:pt x="177" y="123"/>
                  </a:lnTo>
                  <a:lnTo>
                    <a:pt x="177" y="123"/>
                  </a:lnTo>
                  <a:lnTo>
                    <a:pt x="177" y="123"/>
                  </a:lnTo>
                  <a:lnTo>
                    <a:pt x="175" y="123"/>
                  </a:lnTo>
                  <a:lnTo>
                    <a:pt x="175" y="123"/>
                  </a:lnTo>
                  <a:lnTo>
                    <a:pt x="175" y="123"/>
                  </a:lnTo>
                  <a:lnTo>
                    <a:pt x="170" y="121"/>
                  </a:lnTo>
                  <a:lnTo>
                    <a:pt x="170" y="121"/>
                  </a:lnTo>
                  <a:lnTo>
                    <a:pt x="170" y="121"/>
                  </a:lnTo>
                  <a:lnTo>
                    <a:pt x="170" y="121"/>
                  </a:lnTo>
                  <a:lnTo>
                    <a:pt x="170" y="121"/>
                  </a:lnTo>
                  <a:lnTo>
                    <a:pt x="170" y="121"/>
                  </a:lnTo>
                  <a:lnTo>
                    <a:pt x="170" y="119"/>
                  </a:lnTo>
                  <a:lnTo>
                    <a:pt x="170" y="121"/>
                  </a:lnTo>
                  <a:lnTo>
                    <a:pt x="168" y="121"/>
                  </a:lnTo>
                  <a:lnTo>
                    <a:pt x="168" y="121"/>
                  </a:lnTo>
                  <a:lnTo>
                    <a:pt x="168" y="119"/>
                  </a:lnTo>
                  <a:lnTo>
                    <a:pt x="168" y="119"/>
                  </a:lnTo>
                  <a:lnTo>
                    <a:pt x="168" y="119"/>
                  </a:lnTo>
                  <a:lnTo>
                    <a:pt x="166" y="119"/>
                  </a:lnTo>
                  <a:lnTo>
                    <a:pt x="166" y="119"/>
                  </a:lnTo>
                  <a:lnTo>
                    <a:pt x="166" y="119"/>
                  </a:lnTo>
                  <a:lnTo>
                    <a:pt x="166" y="119"/>
                  </a:lnTo>
                  <a:lnTo>
                    <a:pt x="163" y="121"/>
                  </a:lnTo>
                  <a:lnTo>
                    <a:pt x="163" y="119"/>
                  </a:lnTo>
                  <a:lnTo>
                    <a:pt x="163" y="119"/>
                  </a:lnTo>
                  <a:lnTo>
                    <a:pt x="163" y="119"/>
                  </a:lnTo>
                  <a:lnTo>
                    <a:pt x="163" y="119"/>
                  </a:lnTo>
                  <a:lnTo>
                    <a:pt x="163" y="119"/>
                  </a:lnTo>
                  <a:lnTo>
                    <a:pt x="163" y="116"/>
                  </a:lnTo>
                  <a:lnTo>
                    <a:pt x="163" y="116"/>
                  </a:lnTo>
                  <a:lnTo>
                    <a:pt x="163" y="116"/>
                  </a:lnTo>
                  <a:lnTo>
                    <a:pt x="163" y="116"/>
                  </a:lnTo>
                  <a:lnTo>
                    <a:pt x="166" y="114"/>
                  </a:lnTo>
                  <a:lnTo>
                    <a:pt x="163" y="114"/>
                  </a:lnTo>
                  <a:lnTo>
                    <a:pt x="163" y="114"/>
                  </a:lnTo>
                  <a:lnTo>
                    <a:pt x="161" y="111"/>
                  </a:lnTo>
                  <a:lnTo>
                    <a:pt x="161" y="111"/>
                  </a:lnTo>
                  <a:lnTo>
                    <a:pt x="161" y="111"/>
                  </a:lnTo>
                  <a:lnTo>
                    <a:pt x="161" y="114"/>
                  </a:lnTo>
                  <a:lnTo>
                    <a:pt x="161" y="114"/>
                  </a:lnTo>
                  <a:lnTo>
                    <a:pt x="159" y="116"/>
                  </a:lnTo>
                  <a:lnTo>
                    <a:pt x="159" y="114"/>
                  </a:lnTo>
                  <a:lnTo>
                    <a:pt x="156" y="111"/>
                  </a:lnTo>
                  <a:lnTo>
                    <a:pt x="156" y="111"/>
                  </a:lnTo>
                  <a:lnTo>
                    <a:pt x="156" y="111"/>
                  </a:lnTo>
                  <a:lnTo>
                    <a:pt x="154" y="111"/>
                  </a:lnTo>
                  <a:lnTo>
                    <a:pt x="154" y="111"/>
                  </a:lnTo>
                  <a:lnTo>
                    <a:pt x="154" y="111"/>
                  </a:lnTo>
                  <a:lnTo>
                    <a:pt x="154" y="109"/>
                  </a:lnTo>
                  <a:lnTo>
                    <a:pt x="154" y="109"/>
                  </a:lnTo>
                  <a:lnTo>
                    <a:pt x="156" y="109"/>
                  </a:lnTo>
                  <a:lnTo>
                    <a:pt x="156" y="109"/>
                  </a:lnTo>
                  <a:lnTo>
                    <a:pt x="156" y="109"/>
                  </a:lnTo>
                  <a:lnTo>
                    <a:pt x="156" y="109"/>
                  </a:lnTo>
                  <a:lnTo>
                    <a:pt x="156" y="109"/>
                  </a:lnTo>
                  <a:lnTo>
                    <a:pt x="156" y="109"/>
                  </a:lnTo>
                  <a:lnTo>
                    <a:pt x="156" y="109"/>
                  </a:lnTo>
                  <a:lnTo>
                    <a:pt x="156" y="109"/>
                  </a:lnTo>
                  <a:lnTo>
                    <a:pt x="159" y="107"/>
                  </a:lnTo>
                  <a:lnTo>
                    <a:pt x="161" y="104"/>
                  </a:lnTo>
                  <a:lnTo>
                    <a:pt x="163" y="102"/>
                  </a:lnTo>
                  <a:lnTo>
                    <a:pt x="168" y="97"/>
                  </a:lnTo>
                  <a:lnTo>
                    <a:pt x="168" y="97"/>
                  </a:lnTo>
                  <a:lnTo>
                    <a:pt x="168" y="95"/>
                  </a:lnTo>
                  <a:lnTo>
                    <a:pt x="170" y="93"/>
                  </a:lnTo>
                  <a:lnTo>
                    <a:pt x="170" y="93"/>
                  </a:lnTo>
                  <a:lnTo>
                    <a:pt x="170" y="93"/>
                  </a:lnTo>
                  <a:lnTo>
                    <a:pt x="168" y="93"/>
                  </a:lnTo>
                  <a:lnTo>
                    <a:pt x="168" y="90"/>
                  </a:lnTo>
                  <a:lnTo>
                    <a:pt x="168" y="90"/>
                  </a:lnTo>
                  <a:lnTo>
                    <a:pt x="168" y="90"/>
                  </a:lnTo>
                  <a:lnTo>
                    <a:pt x="168" y="88"/>
                  </a:lnTo>
                  <a:lnTo>
                    <a:pt x="168" y="88"/>
                  </a:lnTo>
                  <a:lnTo>
                    <a:pt x="168" y="88"/>
                  </a:lnTo>
                  <a:lnTo>
                    <a:pt x="170" y="85"/>
                  </a:lnTo>
                  <a:lnTo>
                    <a:pt x="170" y="85"/>
                  </a:lnTo>
                  <a:lnTo>
                    <a:pt x="170" y="85"/>
                  </a:lnTo>
                  <a:lnTo>
                    <a:pt x="170" y="83"/>
                  </a:lnTo>
                  <a:lnTo>
                    <a:pt x="170" y="78"/>
                  </a:lnTo>
                  <a:lnTo>
                    <a:pt x="170" y="78"/>
                  </a:lnTo>
                  <a:lnTo>
                    <a:pt x="170" y="76"/>
                  </a:lnTo>
                  <a:lnTo>
                    <a:pt x="170" y="76"/>
                  </a:lnTo>
                  <a:lnTo>
                    <a:pt x="168" y="76"/>
                  </a:lnTo>
                  <a:lnTo>
                    <a:pt x="168" y="76"/>
                  </a:lnTo>
                  <a:lnTo>
                    <a:pt x="168" y="74"/>
                  </a:lnTo>
                  <a:lnTo>
                    <a:pt x="168" y="74"/>
                  </a:lnTo>
                  <a:lnTo>
                    <a:pt x="168" y="74"/>
                  </a:lnTo>
                  <a:lnTo>
                    <a:pt x="168" y="74"/>
                  </a:lnTo>
                  <a:lnTo>
                    <a:pt x="168" y="74"/>
                  </a:lnTo>
                  <a:lnTo>
                    <a:pt x="168" y="71"/>
                  </a:lnTo>
                  <a:lnTo>
                    <a:pt x="168" y="71"/>
                  </a:lnTo>
                  <a:lnTo>
                    <a:pt x="166" y="69"/>
                  </a:lnTo>
                  <a:lnTo>
                    <a:pt x="166" y="69"/>
                  </a:lnTo>
                  <a:lnTo>
                    <a:pt x="166" y="69"/>
                  </a:lnTo>
                  <a:lnTo>
                    <a:pt x="166" y="67"/>
                  </a:lnTo>
                  <a:lnTo>
                    <a:pt x="166" y="62"/>
                  </a:lnTo>
                  <a:lnTo>
                    <a:pt x="163" y="57"/>
                  </a:lnTo>
                  <a:lnTo>
                    <a:pt x="163" y="57"/>
                  </a:lnTo>
                  <a:lnTo>
                    <a:pt x="161" y="55"/>
                  </a:lnTo>
                  <a:lnTo>
                    <a:pt x="159" y="55"/>
                  </a:lnTo>
                  <a:lnTo>
                    <a:pt x="156" y="52"/>
                  </a:lnTo>
                  <a:lnTo>
                    <a:pt x="156" y="52"/>
                  </a:lnTo>
                  <a:lnTo>
                    <a:pt x="156" y="50"/>
                  </a:lnTo>
                  <a:lnTo>
                    <a:pt x="156" y="48"/>
                  </a:lnTo>
                  <a:lnTo>
                    <a:pt x="149" y="48"/>
                  </a:lnTo>
                  <a:lnTo>
                    <a:pt x="149" y="48"/>
                  </a:lnTo>
                  <a:lnTo>
                    <a:pt x="147" y="50"/>
                  </a:lnTo>
                  <a:lnTo>
                    <a:pt x="147" y="52"/>
                  </a:lnTo>
                  <a:lnTo>
                    <a:pt x="147" y="52"/>
                  </a:lnTo>
                  <a:lnTo>
                    <a:pt x="147" y="52"/>
                  </a:lnTo>
                  <a:lnTo>
                    <a:pt x="147" y="55"/>
                  </a:lnTo>
                  <a:lnTo>
                    <a:pt x="147" y="55"/>
                  </a:lnTo>
                  <a:lnTo>
                    <a:pt x="147" y="55"/>
                  </a:lnTo>
                  <a:lnTo>
                    <a:pt x="147" y="55"/>
                  </a:lnTo>
                  <a:lnTo>
                    <a:pt x="147" y="55"/>
                  </a:lnTo>
                  <a:lnTo>
                    <a:pt x="147" y="55"/>
                  </a:lnTo>
                  <a:lnTo>
                    <a:pt x="147" y="57"/>
                  </a:lnTo>
                  <a:lnTo>
                    <a:pt x="147" y="57"/>
                  </a:lnTo>
                  <a:lnTo>
                    <a:pt x="147" y="59"/>
                  </a:lnTo>
                  <a:lnTo>
                    <a:pt x="147" y="59"/>
                  </a:lnTo>
                  <a:lnTo>
                    <a:pt x="144" y="59"/>
                  </a:lnTo>
                  <a:lnTo>
                    <a:pt x="144" y="59"/>
                  </a:lnTo>
                  <a:lnTo>
                    <a:pt x="144" y="62"/>
                  </a:lnTo>
                  <a:lnTo>
                    <a:pt x="144" y="62"/>
                  </a:lnTo>
                  <a:lnTo>
                    <a:pt x="144" y="62"/>
                  </a:lnTo>
                  <a:lnTo>
                    <a:pt x="142" y="64"/>
                  </a:lnTo>
                  <a:lnTo>
                    <a:pt x="142" y="64"/>
                  </a:lnTo>
                  <a:lnTo>
                    <a:pt x="142" y="64"/>
                  </a:lnTo>
                  <a:lnTo>
                    <a:pt x="140" y="64"/>
                  </a:lnTo>
                  <a:lnTo>
                    <a:pt x="140" y="67"/>
                  </a:lnTo>
                  <a:lnTo>
                    <a:pt x="140" y="67"/>
                  </a:lnTo>
                  <a:lnTo>
                    <a:pt x="140" y="67"/>
                  </a:lnTo>
                  <a:lnTo>
                    <a:pt x="140" y="69"/>
                  </a:lnTo>
                  <a:lnTo>
                    <a:pt x="140" y="69"/>
                  </a:lnTo>
                  <a:lnTo>
                    <a:pt x="140" y="69"/>
                  </a:lnTo>
                  <a:lnTo>
                    <a:pt x="140" y="71"/>
                  </a:lnTo>
                  <a:lnTo>
                    <a:pt x="137" y="71"/>
                  </a:lnTo>
                  <a:lnTo>
                    <a:pt x="137" y="71"/>
                  </a:lnTo>
                  <a:lnTo>
                    <a:pt x="135" y="69"/>
                  </a:lnTo>
                  <a:lnTo>
                    <a:pt x="135" y="69"/>
                  </a:lnTo>
                  <a:lnTo>
                    <a:pt x="135" y="71"/>
                  </a:lnTo>
                  <a:lnTo>
                    <a:pt x="135" y="71"/>
                  </a:lnTo>
                  <a:lnTo>
                    <a:pt x="135" y="71"/>
                  </a:lnTo>
                  <a:lnTo>
                    <a:pt x="135" y="71"/>
                  </a:lnTo>
                  <a:lnTo>
                    <a:pt x="133" y="71"/>
                  </a:lnTo>
                  <a:lnTo>
                    <a:pt x="133" y="71"/>
                  </a:lnTo>
                  <a:lnTo>
                    <a:pt x="133" y="71"/>
                  </a:lnTo>
                  <a:lnTo>
                    <a:pt x="130" y="71"/>
                  </a:lnTo>
                  <a:lnTo>
                    <a:pt x="130" y="71"/>
                  </a:lnTo>
                  <a:lnTo>
                    <a:pt x="130" y="74"/>
                  </a:lnTo>
                  <a:lnTo>
                    <a:pt x="128" y="74"/>
                  </a:lnTo>
                  <a:lnTo>
                    <a:pt x="128" y="74"/>
                  </a:lnTo>
                  <a:lnTo>
                    <a:pt x="128" y="74"/>
                  </a:lnTo>
                  <a:lnTo>
                    <a:pt x="128" y="74"/>
                  </a:lnTo>
                  <a:lnTo>
                    <a:pt x="128" y="74"/>
                  </a:lnTo>
                  <a:lnTo>
                    <a:pt x="125" y="74"/>
                  </a:lnTo>
                  <a:lnTo>
                    <a:pt x="125" y="74"/>
                  </a:lnTo>
                  <a:lnTo>
                    <a:pt x="125" y="71"/>
                  </a:lnTo>
                  <a:lnTo>
                    <a:pt x="125" y="71"/>
                  </a:lnTo>
                  <a:lnTo>
                    <a:pt x="125" y="71"/>
                  </a:lnTo>
                  <a:lnTo>
                    <a:pt x="125" y="71"/>
                  </a:lnTo>
                  <a:lnTo>
                    <a:pt x="125" y="69"/>
                  </a:lnTo>
                  <a:lnTo>
                    <a:pt x="123" y="69"/>
                  </a:lnTo>
                  <a:lnTo>
                    <a:pt x="123" y="69"/>
                  </a:lnTo>
                  <a:lnTo>
                    <a:pt x="121" y="69"/>
                  </a:lnTo>
                  <a:lnTo>
                    <a:pt x="121" y="64"/>
                  </a:lnTo>
                  <a:lnTo>
                    <a:pt x="121" y="64"/>
                  </a:lnTo>
                  <a:lnTo>
                    <a:pt x="118" y="64"/>
                  </a:lnTo>
                  <a:lnTo>
                    <a:pt x="118" y="64"/>
                  </a:lnTo>
                  <a:lnTo>
                    <a:pt x="116" y="64"/>
                  </a:lnTo>
                  <a:lnTo>
                    <a:pt x="116" y="64"/>
                  </a:lnTo>
                  <a:lnTo>
                    <a:pt x="116" y="64"/>
                  </a:lnTo>
                  <a:lnTo>
                    <a:pt x="116" y="62"/>
                  </a:lnTo>
                  <a:lnTo>
                    <a:pt x="116" y="62"/>
                  </a:lnTo>
                  <a:lnTo>
                    <a:pt x="116" y="62"/>
                  </a:lnTo>
                  <a:lnTo>
                    <a:pt x="114" y="62"/>
                  </a:lnTo>
                  <a:lnTo>
                    <a:pt x="114" y="62"/>
                  </a:lnTo>
                  <a:lnTo>
                    <a:pt x="114" y="62"/>
                  </a:lnTo>
                  <a:lnTo>
                    <a:pt x="114" y="62"/>
                  </a:lnTo>
                  <a:lnTo>
                    <a:pt x="111" y="64"/>
                  </a:lnTo>
                  <a:lnTo>
                    <a:pt x="111" y="64"/>
                  </a:lnTo>
                  <a:lnTo>
                    <a:pt x="111" y="64"/>
                  </a:lnTo>
                  <a:lnTo>
                    <a:pt x="111" y="64"/>
                  </a:lnTo>
                  <a:lnTo>
                    <a:pt x="111" y="64"/>
                  </a:lnTo>
                  <a:lnTo>
                    <a:pt x="109" y="62"/>
                  </a:lnTo>
                  <a:lnTo>
                    <a:pt x="109" y="62"/>
                  </a:lnTo>
                  <a:lnTo>
                    <a:pt x="106" y="64"/>
                  </a:lnTo>
                  <a:lnTo>
                    <a:pt x="106" y="64"/>
                  </a:lnTo>
                  <a:lnTo>
                    <a:pt x="106" y="64"/>
                  </a:lnTo>
                  <a:lnTo>
                    <a:pt x="106" y="64"/>
                  </a:lnTo>
                  <a:lnTo>
                    <a:pt x="106" y="64"/>
                  </a:lnTo>
                  <a:lnTo>
                    <a:pt x="106" y="64"/>
                  </a:lnTo>
                  <a:lnTo>
                    <a:pt x="106" y="62"/>
                  </a:lnTo>
                  <a:lnTo>
                    <a:pt x="106" y="62"/>
                  </a:lnTo>
                  <a:lnTo>
                    <a:pt x="109" y="62"/>
                  </a:lnTo>
                  <a:lnTo>
                    <a:pt x="109" y="62"/>
                  </a:lnTo>
                  <a:lnTo>
                    <a:pt x="109" y="59"/>
                  </a:lnTo>
                  <a:lnTo>
                    <a:pt x="111" y="59"/>
                  </a:lnTo>
                  <a:lnTo>
                    <a:pt x="111" y="57"/>
                  </a:lnTo>
                  <a:lnTo>
                    <a:pt x="111" y="57"/>
                  </a:lnTo>
                  <a:lnTo>
                    <a:pt x="111" y="55"/>
                  </a:lnTo>
                  <a:lnTo>
                    <a:pt x="111" y="55"/>
                  </a:lnTo>
                  <a:lnTo>
                    <a:pt x="114" y="52"/>
                  </a:lnTo>
                  <a:lnTo>
                    <a:pt x="114" y="52"/>
                  </a:lnTo>
                  <a:lnTo>
                    <a:pt x="114" y="52"/>
                  </a:lnTo>
                  <a:lnTo>
                    <a:pt x="114" y="52"/>
                  </a:lnTo>
                  <a:lnTo>
                    <a:pt x="114" y="50"/>
                  </a:lnTo>
                  <a:lnTo>
                    <a:pt x="114" y="48"/>
                  </a:lnTo>
                  <a:lnTo>
                    <a:pt x="114" y="45"/>
                  </a:lnTo>
                  <a:lnTo>
                    <a:pt x="114" y="45"/>
                  </a:lnTo>
                  <a:lnTo>
                    <a:pt x="111" y="43"/>
                  </a:lnTo>
                  <a:lnTo>
                    <a:pt x="111" y="43"/>
                  </a:lnTo>
                  <a:lnTo>
                    <a:pt x="111" y="40"/>
                  </a:lnTo>
                  <a:lnTo>
                    <a:pt x="109" y="38"/>
                  </a:lnTo>
                  <a:lnTo>
                    <a:pt x="109" y="36"/>
                  </a:lnTo>
                  <a:lnTo>
                    <a:pt x="109" y="33"/>
                  </a:lnTo>
                  <a:lnTo>
                    <a:pt x="109" y="31"/>
                  </a:lnTo>
                  <a:lnTo>
                    <a:pt x="109" y="31"/>
                  </a:lnTo>
                  <a:lnTo>
                    <a:pt x="109" y="31"/>
                  </a:lnTo>
                  <a:lnTo>
                    <a:pt x="111" y="31"/>
                  </a:lnTo>
                  <a:lnTo>
                    <a:pt x="109" y="29"/>
                  </a:lnTo>
                  <a:lnTo>
                    <a:pt x="109" y="29"/>
                  </a:lnTo>
                  <a:lnTo>
                    <a:pt x="109" y="29"/>
                  </a:lnTo>
                  <a:lnTo>
                    <a:pt x="109" y="29"/>
                  </a:lnTo>
                  <a:lnTo>
                    <a:pt x="109" y="29"/>
                  </a:lnTo>
                  <a:lnTo>
                    <a:pt x="106" y="29"/>
                  </a:lnTo>
                  <a:lnTo>
                    <a:pt x="106" y="29"/>
                  </a:lnTo>
                  <a:lnTo>
                    <a:pt x="109" y="29"/>
                  </a:lnTo>
                  <a:lnTo>
                    <a:pt x="109" y="26"/>
                  </a:lnTo>
                  <a:lnTo>
                    <a:pt x="106" y="24"/>
                  </a:lnTo>
                  <a:lnTo>
                    <a:pt x="106" y="24"/>
                  </a:lnTo>
                  <a:lnTo>
                    <a:pt x="106" y="22"/>
                  </a:lnTo>
                  <a:lnTo>
                    <a:pt x="106" y="22"/>
                  </a:lnTo>
                  <a:lnTo>
                    <a:pt x="104" y="22"/>
                  </a:lnTo>
                  <a:lnTo>
                    <a:pt x="104" y="22"/>
                  </a:lnTo>
                  <a:lnTo>
                    <a:pt x="104" y="19"/>
                  </a:lnTo>
                  <a:lnTo>
                    <a:pt x="104" y="19"/>
                  </a:lnTo>
                  <a:lnTo>
                    <a:pt x="104" y="17"/>
                  </a:lnTo>
                  <a:lnTo>
                    <a:pt x="106" y="17"/>
                  </a:lnTo>
                  <a:lnTo>
                    <a:pt x="106" y="17"/>
                  </a:lnTo>
                  <a:lnTo>
                    <a:pt x="106" y="17"/>
                  </a:lnTo>
                  <a:lnTo>
                    <a:pt x="104" y="17"/>
                  </a:lnTo>
                  <a:lnTo>
                    <a:pt x="104" y="17"/>
                  </a:lnTo>
                  <a:lnTo>
                    <a:pt x="104" y="14"/>
                  </a:lnTo>
                  <a:lnTo>
                    <a:pt x="104" y="14"/>
                  </a:lnTo>
                  <a:lnTo>
                    <a:pt x="104" y="14"/>
                  </a:lnTo>
                  <a:lnTo>
                    <a:pt x="104" y="14"/>
                  </a:lnTo>
                  <a:lnTo>
                    <a:pt x="104" y="14"/>
                  </a:lnTo>
                  <a:lnTo>
                    <a:pt x="104" y="12"/>
                  </a:lnTo>
                  <a:lnTo>
                    <a:pt x="106" y="12"/>
                  </a:lnTo>
                  <a:lnTo>
                    <a:pt x="106" y="12"/>
                  </a:lnTo>
                  <a:lnTo>
                    <a:pt x="106" y="12"/>
                  </a:lnTo>
                  <a:lnTo>
                    <a:pt x="106" y="12"/>
                  </a:lnTo>
                  <a:lnTo>
                    <a:pt x="104" y="12"/>
                  </a:lnTo>
                  <a:lnTo>
                    <a:pt x="102" y="10"/>
                  </a:lnTo>
                  <a:lnTo>
                    <a:pt x="102" y="10"/>
                  </a:lnTo>
                  <a:lnTo>
                    <a:pt x="102" y="10"/>
                  </a:lnTo>
                  <a:lnTo>
                    <a:pt x="99" y="10"/>
                  </a:lnTo>
                  <a:lnTo>
                    <a:pt x="99" y="10"/>
                  </a:lnTo>
                  <a:lnTo>
                    <a:pt x="99" y="10"/>
                  </a:lnTo>
                  <a:lnTo>
                    <a:pt x="99" y="10"/>
                  </a:lnTo>
                  <a:lnTo>
                    <a:pt x="99" y="10"/>
                  </a:lnTo>
                  <a:lnTo>
                    <a:pt x="97" y="10"/>
                  </a:lnTo>
                  <a:lnTo>
                    <a:pt x="97" y="10"/>
                  </a:lnTo>
                  <a:lnTo>
                    <a:pt x="97" y="10"/>
                  </a:lnTo>
                  <a:lnTo>
                    <a:pt x="97" y="10"/>
                  </a:lnTo>
                  <a:lnTo>
                    <a:pt x="97" y="7"/>
                  </a:lnTo>
                  <a:lnTo>
                    <a:pt x="97" y="7"/>
                  </a:lnTo>
                  <a:lnTo>
                    <a:pt x="97" y="7"/>
                  </a:lnTo>
                  <a:lnTo>
                    <a:pt x="97" y="5"/>
                  </a:lnTo>
                  <a:lnTo>
                    <a:pt x="97" y="5"/>
                  </a:lnTo>
                  <a:lnTo>
                    <a:pt x="97" y="5"/>
                  </a:lnTo>
                  <a:lnTo>
                    <a:pt x="95" y="5"/>
                  </a:lnTo>
                  <a:lnTo>
                    <a:pt x="95" y="5"/>
                  </a:lnTo>
                  <a:lnTo>
                    <a:pt x="95" y="7"/>
                  </a:lnTo>
                  <a:lnTo>
                    <a:pt x="95" y="7"/>
                  </a:lnTo>
                  <a:lnTo>
                    <a:pt x="95" y="7"/>
                  </a:lnTo>
                  <a:lnTo>
                    <a:pt x="92" y="7"/>
                  </a:lnTo>
                  <a:lnTo>
                    <a:pt x="92" y="5"/>
                  </a:lnTo>
                  <a:lnTo>
                    <a:pt x="92" y="5"/>
                  </a:lnTo>
                  <a:lnTo>
                    <a:pt x="92" y="3"/>
                  </a:lnTo>
                  <a:lnTo>
                    <a:pt x="92" y="3"/>
                  </a:lnTo>
                  <a:lnTo>
                    <a:pt x="92" y="0"/>
                  </a:lnTo>
                  <a:lnTo>
                    <a:pt x="90" y="0"/>
                  </a:lnTo>
                  <a:lnTo>
                    <a:pt x="90" y="0"/>
                  </a:lnTo>
                  <a:lnTo>
                    <a:pt x="90" y="3"/>
                  </a:lnTo>
                  <a:lnTo>
                    <a:pt x="90" y="3"/>
                  </a:lnTo>
                  <a:lnTo>
                    <a:pt x="90" y="3"/>
                  </a:lnTo>
                  <a:lnTo>
                    <a:pt x="90" y="3"/>
                  </a:lnTo>
                  <a:lnTo>
                    <a:pt x="90" y="3"/>
                  </a:lnTo>
                  <a:lnTo>
                    <a:pt x="90" y="5"/>
                  </a:lnTo>
                  <a:lnTo>
                    <a:pt x="88" y="5"/>
                  </a:lnTo>
                  <a:lnTo>
                    <a:pt x="88" y="5"/>
                  </a:lnTo>
                  <a:lnTo>
                    <a:pt x="88" y="5"/>
                  </a:lnTo>
                  <a:lnTo>
                    <a:pt x="88" y="5"/>
                  </a:lnTo>
                  <a:lnTo>
                    <a:pt x="85" y="5"/>
                  </a:lnTo>
                  <a:lnTo>
                    <a:pt x="85" y="5"/>
                  </a:lnTo>
                  <a:lnTo>
                    <a:pt x="85" y="5"/>
                  </a:lnTo>
                  <a:lnTo>
                    <a:pt x="85" y="5"/>
                  </a:lnTo>
                  <a:lnTo>
                    <a:pt x="83" y="5"/>
                  </a:lnTo>
                  <a:lnTo>
                    <a:pt x="83" y="5"/>
                  </a:lnTo>
                  <a:lnTo>
                    <a:pt x="83" y="5"/>
                  </a:lnTo>
                  <a:lnTo>
                    <a:pt x="80" y="5"/>
                  </a:lnTo>
                  <a:lnTo>
                    <a:pt x="78" y="7"/>
                  </a:lnTo>
                  <a:lnTo>
                    <a:pt x="78" y="7"/>
                  </a:lnTo>
                  <a:lnTo>
                    <a:pt x="76" y="7"/>
                  </a:lnTo>
                  <a:lnTo>
                    <a:pt x="76" y="7"/>
                  </a:lnTo>
                  <a:lnTo>
                    <a:pt x="76" y="7"/>
                  </a:lnTo>
                  <a:lnTo>
                    <a:pt x="76" y="5"/>
                  </a:lnTo>
                  <a:lnTo>
                    <a:pt x="76" y="5"/>
                  </a:lnTo>
                  <a:lnTo>
                    <a:pt x="73" y="3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69" y="3"/>
                  </a:lnTo>
                  <a:lnTo>
                    <a:pt x="69" y="5"/>
                  </a:lnTo>
                  <a:lnTo>
                    <a:pt x="66" y="5"/>
                  </a:lnTo>
                  <a:lnTo>
                    <a:pt x="66" y="5"/>
                  </a:lnTo>
                  <a:lnTo>
                    <a:pt x="66" y="5"/>
                  </a:lnTo>
                  <a:lnTo>
                    <a:pt x="64" y="5"/>
                  </a:lnTo>
                  <a:lnTo>
                    <a:pt x="64" y="5"/>
                  </a:lnTo>
                  <a:lnTo>
                    <a:pt x="64" y="7"/>
                  </a:lnTo>
                  <a:lnTo>
                    <a:pt x="62" y="14"/>
                  </a:lnTo>
                  <a:lnTo>
                    <a:pt x="62" y="17"/>
                  </a:lnTo>
                  <a:lnTo>
                    <a:pt x="62" y="17"/>
                  </a:lnTo>
                  <a:lnTo>
                    <a:pt x="62" y="19"/>
                  </a:lnTo>
                  <a:lnTo>
                    <a:pt x="62" y="19"/>
                  </a:lnTo>
                  <a:lnTo>
                    <a:pt x="62" y="22"/>
                  </a:lnTo>
                  <a:lnTo>
                    <a:pt x="62" y="22"/>
                  </a:lnTo>
                  <a:lnTo>
                    <a:pt x="59" y="24"/>
                  </a:lnTo>
                  <a:lnTo>
                    <a:pt x="59" y="24"/>
                  </a:lnTo>
                  <a:lnTo>
                    <a:pt x="57" y="24"/>
                  </a:lnTo>
                  <a:lnTo>
                    <a:pt x="52" y="24"/>
                  </a:lnTo>
                  <a:lnTo>
                    <a:pt x="52" y="24"/>
                  </a:lnTo>
                  <a:lnTo>
                    <a:pt x="52" y="24"/>
                  </a:lnTo>
                  <a:lnTo>
                    <a:pt x="50" y="26"/>
                  </a:lnTo>
                  <a:lnTo>
                    <a:pt x="50" y="29"/>
                  </a:lnTo>
                  <a:lnTo>
                    <a:pt x="47" y="29"/>
                  </a:lnTo>
                  <a:lnTo>
                    <a:pt x="47" y="29"/>
                  </a:lnTo>
                  <a:lnTo>
                    <a:pt x="47" y="29"/>
                  </a:lnTo>
                  <a:lnTo>
                    <a:pt x="47" y="31"/>
                  </a:lnTo>
                  <a:lnTo>
                    <a:pt x="47" y="31"/>
                  </a:lnTo>
                  <a:lnTo>
                    <a:pt x="47" y="43"/>
                  </a:lnTo>
                  <a:lnTo>
                    <a:pt x="45" y="43"/>
                  </a:lnTo>
                  <a:lnTo>
                    <a:pt x="45" y="43"/>
                  </a:lnTo>
                  <a:lnTo>
                    <a:pt x="43" y="45"/>
                  </a:lnTo>
                  <a:lnTo>
                    <a:pt x="40" y="48"/>
                  </a:lnTo>
                  <a:lnTo>
                    <a:pt x="33" y="55"/>
                  </a:lnTo>
                  <a:lnTo>
                    <a:pt x="33" y="57"/>
                  </a:lnTo>
                  <a:lnTo>
                    <a:pt x="31" y="57"/>
                  </a:lnTo>
                  <a:lnTo>
                    <a:pt x="31" y="57"/>
                  </a:lnTo>
                  <a:lnTo>
                    <a:pt x="28" y="57"/>
                  </a:lnTo>
                  <a:lnTo>
                    <a:pt x="26" y="59"/>
                  </a:lnTo>
                  <a:lnTo>
                    <a:pt x="19" y="64"/>
                  </a:lnTo>
                  <a:lnTo>
                    <a:pt x="19" y="67"/>
                  </a:lnTo>
                  <a:lnTo>
                    <a:pt x="14" y="71"/>
                  </a:lnTo>
                  <a:lnTo>
                    <a:pt x="14" y="71"/>
                  </a:lnTo>
                  <a:lnTo>
                    <a:pt x="9" y="74"/>
                  </a:lnTo>
                  <a:lnTo>
                    <a:pt x="9" y="74"/>
                  </a:lnTo>
                  <a:lnTo>
                    <a:pt x="7" y="76"/>
                  </a:lnTo>
                  <a:lnTo>
                    <a:pt x="7" y="76"/>
                  </a:lnTo>
                  <a:lnTo>
                    <a:pt x="5" y="78"/>
                  </a:lnTo>
                  <a:lnTo>
                    <a:pt x="7" y="78"/>
                  </a:lnTo>
                  <a:lnTo>
                    <a:pt x="7" y="78"/>
                  </a:lnTo>
                  <a:lnTo>
                    <a:pt x="7" y="81"/>
                  </a:lnTo>
                  <a:lnTo>
                    <a:pt x="7" y="81"/>
                  </a:lnTo>
                  <a:lnTo>
                    <a:pt x="7" y="81"/>
                  </a:lnTo>
                  <a:lnTo>
                    <a:pt x="7" y="81"/>
                  </a:lnTo>
                  <a:lnTo>
                    <a:pt x="5" y="81"/>
                  </a:lnTo>
                  <a:lnTo>
                    <a:pt x="5" y="81"/>
                  </a:lnTo>
                  <a:lnTo>
                    <a:pt x="5" y="83"/>
                  </a:lnTo>
                  <a:lnTo>
                    <a:pt x="5" y="83"/>
                  </a:lnTo>
                  <a:lnTo>
                    <a:pt x="5" y="83"/>
                  </a:lnTo>
                  <a:lnTo>
                    <a:pt x="5" y="85"/>
                  </a:lnTo>
                  <a:lnTo>
                    <a:pt x="2" y="85"/>
                  </a:lnTo>
                  <a:lnTo>
                    <a:pt x="2" y="85"/>
                  </a:lnTo>
                  <a:lnTo>
                    <a:pt x="2" y="88"/>
                  </a:lnTo>
                  <a:lnTo>
                    <a:pt x="2" y="88"/>
                  </a:lnTo>
                  <a:lnTo>
                    <a:pt x="0" y="88"/>
                  </a:lnTo>
                  <a:lnTo>
                    <a:pt x="2" y="90"/>
                  </a:lnTo>
                  <a:lnTo>
                    <a:pt x="2" y="93"/>
                  </a:lnTo>
                  <a:lnTo>
                    <a:pt x="2" y="93"/>
                  </a:lnTo>
                  <a:lnTo>
                    <a:pt x="5" y="93"/>
                  </a:lnTo>
                  <a:lnTo>
                    <a:pt x="5" y="93"/>
                  </a:lnTo>
                  <a:lnTo>
                    <a:pt x="5" y="93"/>
                  </a:lnTo>
                  <a:lnTo>
                    <a:pt x="7" y="95"/>
                  </a:lnTo>
                  <a:lnTo>
                    <a:pt x="7" y="95"/>
                  </a:lnTo>
                  <a:lnTo>
                    <a:pt x="7" y="95"/>
                  </a:lnTo>
                  <a:lnTo>
                    <a:pt x="5" y="97"/>
                  </a:lnTo>
                  <a:lnTo>
                    <a:pt x="5" y="100"/>
                  </a:lnTo>
                  <a:lnTo>
                    <a:pt x="7" y="100"/>
                  </a:lnTo>
                  <a:lnTo>
                    <a:pt x="14" y="104"/>
                  </a:lnTo>
                  <a:lnTo>
                    <a:pt x="24" y="107"/>
                  </a:lnTo>
                  <a:lnTo>
                    <a:pt x="31" y="111"/>
                  </a:lnTo>
                  <a:lnTo>
                    <a:pt x="33" y="114"/>
                  </a:lnTo>
                  <a:lnTo>
                    <a:pt x="36" y="114"/>
                  </a:lnTo>
                  <a:lnTo>
                    <a:pt x="36" y="116"/>
                  </a:lnTo>
                  <a:lnTo>
                    <a:pt x="38" y="116"/>
                  </a:lnTo>
                  <a:lnTo>
                    <a:pt x="38" y="116"/>
                  </a:lnTo>
                  <a:lnTo>
                    <a:pt x="38" y="116"/>
                  </a:lnTo>
                  <a:lnTo>
                    <a:pt x="38" y="116"/>
                  </a:lnTo>
                  <a:lnTo>
                    <a:pt x="38" y="119"/>
                  </a:lnTo>
                  <a:lnTo>
                    <a:pt x="38" y="119"/>
                  </a:lnTo>
                  <a:lnTo>
                    <a:pt x="38" y="121"/>
                  </a:lnTo>
                  <a:lnTo>
                    <a:pt x="38" y="121"/>
                  </a:lnTo>
                  <a:lnTo>
                    <a:pt x="38" y="121"/>
                  </a:lnTo>
                  <a:lnTo>
                    <a:pt x="38" y="121"/>
                  </a:lnTo>
                  <a:lnTo>
                    <a:pt x="36" y="121"/>
                  </a:lnTo>
                  <a:lnTo>
                    <a:pt x="36" y="121"/>
                  </a:lnTo>
                  <a:lnTo>
                    <a:pt x="36" y="121"/>
                  </a:lnTo>
                  <a:lnTo>
                    <a:pt x="38" y="123"/>
                  </a:lnTo>
                  <a:lnTo>
                    <a:pt x="45" y="126"/>
                  </a:lnTo>
                  <a:lnTo>
                    <a:pt x="54" y="128"/>
                  </a:lnTo>
                  <a:lnTo>
                    <a:pt x="57" y="130"/>
                  </a:lnTo>
                  <a:lnTo>
                    <a:pt x="59" y="130"/>
                  </a:lnTo>
                  <a:lnTo>
                    <a:pt x="59" y="130"/>
                  </a:lnTo>
                  <a:lnTo>
                    <a:pt x="59" y="130"/>
                  </a:lnTo>
                  <a:lnTo>
                    <a:pt x="57" y="128"/>
                  </a:lnTo>
                  <a:lnTo>
                    <a:pt x="54" y="128"/>
                  </a:lnTo>
                  <a:lnTo>
                    <a:pt x="54" y="128"/>
                  </a:lnTo>
                  <a:lnTo>
                    <a:pt x="54" y="128"/>
                  </a:lnTo>
                  <a:lnTo>
                    <a:pt x="57" y="128"/>
                  </a:lnTo>
                  <a:lnTo>
                    <a:pt x="59" y="128"/>
                  </a:lnTo>
                  <a:lnTo>
                    <a:pt x="59" y="130"/>
                  </a:lnTo>
                  <a:lnTo>
                    <a:pt x="59" y="130"/>
                  </a:lnTo>
                  <a:lnTo>
                    <a:pt x="59" y="130"/>
                  </a:lnTo>
                  <a:lnTo>
                    <a:pt x="62" y="130"/>
                  </a:lnTo>
                  <a:lnTo>
                    <a:pt x="62" y="130"/>
                  </a:lnTo>
                  <a:lnTo>
                    <a:pt x="62" y="130"/>
                  </a:lnTo>
                  <a:lnTo>
                    <a:pt x="62" y="130"/>
                  </a:lnTo>
                  <a:lnTo>
                    <a:pt x="59" y="130"/>
                  </a:lnTo>
                  <a:lnTo>
                    <a:pt x="59" y="133"/>
                  </a:lnTo>
                  <a:lnTo>
                    <a:pt x="59" y="133"/>
                  </a:lnTo>
                  <a:lnTo>
                    <a:pt x="62" y="133"/>
                  </a:lnTo>
                  <a:lnTo>
                    <a:pt x="64" y="133"/>
                  </a:lnTo>
                  <a:lnTo>
                    <a:pt x="64" y="135"/>
                  </a:lnTo>
                  <a:lnTo>
                    <a:pt x="66" y="135"/>
                  </a:lnTo>
                  <a:lnTo>
                    <a:pt x="69" y="138"/>
                  </a:lnTo>
                  <a:lnTo>
                    <a:pt x="73" y="142"/>
                  </a:lnTo>
                  <a:lnTo>
                    <a:pt x="73" y="142"/>
                  </a:lnTo>
                  <a:lnTo>
                    <a:pt x="73" y="142"/>
                  </a:lnTo>
                  <a:lnTo>
                    <a:pt x="76" y="142"/>
                  </a:lnTo>
                  <a:lnTo>
                    <a:pt x="76" y="142"/>
                  </a:lnTo>
                  <a:lnTo>
                    <a:pt x="76" y="145"/>
                  </a:lnTo>
                  <a:lnTo>
                    <a:pt x="76" y="145"/>
                  </a:lnTo>
                  <a:lnTo>
                    <a:pt x="76" y="145"/>
                  </a:lnTo>
                  <a:lnTo>
                    <a:pt x="76" y="145"/>
                  </a:lnTo>
                  <a:lnTo>
                    <a:pt x="78" y="147"/>
                  </a:lnTo>
                  <a:lnTo>
                    <a:pt x="78" y="147"/>
                  </a:lnTo>
                  <a:lnTo>
                    <a:pt x="78" y="147"/>
                  </a:lnTo>
                  <a:lnTo>
                    <a:pt x="80" y="149"/>
                  </a:lnTo>
                  <a:lnTo>
                    <a:pt x="88" y="154"/>
                  </a:lnTo>
                  <a:lnTo>
                    <a:pt x="95" y="161"/>
                  </a:lnTo>
                  <a:lnTo>
                    <a:pt x="102" y="166"/>
                  </a:lnTo>
                  <a:lnTo>
                    <a:pt x="102" y="166"/>
                  </a:lnTo>
                  <a:lnTo>
                    <a:pt x="102" y="168"/>
                  </a:lnTo>
                  <a:lnTo>
                    <a:pt x="102" y="168"/>
                  </a:lnTo>
                  <a:lnTo>
                    <a:pt x="102" y="168"/>
                  </a:lnTo>
                  <a:lnTo>
                    <a:pt x="102" y="168"/>
                  </a:lnTo>
                  <a:lnTo>
                    <a:pt x="102" y="168"/>
                  </a:lnTo>
                  <a:lnTo>
                    <a:pt x="102" y="168"/>
                  </a:lnTo>
                  <a:lnTo>
                    <a:pt x="104" y="168"/>
                  </a:lnTo>
                  <a:lnTo>
                    <a:pt x="104" y="171"/>
                  </a:lnTo>
                  <a:lnTo>
                    <a:pt x="106" y="171"/>
                  </a:lnTo>
                  <a:lnTo>
                    <a:pt x="106" y="171"/>
                  </a:lnTo>
                  <a:lnTo>
                    <a:pt x="106" y="171"/>
                  </a:lnTo>
                  <a:lnTo>
                    <a:pt x="106" y="173"/>
                  </a:lnTo>
                  <a:lnTo>
                    <a:pt x="106" y="175"/>
                  </a:lnTo>
                  <a:lnTo>
                    <a:pt x="114" y="180"/>
                  </a:lnTo>
                  <a:lnTo>
                    <a:pt x="116" y="180"/>
                  </a:lnTo>
                  <a:lnTo>
                    <a:pt x="116" y="180"/>
                  </a:lnTo>
                  <a:lnTo>
                    <a:pt x="116" y="182"/>
                  </a:lnTo>
                  <a:lnTo>
                    <a:pt x="118" y="182"/>
                  </a:lnTo>
                  <a:lnTo>
                    <a:pt x="116" y="182"/>
                  </a:lnTo>
                  <a:lnTo>
                    <a:pt x="118" y="185"/>
                  </a:lnTo>
                  <a:lnTo>
                    <a:pt x="118" y="185"/>
                  </a:lnTo>
                  <a:lnTo>
                    <a:pt x="121" y="185"/>
                  </a:lnTo>
                  <a:lnTo>
                    <a:pt x="121" y="185"/>
                  </a:lnTo>
                  <a:lnTo>
                    <a:pt x="123" y="187"/>
                  </a:lnTo>
                  <a:lnTo>
                    <a:pt x="123" y="187"/>
                  </a:lnTo>
                  <a:lnTo>
                    <a:pt x="128" y="190"/>
                  </a:lnTo>
                  <a:lnTo>
                    <a:pt x="130" y="192"/>
                  </a:lnTo>
                  <a:lnTo>
                    <a:pt x="130" y="192"/>
                  </a:lnTo>
                  <a:lnTo>
                    <a:pt x="130" y="192"/>
                  </a:lnTo>
                  <a:lnTo>
                    <a:pt x="130" y="192"/>
                  </a:lnTo>
                  <a:lnTo>
                    <a:pt x="130" y="192"/>
                  </a:lnTo>
                  <a:lnTo>
                    <a:pt x="130" y="192"/>
                  </a:lnTo>
                  <a:lnTo>
                    <a:pt x="133" y="192"/>
                  </a:lnTo>
                  <a:lnTo>
                    <a:pt x="133" y="194"/>
                  </a:lnTo>
                  <a:lnTo>
                    <a:pt x="135" y="194"/>
                  </a:lnTo>
                  <a:lnTo>
                    <a:pt x="137" y="194"/>
                  </a:lnTo>
                  <a:lnTo>
                    <a:pt x="137" y="194"/>
                  </a:lnTo>
                  <a:lnTo>
                    <a:pt x="137" y="194"/>
                  </a:lnTo>
                  <a:lnTo>
                    <a:pt x="140" y="194"/>
                  </a:lnTo>
                  <a:lnTo>
                    <a:pt x="142" y="197"/>
                  </a:lnTo>
                  <a:lnTo>
                    <a:pt x="144" y="199"/>
                  </a:lnTo>
                  <a:lnTo>
                    <a:pt x="147" y="199"/>
                  </a:lnTo>
                  <a:lnTo>
                    <a:pt x="154" y="204"/>
                  </a:lnTo>
                  <a:lnTo>
                    <a:pt x="156" y="204"/>
                  </a:lnTo>
                  <a:lnTo>
                    <a:pt x="163" y="209"/>
                  </a:lnTo>
                  <a:lnTo>
                    <a:pt x="168" y="211"/>
                  </a:lnTo>
                  <a:lnTo>
                    <a:pt x="170" y="211"/>
                  </a:lnTo>
                  <a:lnTo>
                    <a:pt x="170" y="211"/>
                  </a:lnTo>
                  <a:lnTo>
                    <a:pt x="173" y="213"/>
                  </a:lnTo>
                  <a:lnTo>
                    <a:pt x="175" y="216"/>
                  </a:lnTo>
                  <a:lnTo>
                    <a:pt x="180" y="216"/>
                  </a:lnTo>
                  <a:lnTo>
                    <a:pt x="185" y="216"/>
                  </a:lnTo>
                  <a:lnTo>
                    <a:pt x="187" y="218"/>
                  </a:lnTo>
                  <a:lnTo>
                    <a:pt x="189" y="218"/>
                  </a:lnTo>
                  <a:lnTo>
                    <a:pt x="189" y="218"/>
                  </a:lnTo>
                  <a:lnTo>
                    <a:pt x="189" y="218"/>
                  </a:lnTo>
                  <a:lnTo>
                    <a:pt x="189" y="218"/>
                  </a:lnTo>
                  <a:lnTo>
                    <a:pt x="192" y="218"/>
                  </a:lnTo>
                  <a:lnTo>
                    <a:pt x="192" y="218"/>
                  </a:lnTo>
                  <a:lnTo>
                    <a:pt x="192" y="220"/>
                  </a:lnTo>
                  <a:lnTo>
                    <a:pt x="194" y="220"/>
                  </a:lnTo>
                  <a:lnTo>
                    <a:pt x="194" y="220"/>
                  </a:lnTo>
                  <a:lnTo>
                    <a:pt x="196" y="220"/>
                  </a:lnTo>
                  <a:lnTo>
                    <a:pt x="196" y="223"/>
                  </a:lnTo>
                  <a:lnTo>
                    <a:pt x="196" y="223"/>
                  </a:lnTo>
                  <a:lnTo>
                    <a:pt x="196" y="223"/>
                  </a:lnTo>
                  <a:lnTo>
                    <a:pt x="196" y="223"/>
                  </a:lnTo>
                  <a:lnTo>
                    <a:pt x="199" y="225"/>
                  </a:lnTo>
                  <a:lnTo>
                    <a:pt x="201" y="225"/>
                  </a:lnTo>
                  <a:lnTo>
                    <a:pt x="201" y="225"/>
                  </a:lnTo>
                  <a:lnTo>
                    <a:pt x="201" y="225"/>
                  </a:lnTo>
                  <a:lnTo>
                    <a:pt x="201" y="225"/>
                  </a:lnTo>
                  <a:lnTo>
                    <a:pt x="201" y="225"/>
                  </a:lnTo>
                  <a:lnTo>
                    <a:pt x="206" y="225"/>
                  </a:lnTo>
                  <a:lnTo>
                    <a:pt x="206" y="225"/>
                  </a:lnTo>
                  <a:lnTo>
                    <a:pt x="208" y="225"/>
                  </a:lnTo>
                  <a:lnTo>
                    <a:pt x="208" y="227"/>
                  </a:lnTo>
                  <a:lnTo>
                    <a:pt x="211" y="225"/>
                  </a:lnTo>
                  <a:lnTo>
                    <a:pt x="211" y="225"/>
                  </a:lnTo>
                  <a:lnTo>
                    <a:pt x="208" y="225"/>
                  </a:lnTo>
                  <a:lnTo>
                    <a:pt x="208" y="225"/>
                  </a:lnTo>
                  <a:lnTo>
                    <a:pt x="208" y="223"/>
                  </a:lnTo>
                  <a:lnTo>
                    <a:pt x="208" y="223"/>
                  </a:lnTo>
                  <a:lnTo>
                    <a:pt x="211" y="223"/>
                  </a:lnTo>
                  <a:lnTo>
                    <a:pt x="208" y="223"/>
                  </a:lnTo>
                  <a:lnTo>
                    <a:pt x="208" y="220"/>
                  </a:lnTo>
                  <a:lnTo>
                    <a:pt x="208" y="220"/>
                  </a:lnTo>
                  <a:lnTo>
                    <a:pt x="208" y="218"/>
                  </a:lnTo>
                  <a:lnTo>
                    <a:pt x="208" y="218"/>
                  </a:lnTo>
                  <a:lnTo>
                    <a:pt x="208" y="218"/>
                  </a:lnTo>
                  <a:lnTo>
                    <a:pt x="208" y="206"/>
                  </a:lnTo>
                  <a:lnTo>
                    <a:pt x="208" y="204"/>
                  </a:lnTo>
                  <a:lnTo>
                    <a:pt x="208" y="204"/>
                  </a:lnTo>
                  <a:lnTo>
                    <a:pt x="208" y="204"/>
                  </a:lnTo>
                  <a:lnTo>
                    <a:pt x="208" y="201"/>
                  </a:lnTo>
                  <a:lnTo>
                    <a:pt x="208" y="201"/>
                  </a:lnTo>
                  <a:lnTo>
                    <a:pt x="208" y="201"/>
                  </a:lnTo>
                  <a:lnTo>
                    <a:pt x="208" y="201"/>
                  </a:lnTo>
                  <a:lnTo>
                    <a:pt x="208" y="201"/>
                  </a:lnTo>
                  <a:lnTo>
                    <a:pt x="208" y="199"/>
                  </a:lnTo>
                  <a:lnTo>
                    <a:pt x="208" y="199"/>
                  </a:lnTo>
                  <a:lnTo>
                    <a:pt x="208" y="197"/>
                  </a:lnTo>
                  <a:lnTo>
                    <a:pt x="208" y="197"/>
                  </a:lnTo>
                  <a:lnTo>
                    <a:pt x="208" y="197"/>
                  </a:lnTo>
                  <a:lnTo>
                    <a:pt x="211" y="197"/>
                  </a:lnTo>
                  <a:lnTo>
                    <a:pt x="211" y="197"/>
                  </a:lnTo>
                  <a:lnTo>
                    <a:pt x="211" y="197"/>
                  </a:lnTo>
                  <a:lnTo>
                    <a:pt x="211" y="194"/>
                  </a:lnTo>
                  <a:lnTo>
                    <a:pt x="211" y="194"/>
                  </a:lnTo>
                  <a:lnTo>
                    <a:pt x="211" y="194"/>
                  </a:lnTo>
                  <a:lnTo>
                    <a:pt x="208" y="192"/>
                  </a:lnTo>
                  <a:lnTo>
                    <a:pt x="208" y="192"/>
                  </a:lnTo>
                  <a:lnTo>
                    <a:pt x="208" y="192"/>
                  </a:lnTo>
                  <a:lnTo>
                    <a:pt x="208" y="190"/>
                  </a:lnTo>
                  <a:lnTo>
                    <a:pt x="208" y="187"/>
                  </a:lnTo>
                  <a:lnTo>
                    <a:pt x="211" y="187"/>
                  </a:lnTo>
                  <a:lnTo>
                    <a:pt x="211" y="187"/>
                  </a:lnTo>
                  <a:lnTo>
                    <a:pt x="211" y="187"/>
                  </a:lnTo>
                  <a:lnTo>
                    <a:pt x="213" y="187"/>
                  </a:lnTo>
                  <a:lnTo>
                    <a:pt x="213" y="185"/>
                  </a:lnTo>
                  <a:lnTo>
                    <a:pt x="213" y="182"/>
                  </a:lnTo>
                  <a:lnTo>
                    <a:pt x="213" y="182"/>
                  </a:lnTo>
                  <a:lnTo>
                    <a:pt x="213" y="180"/>
                  </a:lnTo>
                  <a:lnTo>
                    <a:pt x="213" y="178"/>
                  </a:lnTo>
                  <a:lnTo>
                    <a:pt x="215" y="178"/>
                  </a:lnTo>
                  <a:lnTo>
                    <a:pt x="215" y="178"/>
                  </a:lnTo>
                  <a:lnTo>
                    <a:pt x="215" y="175"/>
                  </a:lnTo>
                  <a:lnTo>
                    <a:pt x="215" y="175"/>
                  </a:lnTo>
                  <a:lnTo>
                    <a:pt x="218" y="175"/>
                  </a:lnTo>
                  <a:lnTo>
                    <a:pt x="218" y="175"/>
                  </a:lnTo>
                  <a:lnTo>
                    <a:pt x="215" y="178"/>
                  </a:lnTo>
                  <a:lnTo>
                    <a:pt x="215" y="178"/>
                  </a:lnTo>
                  <a:lnTo>
                    <a:pt x="218" y="178"/>
                  </a:lnTo>
                  <a:lnTo>
                    <a:pt x="218" y="178"/>
                  </a:lnTo>
                  <a:lnTo>
                    <a:pt x="218" y="178"/>
                  </a:lnTo>
                  <a:lnTo>
                    <a:pt x="218" y="178"/>
                  </a:lnTo>
                  <a:lnTo>
                    <a:pt x="218" y="178"/>
                  </a:lnTo>
                  <a:lnTo>
                    <a:pt x="218" y="175"/>
                  </a:lnTo>
                  <a:lnTo>
                    <a:pt x="218" y="175"/>
                  </a:lnTo>
                  <a:lnTo>
                    <a:pt x="218" y="175"/>
                  </a:lnTo>
                  <a:lnTo>
                    <a:pt x="218" y="175"/>
                  </a:lnTo>
                  <a:lnTo>
                    <a:pt x="218" y="173"/>
                  </a:lnTo>
                  <a:lnTo>
                    <a:pt x="218" y="173"/>
                  </a:lnTo>
                  <a:lnTo>
                    <a:pt x="218" y="173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39">
              <a:extLst>
                <a:ext uri="{FF2B5EF4-FFF2-40B4-BE49-F238E27FC236}">
                  <a16:creationId xmlns:a16="http://schemas.microsoft.com/office/drawing/2014/main" id="{67F821A5-8B6D-F1A8-AD39-12EB196D9992}"/>
                </a:ext>
              </a:extLst>
            </p:cNvPr>
            <p:cNvSpPr>
              <a:spLocks/>
            </p:cNvSpPr>
            <p:nvPr/>
          </p:nvSpPr>
          <p:spPr bwMode="auto">
            <a:xfrm>
              <a:off x="8963238" y="5350075"/>
              <a:ext cx="165552" cy="161732"/>
            </a:xfrm>
            <a:custGeom>
              <a:avLst/>
              <a:gdLst>
                <a:gd name="T0" fmla="*/ 127 w 130"/>
                <a:gd name="T1" fmla="*/ 45 h 127"/>
                <a:gd name="T2" fmla="*/ 123 w 130"/>
                <a:gd name="T3" fmla="*/ 35 h 127"/>
                <a:gd name="T4" fmla="*/ 113 w 130"/>
                <a:gd name="T5" fmla="*/ 26 h 127"/>
                <a:gd name="T6" fmla="*/ 108 w 130"/>
                <a:gd name="T7" fmla="*/ 21 h 127"/>
                <a:gd name="T8" fmla="*/ 99 w 130"/>
                <a:gd name="T9" fmla="*/ 14 h 127"/>
                <a:gd name="T10" fmla="*/ 94 w 130"/>
                <a:gd name="T11" fmla="*/ 12 h 127"/>
                <a:gd name="T12" fmla="*/ 89 w 130"/>
                <a:gd name="T13" fmla="*/ 4 h 127"/>
                <a:gd name="T14" fmla="*/ 82 w 130"/>
                <a:gd name="T15" fmla="*/ 2 h 127"/>
                <a:gd name="T16" fmla="*/ 68 w 130"/>
                <a:gd name="T17" fmla="*/ 9 h 127"/>
                <a:gd name="T18" fmla="*/ 61 w 130"/>
                <a:gd name="T19" fmla="*/ 9 h 127"/>
                <a:gd name="T20" fmla="*/ 54 w 130"/>
                <a:gd name="T21" fmla="*/ 14 h 127"/>
                <a:gd name="T22" fmla="*/ 52 w 130"/>
                <a:gd name="T23" fmla="*/ 19 h 127"/>
                <a:gd name="T24" fmla="*/ 47 w 130"/>
                <a:gd name="T25" fmla="*/ 19 h 127"/>
                <a:gd name="T26" fmla="*/ 37 w 130"/>
                <a:gd name="T27" fmla="*/ 23 h 127"/>
                <a:gd name="T28" fmla="*/ 37 w 130"/>
                <a:gd name="T29" fmla="*/ 26 h 127"/>
                <a:gd name="T30" fmla="*/ 35 w 130"/>
                <a:gd name="T31" fmla="*/ 26 h 127"/>
                <a:gd name="T32" fmla="*/ 33 w 130"/>
                <a:gd name="T33" fmla="*/ 30 h 127"/>
                <a:gd name="T34" fmla="*/ 33 w 130"/>
                <a:gd name="T35" fmla="*/ 30 h 127"/>
                <a:gd name="T36" fmla="*/ 28 w 130"/>
                <a:gd name="T37" fmla="*/ 38 h 127"/>
                <a:gd name="T38" fmla="*/ 26 w 130"/>
                <a:gd name="T39" fmla="*/ 42 h 127"/>
                <a:gd name="T40" fmla="*/ 23 w 130"/>
                <a:gd name="T41" fmla="*/ 47 h 127"/>
                <a:gd name="T42" fmla="*/ 21 w 130"/>
                <a:gd name="T43" fmla="*/ 49 h 127"/>
                <a:gd name="T44" fmla="*/ 18 w 130"/>
                <a:gd name="T45" fmla="*/ 54 h 127"/>
                <a:gd name="T46" fmla="*/ 16 w 130"/>
                <a:gd name="T47" fmla="*/ 56 h 127"/>
                <a:gd name="T48" fmla="*/ 11 w 130"/>
                <a:gd name="T49" fmla="*/ 59 h 127"/>
                <a:gd name="T50" fmla="*/ 4 w 130"/>
                <a:gd name="T51" fmla="*/ 61 h 127"/>
                <a:gd name="T52" fmla="*/ 2 w 130"/>
                <a:gd name="T53" fmla="*/ 64 h 127"/>
                <a:gd name="T54" fmla="*/ 0 w 130"/>
                <a:gd name="T55" fmla="*/ 64 h 127"/>
                <a:gd name="T56" fmla="*/ 2 w 130"/>
                <a:gd name="T57" fmla="*/ 68 h 127"/>
                <a:gd name="T58" fmla="*/ 9 w 130"/>
                <a:gd name="T59" fmla="*/ 87 h 127"/>
                <a:gd name="T60" fmla="*/ 16 w 130"/>
                <a:gd name="T61" fmla="*/ 97 h 127"/>
                <a:gd name="T62" fmla="*/ 18 w 130"/>
                <a:gd name="T63" fmla="*/ 97 h 127"/>
                <a:gd name="T64" fmla="*/ 18 w 130"/>
                <a:gd name="T65" fmla="*/ 106 h 127"/>
                <a:gd name="T66" fmla="*/ 23 w 130"/>
                <a:gd name="T67" fmla="*/ 106 h 127"/>
                <a:gd name="T68" fmla="*/ 28 w 130"/>
                <a:gd name="T69" fmla="*/ 111 h 127"/>
                <a:gd name="T70" fmla="*/ 30 w 130"/>
                <a:gd name="T71" fmla="*/ 118 h 127"/>
                <a:gd name="T72" fmla="*/ 42 w 130"/>
                <a:gd name="T73" fmla="*/ 125 h 127"/>
                <a:gd name="T74" fmla="*/ 47 w 130"/>
                <a:gd name="T75" fmla="*/ 125 h 127"/>
                <a:gd name="T76" fmla="*/ 56 w 130"/>
                <a:gd name="T77" fmla="*/ 127 h 127"/>
                <a:gd name="T78" fmla="*/ 59 w 130"/>
                <a:gd name="T79" fmla="*/ 123 h 127"/>
                <a:gd name="T80" fmla="*/ 59 w 130"/>
                <a:gd name="T81" fmla="*/ 118 h 127"/>
                <a:gd name="T82" fmla="*/ 66 w 130"/>
                <a:gd name="T83" fmla="*/ 109 h 127"/>
                <a:gd name="T84" fmla="*/ 63 w 130"/>
                <a:gd name="T85" fmla="*/ 104 h 127"/>
                <a:gd name="T86" fmla="*/ 68 w 130"/>
                <a:gd name="T87" fmla="*/ 101 h 127"/>
                <a:gd name="T88" fmla="*/ 73 w 130"/>
                <a:gd name="T89" fmla="*/ 97 h 127"/>
                <a:gd name="T90" fmla="*/ 85 w 130"/>
                <a:gd name="T91" fmla="*/ 97 h 127"/>
                <a:gd name="T92" fmla="*/ 106 w 130"/>
                <a:gd name="T93" fmla="*/ 87 h 127"/>
                <a:gd name="T94" fmla="*/ 113 w 130"/>
                <a:gd name="T95" fmla="*/ 83 h 127"/>
                <a:gd name="T96" fmla="*/ 111 w 130"/>
                <a:gd name="T97" fmla="*/ 78 h 127"/>
                <a:gd name="T98" fmla="*/ 113 w 130"/>
                <a:gd name="T99" fmla="*/ 68 h 127"/>
                <a:gd name="T100" fmla="*/ 120 w 130"/>
                <a:gd name="T101" fmla="*/ 61 h 127"/>
                <a:gd name="T102" fmla="*/ 120 w 130"/>
                <a:gd name="T103" fmla="*/ 56 h 127"/>
                <a:gd name="T104" fmla="*/ 127 w 130"/>
                <a:gd name="T105" fmla="*/ 52 h 127"/>
                <a:gd name="T106" fmla="*/ 130 w 130"/>
                <a:gd name="T107" fmla="*/ 47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0" h="127">
                  <a:moveTo>
                    <a:pt x="130" y="47"/>
                  </a:moveTo>
                  <a:lnTo>
                    <a:pt x="127" y="47"/>
                  </a:lnTo>
                  <a:lnTo>
                    <a:pt x="127" y="45"/>
                  </a:lnTo>
                  <a:lnTo>
                    <a:pt x="127" y="45"/>
                  </a:lnTo>
                  <a:lnTo>
                    <a:pt x="127" y="45"/>
                  </a:lnTo>
                  <a:lnTo>
                    <a:pt x="127" y="45"/>
                  </a:lnTo>
                  <a:lnTo>
                    <a:pt x="127" y="42"/>
                  </a:lnTo>
                  <a:lnTo>
                    <a:pt x="125" y="40"/>
                  </a:lnTo>
                  <a:lnTo>
                    <a:pt x="125" y="38"/>
                  </a:lnTo>
                  <a:lnTo>
                    <a:pt x="125" y="38"/>
                  </a:lnTo>
                  <a:lnTo>
                    <a:pt x="125" y="38"/>
                  </a:lnTo>
                  <a:lnTo>
                    <a:pt x="123" y="35"/>
                  </a:lnTo>
                  <a:lnTo>
                    <a:pt x="123" y="35"/>
                  </a:lnTo>
                  <a:lnTo>
                    <a:pt x="123" y="33"/>
                  </a:lnTo>
                  <a:lnTo>
                    <a:pt x="120" y="30"/>
                  </a:lnTo>
                  <a:lnTo>
                    <a:pt x="118" y="30"/>
                  </a:lnTo>
                  <a:lnTo>
                    <a:pt x="118" y="30"/>
                  </a:lnTo>
                  <a:lnTo>
                    <a:pt x="113" y="26"/>
                  </a:lnTo>
                  <a:lnTo>
                    <a:pt x="111" y="26"/>
                  </a:lnTo>
                  <a:lnTo>
                    <a:pt x="108" y="26"/>
                  </a:lnTo>
                  <a:lnTo>
                    <a:pt x="108" y="23"/>
                  </a:lnTo>
                  <a:lnTo>
                    <a:pt x="108" y="23"/>
                  </a:lnTo>
                  <a:lnTo>
                    <a:pt x="108" y="23"/>
                  </a:lnTo>
                  <a:lnTo>
                    <a:pt x="108" y="21"/>
                  </a:lnTo>
                  <a:lnTo>
                    <a:pt x="106" y="21"/>
                  </a:lnTo>
                  <a:lnTo>
                    <a:pt x="106" y="21"/>
                  </a:lnTo>
                  <a:lnTo>
                    <a:pt x="104" y="21"/>
                  </a:lnTo>
                  <a:lnTo>
                    <a:pt x="101" y="19"/>
                  </a:lnTo>
                  <a:lnTo>
                    <a:pt x="99" y="14"/>
                  </a:lnTo>
                  <a:lnTo>
                    <a:pt x="99" y="14"/>
                  </a:lnTo>
                  <a:lnTo>
                    <a:pt x="99" y="12"/>
                  </a:lnTo>
                  <a:lnTo>
                    <a:pt x="99" y="12"/>
                  </a:lnTo>
                  <a:lnTo>
                    <a:pt x="97" y="12"/>
                  </a:lnTo>
                  <a:lnTo>
                    <a:pt x="97" y="12"/>
                  </a:lnTo>
                  <a:lnTo>
                    <a:pt x="97" y="12"/>
                  </a:lnTo>
                  <a:lnTo>
                    <a:pt x="94" y="12"/>
                  </a:lnTo>
                  <a:lnTo>
                    <a:pt x="94" y="12"/>
                  </a:lnTo>
                  <a:lnTo>
                    <a:pt x="92" y="9"/>
                  </a:lnTo>
                  <a:lnTo>
                    <a:pt x="92" y="7"/>
                  </a:lnTo>
                  <a:lnTo>
                    <a:pt x="89" y="7"/>
                  </a:lnTo>
                  <a:lnTo>
                    <a:pt x="89" y="7"/>
                  </a:lnTo>
                  <a:lnTo>
                    <a:pt x="89" y="4"/>
                  </a:lnTo>
                  <a:lnTo>
                    <a:pt x="87" y="2"/>
                  </a:lnTo>
                  <a:lnTo>
                    <a:pt x="87" y="2"/>
                  </a:lnTo>
                  <a:lnTo>
                    <a:pt x="87" y="2"/>
                  </a:lnTo>
                  <a:lnTo>
                    <a:pt x="87" y="0"/>
                  </a:lnTo>
                  <a:lnTo>
                    <a:pt x="85" y="0"/>
                  </a:lnTo>
                  <a:lnTo>
                    <a:pt x="82" y="2"/>
                  </a:lnTo>
                  <a:lnTo>
                    <a:pt x="80" y="2"/>
                  </a:lnTo>
                  <a:lnTo>
                    <a:pt x="73" y="2"/>
                  </a:lnTo>
                  <a:lnTo>
                    <a:pt x="73" y="4"/>
                  </a:lnTo>
                  <a:lnTo>
                    <a:pt x="71" y="4"/>
                  </a:lnTo>
                  <a:lnTo>
                    <a:pt x="71" y="7"/>
                  </a:lnTo>
                  <a:lnTo>
                    <a:pt x="68" y="9"/>
                  </a:lnTo>
                  <a:lnTo>
                    <a:pt x="68" y="9"/>
                  </a:lnTo>
                  <a:lnTo>
                    <a:pt x="66" y="9"/>
                  </a:lnTo>
                  <a:lnTo>
                    <a:pt x="66" y="9"/>
                  </a:lnTo>
                  <a:lnTo>
                    <a:pt x="63" y="9"/>
                  </a:lnTo>
                  <a:lnTo>
                    <a:pt x="63" y="9"/>
                  </a:lnTo>
                  <a:lnTo>
                    <a:pt x="61" y="9"/>
                  </a:lnTo>
                  <a:lnTo>
                    <a:pt x="61" y="9"/>
                  </a:lnTo>
                  <a:lnTo>
                    <a:pt x="59" y="9"/>
                  </a:lnTo>
                  <a:lnTo>
                    <a:pt x="59" y="9"/>
                  </a:lnTo>
                  <a:lnTo>
                    <a:pt x="59" y="12"/>
                  </a:lnTo>
                  <a:lnTo>
                    <a:pt x="56" y="12"/>
                  </a:lnTo>
                  <a:lnTo>
                    <a:pt x="54" y="14"/>
                  </a:lnTo>
                  <a:lnTo>
                    <a:pt x="54" y="19"/>
                  </a:lnTo>
                  <a:lnTo>
                    <a:pt x="54" y="19"/>
                  </a:lnTo>
                  <a:lnTo>
                    <a:pt x="54" y="19"/>
                  </a:lnTo>
                  <a:lnTo>
                    <a:pt x="54" y="19"/>
                  </a:lnTo>
                  <a:lnTo>
                    <a:pt x="52" y="19"/>
                  </a:lnTo>
                  <a:lnTo>
                    <a:pt x="52" y="19"/>
                  </a:lnTo>
                  <a:lnTo>
                    <a:pt x="49" y="19"/>
                  </a:lnTo>
                  <a:lnTo>
                    <a:pt x="49" y="19"/>
                  </a:lnTo>
                  <a:lnTo>
                    <a:pt x="49" y="19"/>
                  </a:lnTo>
                  <a:lnTo>
                    <a:pt x="49" y="16"/>
                  </a:lnTo>
                  <a:lnTo>
                    <a:pt x="47" y="19"/>
                  </a:lnTo>
                  <a:lnTo>
                    <a:pt x="47" y="19"/>
                  </a:lnTo>
                  <a:lnTo>
                    <a:pt x="47" y="19"/>
                  </a:lnTo>
                  <a:lnTo>
                    <a:pt x="47" y="21"/>
                  </a:lnTo>
                  <a:lnTo>
                    <a:pt x="44" y="21"/>
                  </a:lnTo>
                  <a:lnTo>
                    <a:pt x="40" y="21"/>
                  </a:lnTo>
                  <a:lnTo>
                    <a:pt x="40" y="21"/>
                  </a:lnTo>
                  <a:lnTo>
                    <a:pt x="37" y="23"/>
                  </a:lnTo>
                  <a:lnTo>
                    <a:pt x="37" y="23"/>
                  </a:lnTo>
                  <a:lnTo>
                    <a:pt x="37" y="23"/>
                  </a:lnTo>
                  <a:lnTo>
                    <a:pt x="37" y="23"/>
                  </a:lnTo>
                  <a:lnTo>
                    <a:pt x="37" y="23"/>
                  </a:lnTo>
                  <a:lnTo>
                    <a:pt x="37" y="26"/>
                  </a:lnTo>
                  <a:lnTo>
                    <a:pt x="37" y="26"/>
                  </a:lnTo>
                  <a:lnTo>
                    <a:pt x="37" y="26"/>
                  </a:lnTo>
                  <a:lnTo>
                    <a:pt x="37" y="26"/>
                  </a:lnTo>
                  <a:lnTo>
                    <a:pt x="37" y="26"/>
                  </a:lnTo>
                  <a:lnTo>
                    <a:pt x="37" y="26"/>
                  </a:lnTo>
                  <a:lnTo>
                    <a:pt x="37" y="26"/>
                  </a:lnTo>
                  <a:lnTo>
                    <a:pt x="35" y="26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33" y="28"/>
                  </a:lnTo>
                  <a:lnTo>
                    <a:pt x="33" y="28"/>
                  </a:lnTo>
                  <a:lnTo>
                    <a:pt x="33" y="28"/>
                  </a:lnTo>
                  <a:lnTo>
                    <a:pt x="33" y="30"/>
                  </a:lnTo>
                  <a:lnTo>
                    <a:pt x="35" y="30"/>
                  </a:lnTo>
                  <a:lnTo>
                    <a:pt x="35" y="30"/>
                  </a:lnTo>
                  <a:lnTo>
                    <a:pt x="33" y="30"/>
                  </a:lnTo>
                  <a:lnTo>
                    <a:pt x="33" y="30"/>
                  </a:lnTo>
                  <a:lnTo>
                    <a:pt x="33" y="30"/>
                  </a:lnTo>
                  <a:lnTo>
                    <a:pt x="33" y="30"/>
                  </a:lnTo>
                  <a:lnTo>
                    <a:pt x="33" y="33"/>
                  </a:lnTo>
                  <a:lnTo>
                    <a:pt x="33" y="33"/>
                  </a:lnTo>
                  <a:lnTo>
                    <a:pt x="30" y="35"/>
                  </a:lnTo>
                  <a:lnTo>
                    <a:pt x="28" y="38"/>
                  </a:lnTo>
                  <a:lnTo>
                    <a:pt x="28" y="38"/>
                  </a:lnTo>
                  <a:lnTo>
                    <a:pt x="28" y="38"/>
                  </a:lnTo>
                  <a:lnTo>
                    <a:pt x="28" y="40"/>
                  </a:lnTo>
                  <a:lnTo>
                    <a:pt x="26" y="40"/>
                  </a:lnTo>
                  <a:lnTo>
                    <a:pt x="26" y="40"/>
                  </a:lnTo>
                  <a:lnTo>
                    <a:pt x="28" y="42"/>
                  </a:lnTo>
                  <a:lnTo>
                    <a:pt x="28" y="42"/>
                  </a:lnTo>
                  <a:lnTo>
                    <a:pt x="26" y="42"/>
                  </a:lnTo>
                  <a:lnTo>
                    <a:pt x="26" y="42"/>
                  </a:lnTo>
                  <a:lnTo>
                    <a:pt x="23" y="45"/>
                  </a:lnTo>
                  <a:lnTo>
                    <a:pt x="23" y="45"/>
                  </a:lnTo>
                  <a:lnTo>
                    <a:pt x="23" y="45"/>
                  </a:lnTo>
                  <a:lnTo>
                    <a:pt x="23" y="47"/>
                  </a:lnTo>
                  <a:lnTo>
                    <a:pt x="23" y="47"/>
                  </a:lnTo>
                  <a:lnTo>
                    <a:pt x="21" y="47"/>
                  </a:lnTo>
                  <a:lnTo>
                    <a:pt x="21" y="47"/>
                  </a:lnTo>
                  <a:lnTo>
                    <a:pt x="21" y="47"/>
                  </a:lnTo>
                  <a:lnTo>
                    <a:pt x="21" y="47"/>
                  </a:lnTo>
                  <a:lnTo>
                    <a:pt x="21" y="49"/>
                  </a:lnTo>
                  <a:lnTo>
                    <a:pt x="21" y="49"/>
                  </a:lnTo>
                  <a:lnTo>
                    <a:pt x="21" y="49"/>
                  </a:lnTo>
                  <a:lnTo>
                    <a:pt x="21" y="49"/>
                  </a:lnTo>
                  <a:lnTo>
                    <a:pt x="21" y="49"/>
                  </a:lnTo>
                  <a:lnTo>
                    <a:pt x="21" y="52"/>
                  </a:lnTo>
                  <a:lnTo>
                    <a:pt x="21" y="52"/>
                  </a:lnTo>
                  <a:lnTo>
                    <a:pt x="18" y="54"/>
                  </a:lnTo>
                  <a:lnTo>
                    <a:pt x="18" y="54"/>
                  </a:lnTo>
                  <a:lnTo>
                    <a:pt x="18" y="56"/>
                  </a:lnTo>
                  <a:lnTo>
                    <a:pt x="16" y="56"/>
                  </a:lnTo>
                  <a:lnTo>
                    <a:pt x="16" y="56"/>
                  </a:lnTo>
                  <a:lnTo>
                    <a:pt x="16" y="56"/>
                  </a:lnTo>
                  <a:lnTo>
                    <a:pt x="16" y="56"/>
                  </a:lnTo>
                  <a:lnTo>
                    <a:pt x="16" y="56"/>
                  </a:lnTo>
                  <a:lnTo>
                    <a:pt x="14" y="59"/>
                  </a:lnTo>
                  <a:lnTo>
                    <a:pt x="14" y="59"/>
                  </a:lnTo>
                  <a:lnTo>
                    <a:pt x="14" y="59"/>
                  </a:lnTo>
                  <a:lnTo>
                    <a:pt x="14" y="59"/>
                  </a:lnTo>
                  <a:lnTo>
                    <a:pt x="11" y="59"/>
                  </a:lnTo>
                  <a:lnTo>
                    <a:pt x="9" y="61"/>
                  </a:lnTo>
                  <a:lnTo>
                    <a:pt x="9" y="61"/>
                  </a:lnTo>
                  <a:lnTo>
                    <a:pt x="9" y="61"/>
                  </a:lnTo>
                  <a:lnTo>
                    <a:pt x="7" y="61"/>
                  </a:lnTo>
                  <a:lnTo>
                    <a:pt x="7" y="61"/>
                  </a:lnTo>
                  <a:lnTo>
                    <a:pt x="4" y="61"/>
                  </a:lnTo>
                  <a:lnTo>
                    <a:pt x="4" y="64"/>
                  </a:lnTo>
                  <a:lnTo>
                    <a:pt x="4" y="64"/>
                  </a:lnTo>
                  <a:lnTo>
                    <a:pt x="2" y="64"/>
                  </a:lnTo>
                  <a:lnTo>
                    <a:pt x="2" y="64"/>
                  </a:lnTo>
                  <a:lnTo>
                    <a:pt x="2" y="64"/>
                  </a:lnTo>
                  <a:lnTo>
                    <a:pt x="2" y="64"/>
                  </a:lnTo>
                  <a:lnTo>
                    <a:pt x="2" y="64"/>
                  </a:lnTo>
                  <a:lnTo>
                    <a:pt x="2" y="64"/>
                  </a:lnTo>
                  <a:lnTo>
                    <a:pt x="2" y="64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0" y="68"/>
                  </a:lnTo>
                  <a:lnTo>
                    <a:pt x="0" y="68"/>
                  </a:lnTo>
                  <a:lnTo>
                    <a:pt x="0" y="68"/>
                  </a:lnTo>
                  <a:lnTo>
                    <a:pt x="2" y="68"/>
                  </a:lnTo>
                  <a:lnTo>
                    <a:pt x="2" y="71"/>
                  </a:lnTo>
                  <a:lnTo>
                    <a:pt x="4" y="73"/>
                  </a:lnTo>
                  <a:lnTo>
                    <a:pt x="4" y="73"/>
                  </a:lnTo>
                  <a:lnTo>
                    <a:pt x="4" y="73"/>
                  </a:lnTo>
                  <a:lnTo>
                    <a:pt x="7" y="83"/>
                  </a:lnTo>
                  <a:lnTo>
                    <a:pt x="9" y="87"/>
                  </a:lnTo>
                  <a:lnTo>
                    <a:pt x="11" y="87"/>
                  </a:lnTo>
                  <a:lnTo>
                    <a:pt x="14" y="90"/>
                  </a:lnTo>
                  <a:lnTo>
                    <a:pt x="14" y="90"/>
                  </a:lnTo>
                  <a:lnTo>
                    <a:pt x="14" y="94"/>
                  </a:lnTo>
                  <a:lnTo>
                    <a:pt x="14" y="94"/>
                  </a:lnTo>
                  <a:lnTo>
                    <a:pt x="16" y="97"/>
                  </a:lnTo>
                  <a:lnTo>
                    <a:pt x="16" y="97"/>
                  </a:lnTo>
                  <a:lnTo>
                    <a:pt x="16" y="97"/>
                  </a:lnTo>
                  <a:lnTo>
                    <a:pt x="18" y="97"/>
                  </a:lnTo>
                  <a:lnTo>
                    <a:pt x="18" y="97"/>
                  </a:lnTo>
                  <a:lnTo>
                    <a:pt x="18" y="97"/>
                  </a:lnTo>
                  <a:lnTo>
                    <a:pt x="18" y="97"/>
                  </a:lnTo>
                  <a:lnTo>
                    <a:pt x="18" y="97"/>
                  </a:lnTo>
                  <a:lnTo>
                    <a:pt x="16" y="101"/>
                  </a:lnTo>
                  <a:lnTo>
                    <a:pt x="16" y="101"/>
                  </a:lnTo>
                  <a:lnTo>
                    <a:pt x="18" y="106"/>
                  </a:lnTo>
                  <a:lnTo>
                    <a:pt x="18" y="106"/>
                  </a:lnTo>
                  <a:lnTo>
                    <a:pt x="18" y="106"/>
                  </a:lnTo>
                  <a:lnTo>
                    <a:pt x="18" y="106"/>
                  </a:lnTo>
                  <a:lnTo>
                    <a:pt x="21" y="106"/>
                  </a:lnTo>
                  <a:lnTo>
                    <a:pt x="21" y="106"/>
                  </a:lnTo>
                  <a:lnTo>
                    <a:pt x="21" y="106"/>
                  </a:lnTo>
                  <a:lnTo>
                    <a:pt x="21" y="106"/>
                  </a:lnTo>
                  <a:lnTo>
                    <a:pt x="23" y="106"/>
                  </a:lnTo>
                  <a:lnTo>
                    <a:pt x="23" y="106"/>
                  </a:lnTo>
                  <a:lnTo>
                    <a:pt x="23" y="109"/>
                  </a:lnTo>
                  <a:lnTo>
                    <a:pt x="23" y="109"/>
                  </a:lnTo>
                  <a:lnTo>
                    <a:pt x="26" y="111"/>
                  </a:lnTo>
                  <a:lnTo>
                    <a:pt x="28" y="111"/>
                  </a:lnTo>
                  <a:lnTo>
                    <a:pt x="28" y="111"/>
                  </a:lnTo>
                  <a:lnTo>
                    <a:pt x="28" y="113"/>
                  </a:lnTo>
                  <a:lnTo>
                    <a:pt x="28" y="113"/>
                  </a:lnTo>
                  <a:lnTo>
                    <a:pt x="30" y="116"/>
                  </a:lnTo>
                  <a:lnTo>
                    <a:pt x="30" y="116"/>
                  </a:lnTo>
                  <a:lnTo>
                    <a:pt x="30" y="116"/>
                  </a:lnTo>
                  <a:lnTo>
                    <a:pt x="30" y="118"/>
                  </a:lnTo>
                  <a:lnTo>
                    <a:pt x="30" y="118"/>
                  </a:lnTo>
                  <a:lnTo>
                    <a:pt x="35" y="120"/>
                  </a:lnTo>
                  <a:lnTo>
                    <a:pt x="37" y="123"/>
                  </a:lnTo>
                  <a:lnTo>
                    <a:pt x="37" y="125"/>
                  </a:lnTo>
                  <a:lnTo>
                    <a:pt x="40" y="125"/>
                  </a:lnTo>
                  <a:lnTo>
                    <a:pt x="42" y="125"/>
                  </a:lnTo>
                  <a:lnTo>
                    <a:pt x="42" y="125"/>
                  </a:lnTo>
                  <a:lnTo>
                    <a:pt x="44" y="125"/>
                  </a:lnTo>
                  <a:lnTo>
                    <a:pt x="44" y="125"/>
                  </a:lnTo>
                  <a:lnTo>
                    <a:pt x="44" y="125"/>
                  </a:lnTo>
                  <a:lnTo>
                    <a:pt x="44" y="125"/>
                  </a:lnTo>
                  <a:lnTo>
                    <a:pt x="47" y="125"/>
                  </a:lnTo>
                  <a:lnTo>
                    <a:pt x="47" y="125"/>
                  </a:lnTo>
                  <a:lnTo>
                    <a:pt x="47" y="127"/>
                  </a:lnTo>
                  <a:lnTo>
                    <a:pt x="49" y="127"/>
                  </a:lnTo>
                  <a:lnTo>
                    <a:pt x="54" y="127"/>
                  </a:lnTo>
                  <a:lnTo>
                    <a:pt x="56" y="127"/>
                  </a:lnTo>
                  <a:lnTo>
                    <a:pt x="56" y="127"/>
                  </a:lnTo>
                  <a:lnTo>
                    <a:pt x="56" y="125"/>
                  </a:lnTo>
                  <a:lnTo>
                    <a:pt x="56" y="125"/>
                  </a:lnTo>
                  <a:lnTo>
                    <a:pt x="56" y="123"/>
                  </a:lnTo>
                  <a:lnTo>
                    <a:pt x="56" y="123"/>
                  </a:lnTo>
                  <a:lnTo>
                    <a:pt x="56" y="123"/>
                  </a:lnTo>
                  <a:lnTo>
                    <a:pt x="59" y="123"/>
                  </a:lnTo>
                  <a:lnTo>
                    <a:pt x="59" y="123"/>
                  </a:lnTo>
                  <a:lnTo>
                    <a:pt x="59" y="123"/>
                  </a:lnTo>
                  <a:lnTo>
                    <a:pt x="59" y="120"/>
                  </a:lnTo>
                  <a:lnTo>
                    <a:pt x="59" y="118"/>
                  </a:lnTo>
                  <a:lnTo>
                    <a:pt x="59" y="118"/>
                  </a:lnTo>
                  <a:lnTo>
                    <a:pt x="59" y="118"/>
                  </a:lnTo>
                  <a:lnTo>
                    <a:pt x="59" y="116"/>
                  </a:lnTo>
                  <a:lnTo>
                    <a:pt x="59" y="116"/>
                  </a:lnTo>
                  <a:lnTo>
                    <a:pt x="59" y="116"/>
                  </a:lnTo>
                  <a:lnTo>
                    <a:pt x="63" y="111"/>
                  </a:lnTo>
                  <a:lnTo>
                    <a:pt x="63" y="111"/>
                  </a:lnTo>
                  <a:lnTo>
                    <a:pt x="66" y="109"/>
                  </a:lnTo>
                  <a:lnTo>
                    <a:pt x="66" y="109"/>
                  </a:lnTo>
                  <a:lnTo>
                    <a:pt x="63" y="106"/>
                  </a:lnTo>
                  <a:lnTo>
                    <a:pt x="63" y="106"/>
                  </a:lnTo>
                  <a:lnTo>
                    <a:pt x="63" y="106"/>
                  </a:lnTo>
                  <a:lnTo>
                    <a:pt x="63" y="104"/>
                  </a:lnTo>
                  <a:lnTo>
                    <a:pt x="63" y="104"/>
                  </a:lnTo>
                  <a:lnTo>
                    <a:pt x="66" y="104"/>
                  </a:lnTo>
                  <a:lnTo>
                    <a:pt x="66" y="104"/>
                  </a:lnTo>
                  <a:lnTo>
                    <a:pt x="68" y="101"/>
                  </a:lnTo>
                  <a:lnTo>
                    <a:pt x="68" y="101"/>
                  </a:lnTo>
                  <a:lnTo>
                    <a:pt x="68" y="101"/>
                  </a:lnTo>
                  <a:lnTo>
                    <a:pt x="68" y="101"/>
                  </a:lnTo>
                  <a:lnTo>
                    <a:pt x="71" y="101"/>
                  </a:lnTo>
                  <a:lnTo>
                    <a:pt x="71" y="99"/>
                  </a:lnTo>
                  <a:lnTo>
                    <a:pt x="71" y="99"/>
                  </a:lnTo>
                  <a:lnTo>
                    <a:pt x="71" y="97"/>
                  </a:lnTo>
                  <a:lnTo>
                    <a:pt x="73" y="97"/>
                  </a:lnTo>
                  <a:lnTo>
                    <a:pt x="73" y="97"/>
                  </a:lnTo>
                  <a:lnTo>
                    <a:pt x="78" y="97"/>
                  </a:lnTo>
                  <a:lnTo>
                    <a:pt x="78" y="97"/>
                  </a:lnTo>
                  <a:lnTo>
                    <a:pt x="80" y="94"/>
                  </a:lnTo>
                  <a:lnTo>
                    <a:pt x="80" y="94"/>
                  </a:lnTo>
                  <a:lnTo>
                    <a:pt x="82" y="94"/>
                  </a:lnTo>
                  <a:lnTo>
                    <a:pt x="85" y="97"/>
                  </a:lnTo>
                  <a:lnTo>
                    <a:pt x="87" y="97"/>
                  </a:lnTo>
                  <a:lnTo>
                    <a:pt x="92" y="94"/>
                  </a:lnTo>
                  <a:lnTo>
                    <a:pt x="94" y="92"/>
                  </a:lnTo>
                  <a:lnTo>
                    <a:pt x="99" y="92"/>
                  </a:lnTo>
                  <a:lnTo>
                    <a:pt x="104" y="87"/>
                  </a:lnTo>
                  <a:lnTo>
                    <a:pt x="106" y="87"/>
                  </a:lnTo>
                  <a:lnTo>
                    <a:pt x="111" y="83"/>
                  </a:lnTo>
                  <a:lnTo>
                    <a:pt x="111" y="83"/>
                  </a:lnTo>
                  <a:lnTo>
                    <a:pt x="113" y="83"/>
                  </a:lnTo>
                  <a:lnTo>
                    <a:pt x="113" y="83"/>
                  </a:lnTo>
                  <a:lnTo>
                    <a:pt x="113" y="83"/>
                  </a:lnTo>
                  <a:lnTo>
                    <a:pt x="113" y="83"/>
                  </a:lnTo>
                  <a:lnTo>
                    <a:pt x="113" y="80"/>
                  </a:lnTo>
                  <a:lnTo>
                    <a:pt x="113" y="80"/>
                  </a:lnTo>
                  <a:lnTo>
                    <a:pt x="113" y="78"/>
                  </a:lnTo>
                  <a:lnTo>
                    <a:pt x="113" y="78"/>
                  </a:lnTo>
                  <a:lnTo>
                    <a:pt x="113" y="78"/>
                  </a:lnTo>
                  <a:lnTo>
                    <a:pt x="111" y="78"/>
                  </a:lnTo>
                  <a:lnTo>
                    <a:pt x="111" y="75"/>
                  </a:lnTo>
                  <a:lnTo>
                    <a:pt x="111" y="73"/>
                  </a:lnTo>
                  <a:lnTo>
                    <a:pt x="111" y="73"/>
                  </a:lnTo>
                  <a:lnTo>
                    <a:pt x="111" y="73"/>
                  </a:lnTo>
                  <a:lnTo>
                    <a:pt x="113" y="71"/>
                  </a:lnTo>
                  <a:lnTo>
                    <a:pt x="113" y="68"/>
                  </a:lnTo>
                  <a:lnTo>
                    <a:pt x="113" y="66"/>
                  </a:lnTo>
                  <a:lnTo>
                    <a:pt x="115" y="66"/>
                  </a:lnTo>
                  <a:lnTo>
                    <a:pt x="120" y="64"/>
                  </a:lnTo>
                  <a:lnTo>
                    <a:pt x="120" y="64"/>
                  </a:lnTo>
                  <a:lnTo>
                    <a:pt x="120" y="64"/>
                  </a:lnTo>
                  <a:lnTo>
                    <a:pt x="120" y="61"/>
                  </a:lnTo>
                  <a:lnTo>
                    <a:pt x="123" y="61"/>
                  </a:lnTo>
                  <a:lnTo>
                    <a:pt x="120" y="61"/>
                  </a:lnTo>
                  <a:lnTo>
                    <a:pt x="120" y="59"/>
                  </a:lnTo>
                  <a:lnTo>
                    <a:pt x="120" y="59"/>
                  </a:lnTo>
                  <a:lnTo>
                    <a:pt x="120" y="56"/>
                  </a:lnTo>
                  <a:lnTo>
                    <a:pt x="120" y="56"/>
                  </a:lnTo>
                  <a:lnTo>
                    <a:pt x="123" y="54"/>
                  </a:lnTo>
                  <a:lnTo>
                    <a:pt x="123" y="54"/>
                  </a:lnTo>
                  <a:lnTo>
                    <a:pt x="125" y="54"/>
                  </a:lnTo>
                  <a:lnTo>
                    <a:pt x="127" y="54"/>
                  </a:lnTo>
                  <a:lnTo>
                    <a:pt x="127" y="52"/>
                  </a:lnTo>
                  <a:lnTo>
                    <a:pt x="127" y="52"/>
                  </a:lnTo>
                  <a:lnTo>
                    <a:pt x="127" y="52"/>
                  </a:lnTo>
                  <a:lnTo>
                    <a:pt x="127" y="49"/>
                  </a:lnTo>
                  <a:lnTo>
                    <a:pt x="127" y="49"/>
                  </a:lnTo>
                  <a:lnTo>
                    <a:pt x="130" y="47"/>
                  </a:lnTo>
                  <a:lnTo>
                    <a:pt x="130" y="47"/>
                  </a:lnTo>
                  <a:lnTo>
                    <a:pt x="130" y="47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40">
              <a:extLst>
                <a:ext uri="{FF2B5EF4-FFF2-40B4-BE49-F238E27FC236}">
                  <a16:creationId xmlns:a16="http://schemas.microsoft.com/office/drawing/2014/main" id="{E2A8E551-B44C-21E0-5FC7-7A28DEEF2A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29330" y="2990326"/>
              <a:ext cx="546321" cy="657113"/>
            </a:xfrm>
            <a:custGeom>
              <a:avLst/>
              <a:gdLst>
                <a:gd name="T0" fmla="*/ 381 w 429"/>
                <a:gd name="T1" fmla="*/ 383 h 516"/>
                <a:gd name="T2" fmla="*/ 386 w 429"/>
                <a:gd name="T3" fmla="*/ 381 h 516"/>
                <a:gd name="T4" fmla="*/ 391 w 429"/>
                <a:gd name="T5" fmla="*/ 378 h 516"/>
                <a:gd name="T6" fmla="*/ 405 w 429"/>
                <a:gd name="T7" fmla="*/ 56 h 516"/>
                <a:gd name="T8" fmla="*/ 369 w 429"/>
                <a:gd name="T9" fmla="*/ 42 h 516"/>
                <a:gd name="T10" fmla="*/ 336 w 429"/>
                <a:gd name="T11" fmla="*/ 54 h 516"/>
                <a:gd name="T12" fmla="*/ 306 w 429"/>
                <a:gd name="T13" fmla="*/ 80 h 516"/>
                <a:gd name="T14" fmla="*/ 289 w 429"/>
                <a:gd name="T15" fmla="*/ 82 h 516"/>
                <a:gd name="T16" fmla="*/ 261 w 429"/>
                <a:gd name="T17" fmla="*/ 78 h 516"/>
                <a:gd name="T18" fmla="*/ 251 w 429"/>
                <a:gd name="T19" fmla="*/ 75 h 516"/>
                <a:gd name="T20" fmla="*/ 227 w 429"/>
                <a:gd name="T21" fmla="*/ 75 h 516"/>
                <a:gd name="T22" fmla="*/ 192 w 429"/>
                <a:gd name="T23" fmla="*/ 52 h 516"/>
                <a:gd name="T24" fmla="*/ 171 w 429"/>
                <a:gd name="T25" fmla="*/ 37 h 516"/>
                <a:gd name="T26" fmla="*/ 128 w 429"/>
                <a:gd name="T27" fmla="*/ 30 h 516"/>
                <a:gd name="T28" fmla="*/ 109 w 429"/>
                <a:gd name="T29" fmla="*/ 23 h 516"/>
                <a:gd name="T30" fmla="*/ 90 w 429"/>
                <a:gd name="T31" fmla="*/ 7 h 516"/>
                <a:gd name="T32" fmla="*/ 43 w 429"/>
                <a:gd name="T33" fmla="*/ 14 h 516"/>
                <a:gd name="T34" fmla="*/ 10 w 429"/>
                <a:gd name="T35" fmla="*/ 49 h 516"/>
                <a:gd name="T36" fmla="*/ 12 w 429"/>
                <a:gd name="T37" fmla="*/ 59 h 516"/>
                <a:gd name="T38" fmla="*/ 14 w 429"/>
                <a:gd name="T39" fmla="*/ 66 h 516"/>
                <a:gd name="T40" fmla="*/ 24 w 429"/>
                <a:gd name="T41" fmla="*/ 68 h 516"/>
                <a:gd name="T42" fmla="*/ 26 w 429"/>
                <a:gd name="T43" fmla="*/ 82 h 516"/>
                <a:gd name="T44" fmla="*/ 31 w 429"/>
                <a:gd name="T45" fmla="*/ 101 h 516"/>
                <a:gd name="T46" fmla="*/ 43 w 429"/>
                <a:gd name="T47" fmla="*/ 116 h 516"/>
                <a:gd name="T48" fmla="*/ 50 w 429"/>
                <a:gd name="T49" fmla="*/ 130 h 516"/>
                <a:gd name="T50" fmla="*/ 52 w 429"/>
                <a:gd name="T51" fmla="*/ 139 h 516"/>
                <a:gd name="T52" fmla="*/ 62 w 429"/>
                <a:gd name="T53" fmla="*/ 165 h 516"/>
                <a:gd name="T54" fmla="*/ 48 w 429"/>
                <a:gd name="T55" fmla="*/ 194 h 516"/>
                <a:gd name="T56" fmla="*/ 36 w 429"/>
                <a:gd name="T57" fmla="*/ 210 h 516"/>
                <a:gd name="T58" fmla="*/ 26 w 429"/>
                <a:gd name="T59" fmla="*/ 224 h 516"/>
                <a:gd name="T60" fmla="*/ 12 w 429"/>
                <a:gd name="T61" fmla="*/ 243 h 516"/>
                <a:gd name="T62" fmla="*/ 5 w 429"/>
                <a:gd name="T63" fmla="*/ 276 h 516"/>
                <a:gd name="T64" fmla="*/ 36 w 429"/>
                <a:gd name="T65" fmla="*/ 338 h 516"/>
                <a:gd name="T66" fmla="*/ 175 w 429"/>
                <a:gd name="T67" fmla="*/ 414 h 516"/>
                <a:gd name="T68" fmla="*/ 201 w 429"/>
                <a:gd name="T69" fmla="*/ 447 h 516"/>
                <a:gd name="T70" fmla="*/ 204 w 429"/>
                <a:gd name="T71" fmla="*/ 454 h 516"/>
                <a:gd name="T72" fmla="*/ 239 w 429"/>
                <a:gd name="T73" fmla="*/ 482 h 516"/>
                <a:gd name="T74" fmla="*/ 284 w 429"/>
                <a:gd name="T75" fmla="*/ 516 h 516"/>
                <a:gd name="T76" fmla="*/ 296 w 429"/>
                <a:gd name="T77" fmla="*/ 511 h 516"/>
                <a:gd name="T78" fmla="*/ 301 w 429"/>
                <a:gd name="T79" fmla="*/ 504 h 516"/>
                <a:gd name="T80" fmla="*/ 306 w 429"/>
                <a:gd name="T81" fmla="*/ 482 h 516"/>
                <a:gd name="T82" fmla="*/ 306 w 429"/>
                <a:gd name="T83" fmla="*/ 480 h 516"/>
                <a:gd name="T84" fmla="*/ 313 w 429"/>
                <a:gd name="T85" fmla="*/ 480 h 516"/>
                <a:gd name="T86" fmla="*/ 313 w 429"/>
                <a:gd name="T87" fmla="*/ 478 h 516"/>
                <a:gd name="T88" fmla="*/ 315 w 429"/>
                <a:gd name="T89" fmla="*/ 459 h 516"/>
                <a:gd name="T90" fmla="*/ 324 w 429"/>
                <a:gd name="T91" fmla="*/ 452 h 516"/>
                <a:gd name="T92" fmla="*/ 327 w 429"/>
                <a:gd name="T93" fmla="*/ 447 h 516"/>
                <a:gd name="T94" fmla="*/ 336 w 429"/>
                <a:gd name="T95" fmla="*/ 433 h 516"/>
                <a:gd name="T96" fmla="*/ 339 w 429"/>
                <a:gd name="T97" fmla="*/ 418 h 516"/>
                <a:gd name="T98" fmla="*/ 353 w 429"/>
                <a:gd name="T99" fmla="*/ 402 h 516"/>
                <a:gd name="T100" fmla="*/ 369 w 429"/>
                <a:gd name="T101" fmla="*/ 390 h 516"/>
                <a:gd name="T102" fmla="*/ 376 w 429"/>
                <a:gd name="T103" fmla="*/ 385 h 516"/>
                <a:gd name="T104" fmla="*/ 379 w 429"/>
                <a:gd name="T105" fmla="*/ 385 h 516"/>
                <a:gd name="T106" fmla="*/ 376 w 429"/>
                <a:gd name="T107" fmla="*/ 376 h 516"/>
                <a:gd name="T108" fmla="*/ 379 w 429"/>
                <a:gd name="T109" fmla="*/ 376 h 516"/>
                <a:gd name="T110" fmla="*/ 384 w 429"/>
                <a:gd name="T111" fmla="*/ 376 h 516"/>
                <a:gd name="T112" fmla="*/ 395 w 429"/>
                <a:gd name="T113" fmla="*/ 371 h 516"/>
                <a:gd name="T114" fmla="*/ 410 w 429"/>
                <a:gd name="T115" fmla="*/ 350 h 516"/>
                <a:gd name="T116" fmla="*/ 381 w 429"/>
                <a:gd name="T117" fmla="*/ 310 h 516"/>
                <a:gd name="T118" fmla="*/ 381 w 429"/>
                <a:gd name="T119" fmla="*/ 116 h 516"/>
                <a:gd name="T120" fmla="*/ 426 w 429"/>
                <a:gd name="T121" fmla="*/ 5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29" h="516">
                  <a:moveTo>
                    <a:pt x="388" y="376"/>
                  </a:moveTo>
                  <a:lnTo>
                    <a:pt x="386" y="376"/>
                  </a:lnTo>
                  <a:lnTo>
                    <a:pt x="384" y="376"/>
                  </a:lnTo>
                  <a:lnTo>
                    <a:pt x="384" y="376"/>
                  </a:lnTo>
                  <a:lnTo>
                    <a:pt x="384" y="378"/>
                  </a:lnTo>
                  <a:lnTo>
                    <a:pt x="384" y="378"/>
                  </a:lnTo>
                  <a:lnTo>
                    <a:pt x="381" y="378"/>
                  </a:lnTo>
                  <a:lnTo>
                    <a:pt x="381" y="378"/>
                  </a:lnTo>
                  <a:lnTo>
                    <a:pt x="379" y="381"/>
                  </a:lnTo>
                  <a:lnTo>
                    <a:pt x="379" y="381"/>
                  </a:lnTo>
                  <a:lnTo>
                    <a:pt x="379" y="383"/>
                  </a:lnTo>
                  <a:lnTo>
                    <a:pt x="381" y="383"/>
                  </a:lnTo>
                  <a:lnTo>
                    <a:pt x="381" y="383"/>
                  </a:lnTo>
                  <a:lnTo>
                    <a:pt x="381" y="383"/>
                  </a:lnTo>
                  <a:lnTo>
                    <a:pt x="381" y="385"/>
                  </a:lnTo>
                  <a:lnTo>
                    <a:pt x="381" y="385"/>
                  </a:lnTo>
                  <a:lnTo>
                    <a:pt x="381" y="383"/>
                  </a:lnTo>
                  <a:lnTo>
                    <a:pt x="381" y="383"/>
                  </a:lnTo>
                  <a:lnTo>
                    <a:pt x="381" y="383"/>
                  </a:lnTo>
                  <a:lnTo>
                    <a:pt x="381" y="383"/>
                  </a:lnTo>
                  <a:lnTo>
                    <a:pt x="381" y="383"/>
                  </a:lnTo>
                  <a:lnTo>
                    <a:pt x="381" y="381"/>
                  </a:lnTo>
                  <a:lnTo>
                    <a:pt x="381" y="381"/>
                  </a:lnTo>
                  <a:lnTo>
                    <a:pt x="381" y="381"/>
                  </a:lnTo>
                  <a:lnTo>
                    <a:pt x="384" y="381"/>
                  </a:lnTo>
                  <a:lnTo>
                    <a:pt x="386" y="381"/>
                  </a:lnTo>
                  <a:lnTo>
                    <a:pt x="386" y="381"/>
                  </a:lnTo>
                  <a:lnTo>
                    <a:pt x="386" y="381"/>
                  </a:lnTo>
                  <a:lnTo>
                    <a:pt x="386" y="381"/>
                  </a:lnTo>
                  <a:lnTo>
                    <a:pt x="386" y="381"/>
                  </a:lnTo>
                  <a:lnTo>
                    <a:pt x="386" y="381"/>
                  </a:lnTo>
                  <a:lnTo>
                    <a:pt x="386" y="381"/>
                  </a:lnTo>
                  <a:lnTo>
                    <a:pt x="386" y="381"/>
                  </a:lnTo>
                  <a:lnTo>
                    <a:pt x="386" y="381"/>
                  </a:lnTo>
                  <a:lnTo>
                    <a:pt x="388" y="381"/>
                  </a:lnTo>
                  <a:lnTo>
                    <a:pt x="388" y="381"/>
                  </a:lnTo>
                  <a:lnTo>
                    <a:pt x="388" y="381"/>
                  </a:lnTo>
                  <a:lnTo>
                    <a:pt x="388" y="378"/>
                  </a:lnTo>
                  <a:lnTo>
                    <a:pt x="388" y="378"/>
                  </a:lnTo>
                  <a:lnTo>
                    <a:pt x="388" y="381"/>
                  </a:lnTo>
                  <a:lnTo>
                    <a:pt x="391" y="381"/>
                  </a:lnTo>
                  <a:lnTo>
                    <a:pt x="391" y="378"/>
                  </a:lnTo>
                  <a:lnTo>
                    <a:pt x="388" y="376"/>
                  </a:lnTo>
                  <a:lnTo>
                    <a:pt x="388" y="376"/>
                  </a:lnTo>
                  <a:close/>
                  <a:moveTo>
                    <a:pt x="426" y="56"/>
                  </a:moveTo>
                  <a:lnTo>
                    <a:pt x="424" y="56"/>
                  </a:lnTo>
                  <a:lnTo>
                    <a:pt x="421" y="56"/>
                  </a:lnTo>
                  <a:lnTo>
                    <a:pt x="419" y="54"/>
                  </a:lnTo>
                  <a:lnTo>
                    <a:pt x="417" y="56"/>
                  </a:lnTo>
                  <a:lnTo>
                    <a:pt x="417" y="56"/>
                  </a:lnTo>
                  <a:lnTo>
                    <a:pt x="414" y="56"/>
                  </a:lnTo>
                  <a:lnTo>
                    <a:pt x="414" y="56"/>
                  </a:lnTo>
                  <a:lnTo>
                    <a:pt x="412" y="56"/>
                  </a:lnTo>
                  <a:lnTo>
                    <a:pt x="407" y="56"/>
                  </a:lnTo>
                  <a:lnTo>
                    <a:pt x="407" y="56"/>
                  </a:lnTo>
                  <a:lnTo>
                    <a:pt x="405" y="56"/>
                  </a:lnTo>
                  <a:lnTo>
                    <a:pt x="398" y="59"/>
                  </a:lnTo>
                  <a:lnTo>
                    <a:pt x="393" y="59"/>
                  </a:lnTo>
                  <a:lnTo>
                    <a:pt x="391" y="59"/>
                  </a:lnTo>
                  <a:lnTo>
                    <a:pt x="388" y="56"/>
                  </a:lnTo>
                  <a:lnTo>
                    <a:pt x="386" y="54"/>
                  </a:lnTo>
                  <a:lnTo>
                    <a:pt x="381" y="49"/>
                  </a:lnTo>
                  <a:lnTo>
                    <a:pt x="381" y="49"/>
                  </a:lnTo>
                  <a:lnTo>
                    <a:pt x="379" y="49"/>
                  </a:lnTo>
                  <a:lnTo>
                    <a:pt x="376" y="47"/>
                  </a:lnTo>
                  <a:lnTo>
                    <a:pt x="376" y="47"/>
                  </a:lnTo>
                  <a:lnTo>
                    <a:pt x="374" y="47"/>
                  </a:lnTo>
                  <a:lnTo>
                    <a:pt x="374" y="45"/>
                  </a:lnTo>
                  <a:lnTo>
                    <a:pt x="374" y="42"/>
                  </a:lnTo>
                  <a:lnTo>
                    <a:pt x="369" y="42"/>
                  </a:lnTo>
                  <a:lnTo>
                    <a:pt x="369" y="40"/>
                  </a:lnTo>
                  <a:lnTo>
                    <a:pt x="365" y="42"/>
                  </a:lnTo>
                  <a:lnTo>
                    <a:pt x="360" y="45"/>
                  </a:lnTo>
                  <a:lnTo>
                    <a:pt x="355" y="45"/>
                  </a:lnTo>
                  <a:lnTo>
                    <a:pt x="348" y="49"/>
                  </a:lnTo>
                  <a:lnTo>
                    <a:pt x="348" y="49"/>
                  </a:lnTo>
                  <a:lnTo>
                    <a:pt x="348" y="49"/>
                  </a:lnTo>
                  <a:lnTo>
                    <a:pt x="348" y="49"/>
                  </a:lnTo>
                  <a:lnTo>
                    <a:pt x="343" y="52"/>
                  </a:lnTo>
                  <a:lnTo>
                    <a:pt x="339" y="54"/>
                  </a:lnTo>
                  <a:lnTo>
                    <a:pt x="339" y="54"/>
                  </a:lnTo>
                  <a:lnTo>
                    <a:pt x="336" y="54"/>
                  </a:lnTo>
                  <a:lnTo>
                    <a:pt x="336" y="54"/>
                  </a:lnTo>
                  <a:lnTo>
                    <a:pt x="336" y="54"/>
                  </a:lnTo>
                  <a:lnTo>
                    <a:pt x="336" y="54"/>
                  </a:lnTo>
                  <a:lnTo>
                    <a:pt x="336" y="54"/>
                  </a:lnTo>
                  <a:lnTo>
                    <a:pt x="336" y="54"/>
                  </a:lnTo>
                  <a:lnTo>
                    <a:pt x="334" y="54"/>
                  </a:lnTo>
                  <a:lnTo>
                    <a:pt x="329" y="56"/>
                  </a:lnTo>
                  <a:lnTo>
                    <a:pt x="324" y="59"/>
                  </a:lnTo>
                  <a:lnTo>
                    <a:pt x="320" y="61"/>
                  </a:lnTo>
                  <a:lnTo>
                    <a:pt x="320" y="63"/>
                  </a:lnTo>
                  <a:lnTo>
                    <a:pt x="317" y="66"/>
                  </a:lnTo>
                  <a:lnTo>
                    <a:pt x="315" y="71"/>
                  </a:lnTo>
                  <a:lnTo>
                    <a:pt x="315" y="71"/>
                  </a:lnTo>
                  <a:lnTo>
                    <a:pt x="315" y="73"/>
                  </a:lnTo>
                  <a:lnTo>
                    <a:pt x="310" y="78"/>
                  </a:lnTo>
                  <a:lnTo>
                    <a:pt x="306" y="80"/>
                  </a:lnTo>
                  <a:lnTo>
                    <a:pt x="306" y="82"/>
                  </a:lnTo>
                  <a:lnTo>
                    <a:pt x="303" y="85"/>
                  </a:lnTo>
                  <a:lnTo>
                    <a:pt x="303" y="87"/>
                  </a:lnTo>
                  <a:lnTo>
                    <a:pt x="301" y="87"/>
                  </a:lnTo>
                  <a:lnTo>
                    <a:pt x="301" y="87"/>
                  </a:lnTo>
                  <a:lnTo>
                    <a:pt x="301" y="85"/>
                  </a:lnTo>
                  <a:lnTo>
                    <a:pt x="301" y="85"/>
                  </a:lnTo>
                  <a:lnTo>
                    <a:pt x="298" y="85"/>
                  </a:lnTo>
                  <a:lnTo>
                    <a:pt x="298" y="82"/>
                  </a:lnTo>
                  <a:lnTo>
                    <a:pt x="291" y="82"/>
                  </a:lnTo>
                  <a:lnTo>
                    <a:pt x="291" y="82"/>
                  </a:lnTo>
                  <a:lnTo>
                    <a:pt x="291" y="82"/>
                  </a:lnTo>
                  <a:lnTo>
                    <a:pt x="291" y="82"/>
                  </a:lnTo>
                  <a:lnTo>
                    <a:pt x="289" y="82"/>
                  </a:lnTo>
                  <a:lnTo>
                    <a:pt x="289" y="82"/>
                  </a:lnTo>
                  <a:lnTo>
                    <a:pt x="287" y="82"/>
                  </a:lnTo>
                  <a:lnTo>
                    <a:pt x="284" y="82"/>
                  </a:lnTo>
                  <a:lnTo>
                    <a:pt x="279" y="80"/>
                  </a:lnTo>
                  <a:lnTo>
                    <a:pt x="279" y="80"/>
                  </a:lnTo>
                  <a:lnTo>
                    <a:pt x="277" y="80"/>
                  </a:lnTo>
                  <a:lnTo>
                    <a:pt x="275" y="80"/>
                  </a:lnTo>
                  <a:lnTo>
                    <a:pt x="275" y="80"/>
                  </a:lnTo>
                  <a:lnTo>
                    <a:pt x="272" y="80"/>
                  </a:lnTo>
                  <a:lnTo>
                    <a:pt x="272" y="80"/>
                  </a:lnTo>
                  <a:lnTo>
                    <a:pt x="270" y="80"/>
                  </a:lnTo>
                  <a:lnTo>
                    <a:pt x="268" y="80"/>
                  </a:lnTo>
                  <a:lnTo>
                    <a:pt x="265" y="80"/>
                  </a:lnTo>
                  <a:lnTo>
                    <a:pt x="261" y="78"/>
                  </a:lnTo>
                  <a:lnTo>
                    <a:pt x="258" y="78"/>
                  </a:lnTo>
                  <a:lnTo>
                    <a:pt x="258" y="78"/>
                  </a:lnTo>
                  <a:lnTo>
                    <a:pt x="256" y="75"/>
                  </a:lnTo>
                  <a:lnTo>
                    <a:pt x="256" y="75"/>
                  </a:lnTo>
                  <a:lnTo>
                    <a:pt x="256" y="75"/>
                  </a:lnTo>
                  <a:lnTo>
                    <a:pt x="256" y="75"/>
                  </a:lnTo>
                  <a:lnTo>
                    <a:pt x="253" y="75"/>
                  </a:lnTo>
                  <a:lnTo>
                    <a:pt x="253" y="75"/>
                  </a:lnTo>
                  <a:lnTo>
                    <a:pt x="253" y="75"/>
                  </a:lnTo>
                  <a:lnTo>
                    <a:pt x="253" y="75"/>
                  </a:lnTo>
                  <a:lnTo>
                    <a:pt x="251" y="75"/>
                  </a:lnTo>
                  <a:lnTo>
                    <a:pt x="251" y="75"/>
                  </a:lnTo>
                  <a:lnTo>
                    <a:pt x="251" y="75"/>
                  </a:lnTo>
                  <a:lnTo>
                    <a:pt x="251" y="75"/>
                  </a:lnTo>
                  <a:lnTo>
                    <a:pt x="249" y="75"/>
                  </a:lnTo>
                  <a:lnTo>
                    <a:pt x="249" y="75"/>
                  </a:lnTo>
                  <a:lnTo>
                    <a:pt x="249" y="75"/>
                  </a:lnTo>
                  <a:lnTo>
                    <a:pt x="249" y="73"/>
                  </a:lnTo>
                  <a:lnTo>
                    <a:pt x="249" y="73"/>
                  </a:lnTo>
                  <a:lnTo>
                    <a:pt x="246" y="73"/>
                  </a:lnTo>
                  <a:lnTo>
                    <a:pt x="246" y="73"/>
                  </a:lnTo>
                  <a:lnTo>
                    <a:pt x="246" y="75"/>
                  </a:lnTo>
                  <a:lnTo>
                    <a:pt x="246" y="75"/>
                  </a:lnTo>
                  <a:lnTo>
                    <a:pt x="244" y="75"/>
                  </a:lnTo>
                  <a:lnTo>
                    <a:pt x="242" y="75"/>
                  </a:lnTo>
                  <a:lnTo>
                    <a:pt x="237" y="75"/>
                  </a:lnTo>
                  <a:lnTo>
                    <a:pt x="230" y="75"/>
                  </a:lnTo>
                  <a:lnTo>
                    <a:pt x="227" y="75"/>
                  </a:lnTo>
                  <a:lnTo>
                    <a:pt x="227" y="75"/>
                  </a:lnTo>
                  <a:lnTo>
                    <a:pt x="227" y="75"/>
                  </a:lnTo>
                  <a:lnTo>
                    <a:pt x="225" y="75"/>
                  </a:lnTo>
                  <a:lnTo>
                    <a:pt x="223" y="73"/>
                  </a:lnTo>
                  <a:lnTo>
                    <a:pt x="223" y="73"/>
                  </a:lnTo>
                  <a:lnTo>
                    <a:pt x="223" y="73"/>
                  </a:lnTo>
                  <a:lnTo>
                    <a:pt x="220" y="71"/>
                  </a:lnTo>
                  <a:lnTo>
                    <a:pt x="220" y="68"/>
                  </a:lnTo>
                  <a:lnTo>
                    <a:pt x="218" y="68"/>
                  </a:lnTo>
                  <a:lnTo>
                    <a:pt x="213" y="66"/>
                  </a:lnTo>
                  <a:lnTo>
                    <a:pt x="209" y="61"/>
                  </a:lnTo>
                  <a:lnTo>
                    <a:pt x="201" y="59"/>
                  </a:lnTo>
                  <a:lnTo>
                    <a:pt x="197" y="54"/>
                  </a:lnTo>
                  <a:lnTo>
                    <a:pt x="192" y="52"/>
                  </a:lnTo>
                  <a:lnTo>
                    <a:pt x="187" y="49"/>
                  </a:lnTo>
                  <a:lnTo>
                    <a:pt x="182" y="45"/>
                  </a:lnTo>
                  <a:lnTo>
                    <a:pt x="175" y="42"/>
                  </a:lnTo>
                  <a:lnTo>
                    <a:pt x="173" y="40"/>
                  </a:lnTo>
                  <a:lnTo>
                    <a:pt x="173" y="40"/>
                  </a:lnTo>
                  <a:lnTo>
                    <a:pt x="173" y="40"/>
                  </a:lnTo>
                  <a:lnTo>
                    <a:pt x="173" y="40"/>
                  </a:lnTo>
                  <a:lnTo>
                    <a:pt x="173" y="40"/>
                  </a:lnTo>
                  <a:lnTo>
                    <a:pt x="173" y="37"/>
                  </a:lnTo>
                  <a:lnTo>
                    <a:pt x="171" y="37"/>
                  </a:lnTo>
                  <a:lnTo>
                    <a:pt x="171" y="37"/>
                  </a:lnTo>
                  <a:lnTo>
                    <a:pt x="171" y="37"/>
                  </a:lnTo>
                  <a:lnTo>
                    <a:pt x="171" y="37"/>
                  </a:lnTo>
                  <a:lnTo>
                    <a:pt x="171" y="37"/>
                  </a:lnTo>
                  <a:lnTo>
                    <a:pt x="168" y="35"/>
                  </a:lnTo>
                  <a:lnTo>
                    <a:pt x="168" y="35"/>
                  </a:lnTo>
                  <a:lnTo>
                    <a:pt x="166" y="35"/>
                  </a:lnTo>
                  <a:lnTo>
                    <a:pt x="161" y="33"/>
                  </a:lnTo>
                  <a:lnTo>
                    <a:pt x="159" y="33"/>
                  </a:lnTo>
                  <a:lnTo>
                    <a:pt x="149" y="33"/>
                  </a:lnTo>
                  <a:lnTo>
                    <a:pt x="149" y="33"/>
                  </a:lnTo>
                  <a:lnTo>
                    <a:pt x="149" y="33"/>
                  </a:lnTo>
                  <a:lnTo>
                    <a:pt x="147" y="30"/>
                  </a:lnTo>
                  <a:lnTo>
                    <a:pt x="147" y="30"/>
                  </a:lnTo>
                  <a:lnTo>
                    <a:pt x="138" y="30"/>
                  </a:lnTo>
                  <a:lnTo>
                    <a:pt x="128" y="33"/>
                  </a:lnTo>
                  <a:lnTo>
                    <a:pt x="128" y="30"/>
                  </a:lnTo>
                  <a:lnTo>
                    <a:pt x="128" y="30"/>
                  </a:lnTo>
                  <a:lnTo>
                    <a:pt x="126" y="30"/>
                  </a:lnTo>
                  <a:lnTo>
                    <a:pt x="126" y="30"/>
                  </a:lnTo>
                  <a:lnTo>
                    <a:pt x="123" y="30"/>
                  </a:lnTo>
                  <a:lnTo>
                    <a:pt x="116" y="30"/>
                  </a:lnTo>
                  <a:lnTo>
                    <a:pt x="116" y="30"/>
                  </a:lnTo>
                  <a:lnTo>
                    <a:pt x="114" y="30"/>
                  </a:lnTo>
                  <a:lnTo>
                    <a:pt x="114" y="30"/>
                  </a:lnTo>
                  <a:lnTo>
                    <a:pt x="111" y="28"/>
                  </a:lnTo>
                  <a:lnTo>
                    <a:pt x="111" y="28"/>
                  </a:lnTo>
                  <a:lnTo>
                    <a:pt x="111" y="28"/>
                  </a:lnTo>
                  <a:lnTo>
                    <a:pt x="111" y="26"/>
                  </a:lnTo>
                  <a:lnTo>
                    <a:pt x="111" y="26"/>
                  </a:lnTo>
                  <a:lnTo>
                    <a:pt x="111" y="23"/>
                  </a:lnTo>
                  <a:lnTo>
                    <a:pt x="109" y="23"/>
                  </a:lnTo>
                  <a:lnTo>
                    <a:pt x="109" y="21"/>
                  </a:lnTo>
                  <a:lnTo>
                    <a:pt x="107" y="21"/>
                  </a:lnTo>
                  <a:lnTo>
                    <a:pt x="102" y="21"/>
                  </a:lnTo>
                  <a:lnTo>
                    <a:pt x="102" y="19"/>
                  </a:lnTo>
                  <a:lnTo>
                    <a:pt x="100" y="19"/>
                  </a:lnTo>
                  <a:lnTo>
                    <a:pt x="97" y="19"/>
                  </a:lnTo>
                  <a:lnTo>
                    <a:pt x="97" y="21"/>
                  </a:lnTo>
                  <a:lnTo>
                    <a:pt x="97" y="21"/>
                  </a:lnTo>
                  <a:lnTo>
                    <a:pt x="97" y="23"/>
                  </a:lnTo>
                  <a:lnTo>
                    <a:pt x="93" y="21"/>
                  </a:lnTo>
                  <a:lnTo>
                    <a:pt x="93" y="21"/>
                  </a:lnTo>
                  <a:lnTo>
                    <a:pt x="90" y="16"/>
                  </a:lnTo>
                  <a:lnTo>
                    <a:pt x="88" y="14"/>
                  </a:lnTo>
                  <a:lnTo>
                    <a:pt x="90" y="7"/>
                  </a:lnTo>
                  <a:lnTo>
                    <a:pt x="88" y="4"/>
                  </a:lnTo>
                  <a:lnTo>
                    <a:pt x="81" y="4"/>
                  </a:lnTo>
                  <a:lnTo>
                    <a:pt x="83" y="2"/>
                  </a:lnTo>
                  <a:lnTo>
                    <a:pt x="83" y="0"/>
                  </a:lnTo>
                  <a:lnTo>
                    <a:pt x="78" y="2"/>
                  </a:lnTo>
                  <a:lnTo>
                    <a:pt x="74" y="4"/>
                  </a:lnTo>
                  <a:lnTo>
                    <a:pt x="74" y="2"/>
                  </a:lnTo>
                  <a:lnTo>
                    <a:pt x="69" y="4"/>
                  </a:lnTo>
                  <a:lnTo>
                    <a:pt x="67" y="7"/>
                  </a:lnTo>
                  <a:lnTo>
                    <a:pt x="59" y="7"/>
                  </a:lnTo>
                  <a:lnTo>
                    <a:pt x="57" y="9"/>
                  </a:lnTo>
                  <a:lnTo>
                    <a:pt x="52" y="11"/>
                  </a:lnTo>
                  <a:lnTo>
                    <a:pt x="48" y="11"/>
                  </a:lnTo>
                  <a:lnTo>
                    <a:pt x="43" y="14"/>
                  </a:lnTo>
                  <a:lnTo>
                    <a:pt x="38" y="16"/>
                  </a:lnTo>
                  <a:lnTo>
                    <a:pt x="36" y="19"/>
                  </a:lnTo>
                  <a:lnTo>
                    <a:pt x="31" y="19"/>
                  </a:lnTo>
                  <a:lnTo>
                    <a:pt x="26" y="21"/>
                  </a:lnTo>
                  <a:lnTo>
                    <a:pt x="22" y="28"/>
                  </a:lnTo>
                  <a:lnTo>
                    <a:pt x="17" y="33"/>
                  </a:lnTo>
                  <a:lnTo>
                    <a:pt x="12" y="37"/>
                  </a:lnTo>
                  <a:lnTo>
                    <a:pt x="5" y="42"/>
                  </a:lnTo>
                  <a:lnTo>
                    <a:pt x="7" y="45"/>
                  </a:lnTo>
                  <a:lnTo>
                    <a:pt x="7" y="45"/>
                  </a:lnTo>
                  <a:lnTo>
                    <a:pt x="10" y="47"/>
                  </a:lnTo>
                  <a:lnTo>
                    <a:pt x="10" y="47"/>
                  </a:lnTo>
                  <a:lnTo>
                    <a:pt x="10" y="49"/>
                  </a:lnTo>
                  <a:lnTo>
                    <a:pt x="10" y="49"/>
                  </a:lnTo>
                  <a:lnTo>
                    <a:pt x="10" y="49"/>
                  </a:lnTo>
                  <a:lnTo>
                    <a:pt x="10" y="49"/>
                  </a:lnTo>
                  <a:lnTo>
                    <a:pt x="10" y="52"/>
                  </a:lnTo>
                  <a:lnTo>
                    <a:pt x="10" y="52"/>
                  </a:lnTo>
                  <a:lnTo>
                    <a:pt x="10" y="52"/>
                  </a:lnTo>
                  <a:lnTo>
                    <a:pt x="10" y="54"/>
                  </a:lnTo>
                  <a:lnTo>
                    <a:pt x="10" y="54"/>
                  </a:lnTo>
                  <a:lnTo>
                    <a:pt x="10" y="54"/>
                  </a:lnTo>
                  <a:lnTo>
                    <a:pt x="10" y="56"/>
                  </a:lnTo>
                  <a:lnTo>
                    <a:pt x="12" y="56"/>
                  </a:lnTo>
                  <a:lnTo>
                    <a:pt x="12" y="56"/>
                  </a:lnTo>
                  <a:lnTo>
                    <a:pt x="12" y="56"/>
                  </a:lnTo>
                  <a:lnTo>
                    <a:pt x="12" y="59"/>
                  </a:lnTo>
                  <a:lnTo>
                    <a:pt x="12" y="59"/>
                  </a:lnTo>
                  <a:lnTo>
                    <a:pt x="12" y="61"/>
                  </a:lnTo>
                  <a:lnTo>
                    <a:pt x="12" y="61"/>
                  </a:lnTo>
                  <a:lnTo>
                    <a:pt x="12" y="61"/>
                  </a:lnTo>
                  <a:lnTo>
                    <a:pt x="14" y="61"/>
                  </a:lnTo>
                  <a:lnTo>
                    <a:pt x="17" y="61"/>
                  </a:lnTo>
                  <a:lnTo>
                    <a:pt x="17" y="61"/>
                  </a:lnTo>
                  <a:lnTo>
                    <a:pt x="17" y="61"/>
                  </a:lnTo>
                  <a:lnTo>
                    <a:pt x="17" y="61"/>
                  </a:lnTo>
                  <a:lnTo>
                    <a:pt x="17" y="63"/>
                  </a:lnTo>
                  <a:lnTo>
                    <a:pt x="14" y="63"/>
                  </a:lnTo>
                  <a:lnTo>
                    <a:pt x="14" y="63"/>
                  </a:lnTo>
                  <a:lnTo>
                    <a:pt x="17" y="66"/>
                  </a:lnTo>
                  <a:lnTo>
                    <a:pt x="17" y="66"/>
                  </a:lnTo>
                  <a:lnTo>
                    <a:pt x="14" y="66"/>
                  </a:lnTo>
                  <a:lnTo>
                    <a:pt x="14" y="66"/>
                  </a:lnTo>
                  <a:lnTo>
                    <a:pt x="17" y="66"/>
                  </a:lnTo>
                  <a:lnTo>
                    <a:pt x="17" y="66"/>
                  </a:lnTo>
                  <a:lnTo>
                    <a:pt x="17" y="66"/>
                  </a:lnTo>
                  <a:lnTo>
                    <a:pt x="19" y="66"/>
                  </a:lnTo>
                  <a:lnTo>
                    <a:pt x="19" y="66"/>
                  </a:lnTo>
                  <a:lnTo>
                    <a:pt x="19" y="66"/>
                  </a:lnTo>
                  <a:lnTo>
                    <a:pt x="19" y="66"/>
                  </a:lnTo>
                  <a:lnTo>
                    <a:pt x="22" y="68"/>
                  </a:lnTo>
                  <a:lnTo>
                    <a:pt x="22" y="71"/>
                  </a:lnTo>
                  <a:lnTo>
                    <a:pt x="22" y="71"/>
                  </a:lnTo>
                  <a:lnTo>
                    <a:pt x="22" y="71"/>
                  </a:lnTo>
                  <a:lnTo>
                    <a:pt x="24" y="71"/>
                  </a:lnTo>
                  <a:lnTo>
                    <a:pt x="24" y="68"/>
                  </a:lnTo>
                  <a:lnTo>
                    <a:pt x="24" y="68"/>
                  </a:lnTo>
                  <a:lnTo>
                    <a:pt x="26" y="6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9" y="73"/>
                  </a:lnTo>
                  <a:lnTo>
                    <a:pt x="31" y="73"/>
                  </a:lnTo>
                  <a:lnTo>
                    <a:pt x="31" y="73"/>
                  </a:lnTo>
                  <a:lnTo>
                    <a:pt x="31" y="78"/>
                  </a:lnTo>
                  <a:lnTo>
                    <a:pt x="31" y="80"/>
                  </a:lnTo>
                  <a:lnTo>
                    <a:pt x="29" y="82"/>
                  </a:lnTo>
                  <a:lnTo>
                    <a:pt x="29" y="82"/>
                  </a:lnTo>
                  <a:lnTo>
                    <a:pt x="29" y="82"/>
                  </a:lnTo>
                  <a:lnTo>
                    <a:pt x="29" y="82"/>
                  </a:lnTo>
                  <a:lnTo>
                    <a:pt x="26" y="82"/>
                  </a:lnTo>
                  <a:lnTo>
                    <a:pt x="26" y="82"/>
                  </a:lnTo>
                  <a:lnTo>
                    <a:pt x="29" y="85"/>
                  </a:lnTo>
                  <a:lnTo>
                    <a:pt x="29" y="85"/>
                  </a:lnTo>
                  <a:lnTo>
                    <a:pt x="29" y="85"/>
                  </a:lnTo>
                  <a:lnTo>
                    <a:pt x="29" y="87"/>
                  </a:lnTo>
                  <a:lnTo>
                    <a:pt x="26" y="87"/>
                  </a:lnTo>
                  <a:lnTo>
                    <a:pt x="29" y="87"/>
                  </a:lnTo>
                  <a:lnTo>
                    <a:pt x="29" y="90"/>
                  </a:lnTo>
                  <a:lnTo>
                    <a:pt x="29" y="90"/>
                  </a:lnTo>
                  <a:lnTo>
                    <a:pt x="29" y="90"/>
                  </a:lnTo>
                  <a:lnTo>
                    <a:pt x="29" y="92"/>
                  </a:lnTo>
                  <a:lnTo>
                    <a:pt x="31" y="99"/>
                  </a:lnTo>
                  <a:lnTo>
                    <a:pt x="31" y="99"/>
                  </a:lnTo>
                  <a:lnTo>
                    <a:pt x="31" y="101"/>
                  </a:lnTo>
                  <a:lnTo>
                    <a:pt x="33" y="101"/>
                  </a:lnTo>
                  <a:lnTo>
                    <a:pt x="36" y="101"/>
                  </a:lnTo>
                  <a:lnTo>
                    <a:pt x="36" y="104"/>
                  </a:lnTo>
                  <a:lnTo>
                    <a:pt x="36" y="104"/>
                  </a:lnTo>
                  <a:lnTo>
                    <a:pt x="38" y="111"/>
                  </a:lnTo>
                  <a:lnTo>
                    <a:pt x="38" y="111"/>
                  </a:lnTo>
                  <a:lnTo>
                    <a:pt x="41" y="113"/>
                  </a:lnTo>
                  <a:lnTo>
                    <a:pt x="41" y="116"/>
                  </a:lnTo>
                  <a:lnTo>
                    <a:pt x="41" y="116"/>
                  </a:lnTo>
                  <a:lnTo>
                    <a:pt x="43" y="116"/>
                  </a:lnTo>
                  <a:lnTo>
                    <a:pt x="43" y="116"/>
                  </a:lnTo>
                  <a:lnTo>
                    <a:pt x="43" y="116"/>
                  </a:lnTo>
                  <a:lnTo>
                    <a:pt x="43" y="116"/>
                  </a:lnTo>
                  <a:lnTo>
                    <a:pt x="43" y="116"/>
                  </a:lnTo>
                  <a:lnTo>
                    <a:pt x="43" y="116"/>
                  </a:lnTo>
                  <a:lnTo>
                    <a:pt x="43" y="113"/>
                  </a:lnTo>
                  <a:lnTo>
                    <a:pt x="43" y="116"/>
                  </a:lnTo>
                  <a:lnTo>
                    <a:pt x="43" y="116"/>
                  </a:lnTo>
                  <a:lnTo>
                    <a:pt x="43" y="116"/>
                  </a:lnTo>
                  <a:lnTo>
                    <a:pt x="45" y="116"/>
                  </a:lnTo>
                  <a:lnTo>
                    <a:pt x="45" y="116"/>
                  </a:lnTo>
                  <a:lnTo>
                    <a:pt x="45" y="116"/>
                  </a:lnTo>
                  <a:lnTo>
                    <a:pt x="45" y="116"/>
                  </a:lnTo>
                  <a:lnTo>
                    <a:pt x="45" y="116"/>
                  </a:lnTo>
                  <a:lnTo>
                    <a:pt x="48" y="118"/>
                  </a:lnTo>
                  <a:lnTo>
                    <a:pt x="48" y="120"/>
                  </a:lnTo>
                  <a:lnTo>
                    <a:pt x="48" y="125"/>
                  </a:lnTo>
                  <a:lnTo>
                    <a:pt x="50" y="130"/>
                  </a:lnTo>
                  <a:lnTo>
                    <a:pt x="52" y="130"/>
                  </a:lnTo>
                  <a:lnTo>
                    <a:pt x="52" y="130"/>
                  </a:lnTo>
                  <a:lnTo>
                    <a:pt x="52" y="130"/>
                  </a:lnTo>
                  <a:lnTo>
                    <a:pt x="52" y="130"/>
                  </a:lnTo>
                  <a:lnTo>
                    <a:pt x="52" y="130"/>
                  </a:lnTo>
                  <a:lnTo>
                    <a:pt x="55" y="130"/>
                  </a:lnTo>
                  <a:lnTo>
                    <a:pt x="55" y="132"/>
                  </a:lnTo>
                  <a:lnTo>
                    <a:pt x="55" y="134"/>
                  </a:lnTo>
                  <a:lnTo>
                    <a:pt x="55" y="134"/>
                  </a:lnTo>
                  <a:lnTo>
                    <a:pt x="57" y="137"/>
                  </a:lnTo>
                  <a:lnTo>
                    <a:pt x="57" y="137"/>
                  </a:lnTo>
                  <a:lnTo>
                    <a:pt x="55" y="137"/>
                  </a:lnTo>
                  <a:lnTo>
                    <a:pt x="55" y="139"/>
                  </a:lnTo>
                  <a:lnTo>
                    <a:pt x="52" y="139"/>
                  </a:lnTo>
                  <a:lnTo>
                    <a:pt x="52" y="142"/>
                  </a:lnTo>
                  <a:lnTo>
                    <a:pt x="52" y="142"/>
                  </a:lnTo>
                  <a:lnTo>
                    <a:pt x="55" y="149"/>
                  </a:lnTo>
                  <a:lnTo>
                    <a:pt x="57" y="151"/>
                  </a:lnTo>
                  <a:lnTo>
                    <a:pt x="59" y="156"/>
                  </a:lnTo>
                  <a:lnTo>
                    <a:pt x="59" y="156"/>
                  </a:lnTo>
                  <a:lnTo>
                    <a:pt x="57" y="158"/>
                  </a:lnTo>
                  <a:lnTo>
                    <a:pt x="57" y="161"/>
                  </a:lnTo>
                  <a:lnTo>
                    <a:pt x="57" y="161"/>
                  </a:lnTo>
                  <a:lnTo>
                    <a:pt x="59" y="163"/>
                  </a:lnTo>
                  <a:lnTo>
                    <a:pt x="59" y="163"/>
                  </a:lnTo>
                  <a:lnTo>
                    <a:pt x="59" y="163"/>
                  </a:lnTo>
                  <a:lnTo>
                    <a:pt x="59" y="165"/>
                  </a:lnTo>
                  <a:lnTo>
                    <a:pt x="62" y="165"/>
                  </a:lnTo>
                  <a:lnTo>
                    <a:pt x="59" y="165"/>
                  </a:lnTo>
                  <a:lnTo>
                    <a:pt x="59" y="168"/>
                  </a:lnTo>
                  <a:lnTo>
                    <a:pt x="59" y="168"/>
                  </a:lnTo>
                  <a:lnTo>
                    <a:pt x="59" y="179"/>
                  </a:lnTo>
                  <a:lnTo>
                    <a:pt x="59" y="179"/>
                  </a:lnTo>
                  <a:lnTo>
                    <a:pt x="57" y="184"/>
                  </a:lnTo>
                  <a:lnTo>
                    <a:pt x="57" y="184"/>
                  </a:lnTo>
                  <a:lnTo>
                    <a:pt x="57" y="184"/>
                  </a:lnTo>
                  <a:lnTo>
                    <a:pt x="55" y="184"/>
                  </a:lnTo>
                  <a:lnTo>
                    <a:pt x="55" y="184"/>
                  </a:lnTo>
                  <a:lnTo>
                    <a:pt x="55" y="184"/>
                  </a:lnTo>
                  <a:lnTo>
                    <a:pt x="52" y="187"/>
                  </a:lnTo>
                  <a:lnTo>
                    <a:pt x="52" y="191"/>
                  </a:lnTo>
                  <a:lnTo>
                    <a:pt x="48" y="194"/>
                  </a:lnTo>
                  <a:lnTo>
                    <a:pt x="48" y="194"/>
                  </a:lnTo>
                  <a:lnTo>
                    <a:pt x="48" y="196"/>
                  </a:lnTo>
                  <a:lnTo>
                    <a:pt x="50" y="198"/>
                  </a:lnTo>
                  <a:lnTo>
                    <a:pt x="50" y="201"/>
                  </a:lnTo>
                  <a:lnTo>
                    <a:pt x="50" y="203"/>
                  </a:lnTo>
                  <a:lnTo>
                    <a:pt x="48" y="203"/>
                  </a:lnTo>
                  <a:lnTo>
                    <a:pt x="43" y="203"/>
                  </a:lnTo>
                  <a:lnTo>
                    <a:pt x="43" y="203"/>
                  </a:lnTo>
                  <a:lnTo>
                    <a:pt x="41" y="205"/>
                  </a:lnTo>
                  <a:lnTo>
                    <a:pt x="38" y="205"/>
                  </a:lnTo>
                  <a:lnTo>
                    <a:pt x="38" y="208"/>
                  </a:lnTo>
                  <a:lnTo>
                    <a:pt x="38" y="208"/>
                  </a:lnTo>
                  <a:lnTo>
                    <a:pt x="38" y="208"/>
                  </a:lnTo>
                  <a:lnTo>
                    <a:pt x="36" y="210"/>
                  </a:lnTo>
                  <a:lnTo>
                    <a:pt x="36" y="210"/>
                  </a:lnTo>
                  <a:lnTo>
                    <a:pt x="36" y="210"/>
                  </a:lnTo>
                  <a:lnTo>
                    <a:pt x="36" y="210"/>
                  </a:lnTo>
                  <a:lnTo>
                    <a:pt x="33" y="208"/>
                  </a:lnTo>
                  <a:lnTo>
                    <a:pt x="33" y="210"/>
                  </a:lnTo>
                  <a:lnTo>
                    <a:pt x="33" y="210"/>
                  </a:lnTo>
                  <a:lnTo>
                    <a:pt x="31" y="213"/>
                  </a:lnTo>
                  <a:lnTo>
                    <a:pt x="31" y="213"/>
                  </a:lnTo>
                  <a:lnTo>
                    <a:pt x="31" y="215"/>
                  </a:lnTo>
                  <a:lnTo>
                    <a:pt x="31" y="217"/>
                  </a:lnTo>
                  <a:lnTo>
                    <a:pt x="31" y="220"/>
                  </a:lnTo>
                  <a:lnTo>
                    <a:pt x="29" y="222"/>
                  </a:lnTo>
                  <a:lnTo>
                    <a:pt x="29" y="224"/>
                  </a:lnTo>
                  <a:lnTo>
                    <a:pt x="26" y="224"/>
                  </a:lnTo>
                  <a:lnTo>
                    <a:pt x="24" y="227"/>
                  </a:lnTo>
                  <a:lnTo>
                    <a:pt x="24" y="227"/>
                  </a:lnTo>
                  <a:lnTo>
                    <a:pt x="24" y="227"/>
                  </a:lnTo>
                  <a:lnTo>
                    <a:pt x="22" y="229"/>
                  </a:lnTo>
                  <a:lnTo>
                    <a:pt x="22" y="232"/>
                  </a:lnTo>
                  <a:lnTo>
                    <a:pt x="22" y="232"/>
                  </a:lnTo>
                  <a:lnTo>
                    <a:pt x="19" y="234"/>
                  </a:lnTo>
                  <a:lnTo>
                    <a:pt x="17" y="234"/>
                  </a:lnTo>
                  <a:lnTo>
                    <a:pt x="14" y="236"/>
                  </a:lnTo>
                  <a:lnTo>
                    <a:pt x="14" y="236"/>
                  </a:lnTo>
                  <a:lnTo>
                    <a:pt x="14" y="236"/>
                  </a:lnTo>
                  <a:lnTo>
                    <a:pt x="12" y="243"/>
                  </a:lnTo>
                  <a:lnTo>
                    <a:pt x="12" y="243"/>
                  </a:lnTo>
                  <a:lnTo>
                    <a:pt x="12" y="243"/>
                  </a:lnTo>
                  <a:lnTo>
                    <a:pt x="12" y="246"/>
                  </a:lnTo>
                  <a:lnTo>
                    <a:pt x="12" y="246"/>
                  </a:lnTo>
                  <a:lnTo>
                    <a:pt x="12" y="246"/>
                  </a:lnTo>
                  <a:lnTo>
                    <a:pt x="12" y="248"/>
                  </a:lnTo>
                  <a:lnTo>
                    <a:pt x="12" y="248"/>
                  </a:lnTo>
                  <a:lnTo>
                    <a:pt x="12" y="250"/>
                  </a:lnTo>
                  <a:lnTo>
                    <a:pt x="10" y="250"/>
                  </a:lnTo>
                  <a:lnTo>
                    <a:pt x="5" y="258"/>
                  </a:lnTo>
                  <a:lnTo>
                    <a:pt x="5" y="258"/>
                  </a:lnTo>
                  <a:lnTo>
                    <a:pt x="0" y="262"/>
                  </a:lnTo>
                  <a:lnTo>
                    <a:pt x="0" y="262"/>
                  </a:lnTo>
                  <a:lnTo>
                    <a:pt x="3" y="267"/>
                  </a:lnTo>
                  <a:lnTo>
                    <a:pt x="5" y="274"/>
                  </a:lnTo>
                  <a:lnTo>
                    <a:pt x="5" y="276"/>
                  </a:lnTo>
                  <a:lnTo>
                    <a:pt x="3" y="284"/>
                  </a:lnTo>
                  <a:lnTo>
                    <a:pt x="3" y="295"/>
                  </a:lnTo>
                  <a:lnTo>
                    <a:pt x="0" y="303"/>
                  </a:lnTo>
                  <a:lnTo>
                    <a:pt x="3" y="310"/>
                  </a:lnTo>
                  <a:lnTo>
                    <a:pt x="3" y="321"/>
                  </a:lnTo>
                  <a:lnTo>
                    <a:pt x="5" y="321"/>
                  </a:lnTo>
                  <a:lnTo>
                    <a:pt x="5" y="321"/>
                  </a:lnTo>
                  <a:lnTo>
                    <a:pt x="7" y="321"/>
                  </a:lnTo>
                  <a:lnTo>
                    <a:pt x="7" y="321"/>
                  </a:lnTo>
                  <a:lnTo>
                    <a:pt x="7" y="321"/>
                  </a:lnTo>
                  <a:lnTo>
                    <a:pt x="10" y="324"/>
                  </a:lnTo>
                  <a:lnTo>
                    <a:pt x="14" y="324"/>
                  </a:lnTo>
                  <a:lnTo>
                    <a:pt x="26" y="331"/>
                  </a:lnTo>
                  <a:lnTo>
                    <a:pt x="36" y="338"/>
                  </a:lnTo>
                  <a:lnTo>
                    <a:pt x="45" y="343"/>
                  </a:lnTo>
                  <a:lnTo>
                    <a:pt x="48" y="345"/>
                  </a:lnTo>
                  <a:lnTo>
                    <a:pt x="59" y="350"/>
                  </a:lnTo>
                  <a:lnTo>
                    <a:pt x="71" y="357"/>
                  </a:lnTo>
                  <a:lnTo>
                    <a:pt x="74" y="359"/>
                  </a:lnTo>
                  <a:lnTo>
                    <a:pt x="83" y="364"/>
                  </a:lnTo>
                  <a:lnTo>
                    <a:pt x="95" y="369"/>
                  </a:lnTo>
                  <a:lnTo>
                    <a:pt x="107" y="376"/>
                  </a:lnTo>
                  <a:lnTo>
                    <a:pt x="116" y="383"/>
                  </a:lnTo>
                  <a:lnTo>
                    <a:pt x="128" y="388"/>
                  </a:lnTo>
                  <a:lnTo>
                    <a:pt x="140" y="395"/>
                  </a:lnTo>
                  <a:lnTo>
                    <a:pt x="152" y="402"/>
                  </a:lnTo>
                  <a:lnTo>
                    <a:pt x="164" y="407"/>
                  </a:lnTo>
                  <a:lnTo>
                    <a:pt x="175" y="414"/>
                  </a:lnTo>
                  <a:lnTo>
                    <a:pt x="185" y="421"/>
                  </a:lnTo>
                  <a:lnTo>
                    <a:pt x="190" y="423"/>
                  </a:lnTo>
                  <a:lnTo>
                    <a:pt x="197" y="428"/>
                  </a:lnTo>
                  <a:lnTo>
                    <a:pt x="201" y="430"/>
                  </a:lnTo>
                  <a:lnTo>
                    <a:pt x="204" y="430"/>
                  </a:lnTo>
                  <a:lnTo>
                    <a:pt x="204" y="437"/>
                  </a:lnTo>
                  <a:lnTo>
                    <a:pt x="204" y="437"/>
                  </a:lnTo>
                  <a:lnTo>
                    <a:pt x="204" y="445"/>
                  </a:lnTo>
                  <a:lnTo>
                    <a:pt x="204" y="445"/>
                  </a:lnTo>
                  <a:lnTo>
                    <a:pt x="204" y="445"/>
                  </a:lnTo>
                  <a:lnTo>
                    <a:pt x="204" y="445"/>
                  </a:lnTo>
                  <a:lnTo>
                    <a:pt x="204" y="447"/>
                  </a:lnTo>
                  <a:lnTo>
                    <a:pt x="201" y="447"/>
                  </a:lnTo>
                  <a:lnTo>
                    <a:pt x="201" y="447"/>
                  </a:lnTo>
                  <a:lnTo>
                    <a:pt x="199" y="447"/>
                  </a:lnTo>
                  <a:lnTo>
                    <a:pt x="199" y="449"/>
                  </a:lnTo>
                  <a:lnTo>
                    <a:pt x="199" y="449"/>
                  </a:lnTo>
                  <a:lnTo>
                    <a:pt x="199" y="449"/>
                  </a:lnTo>
                  <a:lnTo>
                    <a:pt x="199" y="449"/>
                  </a:lnTo>
                  <a:lnTo>
                    <a:pt x="199" y="452"/>
                  </a:lnTo>
                  <a:lnTo>
                    <a:pt x="199" y="452"/>
                  </a:lnTo>
                  <a:lnTo>
                    <a:pt x="199" y="452"/>
                  </a:lnTo>
                  <a:lnTo>
                    <a:pt x="199" y="452"/>
                  </a:lnTo>
                  <a:lnTo>
                    <a:pt x="199" y="452"/>
                  </a:lnTo>
                  <a:lnTo>
                    <a:pt x="199" y="454"/>
                  </a:lnTo>
                  <a:lnTo>
                    <a:pt x="199" y="454"/>
                  </a:lnTo>
                  <a:lnTo>
                    <a:pt x="201" y="454"/>
                  </a:lnTo>
                  <a:lnTo>
                    <a:pt x="204" y="454"/>
                  </a:lnTo>
                  <a:lnTo>
                    <a:pt x="204" y="454"/>
                  </a:lnTo>
                  <a:lnTo>
                    <a:pt x="206" y="454"/>
                  </a:lnTo>
                  <a:lnTo>
                    <a:pt x="206" y="456"/>
                  </a:lnTo>
                  <a:lnTo>
                    <a:pt x="206" y="456"/>
                  </a:lnTo>
                  <a:lnTo>
                    <a:pt x="206" y="459"/>
                  </a:lnTo>
                  <a:lnTo>
                    <a:pt x="209" y="461"/>
                  </a:lnTo>
                  <a:lnTo>
                    <a:pt x="209" y="461"/>
                  </a:lnTo>
                  <a:lnTo>
                    <a:pt x="211" y="463"/>
                  </a:lnTo>
                  <a:lnTo>
                    <a:pt x="216" y="468"/>
                  </a:lnTo>
                  <a:lnTo>
                    <a:pt x="220" y="471"/>
                  </a:lnTo>
                  <a:lnTo>
                    <a:pt x="225" y="473"/>
                  </a:lnTo>
                  <a:lnTo>
                    <a:pt x="230" y="478"/>
                  </a:lnTo>
                  <a:lnTo>
                    <a:pt x="235" y="480"/>
                  </a:lnTo>
                  <a:lnTo>
                    <a:pt x="239" y="482"/>
                  </a:lnTo>
                  <a:lnTo>
                    <a:pt x="244" y="487"/>
                  </a:lnTo>
                  <a:lnTo>
                    <a:pt x="244" y="487"/>
                  </a:lnTo>
                  <a:lnTo>
                    <a:pt x="249" y="489"/>
                  </a:lnTo>
                  <a:lnTo>
                    <a:pt x="253" y="494"/>
                  </a:lnTo>
                  <a:lnTo>
                    <a:pt x="258" y="497"/>
                  </a:lnTo>
                  <a:lnTo>
                    <a:pt x="261" y="499"/>
                  </a:lnTo>
                  <a:lnTo>
                    <a:pt x="265" y="504"/>
                  </a:lnTo>
                  <a:lnTo>
                    <a:pt x="270" y="506"/>
                  </a:lnTo>
                  <a:lnTo>
                    <a:pt x="275" y="511"/>
                  </a:lnTo>
                  <a:lnTo>
                    <a:pt x="279" y="513"/>
                  </a:lnTo>
                  <a:lnTo>
                    <a:pt x="284" y="516"/>
                  </a:lnTo>
                  <a:lnTo>
                    <a:pt x="284" y="516"/>
                  </a:lnTo>
                  <a:lnTo>
                    <a:pt x="284" y="516"/>
                  </a:lnTo>
                  <a:lnTo>
                    <a:pt x="284" y="516"/>
                  </a:lnTo>
                  <a:lnTo>
                    <a:pt x="284" y="516"/>
                  </a:lnTo>
                  <a:lnTo>
                    <a:pt x="287" y="516"/>
                  </a:lnTo>
                  <a:lnTo>
                    <a:pt x="287" y="513"/>
                  </a:lnTo>
                  <a:lnTo>
                    <a:pt x="289" y="513"/>
                  </a:lnTo>
                  <a:lnTo>
                    <a:pt x="289" y="513"/>
                  </a:lnTo>
                  <a:lnTo>
                    <a:pt x="291" y="513"/>
                  </a:lnTo>
                  <a:lnTo>
                    <a:pt x="291" y="511"/>
                  </a:lnTo>
                  <a:lnTo>
                    <a:pt x="291" y="513"/>
                  </a:lnTo>
                  <a:lnTo>
                    <a:pt x="294" y="513"/>
                  </a:lnTo>
                  <a:lnTo>
                    <a:pt x="296" y="513"/>
                  </a:lnTo>
                  <a:lnTo>
                    <a:pt x="296" y="513"/>
                  </a:lnTo>
                  <a:lnTo>
                    <a:pt x="296" y="511"/>
                  </a:lnTo>
                  <a:lnTo>
                    <a:pt x="296" y="511"/>
                  </a:lnTo>
                  <a:lnTo>
                    <a:pt x="296" y="511"/>
                  </a:lnTo>
                  <a:lnTo>
                    <a:pt x="296" y="511"/>
                  </a:lnTo>
                  <a:lnTo>
                    <a:pt x="296" y="511"/>
                  </a:lnTo>
                  <a:lnTo>
                    <a:pt x="296" y="511"/>
                  </a:lnTo>
                  <a:lnTo>
                    <a:pt x="296" y="511"/>
                  </a:lnTo>
                  <a:lnTo>
                    <a:pt x="296" y="508"/>
                  </a:lnTo>
                  <a:lnTo>
                    <a:pt x="298" y="508"/>
                  </a:lnTo>
                  <a:lnTo>
                    <a:pt x="298" y="508"/>
                  </a:lnTo>
                  <a:lnTo>
                    <a:pt x="298" y="508"/>
                  </a:lnTo>
                  <a:lnTo>
                    <a:pt x="298" y="511"/>
                  </a:lnTo>
                  <a:lnTo>
                    <a:pt x="298" y="511"/>
                  </a:lnTo>
                  <a:lnTo>
                    <a:pt x="301" y="506"/>
                  </a:lnTo>
                  <a:lnTo>
                    <a:pt x="301" y="506"/>
                  </a:lnTo>
                  <a:lnTo>
                    <a:pt x="301" y="504"/>
                  </a:lnTo>
                  <a:lnTo>
                    <a:pt x="301" y="504"/>
                  </a:lnTo>
                  <a:lnTo>
                    <a:pt x="301" y="504"/>
                  </a:lnTo>
                  <a:lnTo>
                    <a:pt x="301" y="504"/>
                  </a:lnTo>
                  <a:lnTo>
                    <a:pt x="301" y="504"/>
                  </a:lnTo>
                  <a:lnTo>
                    <a:pt x="303" y="501"/>
                  </a:lnTo>
                  <a:lnTo>
                    <a:pt x="303" y="501"/>
                  </a:lnTo>
                  <a:lnTo>
                    <a:pt x="303" y="504"/>
                  </a:lnTo>
                  <a:lnTo>
                    <a:pt x="303" y="501"/>
                  </a:lnTo>
                  <a:lnTo>
                    <a:pt x="306" y="494"/>
                  </a:lnTo>
                  <a:lnTo>
                    <a:pt x="308" y="492"/>
                  </a:lnTo>
                  <a:lnTo>
                    <a:pt x="310" y="487"/>
                  </a:lnTo>
                  <a:lnTo>
                    <a:pt x="310" y="485"/>
                  </a:lnTo>
                  <a:lnTo>
                    <a:pt x="308" y="485"/>
                  </a:lnTo>
                  <a:lnTo>
                    <a:pt x="308" y="482"/>
                  </a:lnTo>
                  <a:lnTo>
                    <a:pt x="306" y="482"/>
                  </a:lnTo>
                  <a:lnTo>
                    <a:pt x="306" y="485"/>
                  </a:lnTo>
                  <a:lnTo>
                    <a:pt x="306" y="485"/>
                  </a:lnTo>
                  <a:lnTo>
                    <a:pt x="303" y="482"/>
                  </a:lnTo>
                  <a:lnTo>
                    <a:pt x="303" y="482"/>
                  </a:lnTo>
                  <a:lnTo>
                    <a:pt x="306" y="482"/>
                  </a:lnTo>
                  <a:lnTo>
                    <a:pt x="306" y="482"/>
                  </a:lnTo>
                  <a:lnTo>
                    <a:pt x="306" y="482"/>
                  </a:lnTo>
                  <a:lnTo>
                    <a:pt x="306" y="482"/>
                  </a:lnTo>
                  <a:lnTo>
                    <a:pt x="308" y="482"/>
                  </a:lnTo>
                  <a:lnTo>
                    <a:pt x="308" y="480"/>
                  </a:lnTo>
                  <a:lnTo>
                    <a:pt x="308" y="480"/>
                  </a:lnTo>
                  <a:lnTo>
                    <a:pt x="308" y="480"/>
                  </a:lnTo>
                  <a:lnTo>
                    <a:pt x="306" y="480"/>
                  </a:lnTo>
                  <a:lnTo>
                    <a:pt x="306" y="480"/>
                  </a:lnTo>
                  <a:lnTo>
                    <a:pt x="306" y="478"/>
                  </a:lnTo>
                  <a:lnTo>
                    <a:pt x="308" y="478"/>
                  </a:lnTo>
                  <a:lnTo>
                    <a:pt x="308" y="480"/>
                  </a:lnTo>
                  <a:lnTo>
                    <a:pt x="310" y="478"/>
                  </a:lnTo>
                  <a:lnTo>
                    <a:pt x="310" y="480"/>
                  </a:lnTo>
                  <a:lnTo>
                    <a:pt x="310" y="480"/>
                  </a:lnTo>
                  <a:lnTo>
                    <a:pt x="310" y="480"/>
                  </a:lnTo>
                  <a:lnTo>
                    <a:pt x="310" y="482"/>
                  </a:lnTo>
                  <a:lnTo>
                    <a:pt x="310" y="482"/>
                  </a:lnTo>
                  <a:lnTo>
                    <a:pt x="310" y="482"/>
                  </a:lnTo>
                  <a:lnTo>
                    <a:pt x="313" y="482"/>
                  </a:lnTo>
                  <a:lnTo>
                    <a:pt x="313" y="482"/>
                  </a:lnTo>
                  <a:lnTo>
                    <a:pt x="313" y="482"/>
                  </a:lnTo>
                  <a:lnTo>
                    <a:pt x="313" y="480"/>
                  </a:lnTo>
                  <a:lnTo>
                    <a:pt x="313" y="480"/>
                  </a:lnTo>
                  <a:lnTo>
                    <a:pt x="315" y="480"/>
                  </a:lnTo>
                  <a:lnTo>
                    <a:pt x="315" y="478"/>
                  </a:lnTo>
                  <a:lnTo>
                    <a:pt x="313" y="478"/>
                  </a:lnTo>
                  <a:lnTo>
                    <a:pt x="313" y="478"/>
                  </a:lnTo>
                  <a:lnTo>
                    <a:pt x="313" y="478"/>
                  </a:lnTo>
                  <a:lnTo>
                    <a:pt x="313" y="478"/>
                  </a:lnTo>
                  <a:lnTo>
                    <a:pt x="310" y="478"/>
                  </a:lnTo>
                  <a:lnTo>
                    <a:pt x="310" y="475"/>
                  </a:lnTo>
                  <a:lnTo>
                    <a:pt x="310" y="475"/>
                  </a:lnTo>
                  <a:lnTo>
                    <a:pt x="310" y="475"/>
                  </a:lnTo>
                  <a:lnTo>
                    <a:pt x="313" y="475"/>
                  </a:lnTo>
                  <a:lnTo>
                    <a:pt x="313" y="478"/>
                  </a:lnTo>
                  <a:lnTo>
                    <a:pt x="313" y="478"/>
                  </a:lnTo>
                  <a:lnTo>
                    <a:pt x="315" y="478"/>
                  </a:lnTo>
                  <a:lnTo>
                    <a:pt x="317" y="475"/>
                  </a:lnTo>
                  <a:lnTo>
                    <a:pt x="320" y="463"/>
                  </a:lnTo>
                  <a:lnTo>
                    <a:pt x="320" y="461"/>
                  </a:lnTo>
                  <a:lnTo>
                    <a:pt x="320" y="461"/>
                  </a:lnTo>
                  <a:lnTo>
                    <a:pt x="320" y="461"/>
                  </a:lnTo>
                  <a:lnTo>
                    <a:pt x="320" y="461"/>
                  </a:lnTo>
                  <a:lnTo>
                    <a:pt x="317" y="461"/>
                  </a:lnTo>
                  <a:lnTo>
                    <a:pt x="317" y="461"/>
                  </a:lnTo>
                  <a:lnTo>
                    <a:pt x="317" y="461"/>
                  </a:lnTo>
                  <a:lnTo>
                    <a:pt x="317" y="459"/>
                  </a:lnTo>
                  <a:lnTo>
                    <a:pt x="317" y="459"/>
                  </a:lnTo>
                  <a:lnTo>
                    <a:pt x="315" y="459"/>
                  </a:lnTo>
                  <a:lnTo>
                    <a:pt x="315" y="459"/>
                  </a:lnTo>
                  <a:lnTo>
                    <a:pt x="315" y="456"/>
                  </a:lnTo>
                  <a:lnTo>
                    <a:pt x="317" y="456"/>
                  </a:lnTo>
                  <a:lnTo>
                    <a:pt x="317" y="459"/>
                  </a:lnTo>
                  <a:lnTo>
                    <a:pt x="317" y="459"/>
                  </a:lnTo>
                  <a:lnTo>
                    <a:pt x="317" y="459"/>
                  </a:lnTo>
                  <a:lnTo>
                    <a:pt x="317" y="459"/>
                  </a:lnTo>
                  <a:lnTo>
                    <a:pt x="320" y="459"/>
                  </a:lnTo>
                  <a:lnTo>
                    <a:pt x="320" y="459"/>
                  </a:lnTo>
                  <a:lnTo>
                    <a:pt x="320" y="459"/>
                  </a:lnTo>
                  <a:lnTo>
                    <a:pt x="320" y="459"/>
                  </a:lnTo>
                  <a:lnTo>
                    <a:pt x="322" y="459"/>
                  </a:lnTo>
                  <a:lnTo>
                    <a:pt x="322" y="459"/>
                  </a:lnTo>
                  <a:lnTo>
                    <a:pt x="322" y="454"/>
                  </a:lnTo>
                  <a:lnTo>
                    <a:pt x="324" y="452"/>
                  </a:lnTo>
                  <a:lnTo>
                    <a:pt x="324" y="449"/>
                  </a:lnTo>
                  <a:lnTo>
                    <a:pt x="327" y="449"/>
                  </a:lnTo>
                  <a:lnTo>
                    <a:pt x="327" y="447"/>
                  </a:lnTo>
                  <a:lnTo>
                    <a:pt x="324" y="447"/>
                  </a:lnTo>
                  <a:lnTo>
                    <a:pt x="324" y="447"/>
                  </a:lnTo>
                  <a:lnTo>
                    <a:pt x="327" y="447"/>
                  </a:lnTo>
                  <a:lnTo>
                    <a:pt x="327" y="445"/>
                  </a:lnTo>
                  <a:lnTo>
                    <a:pt x="327" y="445"/>
                  </a:lnTo>
                  <a:lnTo>
                    <a:pt x="327" y="445"/>
                  </a:lnTo>
                  <a:lnTo>
                    <a:pt x="327" y="445"/>
                  </a:lnTo>
                  <a:lnTo>
                    <a:pt x="327" y="442"/>
                  </a:lnTo>
                  <a:lnTo>
                    <a:pt x="327" y="445"/>
                  </a:lnTo>
                  <a:lnTo>
                    <a:pt x="327" y="447"/>
                  </a:lnTo>
                  <a:lnTo>
                    <a:pt x="327" y="447"/>
                  </a:lnTo>
                  <a:lnTo>
                    <a:pt x="327" y="447"/>
                  </a:lnTo>
                  <a:lnTo>
                    <a:pt x="327" y="447"/>
                  </a:lnTo>
                  <a:lnTo>
                    <a:pt x="329" y="445"/>
                  </a:lnTo>
                  <a:lnTo>
                    <a:pt x="329" y="445"/>
                  </a:lnTo>
                  <a:lnTo>
                    <a:pt x="332" y="442"/>
                  </a:lnTo>
                  <a:lnTo>
                    <a:pt x="334" y="442"/>
                  </a:lnTo>
                  <a:lnTo>
                    <a:pt x="334" y="442"/>
                  </a:lnTo>
                  <a:lnTo>
                    <a:pt x="334" y="442"/>
                  </a:lnTo>
                  <a:lnTo>
                    <a:pt x="334" y="440"/>
                  </a:lnTo>
                  <a:lnTo>
                    <a:pt x="334" y="440"/>
                  </a:lnTo>
                  <a:lnTo>
                    <a:pt x="334" y="437"/>
                  </a:lnTo>
                  <a:lnTo>
                    <a:pt x="334" y="437"/>
                  </a:lnTo>
                  <a:lnTo>
                    <a:pt x="336" y="435"/>
                  </a:lnTo>
                  <a:lnTo>
                    <a:pt x="336" y="433"/>
                  </a:lnTo>
                  <a:lnTo>
                    <a:pt x="336" y="430"/>
                  </a:lnTo>
                  <a:lnTo>
                    <a:pt x="336" y="430"/>
                  </a:lnTo>
                  <a:lnTo>
                    <a:pt x="339" y="428"/>
                  </a:lnTo>
                  <a:lnTo>
                    <a:pt x="339" y="426"/>
                  </a:lnTo>
                  <a:lnTo>
                    <a:pt x="341" y="426"/>
                  </a:lnTo>
                  <a:lnTo>
                    <a:pt x="341" y="426"/>
                  </a:lnTo>
                  <a:lnTo>
                    <a:pt x="339" y="426"/>
                  </a:lnTo>
                  <a:lnTo>
                    <a:pt x="339" y="426"/>
                  </a:lnTo>
                  <a:lnTo>
                    <a:pt x="336" y="426"/>
                  </a:lnTo>
                  <a:lnTo>
                    <a:pt x="339" y="423"/>
                  </a:lnTo>
                  <a:lnTo>
                    <a:pt x="336" y="423"/>
                  </a:lnTo>
                  <a:lnTo>
                    <a:pt x="336" y="421"/>
                  </a:lnTo>
                  <a:lnTo>
                    <a:pt x="339" y="418"/>
                  </a:lnTo>
                  <a:lnTo>
                    <a:pt x="339" y="418"/>
                  </a:lnTo>
                  <a:lnTo>
                    <a:pt x="339" y="416"/>
                  </a:lnTo>
                  <a:lnTo>
                    <a:pt x="339" y="416"/>
                  </a:lnTo>
                  <a:lnTo>
                    <a:pt x="336" y="416"/>
                  </a:lnTo>
                  <a:lnTo>
                    <a:pt x="336" y="416"/>
                  </a:lnTo>
                  <a:lnTo>
                    <a:pt x="336" y="414"/>
                  </a:lnTo>
                  <a:lnTo>
                    <a:pt x="339" y="411"/>
                  </a:lnTo>
                  <a:lnTo>
                    <a:pt x="339" y="409"/>
                  </a:lnTo>
                  <a:lnTo>
                    <a:pt x="341" y="409"/>
                  </a:lnTo>
                  <a:lnTo>
                    <a:pt x="341" y="409"/>
                  </a:lnTo>
                  <a:lnTo>
                    <a:pt x="343" y="407"/>
                  </a:lnTo>
                  <a:lnTo>
                    <a:pt x="346" y="407"/>
                  </a:lnTo>
                  <a:lnTo>
                    <a:pt x="346" y="404"/>
                  </a:lnTo>
                  <a:lnTo>
                    <a:pt x="348" y="404"/>
                  </a:lnTo>
                  <a:lnTo>
                    <a:pt x="353" y="402"/>
                  </a:lnTo>
                  <a:lnTo>
                    <a:pt x="355" y="402"/>
                  </a:lnTo>
                  <a:lnTo>
                    <a:pt x="358" y="402"/>
                  </a:lnTo>
                  <a:lnTo>
                    <a:pt x="360" y="402"/>
                  </a:lnTo>
                  <a:lnTo>
                    <a:pt x="360" y="404"/>
                  </a:lnTo>
                  <a:lnTo>
                    <a:pt x="362" y="402"/>
                  </a:lnTo>
                  <a:lnTo>
                    <a:pt x="365" y="400"/>
                  </a:lnTo>
                  <a:lnTo>
                    <a:pt x="369" y="397"/>
                  </a:lnTo>
                  <a:lnTo>
                    <a:pt x="369" y="397"/>
                  </a:lnTo>
                  <a:lnTo>
                    <a:pt x="372" y="395"/>
                  </a:lnTo>
                  <a:lnTo>
                    <a:pt x="372" y="395"/>
                  </a:lnTo>
                  <a:lnTo>
                    <a:pt x="372" y="392"/>
                  </a:lnTo>
                  <a:lnTo>
                    <a:pt x="369" y="392"/>
                  </a:lnTo>
                  <a:lnTo>
                    <a:pt x="369" y="390"/>
                  </a:lnTo>
                  <a:lnTo>
                    <a:pt x="369" y="390"/>
                  </a:lnTo>
                  <a:lnTo>
                    <a:pt x="369" y="390"/>
                  </a:lnTo>
                  <a:lnTo>
                    <a:pt x="369" y="390"/>
                  </a:lnTo>
                  <a:lnTo>
                    <a:pt x="369" y="390"/>
                  </a:lnTo>
                  <a:lnTo>
                    <a:pt x="369" y="390"/>
                  </a:lnTo>
                  <a:lnTo>
                    <a:pt x="369" y="390"/>
                  </a:lnTo>
                  <a:lnTo>
                    <a:pt x="369" y="388"/>
                  </a:lnTo>
                  <a:lnTo>
                    <a:pt x="369" y="390"/>
                  </a:lnTo>
                  <a:lnTo>
                    <a:pt x="372" y="388"/>
                  </a:lnTo>
                  <a:lnTo>
                    <a:pt x="372" y="388"/>
                  </a:lnTo>
                  <a:lnTo>
                    <a:pt x="374" y="385"/>
                  </a:lnTo>
                  <a:lnTo>
                    <a:pt x="374" y="385"/>
                  </a:lnTo>
                  <a:lnTo>
                    <a:pt x="374" y="385"/>
                  </a:lnTo>
                  <a:lnTo>
                    <a:pt x="374" y="385"/>
                  </a:lnTo>
                  <a:lnTo>
                    <a:pt x="376" y="385"/>
                  </a:lnTo>
                  <a:lnTo>
                    <a:pt x="376" y="385"/>
                  </a:lnTo>
                  <a:lnTo>
                    <a:pt x="376" y="385"/>
                  </a:lnTo>
                  <a:lnTo>
                    <a:pt x="376" y="388"/>
                  </a:lnTo>
                  <a:lnTo>
                    <a:pt x="376" y="388"/>
                  </a:lnTo>
                  <a:lnTo>
                    <a:pt x="379" y="388"/>
                  </a:lnTo>
                  <a:lnTo>
                    <a:pt x="379" y="390"/>
                  </a:lnTo>
                  <a:lnTo>
                    <a:pt x="376" y="390"/>
                  </a:lnTo>
                  <a:lnTo>
                    <a:pt x="376" y="390"/>
                  </a:lnTo>
                  <a:lnTo>
                    <a:pt x="379" y="390"/>
                  </a:lnTo>
                  <a:lnTo>
                    <a:pt x="379" y="388"/>
                  </a:lnTo>
                  <a:lnTo>
                    <a:pt x="381" y="388"/>
                  </a:lnTo>
                  <a:lnTo>
                    <a:pt x="381" y="388"/>
                  </a:lnTo>
                  <a:lnTo>
                    <a:pt x="379" y="385"/>
                  </a:lnTo>
                  <a:lnTo>
                    <a:pt x="379" y="385"/>
                  </a:lnTo>
                  <a:lnTo>
                    <a:pt x="379" y="385"/>
                  </a:lnTo>
                  <a:lnTo>
                    <a:pt x="379" y="385"/>
                  </a:lnTo>
                  <a:lnTo>
                    <a:pt x="376" y="385"/>
                  </a:lnTo>
                  <a:lnTo>
                    <a:pt x="376" y="383"/>
                  </a:lnTo>
                  <a:lnTo>
                    <a:pt x="376" y="383"/>
                  </a:lnTo>
                  <a:lnTo>
                    <a:pt x="376" y="378"/>
                  </a:lnTo>
                  <a:lnTo>
                    <a:pt x="376" y="378"/>
                  </a:lnTo>
                  <a:lnTo>
                    <a:pt x="376" y="378"/>
                  </a:lnTo>
                  <a:lnTo>
                    <a:pt x="374" y="378"/>
                  </a:lnTo>
                  <a:lnTo>
                    <a:pt x="374" y="376"/>
                  </a:lnTo>
                  <a:lnTo>
                    <a:pt x="374" y="376"/>
                  </a:lnTo>
                  <a:lnTo>
                    <a:pt x="376" y="376"/>
                  </a:lnTo>
                  <a:lnTo>
                    <a:pt x="376" y="376"/>
                  </a:lnTo>
                  <a:lnTo>
                    <a:pt x="376" y="376"/>
                  </a:lnTo>
                  <a:lnTo>
                    <a:pt x="374" y="374"/>
                  </a:lnTo>
                  <a:lnTo>
                    <a:pt x="374" y="374"/>
                  </a:lnTo>
                  <a:lnTo>
                    <a:pt x="374" y="376"/>
                  </a:lnTo>
                  <a:lnTo>
                    <a:pt x="374" y="374"/>
                  </a:lnTo>
                  <a:lnTo>
                    <a:pt x="374" y="374"/>
                  </a:lnTo>
                  <a:lnTo>
                    <a:pt x="374" y="374"/>
                  </a:lnTo>
                  <a:lnTo>
                    <a:pt x="374" y="371"/>
                  </a:lnTo>
                  <a:lnTo>
                    <a:pt x="374" y="371"/>
                  </a:lnTo>
                  <a:lnTo>
                    <a:pt x="374" y="374"/>
                  </a:lnTo>
                  <a:lnTo>
                    <a:pt x="376" y="374"/>
                  </a:lnTo>
                  <a:lnTo>
                    <a:pt x="376" y="374"/>
                  </a:lnTo>
                  <a:lnTo>
                    <a:pt x="376" y="376"/>
                  </a:lnTo>
                  <a:lnTo>
                    <a:pt x="379" y="378"/>
                  </a:lnTo>
                  <a:lnTo>
                    <a:pt x="379" y="376"/>
                  </a:lnTo>
                  <a:lnTo>
                    <a:pt x="379" y="369"/>
                  </a:lnTo>
                  <a:lnTo>
                    <a:pt x="381" y="369"/>
                  </a:lnTo>
                  <a:lnTo>
                    <a:pt x="381" y="369"/>
                  </a:lnTo>
                  <a:lnTo>
                    <a:pt x="381" y="371"/>
                  </a:lnTo>
                  <a:lnTo>
                    <a:pt x="381" y="371"/>
                  </a:lnTo>
                  <a:lnTo>
                    <a:pt x="381" y="371"/>
                  </a:lnTo>
                  <a:lnTo>
                    <a:pt x="381" y="374"/>
                  </a:lnTo>
                  <a:lnTo>
                    <a:pt x="381" y="374"/>
                  </a:lnTo>
                  <a:lnTo>
                    <a:pt x="381" y="376"/>
                  </a:lnTo>
                  <a:lnTo>
                    <a:pt x="381" y="376"/>
                  </a:lnTo>
                  <a:lnTo>
                    <a:pt x="381" y="376"/>
                  </a:lnTo>
                  <a:lnTo>
                    <a:pt x="381" y="376"/>
                  </a:lnTo>
                  <a:lnTo>
                    <a:pt x="384" y="376"/>
                  </a:lnTo>
                  <a:lnTo>
                    <a:pt x="384" y="376"/>
                  </a:lnTo>
                  <a:lnTo>
                    <a:pt x="384" y="376"/>
                  </a:lnTo>
                  <a:lnTo>
                    <a:pt x="386" y="374"/>
                  </a:lnTo>
                  <a:lnTo>
                    <a:pt x="386" y="374"/>
                  </a:lnTo>
                  <a:lnTo>
                    <a:pt x="386" y="374"/>
                  </a:lnTo>
                  <a:lnTo>
                    <a:pt x="388" y="374"/>
                  </a:lnTo>
                  <a:lnTo>
                    <a:pt x="391" y="374"/>
                  </a:lnTo>
                  <a:lnTo>
                    <a:pt x="391" y="374"/>
                  </a:lnTo>
                  <a:lnTo>
                    <a:pt x="391" y="371"/>
                  </a:lnTo>
                  <a:lnTo>
                    <a:pt x="391" y="371"/>
                  </a:lnTo>
                  <a:lnTo>
                    <a:pt x="393" y="369"/>
                  </a:lnTo>
                  <a:lnTo>
                    <a:pt x="393" y="371"/>
                  </a:lnTo>
                  <a:lnTo>
                    <a:pt x="393" y="371"/>
                  </a:lnTo>
                  <a:lnTo>
                    <a:pt x="395" y="371"/>
                  </a:lnTo>
                  <a:lnTo>
                    <a:pt x="395" y="371"/>
                  </a:lnTo>
                  <a:lnTo>
                    <a:pt x="395" y="371"/>
                  </a:lnTo>
                  <a:lnTo>
                    <a:pt x="398" y="371"/>
                  </a:lnTo>
                  <a:lnTo>
                    <a:pt x="400" y="369"/>
                  </a:lnTo>
                  <a:lnTo>
                    <a:pt x="403" y="366"/>
                  </a:lnTo>
                  <a:lnTo>
                    <a:pt x="403" y="366"/>
                  </a:lnTo>
                  <a:lnTo>
                    <a:pt x="405" y="364"/>
                  </a:lnTo>
                  <a:lnTo>
                    <a:pt x="405" y="362"/>
                  </a:lnTo>
                  <a:lnTo>
                    <a:pt x="410" y="357"/>
                  </a:lnTo>
                  <a:lnTo>
                    <a:pt x="410" y="357"/>
                  </a:lnTo>
                  <a:lnTo>
                    <a:pt x="410" y="357"/>
                  </a:lnTo>
                  <a:lnTo>
                    <a:pt x="410" y="357"/>
                  </a:lnTo>
                  <a:lnTo>
                    <a:pt x="410" y="352"/>
                  </a:lnTo>
                  <a:lnTo>
                    <a:pt x="410" y="352"/>
                  </a:lnTo>
                  <a:lnTo>
                    <a:pt x="410" y="350"/>
                  </a:lnTo>
                  <a:lnTo>
                    <a:pt x="407" y="347"/>
                  </a:lnTo>
                  <a:lnTo>
                    <a:pt x="405" y="345"/>
                  </a:lnTo>
                  <a:lnTo>
                    <a:pt x="403" y="340"/>
                  </a:lnTo>
                  <a:lnTo>
                    <a:pt x="400" y="338"/>
                  </a:lnTo>
                  <a:lnTo>
                    <a:pt x="395" y="336"/>
                  </a:lnTo>
                  <a:lnTo>
                    <a:pt x="393" y="331"/>
                  </a:lnTo>
                  <a:lnTo>
                    <a:pt x="391" y="329"/>
                  </a:lnTo>
                  <a:lnTo>
                    <a:pt x="388" y="324"/>
                  </a:lnTo>
                  <a:lnTo>
                    <a:pt x="386" y="321"/>
                  </a:lnTo>
                  <a:lnTo>
                    <a:pt x="384" y="319"/>
                  </a:lnTo>
                  <a:lnTo>
                    <a:pt x="384" y="317"/>
                  </a:lnTo>
                  <a:lnTo>
                    <a:pt x="381" y="314"/>
                  </a:lnTo>
                  <a:lnTo>
                    <a:pt x="381" y="314"/>
                  </a:lnTo>
                  <a:lnTo>
                    <a:pt x="381" y="310"/>
                  </a:lnTo>
                  <a:lnTo>
                    <a:pt x="379" y="305"/>
                  </a:lnTo>
                  <a:lnTo>
                    <a:pt x="379" y="303"/>
                  </a:lnTo>
                  <a:lnTo>
                    <a:pt x="379" y="295"/>
                  </a:lnTo>
                  <a:lnTo>
                    <a:pt x="379" y="291"/>
                  </a:lnTo>
                  <a:lnTo>
                    <a:pt x="379" y="286"/>
                  </a:lnTo>
                  <a:lnTo>
                    <a:pt x="379" y="279"/>
                  </a:lnTo>
                  <a:lnTo>
                    <a:pt x="379" y="276"/>
                  </a:lnTo>
                  <a:lnTo>
                    <a:pt x="379" y="272"/>
                  </a:lnTo>
                  <a:lnTo>
                    <a:pt x="379" y="267"/>
                  </a:lnTo>
                  <a:lnTo>
                    <a:pt x="379" y="134"/>
                  </a:lnTo>
                  <a:lnTo>
                    <a:pt x="379" y="127"/>
                  </a:lnTo>
                  <a:lnTo>
                    <a:pt x="379" y="120"/>
                  </a:lnTo>
                  <a:lnTo>
                    <a:pt x="379" y="118"/>
                  </a:lnTo>
                  <a:lnTo>
                    <a:pt x="381" y="116"/>
                  </a:lnTo>
                  <a:lnTo>
                    <a:pt x="381" y="116"/>
                  </a:lnTo>
                  <a:lnTo>
                    <a:pt x="386" y="111"/>
                  </a:lnTo>
                  <a:lnTo>
                    <a:pt x="391" y="106"/>
                  </a:lnTo>
                  <a:lnTo>
                    <a:pt x="395" y="101"/>
                  </a:lnTo>
                  <a:lnTo>
                    <a:pt x="400" y="97"/>
                  </a:lnTo>
                  <a:lnTo>
                    <a:pt x="403" y="94"/>
                  </a:lnTo>
                  <a:lnTo>
                    <a:pt x="405" y="90"/>
                  </a:lnTo>
                  <a:lnTo>
                    <a:pt x="407" y="85"/>
                  </a:lnTo>
                  <a:lnTo>
                    <a:pt x="410" y="82"/>
                  </a:lnTo>
                  <a:lnTo>
                    <a:pt x="414" y="75"/>
                  </a:lnTo>
                  <a:lnTo>
                    <a:pt x="419" y="68"/>
                  </a:lnTo>
                  <a:lnTo>
                    <a:pt x="424" y="63"/>
                  </a:lnTo>
                  <a:lnTo>
                    <a:pt x="429" y="56"/>
                  </a:lnTo>
                  <a:lnTo>
                    <a:pt x="426" y="56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41">
              <a:extLst>
                <a:ext uri="{FF2B5EF4-FFF2-40B4-BE49-F238E27FC236}">
                  <a16:creationId xmlns:a16="http://schemas.microsoft.com/office/drawing/2014/main" id="{07EBA843-BFFE-E541-3AF8-32BFD24699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37268" y="2600643"/>
              <a:ext cx="415153" cy="436802"/>
            </a:xfrm>
            <a:custGeom>
              <a:avLst/>
              <a:gdLst>
                <a:gd name="T0" fmla="*/ 312 w 326"/>
                <a:gd name="T1" fmla="*/ 90 h 343"/>
                <a:gd name="T2" fmla="*/ 315 w 326"/>
                <a:gd name="T3" fmla="*/ 69 h 343"/>
                <a:gd name="T4" fmla="*/ 284 w 326"/>
                <a:gd name="T5" fmla="*/ 48 h 343"/>
                <a:gd name="T6" fmla="*/ 258 w 326"/>
                <a:gd name="T7" fmla="*/ 43 h 343"/>
                <a:gd name="T8" fmla="*/ 234 w 326"/>
                <a:gd name="T9" fmla="*/ 52 h 343"/>
                <a:gd name="T10" fmla="*/ 217 w 326"/>
                <a:gd name="T11" fmla="*/ 57 h 343"/>
                <a:gd name="T12" fmla="*/ 210 w 326"/>
                <a:gd name="T13" fmla="*/ 57 h 343"/>
                <a:gd name="T14" fmla="*/ 203 w 326"/>
                <a:gd name="T15" fmla="*/ 52 h 343"/>
                <a:gd name="T16" fmla="*/ 194 w 326"/>
                <a:gd name="T17" fmla="*/ 38 h 343"/>
                <a:gd name="T18" fmla="*/ 187 w 326"/>
                <a:gd name="T19" fmla="*/ 29 h 343"/>
                <a:gd name="T20" fmla="*/ 173 w 326"/>
                <a:gd name="T21" fmla="*/ 24 h 343"/>
                <a:gd name="T22" fmla="*/ 147 w 326"/>
                <a:gd name="T23" fmla="*/ 19 h 343"/>
                <a:gd name="T24" fmla="*/ 128 w 326"/>
                <a:gd name="T25" fmla="*/ 22 h 343"/>
                <a:gd name="T26" fmla="*/ 128 w 326"/>
                <a:gd name="T27" fmla="*/ 10 h 343"/>
                <a:gd name="T28" fmla="*/ 116 w 326"/>
                <a:gd name="T29" fmla="*/ 7 h 343"/>
                <a:gd name="T30" fmla="*/ 102 w 326"/>
                <a:gd name="T31" fmla="*/ 14 h 343"/>
                <a:gd name="T32" fmla="*/ 87 w 326"/>
                <a:gd name="T33" fmla="*/ 26 h 343"/>
                <a:gd name="T34" fmla="*/ 61 w 326"/>
                <a:gd name="T35" fmla="*/ 19 h 343"/>
                <a:gd name="T36" fmla="*/ 47 w 326"/>
                <a:gd name="T37" fmla="*/ 19 h 343"/>
                <a:gd name="T38" fmla="*/ 33 w 326"/>
                <a:gd name="T39" fmla="*/ 31 h 343"/>
                <a:gd name="T40" fmla="*/ 23 w 326"/>
                <a:gd name="T41" fmla="*/ 48 h 343"/>
                <a:gd name="T42" fmla="*/ 40 w 326"/>
                <a:gd name="T43" fmla="*/ 85 h 343"/>
                <a:gd name="T44" fmla="*/ 42 w 326"/>
                <a:gd name="T45" fmla="*/ 107 h 343"/>
                <a:gd name="T46" fmla="*/ 40 w 326"/>
                <a:gd name="T47" fmla="*/ 121 h 343"/>
                <a:gd name="T48" fmla="*/ 21 w 326"/>
                <a:gd name="T49" fmla="*/ 121 h 343"/>
                <a:gd name="T50" fmla="*/ 33 w 326"/>
                <a:gd name="T51" fmla="*/ 145 h 343"/>
                <a:gd name="T52" fmla="*/ 23 w 326"/>
                <a:gd name="T53" fmla="*/ 164 h 343"/>
                <a:gd name="T54" fmla="*/ 12 w 326"/>
                <a:gd name="T55" fmla="*/ 185 h 343"/>
                <a:gd name="T56" fmla="*/ 16 w 326"/>
                <a:gd name="T57" fmla="*/ 209 h 343"/>
                <a:gd name="T58" fmla="*/ 7 w 326"/>
                <a:gd name="T59" fmla="*/ 230 h 343"/>
                <a:gd name="T60" fmla="*/ 14 w 326"/>
                <a:gd name="T61" fmla="*/ 237 h 343"/>
                <a:gd name="T62" fmla="*/ 38 w 326"/>
                <a:gd name="T63" fmla="*/ 239 h 343"/>
                <a:gd name="T64" fmla="*/ 42 w 326"/>
                <a:gd name="T65" fmla="*/ 256 h 343"/>
                <a:gd name="T66" fmla="*/ 59 w 326"/>
                <a:gd name="T67" fmla="*/ 263 h 343"/>
                <a:gd name="T68" fmla="*/ 64 w 326"/>
                <a:gd name="T69" fmla="*/ 284 h 343"/>
                <a:gd name="T70" fmla="*/ 61 w 326"/>
                <a:gd name="T71" fmla="*/ 291 h 343"/>
                <a:gd name="T72" fmla="*/ 54 w 326"/>
                <a:gd name="T73" fmla="*/ 315 h 343"/>
                <a:gd name="T74" fmla="*/ 61 w 326"/>
                <a:gd name="T75" fmla="*/ 343 h 343"/>
                <a:gd name="T76" fmla="*/ 116 w 326"/>
                <a:gd name="T77" fmla="*/ 317 h 343"/>
                <a:gd name="T78" fmla="*/ 189 w 326"/>
                <a:gd name="T79" fmla="*/ 298 h 343"/>
                <a:gd name="T80" fmla="*/ 175 w 326"/>
                <a:gd name="T81" fmla="*/ 301 h 343"/>
                <a:gd name="T82" fmla="*/ 175 w 326"/>
                <a:gd name="T83" fmla="*/ 296 h 343"/>
                <a:gd name="T84" fmla="*/ 189 w 326"/>
                <a:gd name="T85" fmla="*/ 296 h 343"/>
                <a:gd name="T86" fmla="*/ 244 w 326"/>
                <a:gd name="T87" fmla="*/ 294 h 343"/>
                <a:gd name="T88" fmla="*/ 217 w 326"/>
                <a:gd name="T89" fmla="*/ 296 h 343"/>
                <a:gd name="T90" fmla="*/ 203 w 326"/>
                <a:gd name="T91" fmla="*/ 296 h 343"/>
                <a:gd name="T92" fmla="*/ 210 w 326"/>
                <a:gd name="T93" fmla="*/ 296 h 343"/>
                <a:gd name="T94" fmla="*/ 222 w 326"/>
                <a:gd name="T95" fmla="*/ 291 h 343"/>
                <a:gd name="T96" fmla="*/ 236 w 326"/>
                <a:gd name="T97" fmla="*/ 291 h 343"/>
                <a:gd name="T98" fmla="*/ 248 w 326"/>
                <a:gd name="T99" fmla="*/ 291 h 343"/>
                <a:gd name="T100" fmla="*/ 258 w 326"/>
                <a:gd name="T101" fmla="*/ 294 h 343"/>
                <a:gd name="T102" fmla="*/ 258 w 326"/>
                <a:gd name="T103" fmla="*/ 294 h 343"/>
                <a:gd name="T104" fmla="*/ 258 w 326"/>
                <a:gd name="T105" fmla="*/ 296 h 343"/>
                <a:gd name="T106" fmla="*/ 284 w 326"/>
                <a:gd name="T107" fmla="*/ 296 h 343"/>
                <a:gd name="T108" fmla="*/ 286 w 326"/>
                <a:gd name="T109" fmla="*/ 289 h 343"/>
                <a:gd name="T110" fmla="*/ 291 w 326"/>
                <a:gd name="T111" fmla="*/ 298 h 343"/>
                <a:gd name="T112" fmla="*/ 312 w 326"/>
                <a:gd name="T113" fmla="*/ 294 h 343"/>
                <a:gd name="T114" fmla="*/ 296 w 326"/>
                <a:gd name="T115" fmla="*/ 256 h 343"/>
                <a:gd name="T116" fmla="*/ 298 w 326"/>
                <a:gd name="T117" fmla="*/ 194 h 343"/>
                <a:gd name="T118" fmla="*/ 312 w 326"/>
                <a:gd name="T119" fmla="*/ 152 h 343"/>
                <a:gd name="T120" fmla="*/ 291 w 326"/>
                <a:gd name="T121" fmla="*/ 301 h 3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26" h="343">
                  <a:moveTo>
                    <a:pt x="324" y="121"/>
                  </a:moveTo>
                  <a:lnTo>
                    <a:pt x="322" y="107"/>
                  </a:lnTo>
                  <a:lnTo>
                    <a:pt x="322" y="104"/>
                  </a:lnTo>
                  <a:lnTo>
                    <a:pt x="319" y="104"/>
                  </a:lnTo>
                  <a:lnTo>
                    <a:pt x="319" y="104"/>
                  </a:lnTo>
                  <a:lnTo>
                    <a:pt x="319" y="104"/>
                  </a:lnTo>
                  <a:lnTo>
                    <a:pt x="319" y="104"/>
                  </a:lnTo>
                  <a:lnTo>
                    <a:pt x="322" y="104"/>
                  </a:lnTo>
                  <a:lnTo>
                    <a:pt x="322" y="104"/>
                  </a:lnTo>
                  <a:lnTo>
                    <a:pt x="322" y="102"/>
                  </a:lnTo>
                  <a:lnTo>
                    <a:pt x="319" y="100"/>
                  </a:lnTo>
                  <a:lnTo>
                    <a:pt x="319" y="97"/>
                  </a:lnTo>
                  <a:lnTo>
                    <a:pt x="319" y="97"/>
                  </a:lnTo>
                  <a:lnTo>
                    <a:pt x="319" y="97"/>
                  </a:lnTo>
                  <a:lnTo>
                    <a:pt x="319" y="97"/>
                  </a:lnTo>
                  <a:lnTo>
                    <a:pt x="319" y="97"/>
                  </a:lnTo>
                  <a:lnTo>
                    <a:pt x="319" y="95"/>
                  </a:lnTo>
                  <a:lnTo>
                    <a:pt x="317" y="93"/>
                  </a:lnTo>
                  <a:lnTo>
                    <a:pt x="317" y="93"/>
                  </a:lnTo>
                  <a:lnTo>
                    <a:pt x="317" y="93"/>
                  </a:lnTo>
                  <a:lnTo>
                    <a:pt x="315" y="93"/>
                  </a:lnTo>
                  <a:lnTo>
                    <a:pt x="315" y="93"/>
                  </a:lnTo>
                  <a:lnTo>
                    <a:pt x="312" y="90"/>
                  </a:lnTo>
                  <a:lnTo>
                    <a:pt x="312" y="90"/>
                  </a:lnTo>
                  <a:lnTo>
                    <a:pt x="312" y="90"/>
                  </a:lnTo>
                  <a:lnTo>
                    <a:pt x="312" y="90"/>
                  </a:lnTo>
                  <a:lnTo>
                    <a:pt x="312" y="90"/>
                  </a:lnTo>
                  <a:lnTo>
                    <a:pt x="312" y="88"/>
                  </a:lnTo>
                  <a:lnTo>
                    <a:pt x="312" y="85"/>
                  </a:lnTo>
                  <a:lnTo>
                    <a:pt x="312" y="85"/>
                  </a:lnTo>
                  <a:lnTo>
                    <a:pt x="315" y="85"/>
                  </a:lnTo>
                  <a:lnTo>
                    <a:pt x="315" y="83"/>
                  </a:lnTo>
                  <a:lnTo>
                    <a:pt x="315" y="81"/>
                  </a:lnTo>
                  <a:lnTo>
                    <a:pt x="317" y="81"/>
                  </a:lnTo>
                  <a:lnTo>
                    <a:pt x="317" y="81"/>
                  </a:lnTo>
                  <a:lnTo>
                    <a:pt x="317" y="78"/>
                  </a:lnTo>
                  <a:lnTo>
                    <a:pt x="317" y="78"/>
                  </a:lnTo>
                  <a:lnTo>
                    <a:pt x="317" y="78"/>
                  </a:lnTo>
                  <a:lnTo>
                    <a:pt x="315" y="78"/>
                  </a:lnTo>
                  <a:lnTo>
                    <a:pt x="315" y="76"/>
                  </a:lnTo>
                  <a:lnTo>
                    <a:pt x="315" y="76"/>
                  </a:lnTo>
                  <a:lnTo>
                    <a:pt x="315" y="76"/>
                  </a:lnTo>
                  <a:lnTo>
                    <a:pt x="317" y="74"/>
                  </a:lnTo>
                  <a:lnTo>
                    <a:pt x="317" y="74"/>
                  </a:lnTo>
                  <a:lnTo>
                    <a:pt x="317" y="74"/>
                  </a:lnTo>
                  <a:lnTo>
                    <a:pt x="317" y="71"/>
                  </a:lnTo>
                  <a:lnTo>
                    <a:pt x="317" y="71"/>
                  </a:lnTo>
                  <a:lnTo>
                    <a:pt x="317" y="71"/>
                  </a:lnTo>
                  <a:lnTo>
                    <a:pt x="317" y="69"/>
                  </a:lnTo>
                  <a:lnTo>
                    <a:pt x="317" y="69"/>
                  </a:lnTo>
                  <a:lnTo>
                    <a:pt x="317" y="67"/>
                  </a:lnTo>
                  <a:lnTo>
                    <a:pt x="315" y="69"/>
                  </a:lnTo>
                  <a:lnTo>
                    <a:pt x="312" y="71"/>
                  </a:lnTo>
                  <a:lnTo>
                    <a:pt x="312" y="71"/>
                  </a:lnTo>
                  <a:lnTo>
                    <a:pt x="310" y="71"/>
                  </a:lnTo>
                  <a:lnTo>
                    <a:pt x="310" y="71"/>
                  </a:lnTo>
                  <a:lnTo>
                    <a:pt x="305" y="64"/>
                  </a:lnTo>
                  <a:lnTo>
                    <a:pt x="303" y="59"/>
                  </a:lnTo>
                  <a:lnTo>
                    <a:pt x="300" y="57"/>
                  </a:lnTo>
                  <a:lnTo>
                    <a:pt x="300" y="55"/>
                  </a:lnTo>
                  <a:lnTo>
                    <a:pt x="300" y="55"/>
                  </a:lnTo>
                  <a:lnTo>
                    <a:pt x="298" y="55"/>
                  </a:lnTo>
                  <a:lnTo>
                    <a:pt x="296" y="55"/>
                  </a:lnTo>
                  <a:lnTo>
                    <a:pt x="296" y="55"/>
                  </a:lnTo>
                  <a:lnTo>
                    <a:pt x="296" y="55"/>
                  </a:lnTo>
                  <a:lnTo>
                    <a:pt x="293" y="52"/>
                  </a:lnTo>
                  <a:lnTo>
                    <a:pt x="293" y="50"/>
                  </a:lnTo>
                  <a:lnTo>
                    <a:pt x="293" y="48"/>
                  </a:lnTo>
                  <a:lnTo>
                    <a:pt x="291" y="48"/>
                  </a:lnTo>
                  <a:lnTo>
                    <a:pt x="291" y="48"/>
                  </a:lnTo>
                  <a:lnTo>
                    <a:pt x="288" y="48"/>
                  </a:lnTo>
                  <a:lnTo>
                    <a:pt x="288" y="48"/>
                  </a:lnTo>
                  <a:lnTo>
                    <a:pt x="288" y="45"/>
                  </a:lnTo>
                  <a:lnTo>
                    <a:pt x="288" y="45"/>
                  </a:lnTo>
                  <a:lnTo>
                    <a:pt x="288" y="43"/>
                  </a:lnTo>
                  <a:lnTo>
                    <a:pt x="286" y="45"/>
                  </a:lnTo>
                  <a:lnTo>
                    <a:pt x="286" y="48"/>
                  </a:lnTo>
                  <a:lnTo>
                    <a:pt x="284" y="48"/>
                  </a:lnTo>
                  <a:lnTo>
                    <a:pt x="284" y="48"/>
                  </a:lnTo>
                  <a:lnTo>
                    <a:pt x="284" y="48"/>
                  </a:lnTo>
                  <a:lnTo>
                    <a:pt x="284" y="45"/>
                  </a:lnTo>
                  <a:lnTo>
                    <a:pt x="284" y="45"/>
                  </a:lnTo>
                  <a:lnTo>
                    <a:pt x="281" y="45"/>
                  </a:lnTo>
                  <a:lnTo>
                    <a:pt x="281" y="45"/>
                  </a:lnTo>
                  <a:lnTo>
                    <a:pt x="281" y="45"/>
                  </a:lnTo>
                  <a:lnTo>
                    <a:pt x="281" y="45"/>
                  </a:lnTo>
                  <a:lnTo>
                    <a:pt x="281" y="45"/>
                  </a:lnTo>
                  <a:lnTo>
                    <a:pt x="279" y="45"/>
                  </a:lnTo>
                  <a:lnTo>
                    <a:pt x="279" y="45"/>
                  </a:lnTo>
                  <a:lnTo>
                    <a:pt x="270" y="43"/>
                  </a:lnTo>
                  <a:lnTo>
                    <a:pt x="267" y="43"/>
                  </a:lnTo>
                  <a:lnTo>
                    <a:pt x="267" y="43"/>
                  </a:lnTo>
                  <a:lnTo>
                    <a:pt x="265" y="43"/>
                  </a:lnTo>
                  <a:lnTo>
                    <a:pt x="265" y="43"/>
                  </a:lnTo>
                  <a:lnTo>
                    <a:pt x="265" y="43"/>
                  </a:lnTo>
                  <a:lnTo>
                    <a:pt x="265" y="43"/>
                  </a:lnTo>
                  <a:lnTo>
                    <a:pt x="265" y="43"/>
                  </a:lnTo>
                  <a:lnTo>
                    <a:pt x="262" y="43"/>
                  </a:lnTo>
                  <a:lnTo>
                    <a:pt x="262" y="43"/>
                  </a:lnTo>
                  <a:lnTo>
                    <a:pt x="262" y="43"/>
                  </a:lnTo>
                  <a:lnTo>
                    <a:pt x="262" y="43"/>
                  </a:lnTo>
                  <a:lnTo>
                    <a:pt x="262" y="43"/>
                  </a:lnTo>
                  <a:lnTo>
                    <a:pt x="260" y="43"/>
                  </a:lnTo>
                  <a:lnTo>
                    <a:pt x="258" y="43"/>
                  </a:lnTo>
                  <a:lnTo>
                    <a:pt x="258" y="43"/>
                  </a:lnTo>
                  <a:lnTo>
                    <a:pt x="258" y="45"/>
                  </a:lnTo>
                  <a:lnTo>
                    <a:pt x="255" y="45"/>
                  </a:lnTo>
                  <a:lnTo>
                    <a:pt x="255" y="45"/>
                  </a:lnTo>
                  <a:lnTo>
                    <a:pt x="253" y="45"/>
                  </a:lnTo>
                  <a:lnTo>
                    <a:pt x="253" y="45"/>
                  </a:lnTo>
                  <a:lnTo>
                    <a:pt x="251" y="45"/>
                  </a:lnTo>
                  <a:lnTo>
                    <a:pt x="248" y="48"/>
                  </a:lnTo>
                  <a:lnTo>
                    <a:pt x="248" y="48"/>
                  </a:lnTo>
                  <a:lnTo>
                    <a:pt x="246" y="48"/>
                  </a:lnTo>
                  <a:lnTo>
                    <a:pt x="246" y="48"/>
                  </a:lnTo>
                  <a:lnTo>
                    <a:pt x="246" y="50"/>
                  </a:lnTo>
                  <a:lnTo>
                    <a:pt x="244" y="50"/>
                  </a:lnTo>
                  <a:lnTo>
                    <a:pt x="244" y="50"/>
                  </a:lnTo>
                  <a:lnTo>
                    <a:pt x="244" y="50"/>
                  </a:lnTo>
                  <a:lnTo>
                    <a:pt x="244" y="50"/>
                  </a:lnTo>
                  <a:lnTo>
                    <a:pt x="244" y="50"/>
                  </a:lnTo>
                  <a:lnTo>
                    <a:pt x="244" y="50"/>
                  </a:lnTo>
                  <a:lnTo>
                    <a:pt x="244" y="50"/>
                  </a:lnTo>
                  <a:lnTo>
                    <a:pt x="244" y="50"/>
                  </a:lnTo>
                  <a:lnTo>
                    <a:pt x="241" y="50"/>
                  </a:lnTo>
                  <a:lnTo>
                    <a:pt x="239" y="50"/>
                  </a:lnTo>
                  <a:lnTo>
                    <a:pt x="239" y="50"/>
                  </a:lnTo>
                  <a:lnTo>
                    <a:pt x="236" y="50"/>
                  </a:lnTo>
                  <a:lnTo>
                    <a:pt x="236" y="52"/>
                  </a:lnTo>
                  <a:lnTo>
                    <a:pt x="234" y="52"/>
                  </a:lnTo>
                  <a:lnTo>
                    <a:pt x="232" y="52"/>
                  </a:lnTo>
                  <a:lnTo>
                    <a:pt x="232" y="52"/>
                  </a:lnTo>
                  <a:lnTo>
                    <a:pt x="232" y="55"/>
                  </a:lnTo>
                  <a:lnTo>
                    <a:pt x="232" y="55"/>
                  </a:lnTo>
                  <a:lnTo>
                    <a:pt x="232" y="55"/>
                  </a:lnTo>
                  <a:lnTo>
                    <a:pt x="229" y="55"/>
                  </a:lnTo>
                  <a:lnTo>
                    <a:pt x="229" y="57"/>
                  </a:lnTo>
                  <a:lnTo>
                    <a:pt x="229" y="57"/>
                  </a:lnTo>
                  <a:lnTo>
                    <a:pt x="229" y="57"/>
                  </a:lnTo>
                  <a:lnTo>
                    <a:pt x="229" y="59"/>
                  </a:lnTo>
                  <a:lnTo>
                    <a:pt x="229" y="59"/>
                  </a:lnTo>
                  <a:lnTo>
                    <a:pt x="229" y="59"/>
                  </a:lnTo>
                  <a:lnTo>
                    <a:pt x="229" y="59"/>
                  </a:lnTo>
                  <a:lnTo>
                    <a:pt x="227" y="59"/>
                  </a:lnTo>
                  <a:lnTo>
                    <a:pt x="227" y="59"/>
                  </a:lnTo>
                  <a:lnTo>
                    <a:pt x="227" y="59"/>
                  </a:lnTo>
                  <a:lnTo>
                    <a:pt x="227" y="62"/>
                  </a:lnTo>
                  <a:lnTo>
                    <a:pt x="227" y="62"/>
                  </a:lnTo>
                  <a:lnTo>
                    <a:pt x="225" y="62"/>
                  </a:lnTo>
                  <a:lnTo>
                    <a:pt x="225" y="62"/>
                  </a:lnTo>
                  <a:lnTo>
                    <a:pt x="225" y="59"/>
                  </a:lnTo>
                  <a:lnTo>
                    <a:pt x="225" y="59"/>
                  </a:lnTo>
                  <a:lnTo>
                    <a:pt x="222" y="57"/>
                  </a:lnTo>
                  <a:lnTo>
                    <a:pt x="220" y="57"/>
                  </a:lnTo>
                  <a:lnTo>
                    <a:pt x="220" y="57"/>
                  </a:lnTo>
                  <a:lnTo>
                    <a:pt x="217" y="57"/>
                  </a:lnTo>
                  <a:lnTo>
                    <a:pt x="217" y="57"/>
                  </a:lnTo>
                  <a:lnTo>
                    <a:pt x="220" y="55"/>
                  </a:lnTo>
                  <a:lnTo>
                    <a:pt x="220" y="55"/>
                  </a:lnTo>
                  <a:lnTo>
                    <a:pt x="220" y="52"/>
                  </a:lnTo>
                  <a:lnTo>
                    <a:pt x="220" y="52"/>
                  </a:lnTo>
                  <a:lnTo>
                    <a:pt x="217" y="52"/>
                  </a:lnTo>
                  <a:lnTo>
                    <a:pt x="217" y="52"/>
                  </a:lnTo>
                  <a:lnTo>
                    <a:pt x="217" y="52"/>
                  </a:lnTo>
                  <a:lnTo>
                    <a:pt x="217" y="52"/>
                  </a:lnTo>
                  <a:lnTo>
                    <a:pt x="217" y="55"/>
                  </a:lnTo>
                  <a:lnTo>
                    <a:pt x="217" y="55"/>
                  </a:lnTo>
                  <a:lnTo>
                    <a:pt x="217" y="55"/>
                  </a:lnTo>
                  <a:lnTo>
                    <a:pt x="217" y="55"/>
                  </a:lnTo>
                  <a:lnTo>
                    <a:pt x="215" y="57"/>
                  </a:lnTo>
                  <a:lnTo>
                    <a:pt x="215" y="55"/>
                  </a:lnTo>
                  <a:lnTo>
                    <a:pt x="215" y="55"/>
                  </a:lnTo>
                  <a:lnTo>
                    <a:pt x="213" y="55"/>
                  </a:lnTo>
                  <a:lnTo>
                    <a:pt x="213" y="55"/>
                  </a:lnTo>
                  <a:lnTo>
                    <a:pt x="213" y="55"/>
                  </a:lnTo>
                  <a:lnTo>
                    <a:pt x="213" y="55"/>
                  </a:lnTo>
                  <a:lnTo>
                    <a:pt x="210" y="55"/>
                  </a:lnTo>
                  <a:lnTo>
                    <a:pt x="210" y="55"/>
                  </a:lnTo>
                  <a:lnTo>
                    <a:pt x="210" y="55"/>
                  </a:lnTo>
                  <a:lnTo>
                    <a:pt x="210" y="57"/>
                  </a:lnTo>
                  <a:lnTo>
                    <a:pt x="210" y="57"/>
                  </a:lnTo>
                  <a:lnTo>
                    <a:pt x="210" y="57"/>
                  </a:lnTo>
                  <a:lnTo>
                    <a:pt x="210" y="57"/>
                  </a:lnTo>
                  <a:lnTo>
                    <a:pt x="210" y="57"/>
                  </a:lnTo>
                  <a:lnTo>
                    <a:pt x="210" y="57"/>
                  </a:lnTo>
                  <a:lnTo>
                    <a:pt x="208" y="55"/>
                  </a:lnTo>
                  <a:lnTo>
                    <a:pt x="208" y="55"/>
                  </a:lnTo>
                  <a:lnTo>
                    <a:pt x="208" y="55"/>
                  </a:lnTo>
                  <a:lnTo>
                    <a:pt x="208" y="55"/>
                  </a:lnTo>
                  <a:lnTo>
                    <a:pt x="208" y="55"/>
                  </a:lnTo>
                  <a:lnTo>
                    <a:pt x="208" y="55"/>
                  </a:lnTo>
                  <a:lnTo>
                    <a:pt x="208" y="52"/>
                  </a:lnTo>
                  <a:lnTo>
                    <a:pt x="206" y="52"/>
                  </a:lnTo>
                  <a:lnTo>
                    <a:pt x="206" y="52"/>
                  </a:lnTo>
                  <a:lnTo>
                    <a:pt x="206" y="52"/>
                  </a:lnTo>
                  <a:lnTo>
                    <a:pt x="206" y="52"/>
                  </a:lnTo>
                  <a:lnTo>
                    <a:pt x="206" y="52"/>
                  </a:lnTo>
                  <a:lnTo>
                    <a:pt x="206" y="52"/>
                  </a:lnTo>
                  <a:lnTo>
                    <a:pt x="206" y="52"/>
                  </a:lnTo>
                  <a:lnTo>
                    <a:pt x="206" y="55"/>
                  </a:lnTo>
                  <a:lnTo>
                    <a:pt x="203" y="52"/>
                  </a:lnTo>
                  <a:lnTo>
                    <a:pt x="203" y="52"/>
                  </a:lnTo>
                  <a:lnTo>
                    <a:pt x="203" y="52"/>
                  </a:lnTo>
                  <a:lnTo>
                    <a:pt x="203" y="52"/>
                  </a:lnTo>
                  <a:lnTo>
                    <a:pt x="203" y="52"/>
                  </a:lnTo>
                  <a:lnTo>
                    <a:pt x="203" y="52"/>
                  </a:lnTo>
                  <a:lnTo>
                    <a:pt x="203" y="52"/>
                  </a:lnTo>
                  <a:lnTo>
                    <a:pt x="203" y="52"/>
                  </a:lnTo>
                  <a:lnTo>
                    <a:pt x="206" y="50"/>
                  </a:lnTo>
                  <a:lnTo>
                    <a:pt x="203" y="50"/>
                  </a:lnTo>
                  <a:lnTo>
                    <a:pt x="203" y="48"/>
                  </a:lnTo>
                  <a:lnTo>
                    <a:pt x="203" y="48"/>
                  </a:lnTo>
                  <a:lnTo>
                    <a:pt x="203" y="48"/>
                  </a:lnTo>
                  <a:lnTo>
                    <a:pt x="201" y="48"/>
                  </a:lnTo>
                  <a:lnTo>
                    <a:pt x="201" y="48"/>
                  </a:lnTo>
                  <a:lnTo>
                    <a:pt x="201" y="45"/>
                  </a:lnTo>
                  <a:lnTo>
                    <a:pt x="199" y="45"/>
                  </a:lnTo>
                  <a:lnTo>
                    <a:pt x="199" y="45"/>
                  </a:lnTo>
                  <a:lnTo>
                    <a:pt x="199" y="45"/>
                  </a:lnTo>
                  <a:lnTo>
                    <a:pt x="199" y="45"/>
                  </a:lnTo>
                  <a:lnTo>
                    <a:pt x="199" y="45"/>
                  </a:lnTo>
                  <a:lnTo>
                    <a:pt x="196" y="45"/>
                  </a:lnTo>
                  <a:lnTo>
                    <a:pt x="196" y="45"/>
                  </a:lnTo>
                  <a:lnTo>
                    <a:pt x="196" y="45"/>
                  </a:lnTo>
                  <a:lnTo>
                    <a:pt x="196" y="45"/>
                  </a:lnTo>
                  <a:lnTo>
                    <a:pt x="194" y="45"/>
                  </a:lnTo>
                  <a:lnTo>
                    <a:pt x="194" y="45"/>
                  </a:lnTo>
                  <a:lnTo>
                    <a:pt x="196" y="43"/>
                  </a:lnTo>
                  <a:lnTo>
                    <a:pt x="194" y="41"/>
                  </a:lnTo>
                  <a:lnTo>
                    <a:pt x="194" y="41"/>
                  </a:lnTo>
                  <a:lnTo>
                    <a:pt x="194" y="41"/>
                  </a:lnTo>
                  <a:lnTo>
                    <a:pt x="194" y="38"/>
                  </a:lnTo>
                  <a:lnTo>
                    <a:pt x="194" y="38"/>
                  </a:lnTo>
                  <a:lnTo>
                    <a:pt x="194" y="38"/>
                  </a:lnTo>
                  <a:lnTo>
                    <a:pt x="194" y="38"/>
                  </a:lnTo>
                  <a:lnTo>
                    <a:pt x="194" y="36"/>
                  </a:lnTo>
                  <a:lnTo>
                    <a:pt x="194" y="36"/>
                  </a:lnTo>
                  <a:lnTo>
                    <a:pt x="191" y="36"/>
                  </a:lnTo>
                  <a:lnTo>
                    <a:pt x="191" y="36"/>
                  </a:lnTo>
                  <a:lnTo>
                    <a:pt x="191" y="33"/>
                  </a:lnTo>
                  <a:lnTo>
                    <a:pt x="191" y="36"/>
                  </a:lnTo>
                  <a:lnTo>
                    <a:pt x="191" y="36"/>
                  </a:lnTo>
                  <a:lnTo>
                    <a:pt x="189" y="36"/>
                  </a:lnTo>
                  <a:lnTo>
                    <a:pt x="189" y="33"/>
                  </a:lnTo>
                  <a:lnTo>
                    <a:pt x="189" y="33"/>
                  </a:lnTo>
                  <a:lnTo>
                    <a:pt x="189" y="33"/>
                  </a:lnTo>
                  <a:lnTo>
                    <a:pt x="189" y="33"/>
                  </a:lnTo>
                  <a:lnTo>
                    <a:pt x="189" y="33"/>
                  </a:lnTo>
                  <a:lnTo>
                    <a:pt x="189" y="33"/>
                  </a:lnTo>
                  <a:lnTo>
                    <a:pt x="189" y="33"/>
                  </a:lnTo>
                  <a:lnTo>
                    <a:pt x="191" y="33"/>
                  </a:lnTo>
                  <a:lnTo>
                    <a:pt x="191" y="31"/>
                  </a:lnTo>
                  <a:lnTo>
                    <a:pt x="189" y="31"/>
                  </a:lnTo>
                  <a:lnTo>
                    <a:pt x="189" y="31"/>
                  </a:lnTo>
                  <a:lnTo>
                    <a:pt x="189" y="29"/>
                  </a:lnTo>
                  <a:lnTo>
                    <a:pt x="187" y="29"/>
                  </a:lnTo>
                  <a:lnTo>
                    <a:pt x="187" y="29"/>
                  </a:lnTo>
                  <a:lnTo>
                    <a:pt x="189" y="29"/>
                  </a:lnTo>
                  <a:lnTo>
                    <a:pt x="189" y="26"/>
                  </a:lnTo>
                  <a:lnTo>
                    <a:pt x="187" y="29"/>
                  </a:lnTo>
                  <a:lnTo>
                    <a:pt x="187" y="29"/>
                  </a:lnTo>
                  <a:lnTo>
                    <a:pt x="187" y="29"/>
                  </a:lnTo>
                  <a:lnTo>
                    <a:pt x="187" y="29"/>
                  </a:lnTo>
                  <a:lnTo>
                    <a:pt x="187" y="29"/>
                  </a:lnTo>
                  <a:lnTo>
                    <a:pt x="187" y="29"/>
                  </a:lnTo>
                  <a:lnTo>
                    <a:pt x="187" y="29"/>
                  </a:lnTo>
                  <a:lnTo>
                    <a:pt x="187" y="26"/>
                  </a:lnTo>
                  <a:lnTo>
                    <a:pt x="187" y="24"/>
                  </a:lnTo>
                  <a:lnTo>
                    <a:pt x="187" y="24"/>
                  </a:lnTo>
                  <a:lnTo>
                    <a:pt x="187" y="24"/>
                  </a:lnTo>
                  <a:lnTo>
                    <a:pt x="184" y="24"/>
                  </a:lnTo>
                  <a:lnTo>
                    <a:pt x="184" y="24"/>
                  </a:lnTo>
                  <a:lnTo>
                    <a:pt x="184" y="24"/>
                  </a:lnTo>
                  <a:lnTo>
                    <a:pt x="184" y="24"/>
                  </a:lnTo>
                  <a:lnTo>
                    <a:pt x="182" y="22"/>
                  </a:lnTo>
                  <a:lnTo>
                    <a:pt x="180" y="22"/>
                  </a:lnTo>
                  <a:lnTo>
                    <a:pt x="177" y="22"/>
                  </a:lnTo>
                  <a:lnTo>
                    <a:pt x="177" y="22"/>
                  </a:lnTo>
                  <a:lnTo>
                    <a:pt x="177" y="22"/>
                  </a:lnTo>
                  <a:lnTo>
                    <a:pt x="175" y="22"/>
                  </a:lnTo>
                  <a:lnTo>
                    <a:pt x="175" y="24"/>
                  </a:lnTo>
                  <a:lnTo>
                    <a:pt x="175" y="24"/>
                  </a:lnTo>
                  <a:lnTo>
                    <a:pt x="175" y="24"/>
                  </a:lnTo>
                  <a:lnTo>
                    <a:pt x="175" y="24"/>
                  </a:lnTo>
                  <a:lnTo>
                    <a:pt x="175" y="24"/>
                  </a:lnTo>
                  <a:lnTo>
                    <a:pt x="173" y="24"/>
                  </a:lnTo>
                  <a:lnTo>
                    <a:pt x="173" y="24"/>
                  </a:lnTo>
                  <a:lnTo>
                    <a:pt x="173" y="24"/>
                  </a:lnTo>
                  <a:lnTo>
                    <a:pt x="173" y="24"/>
                  </a:lnTo>
                  <a:lnTo>
                    <a:pt x="173" y="24"/>
                  </a:lnTo>
                  <a:lnTo>
                    <a:pt x="170" y="24"/>
                  </a:lnTo>
                  <a:lnTo>
                    <a:pt x="170" y="24"/>
                  </a:lnTo>
                  <a:lnTo>
                    <a:pt x="170" y="22"/>
                  </a:lnTo>
                  <a:lnTo>
                    <a:pt x="170" y="22"/>
                  </a:lnTo>
                  <a:lnTo>
                    <a:pt x="170" y="22"/>
                  </a:lnTo>
                  <a:lnTo>
                    <a:pt x="170" y="22"/>
                  </a:lnTo>
                  <a:lnTo>
                    <a:pt x="168" y="22"/>
                  </a:lnTo>
                  <a:lnTo>
                    <a:pt x="168" y="22"/>
                  </a:lnTo>
                  <a:lnTo>
                    <a:pt x="168" y="22"/>
                  </a:lnTo>
                  <a:lnTo>
                    <a:pt x="168" y="22"/>
                  </a:lnTo>
                  <a:lnTo>
                    <a:pt x="168" y="19"/>
                  </a:lnTo>
                  <a:lnTo>
                    <a:pt x="165" y="19"/>
                  </a:lnTo>
                  <a:lnTo>
                    <a:pt x="165" y="17"/>
                  </a:lnTo>
                  <a:lnTo>
                    <a:pt x="165" y="17"/>
                  </a:lnTo>
                  <a:lnTo>
                    <a:pt x="163" y="17"/>
                  </a:lnTo>
                  <a:lnTo>
                    <a:pt x="163" y="14"/>
                  </a:lnTo>
                  <a:lnTo>
                    <a:pt x="161" y="14"/>
                  </a:lnTo>
                  <a:lnTo>
                    <a:pt x="161" y="14"/>
                  </a:lnTo>
                  <a:lnTo>
                    <a:pt x="158" y="14"/>
                  </a:lnTo>
                  <a:lnTo>
                    <a:pt x="156" y="14"/>
                  </a:lnTo>
                  <a:lnTo>
                    <a:pt x="149" y="17"/>
                  </a:lnTo>
                  <a:lnTo>
                    <a:pt x="147" y="19"/>
                  </a:lnTo>
                  <a:lnTo>
                    <a:pt x="144" y="19"/>
                  </a:lnTo>
                  <a:lnTo>
                    <a:pt x="144" y="22"/>
                  </a:lnTo>
                  <a:lnTo>
                    <a:pt x="144" y="22"/>
                  </a:lnTo>
                  <a:lnTo>
                    <a:pt x="144" y="24"/>
                  </a:lnTo>
                  <a:lnTo>
                    <a:pt x="144" y="24"/>
                  </a:lnTo>
                  <a:lnTo>
                    <a:pt x="142" y="24"/>
                  </a:lnTo>
                  <a:lnTo>
                    <a:pt x="139" y="24"/>
                  </a:lnTo>
                  <a:lnTo>
                    <a:pt x="139" y="26"/>
                  </a:lnTo>
                  <a:lnTo>
                    <a:pt x="139" y="26"/>
                  </a:lnTo>
                  <a:lnTo>
                    <a:pt x="139" y="29"/>
                  </a:lnTo>
                  <a:lnTo>
                    <a:pt x="139" y="29"/>
                  </a:lnTo>
                  <a:lnTo>
                    <a:pt x="132" y="29"/>
                  </a:lnTo>
                  <a:lnTo>
                    <a:pt x="130" y="29"/>
                  </a:lnTo>
                  <a:lnTo>
                    <a:pt x="128" y="26"/>
                  </a:lnTo>
                  <a:lnTo>
                    <a:pt x="128" y="26"/>
                  </a:lnTo>
                  <a:lnTo>
                    <a:pt x="128" y="26"/>
                  </a:lnTo>
                  <a:lnTo>
                    <a:pt x="125" y="26"/>
                  </a:lnTo>
                  <a:lnTo>
                    <a:pt x="125" y="24"/>
                  </a:lnTo>
                  <a:lnTo>
                    <a:pt x="125" y="24"/>
                  </a:lnTo>
                  <a:lnTo>
                    <a:pt x="128" y="22"/>
                  </a:lnTo>
                  <a:lnTo>
                    <a:pt x="128" y="22"/>
                  </a:lnTo>
                  <a:lnTo>
                    <a:pt x="128" y="22"/>
                  </a:lnTo>
                  <a:lnTo>
                    <a:pt x="128" y="24"/>
                  </a:lnTo>
                  <a:lnTo>
                    <a:pt x="128" y="22"/>
                  </a:lnTo>
                  <a:lnTo>
                    <a:pt x="128" y="22"/>
                  </a:lnTo>
                  <a:lnTo>
                    <a:pt x="128" y="22"/>
                  </a:lnTo>
                  <a:lnTo>
                    <a:pt x="128" y="22"/>
                  </a:lnTo>
                  <a:lnTo>
                    <a:pt x="128" y="22"/>
                  </a:lnTo>
                  <a:lnTo>
                    <a:pt x="130" y="19"/>
                  </a:lnTo>
                  <a:lnTo>
                    <a:pt x="128" y="19"/>
                  </a:lnTo>
                  <a:lnTo>
                    <a:pt x="128" y="19"/>
                  </a:lnTo>
                  <a:lnTo>
                    <a:pt x="130" y="17"/>
                  </a:lnTo>
                  <a:lnTo>
                    <a:pt x="128" y="17"/>
                  </a:lnTo>
                  <a:lnTo>
                    <a:pt x="128" y="14"/>
                  </a:lnTo>
                  <a:lnTo>
                    <a:pt x="128" y="14"/>
                  </a:lnTo>
                  <a:lnTo>
                    <a:pt x="130" y="14"/>
                  </a:lnTo>
                  <a:lnTo>
                    <a:pt x="130" y="14"/>
                  </a:lnTo>
                  <a:lnTo>
                    <a:pt x="130" y="12"/>
                  </a:lnTo>
                  <a:lnTo>
                    <a:pt x="128" y="12"/>
                  </a:lnTo>
                  <a:lnTo>
                    <a:pt x="128" y="12"/>
                  </a:lnTo>
                  <a:lnTo>
                    <a:pt x="128" y="12"/>
                  </a:lnTo>
                  <a:lnTo>
                    <a:pt x="128" y="12"/>
                  </a:lnTo>
                  <a:lnTo>
                    <a:pt x="128" y="12"/>
                  </a:lnTo>
                  <a:lnTo>
                    <a:pt x="128" y="12"/>
                  </a:lnTo>
                  <a:lnTo>
                    <a:pt x="125" y="12"/>
                  </a:lnTo>
                  <a:lnTo>
                    <a:pt x="125" y="12"/>
                  </a:lnTo>
                  <a:lnTo>
                    <a:pt x="125" y="12"/>
                  </a:lnTo>
                  <a:lnTo>
                    <a:pt x="125" y="12"/>
                  </a:lnTo>
                  <a:lnTo>
                    <a:pt x="125" y="10"/>
                  </a:lnTo>
                  <a:lnTo>
                    <a:pt x="125" y="10"/>
                  </a:lnTo>
                  <a:lnTo>
                    <a:pt x="125" y="10"/>
                  </a:lnTo>
                  <a:lnTo>
                    <a:pt x="128" y="10"/>
                  </a:lnTo>
                  <a:lnTo>
                    <a:pt x="128" y="10"/>
                  </a:lnTo>
                  <a:lnTo>
                    <a:pt x="128" y="7"/>
                  </a:lnTo>
                  <a:lnTo>
                    <a:pt x="125" y="7"/>
                  </a:lnTo>
                  <a:lnTo>
                    <a:pt x="128" y="7"/>
                  </a:lnTo>
                  <a:lnTo>
                    <a:pt x="128" y="7"/>
                  </a:lnTo>
                  <a:lnTo>
                    <a:pt x="128" y="5"/>
                  </a:lnTo>
                  <a:lnTo>
                    <a:pt x="128" y="5"/>
                  </a:lnTo>
                  <a:lnTo>
                    <a:pt x="128" y="5"/>
                  </a:lnTo>
                  <a:lnTo>
                    <a:pt x="128" y="5"/>
                  </a:lnTo>
                  <a:lnTo>
                    <a:pt x="128" y="5"/>
                  </a:lnTo>
                  <a:lnTo>
                    <a:pt x="125" y="5"/>
                  </a:lnTo>
                  <a:lnTo>
                    <a:pt x="125" y="3"/>
                  </a:lnTo>
                  <a:lnTo>
                    <a:pt x="125" y="0"/>
                  </a:lnTo>
                  <a:lnTo>
                    <a:pt x="125" y="0"/>
                  </a:lnTo>
                  <a:lnTo>
                    <a:pt x="125" y="0"/>
                  </a:lnTo>
                  <a:lnTo>
                    <a:pt x="125" y="0"/>
                  </a:lnTo>
                  <a:lnTo>
                    <a:pt x="123" y="0"/>
                  </a:lnTo>
                  <a:lnTo>
                    <a:pt x="123" y="3"/>
                  </a:lnTo>
                  <a:lnTo>
                    <a:pt x="120" y="3"/>
                  </a:lnTo>
                  <a:lnTo>
                    <a:pt x="120" y="3"/>
                  </a:lnTo>
                  <a:lnTo>
                    <a:pt x="118" y="3"/>
                  </a:lnTo>
                  <a:lnTo>
                    <a:pt x="118" y="3"/>
                  </a:lnTo>
                  <a:lnTo>
                    <a:pt x="116" y="3"/>
                  </a:lnTo>
                  <a:lnTo>
                    <a:pt x="116" y="3"/>
                  </a:lnTo>
                  <a:lnTo>
                    <a:pt x="116" y="5"/>
                  </a:lnTo>
                  <a:lnTo>
                    <a:pt x="116" y="7"/>
                  </a:lnTo>
                  <a:lnTo>
                    <a:pt x="116" y="7"/>
                  </a:lnTo>
                  <a:lnTo>
                    <a:pt x="118" y="7"/>
                  </a:lnTo>
                  <a:lnTo>
                    <a:pt x="118" y="7"/>
                  </a:lnTo>
                  <a:lnTo>
                    <a:pt x="118" y="10"/>
                  </a:lnTo>
                  <a:lnTo>
                    <a:pt x="116" y="10"/>
                  </a:lnTo>
                  <a:lnTo>
                    <a:pt x="116" y="10"/>
                  </a:lnTo>
                  <a:lnTo>
                    <a:pt x="113" y="10"/>
                  </a:lnTo>
                  <a:lnTo>
                    <a:pt x="111" y="10"/>
                  </a:lnTo>
                  <a:lnTo>
                    <a:pt x="111" y="10"/>
                  </a:lnTo>
                  <a:lnTo>
                    <a:pt x="109" y="7"/>
                  </a:lnTo>
                  <a:lnTo>
                    <a:pt x="106" y="7"/>
                  </a:lnTo>
                  <a:lnTo>
                    <a:pt x="106" y="5"/>
                  </a:lnTo>
                  <a:lnTo>
                    <a:pt x="106" y="5"/>
                  </a:lnTo>
                  <a:lnTo>
                    <a:pt x="104" y="3"/>
                  </a:lnTo>
                  <a:lnTo>
                    <a:pt x="104" y="5"/>
                  </a:lnTo>
                  <a:lnTo>
                    <a:pt x="104" y="5"/>
                  </a:lnTo>
                  <a:lnTo>
                    <a:pt x="102" y="5"/>
                  </a:lnTo>
                  <a:lnTo>
                    <a:pt x="102" y="5"/>
                  </a:lnTo>
                  <a:lnTo>
                    <a:pt x="102" y="7"/>
                  </a:lnTo>
                  <a:lnTo>
                    <a:pt x="102" y="7"/>
                  </a:lnTo>
                  <a:lnTo>
                    <a:pt x="102" y="7"/>
                  </a:lnTo>
                  <a:lnTo>
                    <a:pt x="102" y="7"/>
                  </a:lnTo>
                  <a:lnTo>
                    <a:pt x="102" y="10"/>
                  </a:lnTo>
                  <a:lnTo>
                    <a:pt x="102" y="12"/>
                  </a:lnTo>
                  <a:lnTo>
                    <a:pt x="102" y="12"/>
                  </a:lnTo>
                  <a:lnTo>
                    <a:pt x="102" y="14"/>
                  </a:lnTo>
                  <a:lnTo>
                    <a:pt x="102" y="14"/>
                  </a:lnTo>
                  <a:lnTo>
                    <a:pt x="104" y="14"/>
                  </a:lnTo>
                  <a:lnTo>
                    <a:pt x="104" y="14"/>
                  </a:lnTo>
                  <a:lnTo>
                    <a:pt x="104" y="17"/>
                  </a:lnTo>
                  <a:lnTo>
                    <a:pt x="104" y="17"/>
                  </a:lnTo>
                  <a:lnTo>
                    <a:pt x="104" y="17"/>
                  </a:lnTo>
                  <a:lnTo>
                    <a:pt x="104" y="17"/>
                  </a:lnTo>
                  <a:lnTo>
                    <a:pt x="104" y="17"/>
                  </a:lnTo>
                  <a:lnTo>
                    <a:pt x="104" y="17"/>
                  </a:lnTo>
                  <a:lnTo>
                    <a:pt x="104" y="19"/>
                  </a:lnTo>
                  <a:lnTo>
                    <a:pt x="104" y="19"/>
                  </a:lnTo>
                  <a:lnTo>
                    <a:pt x="104" y="22"/>
                  </a:lnTo>
                  <a:lnTo>
                    <a:pt x="102" y="22"/>
                  </a:lnTo>
                  <a:lnTo>
                    <a:pt x="102" y="22"/>
                  </a:lnTo>
                  <a:lnTo>
                    <a:pt x="99" y="19"/>
                  </a:lnTo>
                  <a:lnTo>
                    <a:pt x="97" y="19"/>
                  </a:lnTo>
                  <a:lnTo>
                    <a:pt x="97" y="19"/>
                  </a:lnTo>
                  <a:lnTo>
                    <a:pt x="92" y="22"/>
                  </a:lnTo>
                  <a:lnTo>
                    <a:pt x="92" y="22"/>
                  </a:lnTo>
                  <a:lnTo>
                    <a:pt x="90" y="22"/>
                  </a:lnTo>
                  <a:lnTo>
                    <a:pt x="87" y="22"/>
                  </a:lnTo>
                  <a:lnTo>
                    <a:pt x="87" y="22"/>
                  </a:lnTo>
                  <a:lnTo>
                    <a:pt x="85" y="26"/>
                  </a:lnTo>
                  <a:lnTo>
                    <a:pt x="85" y="26"/>
                  </a:lnTo>
                  <a:lnTo>
                    <a:pt x="87" y="26"/>
                  </a:lnTo>
                  <a:lnTo>
                    <a:pt x="87" y="26"/>
                  </a:lnTo>
                  <a:lnTo>
                    <a:pt x="87" y="29"/>
                  </a:lnTo>
                  <a:lnTo>
                    <a:pt x="87" y="29"/>
                  </a:lnTo>
                  <a:lnTo>
                    <a:pt x="87" y="31"/>
                  </a:lnTo>
                  <a:lnTo>
                    <a:pt x="85" y="31"/>
                  </a:lnTo>
                  <a:lnTo>
                    <a:pt x="85" y="31"/>
                  </a:lnTo>
                  <a:lnTo>
                    <a:pt x="83" y="31"/>
                  </a:lnTo>
                  <a:lnTo>
                    <a:pt x="83" y="31"/>
                  </a:lnTo>
                  <a:lnTo>
                    <a:pt x="83" y="29"/>
                  </a:lnTo>
                  <a:lnTo>
                    <a:pt x="80" y="29"/>
                  </a:lnTo>
                  <a:lnTo>
                    <a:pt x="80" y="29"/>
                  </a:lnTo>
                  <a:lnTo>
                    <a:pt x="76" y="26"/>
                  </a:lnTo>
                  <a:lnTo>
                    <a:pt x="71" y="26"/>
                  </a:lnTo>
                  <a:lnTo>
                    <a:pt x="66" y="26"/>
                  </a:lnTo>
                  <a:lnTo>
                    <a:pt x="66" y="26"/>
                  </a:lnTo>
                  <a:lnTo>
                    <a:pt x="66" y="26"/>
                  </a:lnTo>
                  <a:lnTo>
                    <a:pt x="66" y="24"/>
                  </a:lnTo>
                  <a:lnTo>
                    <a:pt x="66" y="22"/>
                  </a:lnTo>
                  <a:lnTo>
                    <a:pt x="66" y="22"/>
                  </a:lnTo>
                  <a:lnTo>
                    <a:pt x="64" y="22"/>
                  </a:lnTo>
                  <a:lnTo>
                    <a:pt x="64" y="22"/>
                  </a:lnTo>
                  <a:lnTo>
                    <a:pt x="64" y="22"/>
                  </a:lnTo>
                  <a:lnTo>
                    <a:pt x="61" y="22"/>
                  </a:lnTo>
                  <a:lnTo>
                    <a:pt x="61" y="22"/>
                  </a:lnTo>
                  <a:lnTo>
                    <a:pt x="61" y="22"/>
                  </a:lnTo>
                  <a:lnTo>
                    <a:pt x="61" y="19"/>
                  </a:lnTo>
                  <a:lnTo>
                    <a:pt x="61" y="19"/>
                  </a:lnTo>
                  <a:lnTo>
                    <a:pt x="61" y="17"/>
                  </a:lnTo>
                  <a:lnTo>
                    <a:pt x="61" y="17"/>
                  </a:lnTo>
                  <a:lnTo>
                    <a:pt x="61" y="17"/>
                  </a:lnTo>
                  <a:lnTo>
                    <a:pt x="61" y="17"/>
                  </a:lnTo>
                  <a:lnTo>
                    <a:pt x="61" y="14"/>
                  </a:lnTo>
                  <a:lnTo>
                    <a:pt x="59" y="14"/>
                  </a:lnTo>
                  <a:lnTo>
                    <a:pt x="59" y="14"/>
                  </a:lnTo>
                  <a:lnTo>
                    <a:pt x="59" y="14"/>
                  </a:lnTo>
                  <a:lnTo>
                    <a:pt x="59" y="14"/>
                  </a:lnTo>
                  <a:lnTo>
                    <a:pt x="57" y="17"/>
                  </a:lnTo>
                  <a:lnTo>
                    <a:pt x="57" y="17"/>
                  </a:lnTo>
                  <a:lnTo>
                    <a:pt x="57" y="17"/>
                  </a:lnTo>
                  <a:lnTo>
                    <a:pt x="54" y="17"/>
                  </a:lnTo>
                  <a:lnTo>
                    <a:pt x="54" y="17"/>
                  </a:lnTo>
                  <a:lnTo>
                    <a:pt x="54" y="17"/>
                  </a:lnTo>
                  <a:lnTo>
                    <a:pt x="52" y="17"/>
                  </a:lnTo>
                  <a:lnTo>
                    <a:pt x="50" y="17"/>
                  </a:lnTo>
                  <a:lnTo>
                    <a:pt x="50" y="17"/>
                  </a:lnTo>
                  <a:lnTo>
                    <a:pt x="50" y="17"/>
                  </a:lnTo>
                  <a:lnTo>
                    <a:pt x="50" y="17"/>
                  </a:lnTo>
                  <a:lnTo>
                    <a:pt x="50" y="17"/>
                  </a:lnTo>
                  <a:lnTo>
                    <a:pt x="47" y="17"/>
                  </a:lnTo>
                  <a:lnTo>
                    <a:pt x="47" y="17"/>
                  </a:lnTo>
                  <a:lnTo>
                    <a:pt x="47" y="19"/>
                  </a:lnTo>
                  <a:lnTo>
                    <a:pt x="47" y="19"/>
                  </a:lnTo>
                  <a:lnTo>
                    <a:pt x="47" y="19"/>
                  </a:lnTo>
                  <a:lnTo>
                    <a:pt x="47" y="19"/>
                  </a:lnTo>
                  <a:lnTo>
                    <a:pt x="47" y="19"/>
                  </a:lnTo>
                  <a:lnTo>
                    <a:pt x="47" y="22"/>
                  </a:lnTo>
                  <a:lnTo>
                    <a:pt x="45" y="22"/>
                  </a:lnTo>
                  <a:lnTo>
                    <a:pt x="45" y="22"/>
                  </a:lnTo>
                  <a:lnTo>
                    <a:pt x="45" y="22"/>
                  </a:lnTo>
                  <a:lnTo>
                    <a:pt x="45" y="24"/>
                  </a:lnTo>
                  <a:lnTo>
                    <a:pt x="45" y="24"/>
                  </a:lnTo>
                  <a:lnTo>
                    <a:pt x="45" y="24"/>
                  </a:lnTo>
                  <a:lnTo>
                    <a:pt x="42" y="24"/>
                  </a:lnTo>
                  <a:lnTo>
                    <a:pt x="42" y="26"/>
                  </a:lnTo>
                  <a:lnTo>
                    <a:pt x="42" y="26"/>
                  </a:lnTo>
                  <a:lnTo>
                    <a:pt x="42" y="26"/>
                  </a:lnTo>
                  <a:lnTo>
                    <a:pt x="42" y="29"/>
                  </a:lnTo>
                  <a:lnTo>
                    <a:pt x="40" y="29"/>
                  </a:lnTo>
                  <a:lnTo>
                    <a:pt x="40" y="29"/>
                  </a:lnTo>
                  <a:lnTo>
                    <a:pt x="40" y="29"/>
                  </a:lnTo>
                  <a:lnTo>
                    <a:pt x="38" y="29"/>
                  </a:lnTo>
                  <a:lnTo>
                    <a:pt x="38" y="29"/>
                  </a:lnTo>
                  <a:lnTo>
                    <a:pt x="38" y="31"/>
                  </a:lnTo>
                  <a:lnTo>
                    <a:pt x="35" y="31"/>
                  </a:lnTo>
                  <a:lnTo>
                    <a:pt x="35" y="31"/>
                  </a:lnTo>
                  <a:lnTo>
                    <a:pt x="33" y="31"/>
                  </a:lnTo>
                  <a:lnTo>
                    <a:pt x="33" y="31"/>
                  </a:lnTo>
                  <a:lnTo>
                    <a:pt x="33" y="31"/>
                  </a:lnTo>
                  <a:lnTo>
                    <a:pt x="33" y="31"/>
                  </a:lnTo>
                  <a:lnTo>
                    <a:pt x="31" y="33"/>
                  </a:lnTo>
                  <a:lnTo>
                    <a:pt x="31" y="33"/>
                  </a:lnTo>
                  <a:lnTo>
                    <a:pt x="31" y="36"/>
                  </a:lnTo>
                  <a:lnTo>
                    <a:pt x="28" y="36"/>
                  </a:lnTo>
                  <a:lnTo>
                    <a:pt x="26" y="36"/>
                  </a:lnTo>
                  <a:lnTo>
                    <a:pt x="26" y="38"/>
                  </a:lnTo>
                  <a:lnTo>
                    <a:pt x="23" y="38"/>
                  </a:lnTo>
                  <a:lnTo>
                    <a:pt x="23" y="41"/>
                  </a:lnTo>
                  <a:lnTo>
                    <a:pt x="23" y="41"/>
                  </a:lnTo>
                  <a:lnTo>
                    <a:pt x="26" y="41"/>
                  </a:lnTo>
                  <a:lnTo>
                    <a:pt x="26" y="41"/>
                  </a:lnTo>
                  <a:lnTo>
                    <a:pt x="23" y="43"/>
                  </a:lnTo>
                  <a:lnTo>
                    <a:pt x="23" y="43"/>
                  </a:lnTo>
                  <a:lnTo>
                    <a:pt x="23" y="43"/>
                  </a:lnTo>
                  <a:lnTo>
                    <a:pt x="23" y="43"/>
                  </a:lnTo>
                  <a:lnTo>
                    <a:pt x="23" y="45"/>
                  </a:lnTo>
                  <a:lnTo>
                    <a:pt x="23" y="45"/>
                  </a:lnTo>
                  <a:lnTo>
                    <a:pt x="23" y="45"/>
                  </a:lnTo>
                  <a:lnTo>
                    <a:pt x="23" y="45"/>
                  </a:lnTo>
                  <a:lnTo>
                    <a:pt x="23" y="45"/>
                  </a:lnTo>
                  <a:lnTo>
                    <a:pt x="23" y="45"/>
                  </a:lnTo>
                  <a:lnTo>
                    <a:pt x="23" y="45"/>
                  </a:lnTo>
                  <a:lnTo>
                    <a:pt x="23" y="45"/>
                  </a:lnTo>
                  <a:lnTo>
                    <a:pt x="23" y="45"/>
                  </a:lnTo>
                  <a:lnTo>
                    <a:pt x="23" y="45"/>
                  </a:lnTo>
                  <a:lnTo>
                    <a:pt x="23" y="48"/>
                  </a:lnTo>
                  <a:lnTo>
                    <a:pt x="23" y="48"/>
                  </a:lnTo>
                  <a:lnTo>
                    <a:pt x="26" y="48"/>
                  </a:lnTo>
                  <a:lnTo>
                    <a:pt x="26" y="48"/>
                  </a:lnTo>
                  <a:lnTo>
                    <a:pt x="23" y="62"/>
                  </a:lnTo>
                  <a:lnTo>
                    <a:pt x="23" y="62"/>
                  </a:lnTo>
                  <a:lnTo>
                    <a:pt x="23" y="64"/>
                  </a:lnTo>
                  <a:lnTo>
                    <a:pt x="23" y="64"/>
                  </a:lnTo>
                  <a:lnTo>
                    <a:pt x="23" y="67"/>
                  </a:lnTo>
                  <a:lnTo>
                    <a:pt x="23" y="67"/>
                  </a:lnTo>
                  <a:lnTo>
                    <a:pt x="28" y="71"/>
                  </a:lnTo>
                  <a:lnTo>
                    <a:pt x="28" y="71"/>
                  </a:lnTo>
                  <a:lnTo>
                    <a:pt x="28" y="71"/>
                  </a:lnTo>
                  <a:lnTo>
                    <a:pt x="31" y="74"/>
                  </a:lnTo>
                  <a:lnTo>
                    <a:pt x="31" y="74"/>
                  </a:lnTo>
                  <a:lnTo>
                    <a:pt x="33" y="74"/>
                  </a:lnTo>
                  <a:lnTo>
                    <a:pt x="33" y="71"/>
                  </a:lnTo>
                  <a:lnTo>
                    <a:pt x="35" y="71"/>
                  </a:lnTo>
                  <a:lnTo>
                    <a:pt x="38" y="71"/>
                  </a:lnTo>
                  <a:lnTo>
                    <a:pt x="40" y="71"/>
                  </a:lnTo>
                  <a:lnTo>
                    <a:pt x="40" y="71"/>
                  </a:lnTo>
                  <a:lnTo>
                    <a:pt x="38" y="76"/>
                  </a:lnTo>
                  <a:lnTo>
                    <a:pt x="38" y="76"/>
                  </a:lnTo>
                  <a:lnTo>
                    <a:pt x="35" y="81"/>
                  </a:lnTo>
                  <a:lnTo>
                    <a:pt x="35" y="83"/>
                  </a:lnTo>
                  <a:lnTo>
                    <a:pt x="38" y="85"/>
                  </a:lnTo>
                  <a:lnTo>
                    <a:pt x="40" y="85"/>
                  </a:lnTo>
                  <a:lnTo>
                    <a:pt x="40" y="83"/>
                  </a:lnTo>
                  <a:lnTo>
                    <a:pt x="40" y="83"/>
                  </a:lnTo>
                  <a:lnTo>
                    <a:pt x="40" y="85"/>
                  </a:lnTo>
                  <a:lnTo>
                    <a:pt x="42" y="85"/>
                  </a:lnTo>
                  <a:lnTo>
                    <a:pt x="42" y="88"/>
                  </a:lnTo>
                  <a:lnTo>
                    <a:pt x="45" y="88"/>
                  </a:lnTo>
                  <a:lnTo>
                    <a:pt x="45" y="90"/>
                  </a:lnTo>
                  <a:lnTo>
                    <a:pt x="45" y="90"/>
                  </a:lnTo>
                  <a:lnTo>
                    <a:pt x="45" y="90"/>
                  </a:lnTo>
                  <a:lnTo>
                    <a:pt x="42" y="90"/>
                  </a:lnTo>
                  <a:lnTo>
                    <a:pt x="42" y="90"/>
                  </a:lnTo>
                  <a:lnTo>
                    <a:pt x="42" y="90"/>
                  </a:lnTo>
                  <a:lnTo>
                    <a:pt x="38" y="93"/>
                  </a:lnTo>
                  <a:lnTo>
                    <a:pt x="35" y="93"/>
                  </a:lnTo>
                  <a:lnTo>
                    <a:pt x="35" y="93"/>
                  </a:lnTo>
                  <a:lnTo>
                    <a:pt x="35" y="93"/>
                  </a:lnTo>
                  <a:lnTo>
                    <a:pt x="35" y="93"/>
                  </a:lnTo>
                  <a:lnTo>
                    <a:pt x="35" y="95"/>
                  </a:lnTo>
                  <a:lnTo>
                    <a:pt x="35" y="95"/>
                  </a:lnTo>
                  <a:lnTo>
                    <a:pt x="35" y="100"/>
                  </a:lnTo>
                  <a:lnTo>
                    <a:pt x="33" y="104"/>
                  </a:lnTo>
                  <a:lnTo>
                    <a:pt x="35" y="104"/>
                  </a:lnTo>
                  <a:lnTo>
                    <a:pt x="38" y="107"/>
                  </a:lnTo>
                  <a:lnTo>
                    <a:pt x="38" y="107"/>
                  </a:lnTo>
                  <a:lnTo>
                    <a:pt x="40" y="107"/>
                  </a:lnTo>
                  <a:lnTo>
                    <a:pt x="42" y="107"/>
                  </a:lnTo>
                  <a:lnTo>
                    <a:pt x="42" y="107"/>
                  </a:lnTo>
                  <a:lnTo>
                    <a:pt x="42" y="107"/>
                  </a:lnTo>
                  <a:lnTo>
                    <a:pt x="42" y="107"/>
                  </a:lnTo>
                  <a:lnTo>
                    <a:pt x="42" y="107"/>
                  </a:lnTo>
                  <a:lnTo>
                    <a:pt x="42" y="107"/>
                  </a:lnTo>
                  <a:lnTo>
                    <a:pt x="45" y="109"/>
                  </a:lnTo>
                  <a:lnTo>
                    <a:pt x="45" y="109"/>
                  </a:lnTo>
                  <a:lnTo>
                    <a:pt x="47" y="112"/>
                  </a:lnTo>
                  <a:lnTo>
                    <a:pt x="47" y="112"/>
                  </a:lnTo>
                  <a:lnTo>
                    <a:pt x="47" y="114"/>
                  </a:lnTo>
                  <a:lnTo>
                    <a:pt x="50" y="114"/>
                  </a:lnTo>
                  <a:lnTo>
                    <a:pt x="50" y="114"/>
                  </a:lnTo>
                  <a:lnTo>
                    <a:pt x="50" y="116"/>
                  </a:lnTo>
                  <a:lnTo>
                    <a:pt x="50" y="119"/>
                  </a:lnTo>
                  <a:lnTo>
                    <a:pt x="50" y="121"/>
                  </a:lnTo>
                  <a:lnTo>
                    <a:pt x="50" y="121"/>
                  </a:lnTo>
                  <a:lnTo>
                    <a:pt x="50" y="123"/>
                  </a:lnTo>
                  <a:lnTo>
                    <a:pt x="50" y="123"/>
                  </a:lnTo>
                  <a:lnTo>
                    <a:pt x="50" y="126"/>
                  </a:lnTo>
                  <a:lnTo>
                    <a:pt x="50" y="128"/>
                  </a:lnTo>
                  <a:lnTo>
                    <a:pt x="47" y="128"/>
                  </a:lnTo>
                  <a:lnTo>
                    <a:pt x="45" y="128"/>
                  </a:lnTo>
                  <a:lnTo>
                    <a:pt x="45" y="126"/>
                  </a:lnTo>
                  <a:lnTo>
                    <a:pt x="42" y="123"/>
                  </a:lnTo>
                  <a:lnTo>
                    <a:pt x="42" y="121"/>
                  </a:lnTo>
                  <a:lnTo>
                    <a:pt x="40" y="121"/>
                  </a:lnTo>
                  <a:lnTo>
                    <a:pt x="40" y="123"/>
                  </a:lnTo>
                  <a:lnTo>
                    <a:pt x="40" y="123"/>
                  </a:lnTo>
                  <a:lnTo>
                    <a:pt x="40" y="123"/>
                  </a:lnTo>
                  <a:lnTo>
                    <a:pt x="40" y="123"/>
                  </a:lnTo>
                  <a:lnTo>
                    <a:pt x="38" y="123"/>
                  </a:lnTo>
                  <a:lnTo>
                    <a:pt x="38" y="123"/>
                  </a:lnTo>
                  <a:lnTo>
                    <a:pt x="38" y="123"/>
                  </a:lnTo>
                  <a:lnTo>
                    <a:pt x="35" y="123"/>
                  </a:lnTo>
                  <a:lnTo>
                    <a:pt x="35" y="123"/>
                  </a:lnTo>
                  <a:lnTo>
                    <a:pt x="35" y="121"/>
                  </a:lnTo>
                  <a:lnTo>
                    <a:pt x="35" y="121"/>
                  </a:lnTo>
                  <a:lnTo>
                    <a:pt x="35" y="121"/>
                  </a:lnTo>
                  <a:lnTo>
                    <a:pt x="33" y="121"/>
                  </a:lnTo>
                  <a:lnTo>
                    <a:pt x="33" y="121"/>
                  </a:lnTo>
                  <a:lnTo>
                    <a:pt x="31" y="121"/>
                  </a:lnTo>
                  <a:lnTo>
                    <a:pt x="31" y="121"/>
                  </a:lnTo>
                  <a:lnTo>
                    <a:pt x="31" y="121"/>
                  </a:lnTo>
                  <a:lnTo>
                    <a:pt x="31" y="121"/>
                  </a:lnTo>
                  <a:lnTo>
                    <a:pt x="28" y="121"/>
                  </a:lnTo>
                  <a:lnTo>
                    <a:pt x="28" y="121"/>
                  </a:lnTo>
                  <a:lnTo>
                    <a:pt x="28" y="121"/>
                  </a:lnTo>
                  <a:lnTo>
                    <a:pt x="26" y="121"/>
                  </a:lnTo>
                  <a:lnTo>
                    <a:pt x="26" y="121"/>
                  </a:lnTo>
                  <a:lnTo>
                    <a:pt x="23" y="121"/>
                  </a:lnTo>
                  <a:lnTo>
                    <a:pt x="21" y="121"/>
                  </a:lnTo>
                  <a:lnTo>
                    <a:pt x="21" y="121"/>
                  </a:lnTo>
                  <a:lnTo>
                    <a:pt x="19" y="123"/>
                  </a:lnTo>
                  <a:lnTo>
                    <a:pt x="19" y="123"/>
                  </a:lnTo>
                  <a:lnTo>
                    <a:pt x="19" y="123"/>
                  </a:lnTo>
                  <a:lnTo>
                    <a:pt x="19" y="123"/>
                  </a:lnTo>
                  <a:lnTo>
                    <a:pt x="19" y="126"/>
                  </a:lnTo>
                  <a:lnTo>
                    <a:pt x="19" y="126"/>
                  </a:lnTo>
                  <a:lnTo>
                    <a:pt x="19" y="126"/>
                  </a:lnTo>
                  <a:lnTo>
                    <a:pt x="19" y="130"/>
                  </a:lnTo>
                  <a:lnTo>
                    <a:pt x="19" y="130"/>
                  </a:lnTo>
                  <a:lnTo>
                    <a:pt x="19" y="133"/>
                  </a:lnTo>
                  <a:lnTo>
                    <a:pt x="19" y="133"/>
                  </a:lnTo>
                  <a:lnTo>
                    <a:pt x="19" y="133"/>
                  </a:lnTo>
                  <a:lnTo>
                    <a:pt x="19" y="133"/>
                  </a:lnTo>
                  <a:lnTo>
                    <a:pt x="23" y="138"/>
                  </a:lnTo>
                  <a:lnTo>
                    <a:pt x="28" y="138"/>
                  </a:lnTo>
                  <a:lnTo>
                    <a:pt x="28" y="138"/>
                  </a:lnTo>
                  <a:lnTo>
                    <a:pt x="31" y="138"/>
                  </a:lnTo>
                  <a:lnTo>
                    <a:pt x="33" y="138"/>
                  </a:lnTo>
                  <a:lnTo>
                    <a:pt x="33" y="138"/>
                  </a:lnTo>
                  <a:lnTo>
                    <a:pt x="31" y="138"/>
                  </a:lnTo>
                  <a:lnTo>
                    <a:pt x="31" y="140"/>
                  </a:lnTo>
                  <a:lnTo>
                    <a:pt x="31" y="140"/>
                  </a:lnTo>
                  <a:lnTo>
                    <a:pt x="31" y="142"/>
                  </a:lnTo>
                  <a:lnTo>
                    <a:pt x="31" y="142"/>
                  </a:lnTo>
                  <a:lnTo>
                    <a:pt x="33" y="142"/>
                  </a:lnTo>
                  <a:lnTo>
                    <a:pt x="33" y="145"/>
                  </a:lnTo>
                  <a:lnTo>
                    <a:pt x="33" y="145"/>
                  </a:lnTo>
                  <a:lnTo>
                    <a:pt x="33" y="145"/>
                  </a:lnTo>
                  <a:lnTo>
                    <a:pt x="35" y="147"/>
                  </a:lnTo>
                  <a:lnTo>
                    <a:pt x="33" y="147"/>
                  </a:lnTo>
                  <a:lnTo>
                    <a:pt x="33" y="145"/>
                  </a:lnTo>
                  <a:lnTo>
                    <a:pt x="33" y="145"/>
                  </a:lnTo>
                  <a:lnTo>
                    <a:pt x="31" y="145"/>
                  </a:lnTo>
                  <a:lnTo>
                    <a:pt x="28" y="145"/>
                  </a:lnTo>
                  <a:lnTo>
                    <a:pt x="28" y="145"/>
                  </a:lnTo>
                  <a:lnTo>
                    <a:pt x="28" y="147"/>
                  </a:lnTo>
                  <a:lnTo>
                    <a:pt x="28" y="147"/>
                  </a:lnTo>
                  <a:lnTo>
                    <a:pt x="28" y="149"/>
                  </a:lnTo>
                  <a:lnTo>
                    <a:pt x="26" y="154"/>
                  </a:lnTo>
                  <a:lnTo>
                    <a:pt x="26" y="156"/>
                  </a:lnTo>
                  <a:lnTo>
                    <a:pt x="26" y="156"/>
                  </a:lnTo>
                  <a:lnTo>
                    <a:pt x="26" y="156"/>
                  </a:lnTo>
                  <a:lnTo>
                    <a:pt x="26" y="159"/>
                  </a:lnTo>
                  <a:lnTo>
                    <a:pt x="26" y="159"/>
                  </a:lnTo>
                  <a:lnTo>
                    <a:pt x="26" y="159"/>
                  </a:lnTo>
                  <a:lnTo>
                    <a:pt x="26" y="159"/>
                  </a:lnTo>
                  <a:lnTo>
                    <a:pt x="26" y="159"/>
                  </a:lnTo>
                  <a:lnTo>
                    <a:pt x="26" y="159"/>
                  </a:lnTo>
                  <a:lnTo>
                    <a:pt x="26" y="161"/>
                  </a:lnTo>
                  <a:lnTo>
                    <a:pt x="26" y="164"/>
                  </a:lnTo>
                  <a:lnTo>
                    <a:pt x="23" y="164"/>
                  </a:lnTo>
                  <a:lnTo>
                    <a:pt x="23" y="164"/>
                  </a:lnTo>
                  <a:lnTo>
                    <a:pt x="23" y="166"/>
                  </a:lnTo>
                  <a:lnTo>
                    <a:pt x="23" y="166"/>
                  </a:lnTo>
                  <a:lnTo>
                    <a:pt x="23" y="166"/>
                  </a:lnTo>
                  <a:lnTo>
                    <a:pt x="23" y="166"/>
                  </a:lnTo>
                  <a:lnTo>
                    <a:pt x="23" y="166"/>
                  </a:lnTo>
                  <a:lnTo>
                    <a:pt x="21" y="168"/>
                  </a:lnTo>
                  <a:lnTo>
                    <a:pt x="21" y="168"/>
                  </a:lnTo>
                  <a:lnTo>
                    <a:pt x="21" y="168"/>
                  </a:lnTo>
                  <a:lnTo>
                    <a:pt x="21" y="168"/>
                  </a:lnTo>
                  <a:lnTo>
                    <a:pt x="21" y="171"/>
                  </a:lnTo>
                  <a:lnTo>
                    <a:pt x="19" y="171"/>
                  </a:lnTo>
                  <a:lnTo>
                    <a:pt x="19" y="171"/>
                  </a:lnTo>
                  <a:lnTo>
                    <a:pt x="16" y="168"/>
                  </a:lnTo>
                  <a:lnTo>
                    <a:pt x="14" y="168"/>
                  </a:lnTo>
                  <a:lnTo>
                    <a:pt x="12" y="168"/>
                  </a:lnTo>
                  <a:lnTo>
                    <a:pt x="12" y="168"/>
                  </a:lnTo>
                  <a:lnTo>
                    <a:pt x="9" y="168"/>
                  </a:lnTo>
                  <a:lnTo>
                    <a:pt x="9" y="168"/>
                  </a:lnTo>
                  <a:lnTo>
                    <a:pt x="7" y="171"/>
                  </a:lnTo>
                  <a:lnTo>
                    <a:pt x="9" y="173"/>
                  </a:lnTo>
                  <a:lnTo>
                    <a:pt x="9" y="173"/>
                  </a:lnTo>
                  <a:lnTo>
                    <a:pt x="12" y="178"/>
                  </a:lnTo>
                  <a:lnTo>
                    <a:pt x="12" y="183"/>
                  </a:lnTo>
                  <a:lnTo>
                    <a:pt x="12" y="185"/>
                  </a:lnTo>
                  <a:lnTo>
                    <a:pt x="12" y="185"/>
                  </a:lnTo>
                  <a:lnTo>
                    <a:pt x="12" y="185"/>
                  </a:lnTo>
                  <a:lnTo>
                    <a:pt x="14" y="187"/>
                  </a:lnTo>
                  <a:lnTo>
                    <a:pt x="14" y="187"/>
                  </a:lnTo>
                  <a:lnTo>
                    <a:pt x="14" y="190"/>
                  </a:lnTo>
                  <a:lnTo>
                    <a:pt x="14" y="190"/>
                  </a:lnTo>
                  <a:lnTo>
                    <a:pt x="14" y="190"/>
                  </a:lnTo>
                  <a:lnTo>
                    <a:pt x="14" y="190"/>
                  </a:lnTo>
                  <a:lnTo>
                    <a:pt x="14" y="190"/>
                  </a:lnTo>
                  <a:lnTo>
                    <a:pt x="14" y="192"/>
                  </a:lnTo>
                  <a:lnTo>
                    <a:pt x="14" y="192"/>
                  </a:lnTo>
                  <a:lnTo>
                    <a:pt x="16" y="192"/>
                  </a:lnTo>
                  <a:lnTo>
                    <a:pt x="16" y="192"/>
                  </a:lnTo>
                  <a:lnTo>
                    <a:pt x="16" y="194"/>
                  </a:lnTo>
                  <a:lnTo>
                    <a:pt x="16" y="194"/>
                  </a:lnTo>
                  <a:lnTo>
                    <a:pt x="16" y="199"/>
                  </a:lnTo>
                  <a:lnTo>
                    <a:pt x="16" y="201"/>
                  </a:lnTo>
                  <a:lnTo>
                    <a:pt x="16" y="201"/>
                  </a:lnTo>
                  <a:lnTo>
                    <a:pt x="16" y="201"/>
                  </a:lnTo>
                  <a:lnTo>
                    <a:pt x="14" y="204"/>
                  </a:lnTo>
                  <a:lnTo>
                    <a:pt x="14" y="204"/>
                  </a:lnTo>
                  <a:lnTo>
                    <a:pt x="14" y="204"/>
                  </a:lnTo>
                  <a:lnTo>
                    <a:pt x="14" y="206"/>
                  </a:lnTo>
                  <a:lnTo>
                    <a:pt x="14" y="206"/>
                  </a:lnTo>
                  <a:lnTo>
                    <a:pt x="14" y="206"/>
                  </a:lnTo>
                  <a:lnTo>
                    <a:pt x="14" y="209"/>
                  </a:lnTo>
                  <a:lnTo>
                    <a:pt x="16" y="209"/>
                  </a:lnTo>
                  <a:lnTo>
                    <a:pt x="16" y="209"/>
                  </a:lnTo>
                  <a:lnTo>
                    <a:pt x="16" y="209"/>
                  </a:lnTo>
                  <a:lnTo>
                    <a:pt x="14" y="211"/>
                  </a:lnTo>
                  <a:lnTo>
                    <a:pt x="14" y="213"/>
                  </a:lnTo>
                  <a:lnTo>
                    <a:pt x="14" y="213"/>
                  </a:lnTo>
                  <a:lnTo>
                    <a:pt x="9" y="218"/>
                  </a:lnTo>
                  <a:lnTo>
                    <a:pt x="7" y="220"/>
                  </a:lnTo>
                  <a:lnTo>
                    <a:pt x="5" y="223"/>
                  </a:lnTo>
                  <a:lnTo>
                    <a:pt x="2" y="225"/>
                  </a:lnTo>
                  <a:lnTo>
                    <a:pt x="2" y="225"/>
                  </a:lnTo>
                  <a:lnTo>
                    <a:pt x="2" y="225"/>
                  </a:lnTo>
                  <a:lnTo>
                    <a:pt x="2" y="225"/>
                  </a:lnTo>
                  <a:lnTo>
                    <a:pt x="2" y="225"/>
                  </a:lnTo>
                  <a:lnTo>
                    <a:pt x="2" y="225"/>
                  </a:lnTo>
                  <a:lnTo>
                    <a:pt x="2" y="225"/>
                  </a:lnTo>
                  <a:lnTo>
                    <a:pt x="2" y="225"/>
                  </a:lnTo>
                  <a:lnTo>
                    <a:pt x="0" y="225"/>
                  </a:lnTo>
                  <a:lnTo>
                    <a:pt x="0" y="225"/>
                  </a:lnTo>
                  <a:lnTo>
                    <a:pt x="0" y="227"/>
                  </a:lnTo>
                  <a:lnTo>
                    <a:pt x="0" y="227"/>
                  </a:lnTo>
                  <a:lnTo>
                    <a:pt x="0" y="227"/>
                  </a:lnTo>
                  <a:lnTo>
                    <a:pt x="2" y="227"/>
                  </a:lnTo>
                  <a:lnTo>
                    <a:pt x="2" y="227"/>
                  </a:lnTo>
                  <a:lnTo>
                    <a:pt x="2" y="227"/>
                  </a:lnTo>
                  <a:lnTo>
                    <a:pt x="5" y="230"/>
                  </a:lnTo>
                  <a:lnTo>
                    <a:pt x="5" y="232"/>
                  </a:lnTo>
                  <a:lnTo>
                    <a:pt x="7" y="230"/>
                  </a:lnTo>
                  <a:lnTo>
                    <a:pt x="7" y="230"/>
                  </a:lnTo>
                  <a:lnTo>
                    <a:pt x="7" y="227"/>
                  </a:lnTo>
                  <a:lnTo>
                    <a:pt x="7" y="227"/>
                  </a:lnTo>
                  <a:lnTo>
                    <a:pt x="7" y="227"/>
                  </a:lnTo>
                  <a:lnTo>
                    <a:pt x="9" y="230"/>
                  </a:lnTo>
                  <a:lnTo>
                    <a:pt x="9" y="230"/>
                  </a:lnTo>
                  <a:lnTo>
                    <a:pt x="12" y="230"/>
                  </a:lnTo>
                  <a:lnTo>
                    <a:pt x="9" y="232"/>
                  </a:lnTo>
                  <a:lnTo>
                    <a:pt x="9" y="232"/>
                  </a:lnTo>
                  <a:lnTo>
                    <a:pt x="9" y="232"/>
                  </a:lnTo>
                  <a:lnTo>
                    <a:pt x="9" y="232"/>
                  </a:lnTo>
                  <a:lnTo>
                    <a:pt x="9" y="235"/>
                  </a:lnTo>
                  <a:lnTo>
                    <a:pt x="9" y="235"/>
                  </a:lnTo>
                  <a:lnTo>
                    <a:pt x="9" y="235"/>
                  </a:lnTo>
                  <a:lnTo>
                    <a:pt x="9" y="235"/>
                  </a:lnTo>
                  <a:lnTo>
                    <a:pt x="9" y="235"/>
                  </a:lnTo>
                  <a:lnTo>
                    <a:pt x="9" y="237"/>
                  </a:lnTo>
                  <a:lnTo>
                    <a:pt x="12" y="235"/>
                  </a:lnTo>
                  <a:lnTo>
                    <a:pt x="12" y="235"/>
                  </a:lnTo>
                  <a:lnTo>
                    <a:pt x="12" y="235"/>
                  </a:lnTo>
                  <a:lnTo>
                    <a:pt x="12" y="235"/>
                  </a:lnTo>
                  <a:lnTo>
                    <a:pt x="14" y="235"/>
                  </a:lnTo>
                  <a:lnTo>
                    <a:pt x="14" y="235"/>
                  </a:lnTo>
                  <a:lnTo>
                    <a:pt x="14" y="235"/>
                  </a:lnTo>
                  <a:lnTo>
                    <a:pt x="14" y="237"/>
                  </a:lnTo>
                  <a:lnTo>
                    <a:pt x="14" y="237"/>
                  </a:lnTo>
                  <a:lnTo>
                    <a:pt x="16" y="237"/>
                  </a:lnTo>
                  <a:lnTo>
                    <a:pt x="16" y="235"/>
                  </a:lnTo>
                  <a:lnTo>
                    <a:pt x="16" y="237"/>
                  </a:lnTo>
                  <a:lnTo>
                    <a:pt x="16" y="237"/>
                  </a:lnTo>
                  <a:lnTo>
                    <a:pt x="16" y="237"/>
                  </a:lnTo>
                  <a:lnTo>
                    <a:pt x="16" y="237"/>
                  </a:lnTo>
                  <a:lnTo>
                    <a:pt x="16" y="237"/>
                  </a:lnTo>
                  <a:lnTo>
                    <a:pt x="16" y="237"/>
                  </a:lnTo>
                  <a:lnTo>
                    <a:pt x="21" y="239"/>
                  </a:lnTo>
                  <a:lnTo>
                    <a:pt x="21" y="239"/>
                  </a:lnTo>
                  <a:lnTo>
                    <a:pt x="21" y="239"/>
                  </a:lnTo>
                  <a:lnTo>
                    <a:pt x="23" y="239"/>
                  </a:lnTo>
                  <a:lnTo>
                    <a:pt x="23" y="239"/>
                  </a:lnTo>
                  <a:lnTo>
                    <a:pt x="23" y="239"/>
                  </a:lnTo>
                  <a:lnTo>
                    <a:pt x="23" y="239"/>
                  </a:lnTo>
                  <a:lnTo>
                    <a:pt x="26" y="239"/>
                  </a:lnTo>
                  <a:lnTo>
                    <a:pt x="26" y="239"/>
                  </a:lnTo>
                  <a:lnTo>
                    <a:pt x="28" y="237"/>
                  </a:lnTo>
                  <a:lnTo>
                    <a:pt x="31" y="237"/>
                  </a:lnTo>
                  <a:lnTo>
                    <a:pt x="31" y="239"/>
                  </a:lnTo>
                  <a:lnTo>
                    <a:pt x="33" y="239"/>
                  </a:lnTo>
                  <a:lnTo>
                    <a:pt x="35" y="239"/>
                  </a:lnTo>
                  <a:lnTo>
                    <a:pt x="35" y="239"/>
                  </a:lnTo>
                  <a:lnTo>
                    <a:pt x="35" y="239"/>
                  </a:lnTo>
                  <a:lnTo>
                    <a:pt x="35" y="239"/>
                  </a:lnTo>
                  <a:lnTo>
                    <a:pt x="38" y="239"/>
                  </a:lnTo>
                  <a:lnTo>
                    <a:pt x="38" y="239"/>
                  </a:lnTo>
                  <a:lnTo>
                    <a:pt x="38" y="239"/>
                  </a:lnTo>
                  <a:lnTo>
                    <a:pt x="38" y="242"/>
                  </a:lnTo>
                  <a:lnTo>
                    <a:pt x="40" y="242"/>
                  </a:lnTo>
                  <a:lnTo>
                    <a:pt x="40" y="244"/>
                  </a:lnTo>
                  <a:lnTo>
                    <a:pt x="40" y="244"/>
                  </a:lnTo>
                  <a:lnTo>
                    <a:pt x="40" y="246"/>
                  </a:lnTo>
                  <a:lnTo>
                    <a:pt x="40" y="246"/>
                  </a:lnTo>
                  <a:lnTo>
                    <a:pt x="40" y="249"/>
                  </a:lnTo>
                  <a:lnTo>
                    <a:pt x="40" y="249"/>
                  </a:lnTo>
                  <a:lnTo>
                    <a:pt x="40" y="251"/>
                  </a:lnTo>
                  <a:lnTo>
                    <a:pt x="40" y="251"/>
                  </a:lnTo>
                  <a:lnTo>
                    <a:pt x="40" y="251"/>
                  </a:lnTo>
                  <a:lnTo>
                    <a:pt x="42" y="249"/>
                  </a:lnTo>
                  <a:lnTo>
                    <a:pt x="42" y="249"/>
                  </a:lnTo>
                  <a:lnTo>
                    <a:pt x="42" y="251"/>
                  </a:lnTo>
                  <a:lnTo>
                    <a:pt x="42" y="251"/>
                  </a:lnTo>
                  <a:lnTo>
                    <a:pt x="42" y="251"/>
                  </a:lnTo>
                  <a:lnTo>
                    <a:pt x="42" y="251"/>
                  </a:lnTo>
                  <a:lnTo>
                    <a:pt x="42" y="251"/>
                  </a:lnTo>
                  <a:lnTo>
                    <a:pt x="42" y="254"/>
                  </a:lnTo>
                  <a:lnTo>
                    <a:pt x="42" y="254"/>
                  </a:lnTo>
                  <a:lnTo>
                    <a:pt x="42" y="254"/>
                  </a:lnTo>
                  <a:lnTo>
                    <a:pt x="42" y="254"/>
                  </a:lnTo>
                  <a:lnTo>
                    <a:pt x="42" y="254"/>
                  </a:lnTo>
                  <a:lnTo>
                    <a:pt x="42" y="256"/>
                  </a:lnTo>
                  <a:lnTo>
                    <a:pt x="42" y="256"/>
                  </a:lnTo>
                  <a:lnTo>
                    <a:pt x="42" y="256"/>
                  </a:lnTo>
                  <a:lnTo>
                    <a:pt x="45" y="258"/>
                  </a:lnTo>
                  <a:lnTo>
                    <a:pt x="47" y="258"/>
                  </a:lnTo>
                  <a:lnTo>
                    <a:pt x="47" y="258"/>
                  </a:lnTo>
                  <a:lnTo>
                    <a:pt x="47" y="258"/>
                  </a:lnTo>
                  <a:lnTo>
                    <a:pt x="50" y="258"/>
                  </a:lnTo>
                  <a:lnTo>
                    <a:pt x="50" y="258"/>
                  </a:lnTo>
                  <a:lnTo>
                    <a:pt x="50" y="258"/>
                  </a:lnTo>
                  <a:lnTo>
                    <a:pt x="50" y="258"/>
                  </a:lnTo>
                  <a:lnTo>
                    <a:pt x="52" y="258"/>
                  </a:lnTo>
                  <a:lnTo>
                    <a:pt x="52" y="258"/>
                  </a:lnTo>
                  <a:lnTo>
                    <a:pt x="52" y="258"/>
                  </a:lnTo>
                  <a:lnTo>
                    <a:pt x="54" y="261"/>
                  </a:lnTo>
                  <a:lnTo>
                    <a:pt x="54" y="261"/>
                  </a:lnTo>
                  <a:lnTo>
                    <a:pt x="54" y="261"/>
                  </a:lnTo>
                  <a:lnTo>
                    <a:pt x="54" y="261"/>
                  </a:lnTo>
                  <a:lnTo>
                    <a:pt x="54" y="261"/>
                  </a:lnTo>
                  <a:lnTo>
                    <a:pt x="54" y="261"/>
                  </a:lnTo>
                  <a:lnTo>
                    <a:pt x="54" y="263"/>
                  </a:lnTo>
                  <a:lnTo>
                    <a:pt x="57" y="263"/>
                  </a:lnTo>
                  <a:lnTo>
                    <a:pt x="57" y="263"/>
                  </a:lnTo>
                  <a:lnTo>
                    <a:pt x="57" y="263"/>
                  </a:lnTo>
                  <a:lnTo>
                    <a:pt x="57" y="261"/>
                  </a:lnTo>
                  <a:lnTo>
                    <a:pt x="57" y="263"/>
                  </a:lnTo>
                  <a:lnTo>
                    <a:pt x="59" y="263"/>
                  </a:lnTo>
                  <a:lnTo>
                    <a:pt x="59" y="263"/>
                  </a:lnTo>
                  <a:lnTo>
                    <a:pt x="59" y="263"/>
                  </a:lnTo>
                  <a:lnTo>
                    <a:pt x="59" y="265"/>
                  </a:lnTo>
                  <a:lnTo>
                    <a:pt x="59" y="263"/>
                  </a:lnTo>
                  <a:lnTo>
                    <a:pt x="59" y="263"/>
                  </a:lnTo>
                  <a:lnTo>
                    <a:pt x="59" y="261"/>
                  </a:lnTo>
                  <a:lnTo>
                    <a:pt x="61" y="263"/>
                  </a:lnTo>
                  <a:lnTo>
                    <a:pt x="61" y="265"/>
                  </a:lnTo>
                  <a:lnTo>
                    <a:pt x="61" y="265"/>
                  </a:lnTo>
                  <a:lnTo>
                    <a:pt x="61" y="268"/>
                  </a:lnTo>
                  <a:lnTo>
                    <a:pt x="64" y="272"/>
                  </a:lnTo>
                  <a:lnTo>
                    <a:pt x="64" y="275"/>
                  </a:lnTo>
                  <a:lnTo>
                    <a:pt x="64" y="277"/>
                  </a:lnTo>
                  <a:lnTo>
                    <a:pt x="66" y="277"/>
                  </a:lnTo>
                  <a:lnTo>
                    <a:pt x="64" y="277"/>
                  </a:lnTo>
                  <a:lnTo>
                    <a:pt x="64" y="277"/>
                  </a:lnTo>
                  <a:lnTo>
                    <a:pt x="64" y="280"/>
                  </a:lnTo>
                  <a:lnTo>
                    <a:pt x="64" y="280"/>
                  </a:lnTo>
                  <a:lnTo>
                    <a:pt x="64" y="280"/>
                  </a:lnTo>
                  <a:lnTo>
                    <a:pt x="64" y="280"/>
                  </a:lnTo>
                  <a:lnTo>
                    <a:pt x="64" y="280"/>
                  </a:lnTo>
                  <a:lnTo>
                    <a:pt x="64" y="280"/>
                  </a:lnTo>
                  <a:lnTo>
                    <a:pt x="64" y="280"/>
                  </a:lnTo>
                  <a:lnTo>
                    <a:pt x="64" y="282"/>
                  </a:lnTo>
                  <a:lnTo>
                    <a:pt x="64" y="282"/>
                  </a:lnTo>
                  <a:lnTo>
                    <a:pt x="64" y="284"/>
                  </a:lnTo>
                  <a:lnTo>
                    <a:pt x="61" y="284"/>
                  </a:lnTo>
                  <a:lnTo>
                    <a:pt x="61" y="284"/>
                  </a:lnTo>
                  <a:lnTo>
                    <a:pt x="61" y="284"/>
                  </a:lnTo>
                  <a:lnTo>
                    <a:pt x="61" y="287"/>
                  </a:lnTo>
                  <a:lnTo>
                    <a:pt x="61" y="287"/>
                  </a:lnTo>
                  <a:lnTo>
                    <a:pt x="64" y="287"/>
                  </a:lnTo>
                  <a:lnTo>
                    <a:pt x="64" y="289"/>
                  </a:lnTo>
                  <a:lnTo>
                    <a:pt x="64" y="289"/>
                  </a:lnTo>
                  <a:lnTo>
                    <a:pt x="64" y="289"/>
                  </a:lnTo>
                  <a:lnTo>
                    <a:pt x="64" y="289"/>
                  </a:lnTo>
                  <a:lnTo>
                    <a:pt x="64" y="289"/>
                  </a:lnTo>
                  <a:lnTo>
                    <a:pt x="64" y="291"/>
                  </a:lnTo>
                  <a:lnTo>
                    <a:pt x="64" y="291"/>
                  </a:lnTo>
                  <a:lnTo>
                    <a:pt x="64" y="291"/>
                  </a:lnTo>
                  <a:lnTo>
                    <a:pt x="64" y="291"/>
                  </a:lnTo>
                  <a:lnTo>
                    <a:pt x="64" y="294"/>
                  </a:lnTo>
                  <a:lnTo>
                    <a:pt x="64" y="294"/>
                  </a:lnTo>
                  <a:lnTo>
                    <a:pt x="64" y="294"/>
                  </a:lnTo>
                  <a:lnTo>
                    <a:pt x="64" y="294"/>
                  </a:lnTo>
                  <a:lnTo>
                    <a:pt x="64" y="294"/>
                  </a:lnTo>
                  <a:lnTo>
                    <a:pt x="61" y="294"/>
                  </a:lnTo>
                  <a:lnTo>
                    <a:pt x="61" y="294"/>
                  </a:lnTo>
                  <a:lnTo>
                    <a:pt x="64" y="291"/>
                  </a:lnTo>
                  <a:lnTo>
                    <a:pt x="64" y="291"/>
                  </a:lnTo>
                  <a:lnTo>
                    <a:pt x="61" y="291"/>
                  </a:lnTo>
                  <a:lnTo>
                    <a:pt x="61" y="291"/>
                  </a:lnTo>
                  <a:lnTo>
                    <a:pt x="61" y="294"/>
                  </a:lnTo>
                  <a:lnTo>
                    <a:pt x="61" y="294"/>
                  </a:lnTo>
                  <a:lnTo>
                    <a:pt x="59" y="294"/>
                  </a:lnTo>
                  <a:lnTo>
                    <a:pt x="59" y="296"/>
                  </a:lnTo>
                  <a:lnTo>
                    <a:pt x="59" y="298"/>
                  </a:lnTo>
                  <a:lnTo>
                    <a:pt x="59" y="298"/>
                  </a:lnTo>
                  <a:lnTo>
                    <a:pt x="59" y="301"/>
                  </a:lnTo>
                  <a:lnTo>
                    <a:pt x="59" y="303"/>
                  </a:lnTo>
                  <a:lnTo>
                    <a:pt x="57" y="303"/>
                  </a:lnTo>
                  <a:lnTo>
                    <a:pt x="57" y="303"/>
                  </a:lnTo>
                  <a:lnTo>
                    <a:pt x="57" y="303"/>
                  </a:lnTo>
                  <a:lnTo>
                    <a:pt x="54" y="303"/>
                  </a:lnTo>
                  <a:lnTo>
                    <a:pt x="54" y="306"/>
                  </a:lnTo>
                  <a:lnTo>
                    <a:pt x="54" y="308"/>
                  </a:lnTo>
                  <a:lnTo>
                    <a:pt x="54" y="308"/>
                  </a:lnTo>
                  <a:lnTo>
                    <a:pt x="54" y="308"/>
                  </a:lnTo>
                  <a:lnTo>
                    <a:pt x="57" y="310"/>
                  </a:lnTo>
                  <a:lnTo>
                    <a:pt x="57" y="310"/>
                  </a:lnTo>
                  <a:lnTo>
                    <a:pt x="57" y="310"/>
                  </a:lnTo>
                  <a:lnTo>
                    <a:pt x="57" y="313"/>
                  </a:lnTo>
                  <a:lnTo>
                    <a:pt x="57" y="313"/>
                  </a:lnTo>
                  <a:lnTo>
                    <a:pt x="57" y="313"/>
                  </a:lnTo>
                  <a:lnTo>
                    <a:pt x="54" y="313"/>
                  </a:lnTo>
                  <a:lnTo>
                    <a:pt x="54" y="313"/>
                  </a:lnTo>
                  <a:lnTo>
                    <a:pt x="54" y="313"/>
                  </a:lnTo>
                  <a:lnTo>
                    <a:pt x="54" y="315"/>
                  </a:lnTo>
                  <a:lnTo>
                    <a:pt x="54" y="315"/>
                  </a:lnTo>
                  <a:lnTo>
                    <a:pt x="54" y="317"/>
                  </a:lnTo>
                  <a:lnTo>
                    <a:pt x="54" y="317"/>
                  </a:lnTo>
                  <a:lnTo>
                    <a:pt x="54" y="317"/>
                  </a:lnTo>
                  <a:lnTo>
                    <a:pt x="54" y="317"/>
                  </a:lnTo>
                  <a:lnTo>
                    <a:pt x="54" y="317"/>
                  </a:lnTo>
                  <a:lnTo>
                    <a:pt x="54" y="320"/>
                  </a:lnTo>
                  <a:lnTo>
                    <a:pt x="54" y="320"/>
                  </a:lnTo>
                  <a:lnTo>
                    <a:pt x="54" y="320"/>
                  </a:lnTo>
                  <a:lnTo>
                    <a:pt x="54" y="322"/>
                  </a:lnTo>
                  <a:lnTo>
                    <a:pt x="54" y="334"/>
                  </a:lnTo>
                  <a:lnTo>
                    <a:pt x="54" y="334"/>
                  </a:lnTo>
                  <a:lnTo>
                    <a:pt x="54" y="334"/>
                  </a:lnTo>
                  <a:lnTo>
                    <a:pt x="54" y="336"/>
                  </a:lnTo>
                  <a:lnTo>
                    <a:pt x="54" y="336"/>
                  </a:lnTo>
                  <a:lnTo>
                    <a:pt x="54" y="339"/>
                  </a:lnTo>
                  <a:lnTo>
                    <a:pt x="57" y="339"/>
                  </a:lnTo>
                  <a:lnTo>
                    <a:pt x="54" y="339"/>
                  </a:lnTo>
                  <a:lnTo>
                    <a:pt x="54" y="339"/>
                  </a:lnTo>
                  <a:lnTo>
                    <a:pt x="54" y="341"/>
                  </a:lnTo>
                  <a:lnTo>
                    <a:pt x="54" y="341"/>
                  </a:lnTo>
                  <a:lnTo>
                    <a:pt x="57" y="341"/>
                  </a:lnTo>
                  <a:lnTo>
                    <a:pt x="57" y="341"/>
                  </a:lnTo>
                  <a:lnTo>
                    <a:pt x="57" y="341"/>
                  </a:lnTo>
                  <a:lnTo>
                    <a:pt x="59" y="343"/>
                  </a:lnTo>
                  <a:lnTo>
                    <a:pt x="61" y="343"/>
                  </a:lnTo>
                  <a:lnTo>
                    <a:pt x="61" y="341"/>
                  </a:lnTo>
                  <a:lnTo>
                    <a:pt x="66" y="339"/>
                  </a:lnTo>
                  <a:lnTo>
                    <a:pt x="68" y="336"/>
                  </a:lnTo>
                  <a:lnTo>
                    <a:pt x="71" y="336"/>
                  </a:lnTo>
                  <a:lnTo>
                    <a:pt x="71" y="336"/>
                  </a:lnTo>
                  <a:lnTo>
                    <a:pt x="71" y="336"/>
                  </a:lnTo>
                  <a:lnTo>
                    <a:pt x="73" y="336"/>
                  </a:lnTo>
                  <a:lnTo>
                    <a:pt x="73" y="334"/>
                  </a:lnTo>
                  <a:lnTo>
                    <a:pt x="73" y="334"/>
                  </a:lnTo>
                  <a:lnTo>
                    <a:pt x="76" y="334"/>
                  </a:lnTo>
                  <a:lnTo>
                    <a:pt x="80" y="332"/>
                  </a:lnTo>
                  <a:lnTo>
                    <a:pt x="83" y="332"/>
                  </a:lnTo>
                  <a:lnTo>
                    <a:pt x="85" y="329"/>
                  </a:lnTo>
                  <a:lnTo>
                    <a:pt x="90" y="327"/>
                  </a:lnTo>
                  <a:lnTo>
                    <a:pt x="90" y="327"/>
                  </a:lnTo>
                  <a:lnTo>
                    <a:pt x="90" y="325"/>
                  </a:lnTo>
                  <a:lnTo>
                    <a:pt x="92" y="325"/>
                  </a:lnTo>
                  <a:lnTo>
                    <a:pt x="94" y="325"/>
                  </a:lnTo>
                  <a:lnTo>
                    <a:pt x="99" y="325"/>
                  </a:lnTo>
                  <a:lnTo>
                    <a:pt x="106" y="322"/>
                  </a:lnTo>
                  <a:lnTo>
                    <a:pt x="106" y="322"/>
                  </a:lnTo>
                  <a:lnTo>
                    <a:pt x="109" y="320"/>
                  </a:lnTo>
                  <a:lnTo>
                    <a:pt x="109" y="320"/>
                  </a:lnTo>
                  <a:lnTo>
                    <a:pt x="111" y="320"/>
                  </a:lnTo>
                  <a:lnTo>
                    <a:pt x="116" y="317"/>
                  </a:lnTo>
                  <a:lnTo>
                    <a:pt x="116" y="317"/>
                  </a:lnTo>
                  <a:lnTo>
                    <a:pt x="116" y="317"/>
                  </a:lnTo>
                  <a:lnTo>
                    <a:pt x="118" y="317"/>
                  </a:lnTo>
                  <a:lnTo>
                    <a:pt x="132" y="313"/>
                  </a:lnTo>
                  <a:lnTo>
                    <a:pt x="137" y="310"/>
                  </a:lnTo>
                  <a:lnTo>
                    <a:pt x="139" y="308"/>
                  </a:lnTo>
                  <a:lnTo>
                    <a:pt x="139" y="308"/>
                  </a:lnTo>
                  <a:lnTo>
                    <a:pt x="139" y="308"/>
                  </a:lnTo>
                  <a:lnTo>
                    <a:pt x="142" y="308"/>
                  </a:lnTo>
                  <a:lnTo>
                    <a:pt x="147" y="306"/>
                  </a:lnTo>
                  <a:lnTo>
                    <a:pt x="147" y="306"/>
                  </a:lnTo>
                  <a:lnTo>
                    <a:pt x="158" y="303"/>
                  </a:lnTo>
                  <a:lnTo>
                    <a:pt x="163" y="303"/>
                  </a:lnTo>
                  <a:lnTo>
                    <a:pt x="163" y="303"/>
                  </a:lnTo>
                  <a:lnTo>
                    <a:pt x="161" y="303"/>
                  </a:lnTo>
                  <a:lnTo>
                    <a:pt x="163" y="301"/>
                  </a:lnTo>
                  <a:lnTo>
                    <a:pt x="165" y="303"/>
                  </a:lnTo>
                  <a:lnTo>
                    <a:pt x="165" y="303"/>
                  </a:lnTo>
                  <a:lnTo>
                    <a:pt x="177" y="301"/>
                  </a:lnTo>
                  <a:lnTo>
                    <a:pt x="180" y="301"/>
                  </a:lnTo>
                  <a:lnTo>
                    <a:pt x="191" y="301"/>
                  </a:lnTo>
                  <a:lnTo>
                    <a:pt x="191" y="301"/>
                  </a:lnTo>
                  <a:lnTo>
                    <a:pt x="191" y="298"/>
                  </a:lnTo>
                  <a:lnTo>
                    <a:pt x="191" y="298"/>
                  </a:lnTo>
                  <a:lnTo>
                    <a:pt x="191" y="298"/>
                  </a:lnTo>
                  <a:lnTo>
                    <a:pt x="189" y="298"/>
                  </a:lnTo>
                  <a:lnTo>
                    <a:pt x="189" y="298"/>
                  </a:lnTo>
                  <a:lnTo>
                    <a:pt x="187" y="298"/>
                  </a:lnTo>
                  <a:lnTo>
                    <a:pt x="187" y="298"/>
                  </a:lnTo>
                  <a:lnTo>
                    <a:pt x="182" y="296"/>
                  </a:lnTo>
                  <a:lnTo>
                    <a:pt x="182" y="296"/>
                  </a:lnTo>
                  <a:lnTo>
                    <a:pt x="180" y="296"/>
                  </a:lnTo>
                  <a:lnTo>
                    <a:pt x="180" y="296"/>
                  </a:lnTo>
                  <a:lnTo>
                    <a:pt x="182" y="296"/>
                  </a:lnTo>
                  <a:lnTo>
                    <a:pt x="182" y="298"/>
                  </a:lnTo>
                  <a:lnTo>
                    <a:pt x="182" y="298"/>
                  </a:lnTo>
                  <a:lnTo>
                    <a:pt x="182" y="298"/>
                  </a:lnTo>
                  <a:lnTo>
                    <a:pt x="182" y="298"/>
                  </a:lnTo>
                  <a:lnTo>
                    <a:pt x="182" y="298"/>
                  </a:lnTo>
                  <a:lnTo>
                    <a:pt x="182" y="298"/>
                  </a:lnTo>
                  <a:lnTo>
                    <a:pt x="180" y="298"/>
                  </a:lnTo>
                  <a:lnTo>
                    <a:pt x="180" y="298"/>
                  </a:lnTo>
                  <a:lnTo>
                    <a:pt x="180" y="298"/>
                  </a:lnTo>
                  <a:lnTo>
                    <a:pt x="177" y="298"/>
                  </a:lnTo>
                  <a:lnTo>
                    <a:pt x="177" y="298"/>
                  </a:lnTo>
                  <a:lnTo>
                    <a:pt x="177" y="298"/>
                  </a:lnTo>
                  <a:lnTo>
                    <a:pt x="177" y="298"/>
                  </a:lnTo>
                  <a:lnTo>
                    <a:pt x="177" y="298"/>
                  </a:lnTo>
                  <a:lnTo>
                    <a:pt x="175" y="298"/>
                  </a:lnTo>
                  <a:lnTo>
                    <a:pt x="175" y="298"/>
                  </a:lnTo>
                  <a:lnTo>
                    <a:pt x="175" y="298"/>
                  </a:lnTo>
                  <a:lnTo>
                    <a:pt x="175" y="298"/>
                  </a:lnTo>
                  <a:lnTo>
                    <a:pt x="175" y="301"/>
                  </a:lnTo>
                  <a:lnTo>
                    <a:pt x="175" y="301"/>
                  </a:lnTo>
                  <a:lnTo>
                    <a:pt x="177" y="301"/>
                  </a:lnTo>
                  <a:lnTo>
                    <a:pt x="177" y="301"/>
                  </a:lnTo>
                  <a:lnTo>
                    <a:pt x="177" y="301"/>
                  </a:lnTo>
                  <a:lnTo>
                    <a:pt x="175" y="301"/>
                  </a:lnTo>
                  <a:lnTo>
                    <a:pt x="173" y="301"/>
                  </a:lnTo>
                  <a:lnTo>
                    <a:pt x="170" y="301"/>
                  </a:lnTo>
                  <a:lnTo>
                    <a:pt x="170" y="298"/>
                  </a:lnTo>
                  <a:lnTo>
                    <a:pt x="170" y="298"/>
                  </a:lnTo>
                  <a:lnTo>
                    <a:pt x="170" y="298"/>
                  </a:lnTo>
                  <a:lnTo>
                    <a:pt x="170" y="298"/>
                  </a:lnTo>
                  <a:lnTo>
                    <a:pt x="173" y="298"/>
                  </a:lnTo>
                  <a:lnTo>
                    <a:pt x="173" y="301"/>
                  </a:lnTo>
                  <a:lnTo>
                    <a:pt x="175" y="301"/>
                  </a:lnTo>
                  <a:lnTo>
                    <a:pt x="175" y="298"/>
                  </a:lnTo>
                  <a:lnTo>
                    <a:pt x="175" y="298"/>
                  </a:lnTo>
                  <a:lnTo>
                    <a:pt x="175" y="298"/>
                  </a:lnTo>
                  <a:lnTo>
                    <a:pt x="177" y="298"/>
                  </a:lnTo>
                  <a:lnTo>
                    <a:pt x="177" y="298"/>
                  </a:lnTo>
                  <a:lnTo>
                    <a:pt x="177" y="296"/>
                  </a:lnTo>
                  <a:lnTo>
                    <a:pt x="175" y="296"/>
                  </a:lnTo>
                  <a:lnTo>
                    <a:pt x="175" y="296"/>
                  </a:lnTo>
                  <a:lnTo>
                    <a:pt x="175" y="298"/>
                  </a:lnTo>
                  <a:lnTo>
                    <a:pt x="175" y="298"/>
                  </a:lnTo>
                  <a:lnTo>
                    <a:pt x="175" y="296"/>
                  </a:lnTo>
                  <a:lnTo>
                    <a:pt x="175" y="296"/>
                  </a:lnTo>
                  <a:lnTo>
                    <a:pt x="175" y="296"/>
                  </a:lnTo>
                  <a:lnTo>
                    <a:pt x="175" y="296"/>
                  </a:lnTo>
                  <a:lnTo>
                    <a:pt x="175" y="296"/>
                  </a:lnTo>
                  <a:lnTo>
                    <a:pt x="175" y="296"/>
                  </a:lnTo>
                  <a:lnTo>
                    <a:pt x="175" y="296"/>
                  </a:lnTo>
                  <a:lnTo>
                    <a:pt x="175" y="296"/>
                  </a:lnTo>
                  <a:lnTo>
                    <a:pt x="175" y="296"/>
                  </a:lnTo>
                  <a:lnTo>
                    <a:pt x="175" y="296"/>
                  </a:lnTo>
                  <a:lnTo>
                    <a:pt x="175" y="296"/>
                  </a:lnTo>
                  <a:lnTo>
                    <a:pt x="177" y="296"/>
                  </a:lnTo>
                  <a:lnTo>
                    <a:pt x="177" y="296"/>
                  </a:lnTo>
                  <a:lnTo>
                    <a:pt x="177" y="296"/>
                  </a:lnTo>
                  <a:lnTo>
                    <a:pt x="180" y="296"/>
                  </a:lnTo>
                  <a:lnTo>
                    <a:pt x="180" y="296"/>
                  </a:lnTo>
                  <a:lnTo>
                    <a:pt x="180" y="296"/>
                  </a:lnTo>
                  <a:lnTo>
                    <a:pt x="180" y="296"/>
                  </a:lnTo>
                  <a:lnTo>
                    <a:pt x="180" y="296"/>
                  </a:lnTo>
                  <a:lnTo>
                    <a:pt x="180" y="296"/>
                  </a:lnTo>
                  <a:lnTo>
                    <a:pt x="180" y="296"/>
                  </a:lnTo>
                  <a:lnTo>
                    <a:pt x="182" y="296"/>
                  </a:lnTo>
                  <a:lnTo>
                    <a:pt x="184" y="296"/>
                  </a:lnTo>
                  <a:lnTo>
                    <a:pt x="187" y="296"/>
                  </a:lnTo>
                  <a:lnTo>
                    <a:pt x="187" y="298"/>
                  </a:lnTo>
                  <a:lnTo>
                    <a:pt x="187" y="296"/>
                  </a:lnTo>
                  <a:lnTo>
                    <a:pt x="189" y="296"/>
                  </a:lnTo>
                  <a:lnTo>
                    <a:pt x="189" y="296"/>
                  </a:lnTo>
                  <a:lnTo>
                    <a:pt x="191" y="296"/>
                  </a:lnTo>
                  <a:lnTo>
                    <a:pt x="194" y="296"/>
                  </a:lnTo>
                  <a:lnTo>
                    <a:pt x="191" y="296"/>
                  </a:lnTo>
                  <a:lnTo>
                    <a:pt x="191" y="298"/>
                  </a:lnTo>
                  <a:lnTo>
                    <a:pt x="191" y="298"/>
                  </a:lnTo>
                  <a:lnTo>
                    <a:pt x="194" y="298"/>
                  </a:lnTo>
                  <a:lnTo>
                    <a:pt x="194" y="298"/>
                  </a:lnTo>
                  <a:lnTo>
                    <a:pt x="194" y="301"/>
                  </a:lnTo>
                  <a:lnTo>
                    <a:pt x="194" y="301"/>
                  </a:lnTo>
                  <a:lnTo>
                    <a:pt x="194" y="301"/>
                  </a:lnTo>
                  <a:lnTo>
                    <a:pt x="194" y="301"/>
                  </a:lnTo>
                  <a:lnTo>
                    <a:pt x="194" y="301"/>
                  </a:lnTo>
                  <a:lnTo>
                    <a:pt x="194" y="301"/>
                  </a:lnTo>
                  <a:lnTo>
                    <a:pt x="196" y="301"/>
                  </a:lnTo>
                  <a:lnTo>
                    <a:pt x="199" y="301"/>
                  </a:lnTo>
                  <a:lnTo>
                    <a:pt x="199" y="301"/>
                  </a:lnTo>
                  <a:lnTo>
                    <a:pt x="199" y="301"/>
                  </a:lnTo>
                  <a:lnTo>
                    <a:pt x="203" y="301"/>
                  </a:lnTo>
                  <a:lnTo>
                    <a:pt x="213" y="298"/>
                  </a:lnTo>
                  <a:lnTo>
                    <a:pt x="229" y="296"/>
                  </a:lnTo>
                  <a:lnTo>
                    <a:pt x="246" y="296"/>
                  </a:lnTo>
                  <a:lnTo>
                    <a:pt x="241" y="294"/>
                  </a:lnTo>
                  <a:lnTo>
                    <a:pt x="244" y="294"/>
                  </a:lnTo>
                  <a:lnTo>
                    <a:pt x="244" y="294"/>
                  </a:lnTo>
                  <a:lnTo>
                    <a:pt x="244" y="294"/>
                  </a:lnTo>
                  <a:lnTo>
                    <a:pt x="244" y="294"/>
                  </a:lnTo>
                  <a:lnTo>
                    <a:pt x="244" y="291"/>
                  </a:lnTo>
                  <a:lnTo>
                    <a:pt x="236" y="291"/>
                  </a:lnTo>
                  <a:lnTo>
                    <a:pt x="236" y="294"/>
                  </a:lnTo>
                  <a:lnTo>
                    <a:pt x="234" y="294"/>
                  </a:lnTo>
                  <a:lnTo>
                    <a:pt x="232" y="294"/>
                  </a:lnTo>
                  <a:lnTo>
                    <a:pt x="232" y="294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227" y="294"/>
                  </a:lnTo>
                  <a:lnTo>
                    <a:pt x="227" y="294"/>
                  </a:lnTo>
                  <a:lnTo>
                    <a:pt x="227" y="294"/>
                  </a:lnTo>
                  <a:lnTo>
                    <a:pt x="225" y="294"/>
                  </a:lnTo>
                  <a:lnTo>
                    <a:pt x="225" y="294"/>
                  </a:lnTo>
                  <a:lnTo>
                    <a:pt x="225" y="296"/>
                  </a:lnTo>
                  <a:lnTo>
                    <a:pt x="225" y="296"/>
                  </a:lnTo>
                  <a:lnTo>
                    <a:pt x="225" y="294"/>
                  </a:lnTo>
                  <a:lnTo>
                    <a:pt x="222" y="296"/>
                  </a:lnTo>
                  <a:lnTo>
                    <a:pt x="220" y="296"/>
                  </a:lnTo>
                  <a:lnTo>
                    <a:pt x="217" y="296"/>
                  </a:lnTo>
                  <a:lnTo>
                    <a:pt x="217" y="296"/>
                  </a:lnTo>
                  <a:lnTo>
                    <a:pt x="217" y="296"/>
                  </a:lnTo>
                  <a:lnTo>
                    <a:pt x="215" y="296"/>
                  </a:lnTo>
                  <a:lnTo>
                    <a:pt x="215" y="296"/>
                  </a:lnTo>
                  <a:lnTo>
                    <a:pt x="215" y="296"/>
                  </a:lnTo>
                  <a:lnTo>
                    <a:pt x="215" y="296"/>
                  </a:lnTo>
                  <a:lnTo>
                    <a:pt x="217" y="296"/>
                  </a:lnTo>
                  <a:lnTo>
                    <a:pt x="217" y="296"/>
                  </a:lnTo>
                  <a:lnTo>
                    <a:pt x="215" y="296"/>
                  </a:lnTo>
                  <a:lnTo>
                    <a:pt x="215" y="296"/>
                  </a:lnTo>
                  <a:lnTo>
                    <a:pt x="215" y="296"/>
                  </a:lnTo>
                  <a:lnTo>
                    <a:pt x="215" y="296"/>
                  </a:lnTo>
                  <a:lnTo>
                    <a:pt x="215" y="296"/>
                  </a:lnTo>
                  <a:lnTo>
                    <a:pt x="215" y="296"/>
                  </a:lnTo>
                  <a:lnTo>
                    <a:pt x="213" y="296"/>
                  </a:lnTo>
                  <a:lnTo>
                    <a:pt x="213" y="296"/>
                  </a:lnTo>
                  <a:lnTo>
                    <a:pt x="210" y="296"/>
                  </a:lnTo>
                  <a:lnTo>
                    <a:pt x="210" y="296"/>
                  </a:lnTo>
                  <a:lnTo>
                    <a:pt x="210" y="296"/>
                  </a:lnTo>
                  <a:lnTo>
                    <a:pt x="208" y="296"/>
                  </a:lnTo>
                  <a:lnTo>
                    <a:pt x="208" y="296"/>
                  </a:lnTo>
                  <a:lnTo>
                    <a:pt x="208" y="296"/>
                  </a:lnTo>
                  <a:lnTo>
                    <a:pt x="208" y="296"/>
                  </a:lnTo>
                  <a:lnTo>
                    <a:pt x="206" y="296"/>
                  </a:lnTo>
                  <a:lnTo>
                    <a:pt x="206" y="298"/>
                  </a:lnTo>
                  <a:lnTo>
                    <a:pt x="206" y="298"/>
                  </a:lnTo>
                  <a:lnTo>
                    <a:pt x="206" y="298"/>
                  </a:lnTo>
                  <a:lnTo>
                    <a:pt x="206" y="298"/>
                  </a:lnTo>
                  <a:lnTo>
                    <a:pt x="203" y="298"/>
                  </a:lnTo>
                  <a:lnTo>
                    <a:pt x="203" y="298"/>
                  </a:lnTo>
                  <a:lnTo>
                    <a:pt x="203" y="298"/>
                  </a:lnTo>
                  <a:lnTo>
                    <a:pt x="203" y="298"/>
                  </a:lnTo>
                  <a:lnTo>
                    <a:pt x="203" y="296"/>
                  </a:lnTo>
                  <a:lnTo>
                    <a:pt x="203" y="296"/>
                  </a:lnTo>
                  <a:lnTo>
                    <a:pt x="206" y="296"/>
                  </a:lnTo>
                  <a:lnTo>
                    <a:pt x="208" y="294"/>
                  </a:lnTo>
                  <a:lnTo>
                    <a:pt x="206" y="294"/>
                  </a:lnTo>
                  <a:lnTo>
                    <a:pt x="208" y="294"/>
                  </a:lnTo>
                  <a:lnTo>
                    <a:pt x="208" y="294"/>
                  </a:lnTo>
                  <a:lnTo>
                    <a:pt x="210" y="291"/>
                  </a:lnTo>
                  <a:lnTo>
                    <a:pt x="210" y="291"/>
                  </a:lnTo>
                  <a:lnTo>
                    <a:pt x="210" y="291"/>
                  </a:lnTo>
                  <a:lnTo>
                    <a:pt x="210" y="291"/>
                  </a:lnTo>
                  <a:lnTo>
                    <a:pt x="210" y="291"/>
                  </a:lnTo>
                  <a:lnTo>
                    <a:pt x="210" y="291"/>
                  </a:lnTo>
                  <a:lnTo>
                    <a:pt x="210" y="291"/>
                  </a:lnTo>
                  <a:lnTo>
                    <a:pt x="210" y="294"/>
                  </a:lnTo>
                  <a:lnTo>
                    <a:pt x="210" y="294"/>
                  </a:lnTo>
                  <a:lnTo>
                    <a:pt x="210" y="294"/>
                  </a:lnTo>
                  <a:lnTo>
                    <a:pt x="210" y="294"/>
                  </a:lnTo>
                  <a:lnTo>
                    <a:pt x="210" y="294"/>
                  </a:lnTo>
                  <a:lnTo>
                    <a:pt x="210" y="294"/>
                  </a:lnTo>
                  <a:lnTo>
                    <a:pt x="208" y="294"/>
                  </a:lnTo>
                  <a:lnTo>
                    <a:pt x="208" y="294"/>
                  </a:lnTo>
                  <a:lnTo>
                    <a:pt x="208" y="294"/>
                  </a:lnTo>
                  <a:lnTo>
                    <a:pt x="208" y="294"/>
                  </a:lnTo>
                  <a:lnTo>
                    <a:pt x="208" y="294"/>
                  </a:lnTo>
                  <a:lnTo>
                    <a:pt x="208" y="296"/>
                  </a:lnTo>
                  <a:lnTo>
                    <a:pt x="210" y="296"/>
                  </a:lnTo>
                  <a:lnTo>
                    <a:pt x="210" y="296"/>
                  </a:lnTo>
                  <a:lnTo>
                    <a:pt x="210" y="294"/>
                  </a:lnTo>
                  <a:lnTo>
                    <a:pt x="210" y="294"/>
                  </a:lnTo>
                  <a:lnTo>
                    <a:pt x="213" y="294"/>
                  </a:lnTo>
                  <a:lnTo>
                    <a:pt x="213" y="294"/>
                  </a:lnTo>
                  <a:lnTo>
                    <a:pt x="215" y="294"/>
                  </a:lnTo>
                  <a:lnTo>
                    <a:pt x="215" y="294"/>
                  </a:lnTo>
                  <a:lnTo>
                    <a:pt x="215" y="294"/>
                  </a:lnTo>
                  <a:lnTo>
                    <a:pt x="215" y="294"/>
                  </a:lnTo>
                  <a:lnTo>
                    <a:pt x="215" y="294"/>
                  </a:lnTo>
                  <a:lnTo>
                    <a:pt x="215" y="291"/>
                  </a:lnTo>
                  <a:lnTo>
                    <a:pt x="215" y="291"/>
                  </a:lnTo>
                  <a:lnTo>
                    <a:pt x="215" y="291"/>
                  </a:lnTo>
                  <a:lnTo>
                    <a:pt x="217" y="291"/>
                  </a:lnTo>
                  <a:lnTo>
                    <a:pt x="217" y="294"/>
                  </a:lnTo>
                  <a:lnTo>
                    <a:pt x="217" y="294"/>
                  </a:lnTo>
                  <a:lnTo>
                    <a:pt x="220" y="294"/>
                  </a:lnTo>
                  <a:lnTo>
                    <a:pt x="222" y="294"/>
                  </a:lnTo>
                  <a:lnTo>
                    <a:pt x="222" y="294"/>
                  </a:lnTo>
                  <a:lnTo>
                    <a:pt x="222" y="294"/>
                  </a:lnTo>
                  <a:lnTo>
                    <a:pt x="220" y="294"/>
                  </a:lnTo>
                  <a:lnTo>
                    <a:pt x="220" y="294"/>
                  </a:lnTo>
                  <a:lnTo>
                    <a:pt x="220" y="291"/>
                  </a:lnTo>
                  <a:lnTo>
                    <a:pt x="222" y="291"/>
                  </a:lnTo>
                  <a:lnTo>
                    <a:pt x="222" y="291"/>
                  </a:lnTo>
                  <a:lnTo>
                    <a:pt x="222" y="291"/>
                  </a:lnTo>
                  <a:lnTo>
                    <a:pt x="222" y="291"/>
                  </a:lnTo>
                  <a:lnTo>
                    <a:pt x="222" y="291"/>
                  </a:lnTo>
                  <a:lnTo>
                    <a:pt x="222" y="291"/>
                  </a:lnTo>
                  <a:lnTo>
                    <a:pt x="222" y="291"/>
                  </a:lnTo>
                  <a:lnTo>
                    <a:pt x="225" y="291"/>
                  </a:lnTo>
                  <a:lnTo>
                    <a:pt x="225" y="291"/>
                  </a:lnTo>
                  <a:lnTo>
                    <a:pt x="225" y="291"/>
                  </a:lnTo>
                  <a:lnTo>
                    <a:pt x="225" y="291"/>
                  </a:lnTo>
                  <a:lnTo>
                    <a:pt x="227" y="291"/>
                  </a:lnTo>
                  <a:lnTo>
                    <a:pt x="227" y="294"/>
                  </a:lnTo>
                  <a:lnTo>
                    <a:pt x="227" y="294"/>
                  </a:lnTo>
                  <a:lnTo>
                    <a:pt x="227" y="291"/>
                  </a:lnTo>
                  <a:lnTo>
                    <a:pt x="229" y="291"/>
                  </a:lnTo>
                  <a:lnTo>
                    <a:pt x="229" y="291"/>
                  </a:lnTo>
                  <a:lnTo>
                    <a:pt x="229" y="291"/>
                  </a:lnTo>
                  <a:lnTo>
                    <a:pt x="229" y="291"/>
                  </a:lnTo>
                  <a:lnTo>
                    <a:pt x="229" y="291"/>
                  </a:lnTo>
                  <a:lnTo>
                    <a:pt x="232" y="291"/>
                  </a:lnTo>
                  <a:lnTo>
                    <a:pt x="232" y="291"/>
                  </a:lnTo>
                  <a:lnTo>
                    <a:pt x="232" y="291"/>
                  </a:lnTo>
                  <a:lnTo>
                    <a:pt x="232" y="291"/>
                  </a:lnTo>
                  <a:lnTo>
                    <a:pt x="232" y="291"/>
                  </a:lnTo>
                  <a:lnTo>
                    <a:pt x="232" y="291"/>
                  </a:lnTo>
                  <a:lnTo>
                    <a:pt x="234" y="291"/>
                  </a:lnTo>
                  <a:lnTo>
                    <a:pt x="234" y="291"/>
                  </a:lnTo>
                  <a:lnTo>
                    <a:pt x="236" y="291"/>
                  </a:lnTo>
                  <a:lnTo>
                    <a:pt x="236" y="291"/>
                  </a:lnTo>
                  <a:lnTo>
                    <a:pt x="236" y="291"/>
                  </a:lnTo>
                  <a:lnTo>
                    <a:pt x="236" y="291"/>
                  </a:lnTo>
                  <a:lnTo>
                    <a:pt x="236" y="291"/>
                  </a:lnTo>
                  <a:lnTo>
                    <a:pt x="236" y="291"/>
                  </a:lnTo>
                  <a:lnTo>
                    <a:pt x="239" y="291"/>
                  </a:lnTo>
                  <a:lnTo>
                    <a:pt x="239" y="291"/>
                  </a:lnTo>
                  <a:lnTo>
                    <a:pt x="239" y="291"/>
                  </a:lnTo>
                  <a:lnTo>
                    <a:pt x="241" y="291"/>
                  </a:lnTo>
                  <a:lnTo>
                    <a:pt x="241" y="291"/>
                  </a:lnTo>
                  <a:lnTo>
                    <a:pt x="241" y="291"/>
                  </a:lnTo>
                  <a:lnTo>
                    <a:pt x="244" y="291"/>
                  </a:lnTo>
                  <a:lnTo>
                    <a:pt x="244" y="291"/>
                  </a:lnTo>
                  <a:lnTo>
                    <a:pt x="246" y="291"/>
                  </a:lnTo>
                  <a:lnTo>
                    <a:pt x="246" y="294"/>
                  </a:lnTo>
                  <a:lnTo>
                    <a:pt x="246" y="294"/>
                  </a:lnTo>
                  <a:lnTo>
                    <a:pt x="248" y="294"/>
                  </a:lnTo>
                  <a:lnTo>
                    <a:pt x="248" y="291"/>
                  </a:lnTo>
                  <a:lnTo>
                    <a:pt x="248" y="291"/>
                  </a:lnTo>
                  <a:lnTo>
                    <a:pt x="248" y="291"/>
                  </a:lnTo>
                  <a:lnTo>
                    <a:pt x="248" y="291"/>
                  </a:lnTo>
                  <a:lnTo>
                    <a:pt x="246" y="291"/>
                  </a:lnTo>
                  <a:lnTo>
                    <a:pt x="246" y="291"/>
                  </a:lnTo>
                  <a:lnTo>
                    <a:pt x="246" y="291"/>
                  </a:lnTo>
                  <a:lnTo>
                    <a:pt x="246" y="291"/>
                  </a:lnTo>
                  <a:lnTo>
                    <a:pt x="248" y="291"/>
                  </a:lnTo>
                  <a:lnTo>
                    <a:pt x="248" y="291"/>
                  </a:lnTo>
                  <a:lnTo>
                    <a:pt x="248" y="291"/>
                  </a:lnTo>
                  <a:lnTo>
                    <a:pt x="248" y="291"/>
                  </a:lnTo>
                  <a:lnTo>
                    <a:pt x="251" y="291"/>
                  </a:lnTo>
                  <a:lnTo>
                    <a:pt x="251" y="291"/>
                  </a:lnTo>
                  <a:lnTo>
                    <a:pt x="251" y="291"/>
                  </a:lnTo>
                  <a:lnTo>
                    <a:pt x="251" y="289"/>
                  </a:lnTo>
                  <a:lnTo>
                    <a:pt x="251" y="289"/>
                  </a:lnTo>
                  <a:lnTo>
                    <a:pt x="251" y="289"/>
                  </a:lnTo>
                  <a:lnTo>
                    <a:pt x="251" y="289"/>
                  </a:lnTo>
                  <a:lnTo>
                    <a:pt x="251" y="289"/>
                  </a:lnTo>
                  <a:lnTo>
                    <a:pt x="251" y="291"/>
                  </a:lnTo>
                  <a:lnTo>
                    <a:pt x="253" y="291"/>
                  </a:lnTo>
                  <a:lnTo>
                    <a:pt x="253" y="291"/>
                  </a:lnTo>
                  <a:lnTo>
                    <a:pt x="253" y="291"/>
                  </a:lnTo>
                  <a:lnTo>
                    <a:pt x="253" y="289"/>
                  </a:lnTo>
                  <a:lnTo>
                    <a:pt x="253" y="291"/>
                  </a:lnTo>
                  <a:lnTo>
                    <a:pt x="253" y="291"/>
                  </a:lnTo>
                  <a:lnTo>
                    <a:pt x="253" y="291"/>
                  </a:lnTo>
                  <a:lnTo>
                    <a:pt x="255" y="291"/>
                  </a:lnTo>
                  <a:lnTo>
                    <a:pt x="255" y="291"/>
                  </a:lnTo>
                  <a:lnTo>
                    <a:pt x="255" y="291"/>
                  </a:lnTo>
                  <a:lnTo>
                    <a:pt x="255" y="291"/>
                  </a:lnTo>
                  <a:lnTo>
                    <a:pt x="258" y="294"/>
                  </a:lnTo>
                  <a:lnTo>
                    <a:pt x="258" y="294"/>
                  </a:lnTo>
                  <a:lnTo>
                    <a:pt x="258" y="294"/>
                  </a:lnTo>
                  <a:lnTo>
                    <a:pt x="260" y="294"/>
                  </a:lnTo>
                  <a:lnTo>
                    <a:pt x="260" y="294"/>
                  </a:lnTo>
                  <a:lnTo>
                    <a:pt x="260" y="291"/>
                  </a:lnTo>
                  <a:lnTo>
                    <a:pt x="260" y="291"/>
                  </a:lnTo>
                  <a:lnTo>
                    <a:pt x="258" y="291"/>
                  </a:lnTo>
                  <a:lnTo>
                    <a:pt x="258" y="289"/>
                  </a:lnTo>
                  <a:lnTo>
                    <a:pt x="255" y="289"/>
                  </a:lnTo>
                  <a:lnTo>
                    <a:pt x="255" y="289"/>
                  </a:lnTo>
                  <a:lnTo>
                    <a:pt x="255" y="287"/>
                  </a:lnTo>
                  <a:lnTo>
                    <a:pt x="255" y="287"/>
                  </a:lnTo>
                  <a:lnTo>
                    <a:pt x="258" y="287"/>
                  </a:lnTo>
                  <a:lnTo>
                    <a:pt x="258" y="287"/>
                  </a:lnTo>
                  <a:lnTo>
                    <a:pt x="258" y="287"/>
                  </a:lnTo>
                  <a:lnTo>
                    <a:pt x="258" y="287"/>
                  </a:lnTo>
                  <a:lnTo>
                    <a:pt x="260" y="289"/>
                  </a:lnTo>
                  <a:lnTo>
                    <a:pt x="260" y="289"/>
                  </a:lnTo>
                  <a:lnTo>
                    <a:pt x="260" y="289"/>
                  </a:lnTo>
                  <a:lnTo>
                    <a:pt x="260" y="291"/>
                  </a:lnTo>
                  <a:lnTo>
                    <a:pt x="260" y="291"/>
                  </a:lnTo>
                  <a:lnTo>
                    <a:pt x="260" y="291"/>
                  </a:lnTo>
                  <a:lnTo>
                    <a:pt x="260" y="291"/>
                  </a:lnTo>
                  <a:lnTo>
                    <a:pt x="260" y="294"/>
                  </a:lnTo>
                  <a:lnTo>
                    <a:pt x="260" y="294"/>
                  </a:lnTo>
                  <a:lnTo>
                    <a:pt x="258" y="294"/>
                  </a:lnTo>
                  <a:lnTo>
                    <a:pt x="258" y="294"/>
                  </a:lnTo>
                  <a:lnTo>
                    <a:pt x="258" y="294"/>
                  </a:lnTo>
                  <a:lnTo>
                    <a:pt x="258" y="294"/>
                  </a:lnTo>
                  <a:lnTo>
                    <a:pt x="258" y="294"/>
                  </a:lnTo>
                  <a:lnTo>
                    <a:pt x="255" y="294"/>
                  </a:lnTo>
                  <a:lnTo>
                    <a:pt x="255" y="294"/>
                  </a:lnTo>
                  <a:lnTo>
                    <a:pt x="255" y="294"/>
                  </a:lnTo>
                  <a:lnTo>
                    <a:pt x="253" y="294"/>
                  </a:lnTo>
                  <a:lnTo>
                    <a:pt x="253" y="291"/>
                  </a:lnTo>
                  <a:lnTo>
                    <a:pt x="251" y="291"/>
                  </a:lnTo>
                  <a:lnTo>
                    <a:pt x="251" y="291"/>
                  </a:lnTo>
                  <a:lnTo>
                    <a:pt x="251" y="294"/>
                  </a:lnTo>
                  <a:lnTo>
                    <a:pt x="251" y="294"/>
                  </a:lnTo>
                  <a:lnTo>
                    <a:pt x="251" y="294"/>
                  </a:lnTo>
                  <a:lnTo>
                    <a:pt x="251" y="294"/>
                  </a:lnTo>
                  <a:lnTo>
                    <a:pt x="251" y="294"/>
                  </a:lnTo>
                  <a:lnTo>
                    <a:pt x="251" y="294"/>
                  </a:lnTo>
                  <a:lnTo>
                    <a:pt x="251" y="291"/>
                  </a:lnTo>
                  <a:lnTo>
                    <a:pt x="248" y="294"/>
                  </a:lnTo>
                  <a:lnTo>
                    <a:pt x="248" y="294"/>
                  </a:lnTo>
                  <a:lnTo>
                    <a:pt x="246" y="294"/>
                  </a:lnTo>
                  <a:lnTo>
                    <a:pt x="246" y="294"/>
                  </a:lnTo>
                  <a:lnTo>
                    <a:pt x="246" y="294"/>
                  </a:lnTo>
                  <a:lnTo>
                    <a:pt x="248" y="296"/>
                  </a:lnTo>
                  <a:lnTo>
                    <a:pt x="253" y="296"/>
                  </a:lnTo>
                  <a:lnTo>
                    <a:pt x="255" y="296"/>
                  </a:lnTo>
                  <a:lnTo>
                    <a:pt x="255" y="296"/>
                  </a:lnTo>
                  <a:lnTo>
                    <a:pt x="258" y="296"/>
                  </a:lnTo>
                  <a:lnTo>
                    <a:pt x="258" y="296"/>
                  </a:lnTo>
                  <a:lnTo>
                    <a:pt x="260" y="298"/>
                  </a:lnTo>
                  <a:lnTo>
                    <a:pt x="260" y="298"/>
                  </a:lnTo>
                  <a:lnTo>
                    <a:pt x="260" y="296"/>
                  </a:lnTo>
                  <a:lnTo>
                    <a:pt x="260" y="296"/>
                  </a:lnTo>
                  <a:lnTo>
                    <a:pt x="260" y="296"/>
                  </a:lnTo>
                  <a:lnTo>
                    <a:pt x="260" y="294"/>
                  </a:lnTo>
                  <a:lnTo>
                    <a:pt x="260" y="296"/>
                  </a:lnTo>
                  <a:lnTo>
                    <a:pt x="260" y="296"/>
                  </a:lnTo>
                  <a:lnTo>
                    <a:pt x="260" y="296"/>
                  </a:lnTo>
                  <a:lnTo>
                    <a:pt x="260" y="296"/>
                  </a:lnTo>
                  <a:lnTo>
                    <a:pt x="260" y="296"/>
                  </a:lnTo>
                  <a:lnTo>
                    <a:pt x="260" y="298"/>
                  </a:lnTo>
                  <a:lnTo>
                    <a:pt x="262" y="298"/>
                  </a:lnTo>
                  <a:lnTo>
                    <a:pt x="262" y="298"/>
                  </a:lnTo>
                  <a:lnTo>
                    <a:pt x="265" y="298"/>
                  </a:lnTo>
                  <a:lnTo>
                    <a:pt x="279" y="301"/>
                  </a:lnTo>
                  <a:lnTo>
                    <a:pt x="284" y="301"/>
                  </a:lnTo>
                  <a:lnTo>
                    <a:pt x="284" y="298"/>
                  </a:lnTo>
                  <a:lnTo>
                    <a:pt x="284" y="298"/>
                  </a:lnTo>
                  <a:lnTo>
                    <a:pt x="284" y="298"/>
                  </a:lnTo>
                  <a:lnTo>
                    <a:pt x="284" y="298"/>
                  </a:lnTo>
                  <a:lnTo>
                    <a:pt x="284" y="298"/>
                  </a:lnTo>
                  <a:lnTo>
                    <a:pt x="281" y="298"/>
                  </a:lnTo>
                  <a:lnTo>
                    <a:pt x="281" y="296"/>
                  </a:lnTo>
                  <a:lnTo>
                    <a:pt x="284" y="296"/>
                  </a:lnTo>
                  <a:lnTo>
                    <a:pt x="284" y="298"/>
                  </a:lnTo>
                  <a:lnTo>
                    <a:pt x="284" y="296"/>
                  </a:lnTo>
                  <a:lnTo>
                    <a:pt x="284" y="296"/>
                  </a:lnTo>
                  <a:lnTo>
                    <a:pt x="284" y="296"/>
                  </a:lnTo>
                  <a:lnTo>
                    <a:pt x="284" y="296"/>
                  </a:lnTo>
                  <a:lnTo>
                    <a:pt x="286" y="296"/>
                  </a:lnTo>
                  <a:lnTo>
                    <a:pt x="286" y="296"/>
                  </a:lnTo>
                  <a:lnTo>
                    <a:pt x="286" y="296"/>
                  </a:lnTo>
                  <a:lnTo>
                    <a:pt x="286" y="294"/>
                  </a:lnTo>
                  <a:lnTo>
                    <a:pt x="286" y="294"/>
                  </a:lnTo>
                  <a:lnTo>
                    <a:pt x="286" y="294"/>
                  </a:lnTo>
                  <a:lnTo>
                    <a:pt x="284" y="294"/>
                  </a:lnTo>
                  <a:lnTo>
                    <a:pt x="284" y="294"/>
                  </a:lnTo>
                  <a:lnTo>
                    <a:pt x="284" y="294"/>
                  </a:lnTo>
                  <a:lnTo>
                    <a:pt x="284" y="294"/>
                  </a:lnTo>
                  <a:lnTo>
                    <a:pt x="284" y="294"/>
                  </a:lnTo>
                  <a:lnTo>
                    <a:pt x="284" y="294"/>
                  </a:lnTo>
                  <a:lnTo>
                    <a:pt x="284" y="294"/>
                  </a:lnTo>
                  <a:lnTo>
                    <a:pt x="284" y="294"/>
                  </a:lnTo>
                  <a:lnTo>
                    <a:pt x="284" y="291"/>
                  </a:lnTo>
                  <a:lnTo>
                    <a:pt x="286" y="291"/>
                  </a:lnTo>
                  <a:lnTo>
                    <a:pt x="286" y="291"/>
                  </a:lnTo>
                  <a:lnTo>
                    <a:pt x="286" y="291"/>
                  </a:lnTo>
                  <a:lnTo>
                    <a:pt x="286" y="289"/>
                  </a:lnTo>
                  <a:lnTo>
                    <a:pt x="286" y="289"/>
                  </a:lnTo>
                  <a:lnTo>
                    <a:pt x="286" y="289"/>
                  </a:lnTo>
                  <a:lnTo>
                    <a:pt x="288" y="289"/>
                  </a:lnTo>
                  <a:lnTo>
                    <a:pt x="288" y="289"/>
                  </a:lnTo>
                  <a:lnTo>
                    <a:pt x="288" y="289"/>
                  </a:lnTo>
                  <a:lnTo>
                    <a:pt x="288" y="289"/>
                  </a:lnTo>
                  <a:lnTo>
                    <a:pt x="291" y="289"/>
                  </a:lnTo>
                  <a:lnTo>
                    <a:pt x="291" y="289"/>
                  </a:lnTo>
                  <a:lnTo>
                    <a:pt x="291" y="289"/>
                  </a:lnTo>
                  <a:lnTo>
                    <a:pt x="291" y="287"/>
                  </a:lnTo>
                  <a:lnTo>
                    <a:pt x="291" y="287"/>
                  </a:lnTo>
                  <a:lnTo>
                    <a:pt x="293" y="289"/>
                  </a:lnTo>
                  <a:lnTo>
                    <a:pt x="293" y="289"/>
                  </a:lnTo>
                  <a:lnTo>
                    <a:pt x="293" y="289"/>
                  </a:lnTo>
                  <a:lnTo>
                    <a:pt x="293" y="289"/>
                  </a:lnTo>
                  <a:lnTo>
                    <a:pt x="293" y="291"/>
                  </a:lnTo>
                  <a:lnTo>
                    <a:pt x="291" y="291"/>
                  </a:lnTo>
                  <a:lnTo>
                    <a:pt x="291" y="291"/>
                  </a:lnTo>
                  <a:lnTo>
                    <a:pt x="291" y="291"/>
                  </a:lnTo>
                  <a:lnTo>
                    <a:pt x="291" y="294"/>
                  </a:lnTo>
                  <a:lnTo>
                    <a:pt x="291" y="294"/>
                  </a:lnTo>
                  <a:lnTo>
                    <a:pt x="291" y="294"/>
                  </a:lnTo>
                  <a:lnTo>
                    <a:pt x="288" y="296"/>
                  </a:lnTo>
                  <a:lnTo>
                    <a:pt x="288" y="296"/>
                  </a:lnTo>
                  <a:lnTo>
                    <a:pt x="288" y="296"/>
                  </a:lnTo>
                  <a:lnTo>
                    <a:pt x="291" y="296"/>
                  </a:lnTo>
                  <a:lnTo>
                    <a:pt x="291" y="298"/>
                  </a:lnTo>
                  <a:lnTo>
                    <a:pt x="291" y="298"/>
                  </a:lnTo>
                  <a:lnTo>
                    <a:pt x="293" y="301"/>
                  </a:lnTo>
                  <a:lnTo>
                    <a:pt x="293" y="298"/>
                  </a:lnTo>
                  <a:lnTo>
                    <a:pt x="296" y="298"/>
                  </a:lnTo>
                  <a:lnTo>
                    <a:pt x="296" y="298"/>
                  </a:lnTo>
                  <a:lnTo>
                    <a:pt x="298" y="301"/>
                  </a:lnTo>
                  <a:lnTo>
                    <a:pt x="300" y="301"/>
                  </a:lnTo>
                  <a:lnTo>
                    <a:pt x="300" y="301"/>
                  </a:lnTo>
                  <a:lnTo>
                    <a:pt x="303" y="301"/>
                  </a:lnTo>
                  <a:lnTo>
                    <a:pt x="303" y="301"/>
                  </a:lnTo>
                  <a:lnTo>
                    <a:pt x="303" y="298"/>
                  </a:lnTo>
                  <a:lnTo>
                    <a:pt x="303" y="298"/>
                  </a:lnTo>
                  <a:lnTo>
                    <a:pt x="303" y="298"/>
                  </a:lnTo>
                  <a:lnTo>
                    <a:pt x="305" y="298"/>
                  </a:lnTo>
                  <a:lnTo>
                    <a:pt x="307" y="298"/>
                  </a:lnTo>
                  <a:lnTo>
                    <a:pt x="307" y="298"/>
                  </a:lnTo>
                  <a:lnTo>
                    <a:pt x="310" y="298"/>
                  </a:lnTo>
                  <a:lnTo>
                    <a:pt x="312" y="298"/>
                  </a:lnTo>
                  <a:lnTo>
                    <a:pt x="312" y="298"/>
                  </a:lnTo>
                  <a:lnTo>
                    <a:pt x="312" y="298"/>
                  </a:lnTo>
                  <a:lnTo>
                    <a:pt x="312" y="298"/>
                  </a:lnTo>
                  <a:lnTo>
                    <a:pt x="312" y="296"/>
                  </a:lnTo>
                  <a:lnTo>
                    <a:pt x="312" y="296"/>
                  </a:lnTo>
                  <a:lnTo>
                    <a:pt x="312" y="296"/>
                  </a:lnTo>
                  <a:lnTo>
                    <a:pt x="312" y="296"/>
                  </a:lnTo>
                  <a:lnTo>
                    <a:pt x="312" y="294"/>
                  </a:lnTo>
                  <a:lnTo>
                    <a:pt x="312" y="294"/>
                  </a:lnTo>
                  <a:lnTo>
                    <a:pt x="310" y="294"/>
                  </a:lnTo>
                  <a:lnTo>
                    <a:pt x="310" y="291"/>
                  </a:lnTo>
                  <a:lnTo>
                    <a:pt x="310" y="289"/>
                  </a:lnTo>
                  <a:lnTo>
                    <a:pt x="312" y="289"/>
                  </a:lnTo>
                  <a:lnTo>
                    <a:pt x="312" y="289"/>
                  </a:lnTo>
                  <a:lnTo>
                    <a:pt x="315" y="289"/>
                  </a:lnTo>
                  <a:lnTo>
                    <a:pt x="315" y="287"/>
                  </a:lnTo>
                  <a:lnTo>
                    <a:pt x="315" y="287"/>
                  </a:lnTo>
                  <a:lnTo>
                    <a:pt x="312" y="284"/>
                  </a:lnTo>
                  <a:lnTo>
                    <a:pt x="312" y="280"/>
                  </a:lnTo>
                  <a:lnTo>
                    <a:pt x="312" y="277"/>
                  </a:lnTo>
                  <a:lnTo>
                    <a:pt x="312" y="275"/>
                  </a:lnTo>
                  <a:lnTo>
                    <a:pt x="310" y="275"/>
                  </a:lnTo>
                  <a:lnTo>
                    <a:pt x="310" y="275"/>
                  </a:lnTo>
                  <a:lnTo>
                    <a:pt x="305" y="272"/>
                  </a:lnTo>
                  <a:lnTo>
                    <a:pt x="305" y="275"/>
                  </a:lnTo>
                  <a:lnTo>
                    <a:pt x="303" y="275"/>
                  </a:lnTo>
                  <a:lnTo>
                    <a:pt x="303" y="275"/>
                  </a:lnTo>
                  <a:lnTo>
                    <a:pt x="300" y="275"/>
                  </a:lnTo>
                  <a:lnTo>
                    <a:pt x="300" y="272"/>
                  </a:lnTo>
                  <a:lnTo>
                    <a:pt x="300" y="270"/>
                  </a:lnTo>
                  <a:lnTo>
                    <a:pt x="298" y="270"/>
                  </a:lnTo>
                  <a:lnTo>
                    <a:pt x="298" y="263"/>
                  </a:lnTo>
                  <a:lnTo>
                    <a:pt x="298" y="263"/>
                  </a:lnTo>
                  <a:lnTo>
                    <a:pt x="298" y="261"/>
                  </a:lnTo>
                  <a:lnTo>
                    <a:pt x="296" y="256"/>
                  </a:lnTo>
                  <a:lnTo>
                    <a:pt x="296" y="254"/>
                  </a:lnTo>
                  <a:lnTo>
                    <a:pt x="293" y="246"/>
                  </a:lnTo>
                  <a:lnTo>
                    <a:pt x="293" y="242"/>
                  </a:lnTo>
                  <a:lnTo>
                    <a:pt x="291" y="242"/>
                  </a:lnTo>
                  <a:lnTo>
                    <a:pt x="291" y="242"/>
                  </a:lnTo>
                  <a:lnTo>
                    <a:pt x="291" y="239"/>
                  </a:lnTo>
                  <a:lnTo>
                    <a:pt x="286" y="220"/>
                  </a:lnTo>
                  <a:lnTo>
                    <a:pt x="286" y="220"/>
                  </a:lnTo>
                  <a:lnTo>
                    <a:pt x="286" y="220"/>
                  </a:lnTo>
                  <a:lnTo>
                    <a:pt x="286" y="218"/>
                  </a:lnTo>
                  <a:lnTo>
                    <a:pt x="286" y="218"/>
                  </a:lnTo>
                  <a:lnTo>
                    <a:pt x="288" y="216"/>
                  </a:lnTo>
                  <a:lnTo>
                    <a:pt x="288" y="216"/>
                  </a:lnTo>
                  <a:lnTo>
                    <a:pt x="288" y="213"/>
                  </a:lnTo>
                  <a:lnTo>
                    <a:pt x="286" y="213"/>
                  </a:lnTo>
                  <a:lnTo>
                    <a:pt x="286" y="213"/>
                  </a:lnTo>
                  <a:lnTo>
                    <a:pt x="286" y="211"/>
                  </a:lnTo>
                  <a:lnTo>
                    <a:pt x="288" y="209"/>
                  </a:lnTo>
                  <a:lnTo>
                    <a:pt x="293" y="199"/>
                  </a:lnTo>
                  <a:lnTo>
                    <a:pt x="293" y="197"/>
                  </a:lnTo>
                  <a:lnTo>
                    <a:pt x="293" y="197"/>
                  </a:lnTo>
                  <a:lnTo>
                    <a:pt x="296" y="197"/>
                  </a:lnTo>
                  <a:lnTo>
                    <a:pt x="298" y="197"/>
                  </a:lnTo>
                  <a:lnTo>
                    <a:pt x="298" y="197"/>
                  </a:lnTo>
                  <a:lnTo>
                    <a:pt x="298" y="194"/>
                  </a:lnTo>
                  <a:lnTo>
                    <a:pt x="298" y="194"/>
                  </a:lnTo>
                  <a:lnTo>
                    <a:pt x="300" y="190"/>
                  </a:lnTo>
                  <a:lnTo>
                    <a:pt x="300" y="190"/>
                  </a:lnTo>
                  <a:lnTo>
                    <a:pt x="300" y="187"/>
                  </a:lnTo>
                  <a:lnTo>
                    <a:pt x="300" y="187"/>
                  </a:lnTo>
                  <a:lnTo>
                    <a:pt x="300" y="187"/>
                  </a:lnTo>
                  <a:lnTo>
                    <a:pt x="300" y="187"/>
                  </a:lnTo>
                  <a:lnTo>
                    <a:pt x="300" y="187"/>
                  </a:lnTo>
                  <a:lnTo>
                    <a:pt x="303" y="171"/>
                  </a:lnTo>
                  <a:lnTo>
                    <a:pt x="303" y="168"/>
                  </a:lnTo>
                  <a:lnTo>
                    <a:pt x="307" y="159"/>
                  </a:lnTo>
                  <a:lnTo>
                    <a:pt x="307" y="159"/>
                  </a:lnTo>
                  <a:lnTo>
                    <a:pt x="307" y="159"/>
                  </a:lnTo>
                  <a:lnTo>
                    <a:pt x="307" y="159"/>
                  </a:lnTo>
                  <a:lnTo>
                    <a:pt x="307" y="159"/>
                  </a:lnTo>
                  <a:lnTo>
                    <a:pt x="307" y="156"/>
                  </a:lnTo>
                  <a:lnTo>
                    <a:pt x="307" y="156"/>
                  </a:lnTo>
                  <a:lnTo>
                    <a:pt x="307" y="156"/>
                  </a:lnTo>
                  <a:lnTo>
                    <a:pt x="310" y="156"/>
                  </a:lnTo>
                  <a:lnTo>
                    <a:pt x="310" y="154"/>
                  </a:lnTo>
                  <a:lnTo>
                    <a:pt x="310" y="154"/>
                  </a:lnTo>
                  <a:lnTo>
                    <a:pt x="310" y="149"/>
                  </a:lnTo>
                  <a:lnTo>
                    <a:pt x="310" y="149"/>
                  </a:lnTo>
                  <a:lnTo>
                    <a:pt x="312" y="149"/>
                  </a:lnTo>
                  <a:lnTo>
                    <a:pt x="312" y="149"/>
                  </a:lnTo>
                  <a:lnTo>
                    <a:pt x="312" y="152"/>
                  </a:lnTo>
                  <a:lnTo>
                    <a:pt x="312" y="152"/>
                  </a:lnTo>
                  <a:lnTo>
                    <a:pt x="312" y="149"/>
                  </a:lnTo>
                  <a:lnTo>
                    <a:pt x="315" y="147"/>
                  </a:lnTo>
                  <a:lnTo>
                    <a:pt x="317" y="147"/>
                  </a:lnTo>
                  <a:lnTo>
                    <a:pt x="319" y="145"/>
                  </a:lnTo>
                  <a:lnTo>
                    <a:pt x="319" y="145"/>
                  </a:lnTo>
                  <a:lnTo>
                    <a:pt x="322" y="145"/>
                  </a:lnTo>
                  <a:lnTo>
                    <a:pt x="322" y="142"/>
                  </a:lnTo>
                  <a:lnTo>
                    <a:pt x="322" y="142"/>
                  </a:lnTo>
                  <a:lnTo>
                    <a:pt x="319" y="140"/>
                  </a:lnTo>
                  <a:lnTo>
                    <a:pt x="319" y="140"/>
                  </a:lnTo>
                  <a:lnTo>
                    <a:pt x="319" y="140"/>
                  </a:lnTo>
                  <a:lnTo>
                    <a:pt x="319" y="138"/>
                  </a:lnTo>
                  <a:lnTo>
                    <a:pt x="322" y="138"/>
                  </a:lnTo>
                  <a:lnTo>
                    <a:pt x="322" y="138"/>
                  </a:lnTo>
                  <a:lnTo>
                    <a:pt x="322" y="138"/>
                  </a:lnTo>
                  <a:lnTo>
                    <a:pt x="322" y="138"/>
                  </a:lnTo>
                  <a:lnTo>
                    <a:pt x="324" y="138"/>
                  </a:lnTo>
                  <a:lnTo>
                    <a:pt x="326" y="138"/>
                  </a:lnTo>
                  <a:lnTo>
                    <a:pt x="326" y="135"/>
                  </a:lnTo>
                  <a:lnTo>
                    <a:pt x="324" y="121"/>
                  </a:lnTo>
                  <a:close/>
                  <a:moveTo>
                    <a:pt x="293" y="301"/>
                  </a:moveTo>
                  <a:lnTo>
                    <a:pt x="293" y="301"/>
                  </a:lnTo>
                  <a:lnTo>
                    <a:pt x="291" y="301"/>
                  </a:lnTo>
                  <a:lnTo>
                    <a:pt x="291" y="301"/>
                  </a:lnTo>
                  <a:lnTo>
                    <a:pt x="291" y="301"/>
                  </a:lnTo>
                  <a:lnTo>
                    <a:pt x="291" y="301"/>
                  </a:lnTo>
                  <a:lnTo>
                    <a:pt x="288" y="301"/>
                  </a:lnTo>
                  <a:lnTo>
                    <a:pt x="288" y="301"/>
                  </a:lnTo>
                  <a:lnTo>
                    <a:pt x="288" y="301"/>
                  </a:lnTo>
                  <a:lnTo>
                    <a:pt x="288" y="301"/>
                  </a:lnTo>
                  <a:lnTo>
                    <a:pt x="288" y="298"/>
                  </a:lnTo>
                  <a:lnTo>
                    <a:pt x="288" y="298"/>
                  </a:lnTo>
                  <a:lnTo>
                    <a:pt x="286" y="298"/>
                  </a:lnTo>
                  <a:lnTo>
                    <a:pt x="286" y="298"/>
                  </a:lnTo>
                  <a:lnTo>
                    <a:pt x="286" y="301"/>
                  </a:lnTo>
                  <a:lnTo>
                    <a:pt x="284" y="301"/>
                  </a:lnTo>
                  <a:lnTo>
                    <a:pt x="286" y="301"/>
                  </a:lnTo>
                  <a:lnTo>
                    <a:pt x="291" y="303"/>
                  </a:lnTo>
                  <a:lnTo>
                    <a:pt x="293" y="303"/>
                  </a:lnTo>
                  <a:lnTo>
                    <a:pt x="293" y="303"/>
                  </a:lnTo>
                  <a:lnTo>
                    <a:pt x="293" y="303"/>
                  </a:lnTo>
                  <a:lnTo>
                    <a:pt x="293" y="301"/>
                  </a:lnTo>
                  <a:lnTo>
                    <a:pt x="293" y="301"/>
                  </a:lnTo>
                  <a:lnTo>
                    <a:pt x="293" y="301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42">
              <a:extLst>
                <a:ext uri="{FF2B5EF4-FFF2-40B4-BE49-F238E27FC236}">
                  <a16:creationId xmlns:a16="http://schemas.microsoft.com/office/drawing/2014/main" id="{28DFEFF6-CB32-72C5-A69C-EA02D89391B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82033" y="2465654"/>
              <a:ext cx="211397" cy="119707"/>
            </a:xfrm>
            <a:custGeom>
              <a:avLst/>
              <a:gdLst>
                <a:gd name="T0" fmla="*/ 41 w 166"/>
                <a:gd name="T1" fmla="*/ 68 h 94"/>
                <a:gd name="T2" fmla="*/ 31 w 166"/>
                <a:gd name="T3" fmla="*/ 78 h 94"/>
                <a:gd name="T4" fmla="*/ 26 w 166"/>
                <a:gd name="T5" fmla="*/ 78 h 94"/>
                <a:gd name="T6" fmla="*/ 31 w 166"/>
                <a:gd name="T7" fmla="*/ 85 h 94"/>
                <a:gd name="T8" fmla="*/ 31 w 166"/>
                <a:gd name="T9" fmla="*/ 90 h 94"/>
                <a:gd name="T10" fmla="*/ 26 w 166"/>
                <a:gd name="T11" fmla="*/ 64 h 94"/>
                <a:gd name="T12" fmla="*/ 19 w 166"/>
                <a:gd name="T13" fmla="*/ 64 h 94"/>
                <a:gd name="T14" fmla="*/ 34 w 166"/>
                <a:gd name="T15" fmla="*/ 45 h 94"/>
                <a:gd name="T16" fmla="*/ 41 w 166"/>
                <a:gd name="T17" fmla="*/ 42 h 94"/>
                <a:gd name="T18" fmla="*/ 31 w 166"/>
                <a:gd name="T19" fmla="*/ 64 h 94"/>
                <a:gd name="T20" fmla="*/ 53 w 166"/>
                <a:gd name="T21" fmla="*/ 78 h 94"/>
                <a:gd name="T22" fmla="*/ 55 w 166"/>
                <a:gd name="T23" fmla="*/ 83 h 94"/>
                <a:gd name="T24" fmla="*/ 69 w 166"/>
                <a:gd name="T25" fmla="*/ 61 h 94"/>
                <a:gd name="T26" fmla="*/ 60 w 166"/>
                <a:gd name="T27" fmla="*/ 64 h 94"/>
                <a:gd name="T28" fmla="*/ 41 w 166"/>
                <a:gd name="T29" fmla="*/ 80 h 94"/>
                <a:gd name="T30" fmla="*/ 161 w 166"/>
                <a:gd name="T31" fmla="*/ 5 h 94"/>
                <a:gd name="T32" fmla="*/ 36 w 166"/>
                <a:gd name="T33" fmla="*/ 12 h 94"/>
                <a:gd name="T34" fmla="*/ 3 w 166"/>
                <a:gd name="T35" fmla="*/ 19 h 94"/>
                <a:gd name="T36" fmla="*/ 15 w 166"/>
                <a:gd name="T37" fmla="*/ 28 h 94"/>
                <a:gd name="T38" fmla="*/ 24 w 166"/>
                <a:gd name="T39" fmla="*/ 23 h 94"/>
                <a:gd name="T40" fmla="*/ 26 w 166"/>
                <a:gd name="T41" fmla="*/ 23 h 94"/>
                <a:gd name="T42" fmla="*/ 24 w 166"/>
                <a:gd name="T43" fmla="*/ 38 h 94"/>
                <a:gd name="T44" fmla="*/ 43 w 166"/>
                <a:gd name="T45" fmla="*/ 40 h 94"/>
                <a:gd name="T46" fmla="*/ 53 w 166"/>
                <a:gd name="T47" fmla="*/ 35 h 94"/>
                <a:gd name="T48" fmla="*/ 50 w 166"/>
                <a:gd name="T49" fmla="*/ 38 h 94"/>
                <a:gd name="T50" fmla="*/ 43 w 166"/>
                <a:gd name="T51" fmla="*/ 52 h 94"/>
                <a:gd name="T52" fmla="*/ 53 w 166"/>
                <a:gd name="T53" fmla="*/ 45 h 94"/>
                <a:gd name="T54" fmla="*/ 69 w 166"/>
                <a:gd name="T55" fmla="*/ 40 h 94"/>
                <a:gd name="T56" fmla="*/ 90 w 166"/>
                <a:gd name="T57" fmla="*/ 38 h 94"/>
                <a:gd name="T58" fmla="*/ 90 w 166"/>
                <a:gd name="T59" fmla="*/ 47 h 94"/>
                <a:gd name="T60" fmla="*/ 90 w 166"/>
                <a:gd name="T61" fmla="*/ 42 h 94"/>
                <a:gd name="T62" fmla="*/ 71 w 166"/>
                <a:gd name="T63" fmla="*/ 42 h 94"/>
                <a:gd name="T64" fmla="*/ 67 w 166"/>
                <a:gd name="T65" fmla="*/ 54 h 94"/>
                <a:gd name="T66" fmla="*/ 71 w 166"/>
                <a:gd name="T67" fmla="*/ 61 h 94"/>
                <a:gd name="T68" fmla="*/ 76 w 166"/>
                <a:gd name="T69" fmla="*/ 57 h 94"/>
                <a:gd name="T70" fmla="*/ 76 w 166"/>
                <a:gd name="T71" fmla="*/ 54 h 94"/>
                <a:gd name="T72" fmla="*/ 83 w 166"/>
                <a:gd name="T73" fmla="*/ 49 h 94"/>
                <a:gd name="T74" fmla="*/ 86 w 166"/>
                <a:gd name="T75" fmla="*/ 54 h 94"/>
                <a:gd name="T76" fmla="*/ 88 w 166"/>
                <a:gd name="T77" fmla="*/ 57 h 94"/>
                <a:gd name="T78" fmla="*/ 93 w 166"/>
                <a:gd name="T79" fmla="*/ 59 h 94"/>
                <a:gd name="T80" fmla="*/ 88 w 166"/>
                <a:gd name="T81" fmla="*/ 59 h 94"/>
                <a:gd name="T82" fmla="*/ 83 w 166"/>
                <a:gd name="T83" fmla="*/ 61 h 94"/>
                <a:gd name="T84" fmla="*/ 79 w 166"/>
                <a:gd name="T85" fmla="*/ 59 h 94"/>
                <a:gd name="T86" fmla="*/ 74 w 166"/>
                <a:gd name="T87" fmla="*/ 64 h 94"/>
                <a:gd name="T88" fmla="*/ 69 w 166"/>
                <a:gd name="T89" fmla="*/ 66 h 94"/>
                <a:gd name="T90" fmla="*/ 74 w 166"/>
                <a:gd name="T91" fmla="*/ 68 h 94"/>
                <a:gd name="T92" fmla="*/ 76 w 166"/>
                <a:gd name="T93" fmla="*/ 71 h 94"/>
                <a:gd name="T94" fmla="*/ 74 w 166"/>
                <a:gd name="T95" fmla="*/ 83 h 94"/>
                <a:gd name="T96" fmla="*/ 83 w 166"/>
                <a:gd name="T97" fmla="*/ 87 h 94"/>
                <a:gd name="T98" fmla="*/ 88 w 166"/>
                <a:gd name="T99" fmla="*/ 85 h 94"/>
                <a:gd name="T100" fmla="*/ 93 w 166"/>
                <a:gd name="T101" fmla="*/ 85 h 94"/>
                <a:gd name="T102" fmla="*/ 90 w 166"/>
                <a:gd name="T103" fmla="*/ 92 h 94"/>
                <a:gd name="T104" fmla="*/ 123 w 166"/>
                <a:gd name="T105" fmla="*/ 61 h 94"/>
                <a:gd name="T106" fmla="*/ 150 w 166"/>
                <a:gd name="T107" fmla="*/ 54 h 94"/>
                <a:gd name="T108" fmla="*/ 161 w 166"/>
                <a:gd name="T109" fmla="*/ 52 h 94"/>
                <a:gd name="T110" fmla="*/ 150 w 166"/>
                <a:gd name="T111" fmla="*/ 28 h 94"/>
                <a:gd name="T112" fmla="*/ 164 w 166"/>
                <a:gd name="T113" fmla="*/ 16 h 94"/>
                <a:gd name="T114" fmla="*/ 55 w 166"/>
                <a:gd name="T115" fmla="*/ 66 h 94"/>
                <a:gd name="T116" fmla="*/ 50 w 166"/>
                <a:gd name="T117" fmla="*/ 80 h 94"/>
                <a:gd name="T118" fmla="*/ 43 w 166"/>
                <a:gd name="T119" fmla="*/ 85 h 94"/>
                <a:gd name="T120" fmla="*/ 48 w 166"/>
                <a:gd name="T121" fmla="*/ 87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66" h="94">
                  <a:moveTo>
                    <a:pt x="45" y="59"/>
                  </a:moveTo>
                  <a:lnTo>
                    <a:pt x="45" y="59"/>
                  </a:lnTo>
                  <a:lnTo>
                    <a:pt x="43" y="59"/>
                  </a:lnTo>
                  <a:lnTo>
                    <a:pt x="43" y="59"/>
                  </a:lnTo>
                  <a:lnTo>
                    <a:pt x="43" y="59"/>
                  </a:lnTo>
                  <a:lnTo>
                    <a:pt x="43" y="59"/>
                  </a:lnTo>
                  <a:lnTo>
                    <a:pt x="41" y="59"/>
                  </a:lnTo>
                  <a:lnTo>
                    <a:pt x="41" y="61"/>
                  </a:lnTo>
                  <a:lnTo>
                    <a:pt x="41" y="61"/>
                  </a:lnTo>
                  <a:lnTo>
                    <a:pt x="41" y="61"/>
                  </a:lnTo>
                  <a:lnTo>
                    <a:pt x="38" y="64"/>
                  </a:lnTo>
                  <a:lnTo>
                    <a:pt x="38" y="64"/>
                  </a:lnTo>
                  <a:lnTo>
                    <a:pt x="38" y="64"/>
                  </a:lnTo>
                  <a:lnTo>
                    <a:pt x="38" y="66"/>
                  </a:lnTo>
                  <a:lnTo>
                    <a:pt x="36" y="66"/>
                  </a:lnTo>
                  <a:lnTo>
                    <a:pt x="36" y="66"/>
                  </a:lnTo>
                  <a:lnTo>
                    <a:pt x="38" y="68"/>
                  </a:lnTo>
                  <a:lnTo>
                    <a:pt x="38" y="68"/>
                  </a:lnTo>
                  <a:lnTo>
                    <a:pt x="38" y="68"/>
                  </a:lnTo>
                  <a:lnTo>
                    <a:pt x="41" y="68"/>
                  </a:lnTo>
                  <a:lnTo>
                    <a:pt x="41" y="68"/>
                  </a:lnTo>
                  <a:lnTo>
                    <a:pt x="41" y="66"/>
                  </a:lnTo>
                  <a:lnTo>
                    <a:pt x="41" y="68"/>
                  </a:lnTo>
                  <a:lnTo>
                    <a:pt x="41" y="68"/>
                  </a:lnTo>
                  <a:lnTo>
                    <a:pt x="41" y="68"/>
                  </a:lnTo>
                  <a:lnTo>
                    <a:pt x="41" y="68"/>
                  </a:lnTo>
                  <a:lnTo>
                    <a:pt x="41" y="68"/>
                  </a:lnTo>
                  <a:lnTo>
                    <a:pt x="41" y="66"/>
                  </a:lnTo>
                  <a:lnTo>
                    <a:pt x="41" y="66"/>
                  </a:lnTo>
                  <a:lnTo>
                    <a:pt x="43" y="68"/>
                  </a:lnTo>
                  <a:lnTo>
                    <a:pt x="43" y="68"/>
                  </a:lnTo>
                  <a:lnTo>
                    <a:pt x="45" y="66"/>
                  </a:lnTo>
                  <a:lnTo>
                    <a:pt x="45" y="66"/>
                  </a:lnTo>
                  <a:lnTo>
                    <a:pt x="45" y="66"/>
                  </a:lnTo>
                  <a:lnTo>
                    <a:pt x="45" y="64"/>
                  </a:lnTo>
                  <a:lnTo>
                    <a:pt x="45" y="64"/>
                  </a:lnTo>
                  <a:lnTo>
                    <a:pt x="45" y="61"/>
                  </a:lnTo>
                  <a:lnTo>
                    <a:pt x="45" y="61"/>
                  </a:lnTo>
                  <a:lnTo>
                    <a:pt x="45" y="59"/>
                  </a:lnTo>
                  <a:lnTo>
                    <a:pt x="45" y="59"/>
                  </a:lnTo>
                  <a:close/>
                  <a:moveTo>
                    <a:pt x="31" y="80"/>
                  </a:moveTo>
                  <a:lnTo>
                    <a:pt x="31" y="78"/>
                  </a:lnTo>
                  <a:lnTo>
                    <a:pt x="31" y="78"/>
                  </a:lnTo>
                  <a:lnTo>
                    <a:pt x="31" y="78"/>
                  </a:lnTo>
                  <a:lnTo>
                    <a:pt x="31" y="78"/>
                  </a:lnTo>
                  <a:lnTo>
                    <a:pt x="31" y="78"/>
                  </a:lnTo>
                  <a:lnTo>
                    <a:pt x="31" y="76"/>
                  </a:lnTo>
                  <a:lnTo>
                    <a:pt x="31" y="76"/>
                  </a:lnTo>
                  <a:lnTo>
                    <a:pt x="31" y="76"/>
                  </a:lnTo>
                  <a:lnTo>
                    <a:pt x="31" y="76"/>
                  </a:lnTo>
                  <a:lnTo>
                    <a:pt x="31" y="76"/>
                  </a:lnTo>
                  <a:lnTo>
                    <a:pt x="29" y="76"/>
                  </a:lnTo>
                  <a:lnTo>
                    <a:pt x="29" y="76"/>
                  </a:lnTo>
                  <a:lnTo>
                    <a:pt x="29" y="76"/>
                  </a:lnTo>
                  <a:lnTo>
                    <a:pt x="29" y="76"/>
                  </a:lnTo>
                  <a:lnTo>
                    <a:pt x="26" y="76"/>
                  </a:lnTo>
                  <a:lnTo>
                    <a:pt x="26" y="76"/>
                  </a:lnTo>
                  <a:lnTo>
                    <a:pt x="26" y="78"/>
                  </a:lnTo>
                  <a:lnTo>
                    <a:pt x="26" y="78"/>
                  </a:lnTo>
                  <a:lnTo>
                    <a:pt x="26" y="78"/>
                  </a:lnTo>
                  <a:lnTo>
                    <a:pt x="26" y="78"/>
                  </a:lnTo>
                  <a:lnTo>
                    <a:pt x="24" y="78"/>
                  </a:lnTo>
                  <a:lnTo>
                    <a:pt x="26" y="78"/>
                  </a:lnTo>
                  <a:lnTo>
                    <a:pt x="26" y="80"/>
                  </a:lnTo>
                  <a:lnTo>
                    <a:pt x="26" y="80"/>
                  </a:lnTo>
                  <a:lnTo>
                    <a:pt x="31" y="80"/>
                  </a:lnTo>
                  <a:close/>
                  <a:moveTo>
                    <a:pt x="38" y="85"/>
                  </a:moveTo>
                  <a:lnTo>
                    <a:pt x="36" y="85"/>
                  </a:lnTo>
                  <a:lnTo>
                    <a:pt x="36" y="83"/>
                  </a:lnTo>
                  <a:lnTo>
                    <a:pt x="36" y="83"/>
                  </a:lnTo>
                  <a:lnTo>
                    <a:pt x="36" y="83"/>
                  </a:lnTo>
                  <a:lnTo>
                    <a:pt x="38" y="83"/>
                  </a:lnTo>
                  <a:lnTo>
                    <a:pt x="38" y="80"/>
                  </a:lnTo>
                  <a:lnTo>
                    <a:pt x="36" y="80"/>
                  </a:lnTo>
                  <a:lnTo>
                    <a:pt x="36" y="80"/>
                  </a:lnTo>
                  <a:lnTo>
                    <a:pt x="36" y="80"/>
                  </a:lnTo>
                  <a:lnTo>
                    <a:pt x="34" y="80"/>
                  </a:lnTo>
                  <a:lnTo>
                    <a:pt x="34" y="83"/>
                  </a:lnTo>
                  <a:lnTo>
                    <a:pt x="34" y="83"/>
                  </a:lnTo>
                  <a:lnTo>
                    <a:pt x="34" y="80"/>
                  </a:lnTo>
                  <a:lnTo>
                    <a:pt x="34" y="83"/>
                  </a:lnTo>
                  <a:lnTo>
                    <a:pt x="31" y="83"/>
                  </a:lnTo>
                  <a:lnTo>
                    <a:pt x="31" y="83"/>
                  </a:lnTo>
                  <a:lnTo>
                    <a:pt x="31" y="85"/>
                  </a:lnTo>
                  <a:lnTo>
                    <a:pt x="31" y="85"/>
                  </a:lnTo>
                  <a:lnTo>
                    <a:pt x="31" y="85"/>
                  </a:lnTo>
                  <a:lnTo>
                    <a:pt x="29" y="85"/>
                  </a:lnTo>
                  <a:lnTo>
                    <a:pt x="29" y="85"/>
                  </a:lnTo>
                  <a:lnTo>
                    <a:pt x="29" y="85"/>
                  </a:lnTo>
                  <a:lnTo>
                    <a:pt x="29" y="85"/>
                  </a:lnTo>
                  <a:lnTo>
                    <a:pt x="29" y="85"/>
                  </a:lnTo>
                  <a:lnTo>
                    <a:pt x="29" y="85"/>
                  </a:lnTo>
                  <a:lnTo>
                    <a:pt x="31" y="85"/>
                  </a:lnTo>
                  <a:lnTo>
                    <a:pt x="29" y="85"/>
                  </a:lnTo>
                  <a:lnTo>
                    <a:pt x="29" y="85"/>
                  </a:lnTo>
                  <a:lnTo>
                    <a:pt x="29" y="85"/>
                  </a:lnTo>
                  <a:lnTo>
                    <a:pt x="26" y="85"/>
                  </a:lnTo>
                  <a:lnTo>
                    <a:pt x="29" y="87"/>
                  </a:lnTo>
                  <a:lnTo>
                    <a:pt x="29" y="87"/>
                  </a:lnTo>
                  <a:lnTo>
                    <a:pt x="31" y="90"/>
                  </a:lnTo>
                  <a:lnTo>
                    <a:pt x="31" y="90"/>
                  </a:lnTo>
                  <a:lnTo>
                    <a:pt x="31" y="90"/>
                  </a:lnTo>
                  <a:lnTo>
                    <a:pt x="31" y="90"/>
                  </a:lnTo>
                  <a:lnTo>
                    <a:pt x="34" y="90"/>
                  </a:lnTo>
                  <a:lnTo>
                    <a:pt x="31" y="90"/>
                  </a:lnTo>
                  <a:lnTo>
                    <a:pt x="34" y="87"/>
                  </a:lnTo>
                  <a:lnTo>
                    <a:pt x="34" y="87"/>
                  </a:lnTo>
                  <a:lnTo>
                    <a:pt x="34" y="87"/>
                  </a:lnTo>
                  <a:lnTo>
                    <a:pt x="34" y="90"/>
                  </a:lnTo>
                  <a:lnTo>
                    <a:pt x="34" y="90"/>
                  </a:lnTo>
                  <a:lnTo>
                    <a:pt x="34" y="90"/>
                  </a:lnTo>
                  <a:lnTo>
                    <a:pt x="34" y="90"/>
                  </a:lnTo>
                  <a:lnTo>
                    <a:pt x="36" y="90"/>
                  </a:lnTo>
                  <a:lnTo>
                    <a:pt x="36" y="90"/>
                  </a:lnTo>
                  <a:lnTo>
                    <a:pt x="38" y="90"/>
                  </a:lnTo>
                  <a:lnTo>
                    <a:pt x="36" y="87"/>
                  </a:lnTo>
                  <a:lnTo>
                    <a:pt x="38" y="87"/>
                  </a:lnTo>
                  <a:lnTo>
                    <a:pt x="38" y="87"/>
                  </a:lnTo>
                  <a:lnTo>
                    <a:pt x="36" y="85"/>
                  </a:lnTo>
                  <a:lnTo>
                    <a:pt x="36" y="85"/>
                  </a:lnTo>
                  <a:lnTo>
                    <a:pt x="38" y="85"/>
                  </a:lnTo>
                  <a:close/>
                  <a:moveTo>
                    <a:pt x="24" y="64"/>
                  </a:moveTo>
                  <a:lnTo>
                    <a:pt x="26" y="64"/>
                  </a:lnTo>
                  <a:lnTo>
                    <a:pt x="26" y="64"/>
                  </a:lnTo>
                  <a:lnTo>
                    <a:pt x="26" y="64"/>
                  </a:lnTo>
                  <a:lnTo>
                    <a:pt x="26" y="64"/>
                  </a:lnTo>
                  <a:lnTo>
                    <a:pt x="26" y="64"/>
                  </a:lnTo>
                  <a:lnTo>
                    <a:pt x="26" y="61"/>
                  </a:lnTo>
                  <a:lnTo>
                    <a:pt x="26" y="61"/>
                  </a:lnTo>
                  <a:lnTo>
                    <a:pt x="26" y="61"/>
                  </a:lnTo>
                  <a:lnTo>
                    <a:pt x="26" y="59"/>
                  </a:lnTo>
                  <a:lnTo>
                    <a:pt x="26" y="59"/>
                  </a:lnTo>
                  <a:lnTo>
                    <a:pt x="26" y="59"/>
                  </a:lnTo>
                  <a:lnTo>
                    <a:pt x="26" y="59"/>
                  </a:lnTo>
                  <a:lnTo>
                    <a:pt x="26" y="59"/>
                  </a:lnTo>
                  <a:lnTo>
                    <a:pt x="26" y="61"/>
                  </a:lnTo>
                  <a:lnTo>
                    <a:pt x="26" y="61"/>
                  </a:lnTo>
                  <a:lnTo>
                    <a:pt x="26" y="59"/>
                  </a:lnTo>
                  <a:lnTo>
                    <a:pt x="26" y="59"/>
                  </a:lnTo>
                  <a:lnTo>
                    <a:pt x="26" y="59"/>
                  </a:lnTo>
                  <a:lnTo>
                    <a:pt x="24" y="59"/>
                  </a:lnTo>
                  <a:lnTo>
                    <a:pt x="24" y="61"/>
                  </a:lnTo>
                  <a:lnTo>
                    <a:pt x="22" y="61"/>
                  </a:lnTo>
                  <a:lnTo>
                    <a:pt x="19" y="61"/>
                  </a:lnTo>
                  <a:lnTo>
                    <a:pt x="17" y="64"/>
                  </a:lnTo>
                  <a:lnTo>
                    <a:pt x="17" y="64"/>
                  </a:lnTo>
                  <a:lnTo>
                    <a:pt x="19" y="64"/>
                  </a:lnTo>
                  <a:lnTo>
                    <a:pt x="17" y="64"/>
                  </a:lnTo>
                  <a:lnTo>
                    <a:pt x="17" y="64"/>
                  </a:lnTo>
                  <a:lnTo>
                    <a:pt x="19" y="64"/>
                  </a:lnTo>
                  <a:lnTo>
                    <a:pt x="17" y="64"/>
                  </a:lnTo>
                  <a:lnTo>
                    <a:pt x="17" y="66"/>
                  </a:lnTo>
                  <a:lnTo>
                    <a:pt x="19" y="66"/>
                  </a:lnTo>
                  <a:lnTo>
                    <a:pt x="19" y="64"/>
                  </a:lnTo>
                  <a:lnTo>
                    <a:pt x="19" y="6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24" y="66"/>
                  </a:lnTo>
                  <a:lnTo>
                    <a:pt x="24" y="66"/>
                  </a:lnTo>
                  <a:lnTo>
                    <a:pt x="24" y="66"/>
                  </a:lnTo>
                  <a:lnTo>
                    <a:pt x="24" y="66"/>
                  </a:lnTo>
                  <a:lnTo>
                    <a:pt x="24" y="66"/>
                  </a:lnTo>
                  <a:lnTo>
                    <a:pt x="24" y="64"/>
                  </a:lnTo>
                  <a:close/>
                  <a:moveTo>
                    <a:pt x="36" y="45"/>
                  </a:moveTo>
                  <a:lnTo>
                    <a:pt x="36" y="45"/>
                  </a:lnTo>
                  <a:lnTo>
                    <a:pt x="34" y="45"/>
                  </a:lnTo>
                  <a:lnTo>
                    <a:pt x="34" y="45"/>
                  </a:lnTo>
                  <a:lnTo>
                    <a:pt x="31" y="45"/>
                  </a:lnTo>
                  <a:lnTo>
                    <a:pt x="31" y="45"/>
                  </a:lnTo>
                  <a:lnTo>
                    <a:pt x="31" y="45"/>
                  </a:lnTo>
                  <a:lnTo>
                    <a:pt x="31" y="47"/>
                  </a:lnTo>
                  <a:lnTo>
                    <a:pt x="31" y="47"/>
                  </a:lnTo>
                  <a:lnTo>
                    <a:pt x="34" y="47"/>
                  </a:lnTo>
                  <a:lnTo>
                    <a:pt x="34" y="47"/>
                  </a:lnTo>
                  <a:lnTo>
                    <a:pt x="34" y="47"/>
                  </a:lnTo>
                  <a:lnTo>
                    <a:pt x="36" y="49"/>
                  </a:lnTo>
                  <a:lnTo>
                    <a:pt x="36" y="49"/>
                  </a:lnTo>
                  <a:lnTo>
                    <a:pt x="36" y="49"/>
                  </a:lnTo>
                  <a:lnTo>
                    <a:pt x="36" y="49"/>
                  </a:lnTo>
                  <a:lnTo>
                    <a:pt x="38" y="49"/>
                  </a:lnTo>
                  <a:lnTo>
                    <a:pt x="38" y="49"/>
                  </a:lnTo>
                  <a:lnTo>
                    <a:pt x="38" y="49"/>
                  </a:lnTo>
                  <a:lnTo>
                    <a:pt x="38" y="49"/>
                  </a:lnTo>
                  <a:lnTo>
                    <a:pt x="41" y="47"/>
                  </a:lnTo>
                  <a:lnTo>
                    <a:pt x="41" y="47"/>
                  </a:lnTo>
                  <a:lnTo>
                    <a:pt x="41" y="45"/>
                  </a:lnTo>
                  <a:lnTo>
                    <a:pt x="41" y="45"/>
                  </a:lnTo>
                  <a:lnTo>
                    <a:pt x="41" y="42"/>
                  </a:lnTo>
                  <a:lnTo>
                    <a:pt x="41" y="42"/>
                  </a:lnTo>
                  <a:lnTo>
                    <a:pt x="41" y="42"/>
                  </a:lnTo>
                  <a:lnTo>
                    <a:pt x="41" y="42"/>
                  </a:lnTo>
                  <a:lnTo>
                    <a:pt x="38" y="42"/>
                  </a:lnTo>
                  <a:lnTo>
                    <a:pt x="38" y="42"/>
                  </a:lnTo>
                  <a:lnTo>
                    <a:pt x="38" y="42"/>
                  </a:lnTo>
                  <a:lnTo>
                    <a:pt x="38" y="42"/>
                  </a:lnTo>
                  <a:lnTo>
                    <a:pt x="38" y="42"/>
                  </a:lnTo>
                  <a:lnTo>
                    <a:pt x="36" y="45"/>
                  </a:lnTo>
                  <a:lnTo>
                    <a:pt x="36" y="45"/>
                  </a:lnTo>
                  <a:close/>
                  <a:moveTo>
                    <a:pt x="26" y="66"/>
                  </a:moveTo>
                  <a:lnTo>
                    <a:pt x="29" y="68"/>
                  </a:lnTo>
                  <a:lnTo>
                    <a:pt x="29" y="68"/>
                  </a:lnTo>
                  <a:lnTo>
                    <a:pt x="29" y="68"/>
                  </a:lnTo>
                  <a:lnTo>
                    <a:pt x="29" y="66"/>
                  </a:lnTo>
                  <a:lnTo>
                    <a:pt x="29" y="66"/>
                  </a:lnTo>
                  <a:lnTo>
                    <a:pt x="29" y="66"/>
                  </a:lnTo>
                  <a:lnTo>
                    <a:pt x="31" y="66"/>
                  </a:lnTo>
                  <a:lnTo>
                    <a:pt x="31" y="64"/>
                  </a:lnTo>
                  <a:lnTo>
                    <a:pt x="31" y="64"/>
                  </a:lnTo>
                  <a:lnTo>
                    <a:pt x="31" y="64"/>
                  </a:lnTo>
                  <a:lnTo>
                    <a:pt x="31" y="64"/>
                  </a:lnTo>
                  <a:lnTo>
                    <a:pt x="29" y="64"/>
                  </a:lnTo>
                  <a:lnTo>
                    <a:pt x="29" y="64"/>
                  </a:lnTo>
                  <a:lnTo>
                    <a:pt x="26" y="64"/>
                  </a:lnTo>
                  <a:lnTo>
                    <a:pt x="26" y="66"/>
                  </a:lnTo>
                  <a:lnTo>
                    <a:pt x="26" y="66"/>
                  </a:lnTo>
                  <a:lnTo>
                    <a:pt x="24" y="66"/>
                  </a:lnTo>
                  <a:lnTo>
                    <a:pt x="24" y="66"/>
                  </a:lnTo>
                  <a:lnTo>
                    <a:pt x="24" y="66"/>
                  </a:lnTo>
                  <a:lnTo>
                    <a:pt x="26" y="66"/>
                  </a:lnTo>
                  <a:lnTo>
                    <a:pt x="26" y="66"/>
                  </a:lnTo>
                  <a:close/>
                  <a:moveTo>
                    <a:pt x="60" y="76"/>
                  </a:moveTo>
                  <a:lnTo>
                    <a:pt x="57" y="76"/>
                  </a:lnTo>
                  <a:lnTo>
                    <a:pt x="57" y="76"/>
                  </a:lnTo>
                  <a:lnTo>
                    <a:pt x="55" y="76"/>
                  </a:lnTo>
                  <a:lnTo>
                    <a:pt x="55" y="76"/>
                  </a:lnTo>
                  <a:lnTo>
                    <a:pt x="55" y="76"/>
                  </a:lnTo>
                  <a:lnTo>
                    <a:pt x="55" y="76"/>
                  </a:lnTo>
                  <a:lnTo>
                    <a:pt x="55" y="76"/>
                  </a:lnTo>
                  <a:lnTo>
                    <a:pt x="53" y="76"/>
                  </a:lnTo>
                  <a:lnTo>
                    <a:pt x="53" y="78"/>
                  </a:lnTo>
                  <a:lnTo>
                    <a:pt x="53" y="78"/>
                  </a:lnTo>
                  <a:lnTo>
                    <a:pt x="53" y="78"/>
                  </a:lnTo>
                  <a:lnTo>
                    <a:pt x="53" y="78"/>
                  </a:lnTo>
                  <a:lnTo>
                    <a:pt x="53" y="80"/>
                  </a:lnTo>
                  <a:lnTo>
                    <a:pt x="53" y="80"/>
                  </a:lnTo>
                  <a:lnTo>
                    <a:pt x="53" y="80"/>
                  </a:lnTo>
                  <a:lnTo>
                    <a:pt x="53" y="80"/>
                  </a:lnTo>
                  <a:lnTo>
                    <a:pt x="53" y="80"/>
                  </a:lnTo>
                  <a:lnTo>
                    <a:pt x="53" y="80"/>
                  </a:lnTo>
                  <a:lnTo>
                    <a:pt x="53" y="83"/>
                  </a:lnTo>
                  <a:lnTo>
                    <a:pt x="53" y="83"/>
                  </a:lnTo>
                  <a:lnTo>
                    <a:pt x="53" y="83"/>
                  </a:lnTo>
                  <a:lnTo>
                    <a:pt x="55" y="83"/>
                  </a:lnTo>
                  <a:lnTo>
                    <a:pt x="55" y="83"/>
                  </a:lnTo>
                  <a:lnTo>
                    <a:pt x="55" y="83"/>
                  </a:lnTo>
                  <a:lnTo>
                    <a:pt x="55" y="83"/>
                  </a:lnTo>
                  <a:lnTo>
                    <a:pt x="55" y="83"/>
                  </a:lnTo>
                  <a:lnTo>
                    <a:pt x="55" y="83"/>
                  </a:lnTo>
                  <a:lnTo>
                    <a:pt x="55" y="83"/>
                  </a:lnTo>
                  <a:lnTo>
                    <a:pt x="55" y="83"/>
                  </a:lnTo>
                  <a:lnTo>
                    <a:pt x="55" y="83"/>
                  </a:lnTo>
                  <a:lnTo>
                    <a:pt x="55" y="80"/>
                  </a:lnTo>
                  <a:lnTo>
                    <a:pt x="55" y="80"/>
                  </a:lnTo>
                  <a:lnTo>
                    <a:pt x="55" y="80"/>
                  </a:lnTo>
                  <a:lnTo>
                    <a:pt x="55" y="80"/>
                  </a:lnTo>
                  <a:lnTo>
                    <a:pt x="55" y="80"/>
                  </a:lnTo>
                  <a:lnTo>
                    <a:pt x="57" y="80"/>
                  </a:lnTo>
                  <a:lnTo>
                    <a:pt x="57" y="80"/>
                  </a:lnTo>
                  <a:lnTo>
                    <a:pt x="57" y="80"/>
                  </a:lnTo>
                  <a:lnTo>
                    <a:pt x="57" y="78"/>
                  </a:lnTo>
                  <a:lnTo>
                    <a:pt x="57" y="78"/>
                  </a:lnTo>
                  <a:lnTo>
                    <a:pt x="57" y="78"/>
                  </a:lnTo>
                  <a:lnTo>
                    <a:pt x="57" y="78"/>
                  </a:lnTo>
                  <a:lnTo>
                    <a:pt x="57" y="78"/>
                  </a:lnTo>
                  <a:lnTo>
                    <a:pt x="57" y="78"/>
                  </a:lnTo>
                  <a:lnTo>
                    <a:pt x="57" y="78"/>
                  </a:lnTo>
                  <a:lnTo>
                    <a:pt x="60" y="78"/>
                  </a:lnTo>
                  <a:lnTo>
                    <a:pt x="60" y="78"/>
                  </a:lnTo>
                  <a:lnTo>
                    <a:pt x="60" y="76"/>
                  </a:lnTo>
                  <a:lnTo>
                    <a:pt x="60" y="76"/>
                  </a:lnTo>
                  <a:close/>
                  <a:moveTo>
                    <a:pt x="67" y="61"/>
                  </a:moveTo>
                  <a:lnTo>
                    <a:pt x="69" y="61"/>
                  </a:lnTo>
                  <a:lnTo>
                    <a:pt x="69" y="61"/>
                  </a:lnTo>
                  <a:lnTo>
                    <a:pt x="69" y="59"/>
                  </a:lnTo>
                  <a:lnTo>
                    <a:pt x="67" y="59"/>
                  </a:lnTo>
                  <a:lnTo>
                    <a:pt x="69" y="59"/>
                  </a:lnTo>
                  <a:lnTo>
                    <a:pt x="69" y="59"/>
                  </a:lnTo>
                  <a:lnTo>
                    <a:pt x="69" y="57"/>
                  </a:lnTo>
                  <a:lnTo>
                    <a:pt x="69" y="57"/>
                  </a:lnTo>
                  <a:lnTo>
                    <a:pt x="67" y="57"/>
                  </a:lnTo>
                  <a:lnTo>
                    <a:pt x="67" y="59"/>
                  </a:lnTo>
                  <a:lnTo>
                    <a:pt x="67" y="57"/>
                  </a:lnTo>
                  <a:lnTo>
                    <a:pt x="64" y="59"/>
                  </a:lnTo>
                  <a:lnTo>
                    <a:pt x="64" y="59"/>
                  </a:lnTo>
                  <a:lnTo>
                    <a:pt x="64" y="59"/>
                  </a:lnTo>
                  <a:lnTo>
                    <a:pt x="64" y="61"/>
                  </a:lnTo>
                  <a:lnTo>
                    <a:pt x="62" y="59"/>
                  </a:lnTo>
                  <a:lnTo>
                    <a:pt x="62" y="61"/>
                  </a:lnTo>
                  <a:lnTo>
                    <a:pt x="62" y="61"/>
                  </a:lnTo>
                  <a:lnTo>
                    <a:pt x="60" y="61"/>
                  </a:lnTo>
                  <a:lnTo>
                    <a:pt x="60" y="61"/>
                  </a:lnTo>
                  <a:lnTo>
                    <a:pt x="60" y="64"/>
                  </a:lnTo>
                  <a:lnTo>
                    <a:pt x="60" y="64"/>
                  </a:lnTo>
                  <a:lnTo>
                    <a:pt x="62" y="64"/>
                  </a:lnTo>
                  <a:lnTo>
                    <a:pt x="62" y="64"/>
                  </a:lnTo>
                  <a:lnTo>
                    <a:pt x="62" y="64"/>
                  </a:lnTo>
                  <a:lnTo>
                    <a:pt x="62" y="64"/>
                  </a:lnTo>
                  <a:lnTo>
                    <a:pt x="62" y="64"/>
                  </a:lnTo>
                  <a:lnTo>
                    <a:pt x="64" y="64"/>
                  </a:lnTo>
                  <a:lnTo>
                    <a:pt x="64" y="64"/>
                  </a:lnTo>
                  <a:lnTo>
                    <a:pt x="64" y="61"/>
                  </a:lnTo>
                  <a:lnTo>
                    <a:pt x="64" y="61"/>
                  </a:lnTo>
                  <a:lnTo>
                    <a:pt x="64" y="61"/>
                  </a:lnTo>
                  <a:lnTo>
                    <a:pt x="64" y="61"/>
                  </a:lnTo>
                  <a:lnTo>
                    <a:pt x="64" y="61"/>
                  </a:lnTo>
                  <a:lnTo>
                    <a:pt x="67" y="61"/>
                  </a:lnTo>
                  <a:lnTo>
                    <a:pt x="67" y="61"/>
                  </a:lnTo>
                  <a:lnTo>
                    <a:pt x="67" y="61"/>
                  </a:lnTo>
                  <a:lnTo>
                    <a:pt x="67" y="61"/>
                  </a:lnTo>
                  <a:lnTo>
                    <a:pt x="67" y="61"/>
                  </a:lnTo>
                  <a:close/>
                  <a:moveTo>
                    <a:pt x="43" y="85"/>
                  </a:moveTo>
                  <a:lnTo>
                    <a:pt x="41" y="83"/>
                  </a:lnTo>
                  <a:lnTo>
                    <a:pt x="41" y="80"/>
                  </a:lnTo>
                  <a:lnTo>
                    <a:pt x="41" y="80"/>
                  </a:lnTo>
                  <a:lnTo>
                    <a:pt x="41" y="80"/>
                  </a:lnTo>
                  <a:lnTo>
                    <a:pt x="38" y="80"/>
                  </a:lnTo>
                  <a:lnTo>
                    <a:pt x="38" y="83"/>
                  </a:lnTo>
                  <a:lnTo>
                    <a:pt x="38" y="83"/>
                  </a:lnTo>
                  <a:lnTo>
                    <a:pt x="38" y="83"/>
                  </a:lnTo>
                  <a:lnTo>
                    <a:pt x="38" y="85"/>
                  </a:lnTo>
                  <a:lnTo>
                    <a:pt x="38" y="85"/>
                  </a:lnTo>
                  <a:lnTo>
                    <a:pt x="38" y="85"/>
                  </a:lnTo>
                  <a:lnTo>
                    <a:pt x="38" y="85"/>
                  </a:lnTo>
                  <a:lnTo>
                    <a:pt x="38" y="87"/>
                  </a:lnTo>
                  <a:lnTo>
                    <a:pt x="38" y="87"/>
                  </a:lnTo>
                  <a:lnTo>
                    <a:pt x="38" y="87"/>
                  </a:lnTo>
                  <a:lnTo>
                    <a:pt x="41" y="87"/>
                  </a:lnTo>
                  <a:lnTo>
                    <a:pt x="41" y="85"/>
                  </a:lnTo>
                  <a:lnTo>
                    <a:pt x="41" y="85"/>
                  </a:lnTo>
                  <a:lnTo>
                    <a:pt x="43" y="85"/>
                  </a:lnTo>
                  <a:close/>
                  <a:moveTo>
                    <a:pt x="166" y="12"/>
                  </a:moveTo>
                  <a:lnTo>
                    <a:pt x="164" y="9"/>
                  </a:lnTo>
                  <a:lnTo>
                    <a:pt x="161" y="7"/>
                  </a:lnTo>
                  <a:lnTo>
                    <a:pt x="161" y="5"/>
                  </a:lnTo>
                  <a:lnTo>
                    <a:pt x="161" y="5"/>
                  </a:lnTo>
                  <a:lnTo>
                    <a:pt x="161" y="0"/>
                  </a:lnTo>
                  <a:lnTo>
                    <a:pt x="142" y="0"/>
                  </a:lnTo>
                  <a:lnTo>
                    <a:pt x="128" y="0"/>
                  </a:lnTo>
                  <a:lnTo>
                    <a:pt x="123" y="0"/>
                  </a:lnTo>
                  <a:lnTo>
                    <a:pt x="105" y="0"/>
                  </a:lnTo>
                  <a:lnTo>
                    <a:pt x="100" y="0"/>
                  </a:lnTo>
                  <a:lnTo>
                    <a:pt x="86" y="0"/>
                  </a:lnTo>
                  <a:lnTo>
                    <a:pt x="83" y="0"/>
                  </a:lnTo>
                  <a:lnTo>
                    <a:pt x="81" y="0"/>
                  </a:lnTo>
                  <a:lnTo>
                    <a:pt x="81" y="2"/>
                  </a:lnTo>
                  <a:lnTo>
                    <a:pt x="79" y="2"/>
                  </a:lnTo>
                  <a:lnTo>
                    <a:pt x="74" y="5"/>
                  </a:lnTo>
                  <a:lnTo>
                    <a:pt x="71" y="7"/>
                  </a:lnTo>
                  <a:lnTo>
                    <a:pt x="71" y="7"/>
                  </a:lnTo>
                  <a:lnTo>
                    <a:pt x="57" y="14"/>
                  </a:lnTo>
                  <a:lnTo>
                    <a:pt x="55" y="14"/>
                  </a:lnTo>
                  <a:lnTo>
                    <a:pt x="45" y="14"/>
                  </a:lnTo>
                  <a:lnTo>
                    <a:pt x="41" y="14"/>
                  </a:lnTo>
                  <a:lnTo>
                    <a:pt x="41" y="14"/>
                  </a:lnTo>
                  <a:lnTo>
                    <a:pt x="38" y="12"/>
                  </a:lnTo>
                  <a:lnTo>
                    <a:pt x="36" y="12"/>
                  </a:lnTo>
                  <a:lnTo>
                    <a:pt x="31" y="12"/>
                  </a:lnTo>
                  <a:lnTo>
                    <a:pt x="31" y="14"/>
                  </a:lnTo>
                  <a:lnTo>
                    <a:pt x="31" y="14"/>
                  </a:lnTo>
                  <a:lnTo>
                    <a:pt x="31" y="14"/>
                  </a:lnTo>
                  <a:lnTo>
                    <a:pt x="31" y="14"/>
                  </a:lnTo>
                  <a:lnTo>
                    <a:pt x="29" y="12"/>
                  </a:lnTo>
                  <a:lnTo>
                    <a:pt x="29" y="12"/>
                  </a:lnTo>
                  <a:lnTo>
                    <a:pt x="29" y="12"/>
                  </a:lnTo>
                  <a:lnTo>
                    <a:pt x="24" y="14"/>
                  </a:lnTo>
                  <a:lnTo>
                    <a:pt x="19" y="16"/>
                  </a:lnTo>
                  <a:lnTo>
                    <a:pt x="19" y="16"/>
                  </a:lnTo>
                  <a:lnTo>
                    <a:pt x="15" y="19"/>
                  </a:lnTo>
                  <a:lnTo>
                    <a:pt x="12" y="19"/>
                  </a:lnTo>
                  <a:lnTo>
                    <a:pt x="12" y="19"/>
                  </a:lnTo>
                  <a:lnTo>
                    <a:pt x="5" y="19"/>
                  </a:lnTo>
                  <a:lnTo>
                    <a:pt x="3" y="19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3" y="19"/>
                  </a:lnTo>
                  <a:lnTo>
                    <a:pt x="3" y="19"/>
                  </a:lnTo>
                  <a:lnTo>
                    <a:pt x="3" y="19"/>
                  </a:lnTo>
                  <a:lnTo>
                    <a:pt x="3" y="19"/>
                  </a:lnTo>
                  <a:lnTo>
                    <a:pt x="5" y="19"/>
                  </a:lnTo>
                  <a:lnTo>
                    <a:pt x="5" y="19"/>
                  </a:lnTo>
                  <a:lnTo>
                    <a:pt x="8" y="21"/>
                  </a:lnTo>
                  <a:lnTo>
                    <a:pt x="8" y="21"/>
                  </a:lnTo>
                  <a:lnTo>
                    <a:pt x="8" y="21"/>
                  </a:lnTo>
                  <a:lnTo>
                    <a:pt x="8" y="21"/>
                  </a:lnTo>
                  <a:lnTo>
                    <a:pt x="8" y="21"/>
                  </a:lnTo>
                  <a:lnTo>
                    <a:pt x="10" y="21"/>
                  </a:lnTo>
                  <a:lnTo>
                    <a:pt x="10" y="21"/>
                  </a:lnTo>
                  <a:lnTo>
                    <a:pt x="10" y="21"/>
                  </a:lnTo>
                  <a:lnTo>
                    <a:pt x="12" y="23"/>
                  </a:lnTo>
                  <a:lnTo>
                    <a:pt x="12" y="23"/>
                  </a:lnTo>
                  <a:lnTo>
                    <a:pt x="12" y="23"/>
                  </a:lnTo>
                  <a:lnTo>
                    <a:pt x="12" y="26"/>
                  </a:lnTo>
                  <a:lnTo>
                    <a:pt x="12" y="26"/>
                  </a:lnTo>
                  <a:lnTo>
                    <a:pt x="12" y="26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5" y="28"/>
                  </a:lnTo>
                  <a:lnTo>
                    <a:pt x="15" y="28"/>
                  </a:lnTo>
                  <a:lnTo>
                    <a:pt x="15" y="28"/>
                  </a:lnTo>
                  <a:lnTo>
                    <a:pt x="15" y="28"/>
                  </a:lnTo>
                  <a:lnTo>
                    <a:pt x="17" y="28"/>
                  </a:lnTo>
                  <a:lnTo>
                    <a:pt x="17" y="28"/>
                  </a:lnTo>
                  <a:lnTo>
                    <a:pt x="17" y="28"/>
                  </a:lnTo>
                  <a:lnTo>
                    <a:pt x="17" y="28"/>
                  </a:lnTo>
                  <a:lnTo>
                    <a:pt x="17" y="28"/>
                  </a:lnTo>
                  <a:lnTo>
                    <a:pt x="17" y="26"/>
                  </a:lnTo>
                  <a:lnTo>
                    <a:pt x="19" y="26"/>
                  </a:lnTo>
                  <a:lnTo>
                    <a:pt x="19" y="26"/>
                  </a:lnTo>
                  <a:lnTo>
                    <a:pt x="19" y="26"/>
                  </a:lnTo>
                  <a:lnTo>
                    <a:pt x="19" y="26"/>
                  </a:lnTo>
                  <a:lnTo>
                    <a:pt x="19" y="26"/>
                  </a:lnTo>
                  <a:lnTo>
                    <a:pt x="22" y="26"/>
                  </a:lnTo>
                  <a:lnTo>
                    <a:pt x="22" y="26"/>
                  </a:lnTo>
                  <a:lnTo>
                    <a:pt x="22" y="26"/>
                  </a:lnTo>
                  <a:lnTo>
                    <a:pt x="22" y="23"/>
                  </a:lnTo>
                  <a:lnTo>
                    <a:pt x="24" y="23"/>
                  </a:lnTo>
                  <a:lnTo>
                    <a:pt x="24" y="21"/>
                  </a:lnTo>
                  <a:lnTo>
                    <a:pt x="24" y="23"/>
                  </a:lnTo>
                  <a:lnTo>
                    <a:pt x="24" y="23"/>
                  </a:lnTo>
                  <a:lnTo>
                    <a:pt x="24" y="26"/>
                  </a:lnTo>
                  <a:lnTo>
                    <a:pt x="24" y="26"/>
                  </a:lnTo>
                  <a:lnTo>
                    <a:pt x="26" y="23"/>
                  </a:lnTo>
                  <a:lnTo>
                    <a:pt x="26" y="23"/>
                  </a:lnTo>
                  <a:lnTo>
                    <a:pt x="29" y="21"/>
                  </a:lnTo>
                  <a:lnTo>
                    <a:pt x="29" y="21"/>
                  </a:lnTo>
                  <a:lnTo>
                    <a:pt x="31" y="21"/>
                  </a:lnTo>
                  <a:lnTo>
                    <a:pt x="34" y="21"/>
                  </a:lnTo>
                  <a:lnTo>
                    <a:pt x="34" y="19"/>
                  </a:lnTo>
                  <a:lnTo>
                    <a:pt x="34" y="19"/>
                  </a:lnTo>
                  <a:lnTo>
                    <a:pt x="36" y="19"/>
                  </a:lnTo>
                  <a:lnTo>
                    <a:pt x="36" y="19"/>
                  </a:lnTo>
                  <a:lnTo>
                    <a:pt x="36" y="19"/>
                  </a:lnTo>
                  <a:lnTo>
                    <a:pt x="36" y="19"/>
                  </a:lnTo>
                  <a:lnTo>
                    <a:pt x="36" y="19"/>
                  </a:lnTo>
                  <a:lnTo>
                    <a:pt x="34" y="19"/>
                  </a:lnTo>
                  <a:lnTo>
                    <a:pt x="34" y="21"/>
                  </a:lnTo>
                  <a:lnTo>
                    <a:pt x="34" y="21"/>
                  </a:lnTo>
                  <a:lnTo>
                    <a:pt x="34" y="21"/>
                  </a:lnTo>
                  <a:lnTo>
                    <a:pt x="29" y="23"/>
                  </a:lnTo>
                  <a:lnTo>
                    <a:pt x="26" y="23"/>
                  </a:lnTo>
                  <a:lnTo>
                    <a:pt x="26" y="26"/>
                  </a:lnTo>
                  <a:lnTo>
                    <a:pt x="26" y="26"/>
                  </a:lnTo>
                  <a:lnTo>
                    <a:pt x="26" y="26"/>
                  </a:lnTo>
                  <a:lnTo>
                    <a:pt x="26" y="26"/>
                  </a:lnTo>
                  <a:lnTo>
                    <a:pt x="26" y="28"/>
                  </a:lnTo>
                  <a:lnTo>
                    <a:pt x="26" y="28"/>
                  </a:lnTo>
                  <a:lnTo>
                    <a:pt x="26" y="28"/>
                  </a:lnTo>
                  <a:lnTo>
                    <a:pt x="26" y="28"/>
                  </a:lnTo>
                  <a:lnTo>
                    <a:pt x="24" y="26"/>
                  </a:lnTo>
                  <a:lnTo>
                    <a:pt x="24" y="26"/>
                  </a:lnTo>
                  <a:lnTo>
                    <a:pt x="24" y="28"/>
                  </a:lnTo>
                  <a:lnTo>
                    <a:pt x="24" y="28"/>
                  </a:lnTo>
                  <a:lnTo>
                    <a:pt x="22" y="28"/>
                  </a:lnTo>
                  <a:lnTo>
                    <a:pt x="22" y="31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22" y="35"/>
                  </a:lnTo>
                  <a:lnTo>
                    <a:pt x="22" y="35"/>
                  </a:lnTo>
                  <a:lnTo>
                    <a:pt x="22" y="38"/>
                  </a:lnTo>
                  <a:lnTo>
                    <a:pt x="24" y="38"/>
                  </a:lnTo>
                  <a:lnTo>
                    <a:pt x="24" y="38"/>
                  </a:lnTo>
                  <a:lnTo>
                    <a:pt x="24" y="38"/>
                  </a:lnTo>
                  <a:lnTo>
                    <a:pt x="26" y="38"/>
                  </a:lnTo>
                  <a:lnTo>
                    <a:pt x="26" y="40"/>
                  </a:lnTo>
                  <a:lnTo>
                    <a:pt x="26" y="42"/>
                  </a:lnTo>
                  <a:lnTo>
                    <a:pt x="29" y="42"/>
                  </a:lnTo>
                  <a:lnTo>
                    <a:pt x="31" y="42"/>
                  </a:lnTo>
                  <a:lnTo>
                    <a:pt x="31" y="42"/>
                  </a:lnTo>
                  <a:lnTo>
                    <a:pt x="34" y="42"/>
                  </a:lnTo>
                  <a:lnTo>
                    <a:pt x="34" y="42"/>
                  </a:lnTo>
                  <a:lnTo>
                    <a:pt x="34" y="42"/>
                  </a:lnTo>
                  <a:lnTo>
                    <a:pt x="34" y="42"/>
                  </a:lnTo>
                  <a:lnTo>
                    <a:pt x="36" y="42"/>
                  </a:lnTo>
                  <a:lnTo>
                    <a:pt x="36" y="42"/>
                  </a:lnTo>
                  <a:lnTo>
                    <a:pt x="36" y="42"/>
                  </a:lnTo>
                  <a:lnTo>
                    <a:pt x="36" y="42"/>
                  </a:lnTo>
                  <a:lnTo>
                    <a:pt x="36" y="42"/>
                  </a:lnTo>
                  <a:lnTo>
                    <a:pt x="38" y="42"/>
                  </a:lnTo>
                  <a:lnTo>
                    <a:pt x="41" y="42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43" y="38"/>
                  </a:lnTo>
                  <a:lnTo>
                    <a:pt x="43" y="38"/>
                  </a:lnTo>
                  <a:lnTo>
                    <a:pt x="43" y="38"/>
                  </a:lnTo>
                  <a:lnTo>
                    <a:pt x="43" y="38"/>
                  </a:lnTo>
                  <a:lnTo>
                    <a:pt x="43" y="38"/>
                  </a:lnTo>
                  <a:lnTo>
                    <a:pt x="43" y="38"/>
                  </a:lnTo>
                  <a:lnTo>
                    <a:pt x="43" y="38"/>
                  </a:lnTo>
                  <a:lnTo>
                    <a:pt x="45" y="38"/>
                  </a:lnTo>
                  <a:lnTo>
                    <a:pt x="43" y="38"/>
                  </a:lnTo>
                  <a:lnTo>
                    <a:pt x="43" y="38"/>
                  </a:lnTo>
                  <a:lnTo>
                    <a:pt x="43" y="38"/>
                  </a:lnTo>
                  <a:lnTo>
                    <a:pt x="45" y="38"/>
                  </a:lnTo>
                  <a:lnTo>
                    <a:pt x="45" y="38"/>
                  </a:lnTo>
                  <a:lnTo>
                    <a:pt x="48" y="38"/>
                  </a:lnTo>
                  <a:lnTo>
                    <a:pt x="48" y="35"/>
                  </a:lnTo>
                  <a:lnTo>
                    <a:pt x="48" y="35"/>
                  </a:lnTo>
                  <a:lnTo>
                    <a:pt x="48" y="35"/>
                  </a:lnTo>
                  <a:lnTo>
                    <a:pt x="50" y="35"/>
                  </a:lnTo>
                  <a:lnTo>
                    <a:pt x="50" y="35"/>
                  </a:lnTo>
                  <a:lnTo>
                    <a:pt x="53" y="35"/>
                  </a:lnTo>
                  <a:lnTo>
                    <a:pt x="53" y="35"/>
                  </a:lnTo>
                  <a:lnTo>
                    <a:pt x="53" y="35"/>
                  </a:lnTo>
                  <a:lnTo>
                    <a:pt x="53" y="38"/>
                  </a:lnTo>
                  <a:lnTo>
                    <a:pt x="53" y="38"/>
                  </a:lnTo>
                  <a:lnTo>
                    <a:pt x="53" y="38"/>
                  </a:lnTo>
                  <a:lnTo>
                    <a:pt x="55" y="38"/>
                  </a:lnTo>
                  <a:lnTo>
                    <a:pt x="55" y="38"/>
                  </a:lnTo>
                  <a:lnTo>
                    <a:pt x="55" y="38"/>
                  </a:lnTo>
                  <a:lnTo>
                    <a:pt x="55" y="35"/>
                  </a:lnTo>
                  <a:lnTo>
                    <a:pt x="57" y="38"/>
                  </a:lnTo>
                  <a:lnTo>
                    <a:pt x="55" y="38"/>
                  </a:lnTo>
                  <a:lnTo>
                    <a:pt x="55" y="38"/>
                  </a:lnTo>
                  <a:lnTo>
                    <a:pt x="55" y="40"/>
                  </a:lnTo>
                  <a:lnTo>
                    <a:pt x="55" y="38"/>
                  </a:lnTo>
                  <a:lnTo>
                    <a:pt x="55" y="38"/>
                  </a:lnTo>
                  <a:lnTo>
                    <a:pt x="53" y="38"/>
                  </a:lnTo>
                  <a:lnTo>
                    <a:pt x="53" y="38"/>
                  </a:lnTo>
                  <a:lnTo>
                    <a:pt x="53" y="38"/>
                  </a:lnTo>
                  <a:lnTo>
                    <a:pt x="53" y="38"/>
                  </a:lnTo>
                  <a:lnTo>
                    <a:pt x="53" y="38"/>
                  </a:lnTo>
                  <a:lnTo>
                    <a:pt x="50" y="38"/>
                  </a:lnTo>
                  <a:lnTo>
                    <a:pt x="50" y="38"/>
                  </a:lnTo>
                  <a:lnTo>
                    <a:pt x="48" y="38"/>
                  </a:lnTo>
                  <a:lnTo>
                    <a:pt x="48" y="38"/>
                  </a:lnTo>
                  <a:lnTo>
                    <a:pt x="48" y="38"/>
                  </a:lnTo>
                  <a:lnTo>
                    <a:pt x="45" y="40"/>
                  </a:lnTo>
                  <a:lnTo>
                    <a:pt x="45" y="42"/>
                  </a:lnTo>
                  <a:lnTo>
                    <a:pt x="45" y="42"/>
                  </a:lnTo>
                  <a:lnTo>
                    <a:pt x="45" y="42"/>
                  </a:lnTo>
                  <a:lnTo>
                    <a:pt x="45" y="42"/>
                  </a:lnTo>
                  <a:lnTo>
                    <a:pt x="45" y="42"/>
                  </a:lnTo>
                  <a:lnTo>
                    <a:pt x="45" y="42"/>
                  </a:lnTo>
                  <a:lnTo>
                    <a:pt x="43" y="45"/>
                  </a:lnTo>
                  <a:lnTo>
                    <a:pt x="43" y="47"/>
                  </a:lnTo>
                  <a:lnTo>
                    <a:pt x="43" y="49"/>
                  </a:lnTo>
                  <a:lnTo>
                    <a:pt x="43" y="49"/>
                  </a:lnTo>
                  <a:lnTo>
                    <a:pt x="43" y="52"/>
                  </a:lnTo>
                  <a:lnTo>
                    <a:pt x="43" y="52"/>
                  </a:lnTo>
                  <a:lnTo>
                    <a:pt x="43" y="52"/>
                  </a:lnTo>
                  <a:lnTo>
                    <a:pt x="43" y="52"/>
                  </a:lnTo>
                  <a:lnTo>
                    <a:pt x="43" y="52"/>
                  </a:lnTo>
                  <a:lnTo>
                    <a:pt x="43" y="52"/>
                  </a:lnTo>
                  <a:lnTo>
                    <a:pt x="45" y="49"/>
                  </a:lnTo>
                  <a:lnTo>
                    <a:pt x="45" y="49"/>
                  </a:lnTo>
                  <a:lnTo>
                    <a:pt x="45" y="4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48" y="47"/>
                  </a:lnTo>
                  <a:lnTo>
                    <a:pt x="48" y="49"/>
                  </a:lnTo>
                  <a:lnTo>
                    <a:pt x="48" y="49"/>
                  </a:lnTo>
                  <a:lnTo>
                    <a:pt x="48" y="49"/>
                  </a:lnTo>
                  <a:lnTo>
                    <a:pt x="48" y="49"/>
                  </a:lnTo>
                  <a:lnTo>
                    <a:pt x="50" y="47"/>
                  </a:lnTo>
                  <a:lnTo>
                    <a:pt x="50" y="45"/>
                  </a:lnTo>
                  <a:lnTo>
                    <a:pt x="50" y="45"/>
                  </a:lnTo>
                  <a:lnTo>
                    <a:pt x="53" y="42"/>
                  </a:lnTo>
                  <a:lnTo>
                    <a:pt x="53" y="42"/>
                  </a:lnTo>
                  <a:lnTo>
                    <a:pt x="53" y="45"/>
                  </a:lnTo>
                  <a:lnTo>
                    <a:pt x="55" y="45"/>
                  </a:lnTo>
                  <a:lnTo>
                    <a:pt x="55" y="45"/>
                  </a:lnTo>
                  <a:lnTo>
                    <a:pt x="55" y="45"/>
                  </a:lnTo>
                  <a:lnTo>
                    <a:pt x="53" y="45"/>
                  </a:lnTo>
                  <a:lnTo>
                    <a:pt x="53" y="45"/>
                  </a:lnTo>
                  <a:lnTo>
                    <a:pt x="53" y="45"/>
                  </a:lnTo>
                  <a:lnTo>
                    <a:pt x="53" y="45"/>
                  </a:lnTo>
                  <a:lnTo>
                    <a:pt x="50" y="47"/>
                  </a:lnTo>
                  <a:lnTo>
                    <a:pt x="50" y="52"/>
                  </a:lnTo>
                  <a:lnTo>
                    <a:pt x="50" y="49"/>
                  </a:lnTo>
                  <a:lnTo>
                    <a:pt x="53" y="49"/>
                  </a:lnTo>
                  <a:lnTo>
                    <a:pt x="53" y="49"/>
                  </a:lnTo>
                  <a:lnTo>
                    <a:pt x="55" y="49"/>
                  </a:lnTo>
                  <a:lnTo>
                    <a:pt x="57" y="47"/>
                  </a:lnTo>
                  <a:lnTo>
                    <a:pt x="57" y="47"/>
                  </a:lnTo>
                  <a:lnTo>
                    <a:pt x="60" y="47"/>
                  </a:lnTo>
                  <a:lnTo>
                    <a:pt x="62" y="47"/>
                  </a:lnTo>
                  <a:lnTo>
                    <a:pt x="62" y="45"/>
                  </a:lnTo>
                  <a:lnTo>
                    <a:pt x="62" y="45"/>
                  </a:lnTo>
                  <a:lnTo>
                    <a:pt x="64" y="42"/>
                  </a:lnTo>
                  <a:lnTo>
                    <a:pt x="64" y="42"/>
                  </a:lnTo>
                  <a:lnTo>
                    <a:pt x="64" y="42"/>
                  </a:lnTo>
                  <a:lnTo>
                    <a:pt x="67" y="42"/>
                  </a:lnTo>
                  <a:lnTo>
                    <a:pt x="67" y="40"/>
                  </a:lnTo>
                  <a:lnTo>
                    <a:pt x="67" y="40"/>
                  </a:lnTo>
                  <a:lnTo>
                    <a:pt x="69" y="40"/>
                  </a:lnTo>
                  <a:lnTo>
                    <a:pt x="69" y="40"/>
                  </a:lnTo>
                  <a:lnTo>
                    <a:pt x="69" y="40"/>
                  </a:lnTo>
                  <a:lnTo>
                    <a:pt x="71" y="40"/>
                  </a:lnTo>
                  <a:lnTo>
                    <a:pt x="71" y="40"/>
                  </a:lnTo>
                  <a:lnTo>
                    <a:pt x="71" y="40"/>
                  </a:lnTo>
                  <a:lnTo>
                    <a:pt x="74" y="40"/>
                  </a:lnTo>
                  <a:lnTo>
                    <a:pt x="74" y="40"/>
                  </a:lnTo>
                  <a:lnTo>
                    <a:pt x="76" y="40"/>
                  </a:lnTo>
                  <a:lnTo>
                    <a:pt x="76" y="40"/>
                  </a:lnTo>
                  <a:lnTo>
                    <a:pt x="76" y="40"/>
                  </a:lnTo>
                  <a:lnTo>
                    <a:pt x="79" y="40"/>
                  </a:lnTo>
                  <a:lnTo>
                    <a:pt x="81" y="42"/>
                  </a:lnTo>
                  <a:lnTo>
                    <a:pt x="83" y="42"/>
                  </a:lnTo>
                  <a:lnTo>
                    <a:pt x="83" y="42"/>
                  </a:lnTo>
                  <a:lnTo>
                    <a:pt x="83" y="42"/>
                  </a:lnTo>
                  <a:lnTo>
                    <a:pt x="86" y="40"/>
                  </a:lnTo>
                  <a:lnTo>
                    <a:pt x="86" y="40"/>
                  </a:lnTo>
                  <a:lnTo>
                    <a:pt x="88" y="40"/>
                  </a:lnTo>
                  <a:lnTo>
                    <a:pt x="88" y="38"/>
                  </a:lnTo>
                  <a:lnTo>
                    <a:pt x="90" y="38"/>
                  </a:lnTo>
                  <a:lnTo>
                    <a:pt x="90" y="38"/>
                  </a:lnTo>
                  <a:lnTo>
                    <a:pt x="90" y="38"/>
                  </a:lnTo>
                  <a:lnTo>
                    <a:pt x="93" y="38"/>
                  </a:lnTo>
                  <a:lnTo>
                    <a:pt x="93" y="38"/>
                  </a:lnTo>
                  <a:lnTo>
                    <a:pt x="93" y="38"/>
                  </a:lnTo>
                  <a:lnTo>
                    <a:pt x="93" y="38"/>
                  </a:lnTo>
                  <a:lnTo>
                    <a:pt x="93" y="38"/>
                  </a:lnTo>
                  <a:lnTo>
                    <a:pt x="93" y="38"/>
                  </a:lnTo>
                  <a:lnTo>
                    <a:pt x="95" y="40"/>
                  </a:lnTo>
                  <a:lnTo>
                    <a:pt x="95" y="40"/>
                  </a:lnTo>
                  <a:lnTo>
                    <a:pt x="93" y="40"/>
                  </a:lnTo>
                  <a:lnTo>
                    <a:pt x="93" y="40"/>
                  </a:lnTo>
                  <a:lnTo>
                    <a:pt x="93" y="40"/>
                  </a:lnTo>
                  <a:lnTo>
                    <a:pt x="93" y="40"/>
                  </a:lnTo>
                  <a:lnTo>
                    <a:pt x="93" y="42"/>
                  </a:lnTo>
                  <a:lnTo>
                    <a:pt x="90" y="42"/>
                  </a:lnTo>
                  <a:lnTo>
                    <a:pt x="90" y="45"/>
                  </a:lnTo>
                  <a:lnTo>
                    <a:pt x="90" y="45"/>
                  </a:lnTo>
                  <a:lnTo>
                    <a:pt x="90" y="45"/>
                  </a:lnTo>
                  <a:lnTo>
                    <a:pt x="90" y="47"/>
                  </a:lnTo>
                  <a:lnTo>
                    <a:pt x="90" y="47"/>
                  </a:lnTo>
                  <a:lnTo>
                    <a:pt x="90" y="47"/>
                  </a:lnTo>
                  <a:lnTo>
                    <a:pt x="93" y="47"/>
                  </a:lnTo>
                  <a:lnTo>
                    <a:pt x="93" y="47"/>
                  </a:lnTo>
                  <a:lnTo>
                    <a:pt x="95" y="47"/>
                  </a:lnTo>
                  <a:lnTo>
                    <a:pt x="95" y="47"/>
                  </a:lnTo>
                  <a:lnTo>
                    <a:pt x="95" y="49"/>
                  </a:lnTo>
                  <a:lnTo>
                    <a:pt x="97" y="49"/>
                  </a:lnTo>
                  <a:lnTo>
                    <a:pt x="97" y="49"/>
                  </a:lnTo>
                  <a:lnTo>
                    <a:pt x="97" y="49"/>
                  </a:lnTo>
                  <a:lnTo>
                    <a:pt x="95" y="52"/>
                  </a:lnTo>
                  <a:lnTo>
                    <a:pt x="95" y="49"/>
                  </a:lnTo>
                  <a:lnTo>
                    <a:pt x="95" y="49"/>
                  </a:lnTo>
                  <a:lnTo>
                    <a:pt x="93" y="49"/>
                  </a:lnTo>
                  <a:lnTo>
                    <a:pt x="93" y="49"/>
                  </a:lnTo>
                  <a:lnTo>
                    <a:pt x="90" y="49"/>
                  </a:lnTo>
                  <a:lnTo>
                    <a:pt x="90" y="47"/>
                  </a:lnTo>
                  <a:lnTo>
                    <a:pt x="90" y="47"/>
                  </a:lnTo>
                  <a:lnTo>
                    <a:pt x="90" y="45"/>
                  </a:lnTo>
                  <a:lnTo>
                    <a:pt x="90" y="45"/>
                  </a:lnTo>
                  <a:lnTo>
                    <a:pt x="90" y="42"/>
                  </a:lnTo>
                  <a:lnTo>
                    <a:pt x="90" y="42"/>
                  </a:lnTo>
                  <a:lnTo>
                    <a:pt x="90" y="42"/>
                  </a:lnTo>
                  <a:lnTo>
                    <a:pt x="90" y="40"/>
                  </a:lnTo>
                  <a:lnTo>
                    <a:pt x="88" y="40"/>
                  </a:lnTo>
                  <a:lnTo>
                    <a:pt x="88" y="40"/>
                  </a:lnTo>
                  <a:lnTo>
                    <a:pt x="88" y="42"/>
                  </a:lnTo>
                  <a:lnTo>
                    <a:pt x="86" y="42"/>
                  </a:lnTo>
                  <a:lnTo>
                    <a:pt x="86" y="42"/>
                  </a:lnTo>
                  <a:lnTo>
                    <a:pt x="86" y="42"/>
                  </a:lnTo>
                  <a:lnTo>
                    <a:pt x="83" y="45"/>
                  </a:lnTo>
                  <a:lnTo>
                    <a:pt x="83" y="45"/>
                  </a:lnTo>
                  <a:lnTo>
                    <a:pt x="76" y="45"/>
                  </a:lnTo>
                  <a:lnTo>
                    <a:pt x="76" y="45"/>
                  </a:lnTo>
                  <a:lnTo>
                    <a:pt x="74" y="42"/>
                  </a:lnTo>
                  <a:lnTo>
                    <a:pt x="71" y="42"/>
                  </a:lnTo>
                  <a:lnTo>
                    <a:pt x="71" y="42"/>
                  </a:lnTo>
                  <a:lnTo>
                    <a:pt x="71" y="42"/>
                  </a:lnTo>
                  <a:lnTo>
                    <a:pt x="71" y="45"/>
                  </a:lnTo>
                  <a:lnTo>
                    <a:pt x="71" y="45"/>
                  </a:lnTo>
                  <a:lnTo>
                    <a:pt x="71" y="45"/>
                  </a:lnTo>
                  <a:lnTo>
                    <a:pt x="71" y="45"/>
                  </a:lnTo>
                  <a:lnTo>
                    <a:pt x="71" y="45"/>
                  </a:lnTo>
                  <a:lnTo>
                    <a:pt x="71" y="42"/>
                  </a:lnTo>
                  <a:lnTo>
                    <a:pt x="71" y="42"/>
                  </a:lnTo>
                  <a:lnTo>
                    <a:pt x="69" y="45"/>
                  </a:lnTo>
                  <a:lnTo>
                    <a:pt x="69" y="45"/>
                  </a:lnTo>
                  <a:lnTo>
                    <a:pt x="69" y="45"/>
                  </a:lnTo>
                  <a:lnTo>
                    <a:pt x="69" y="45"/>
                  </a:lnTo>
                  <a:lnTo>
                    <a:pt x="69" y="45"/>
                  </a:lnTo>
                  <a:lnTo>
                    <a:pt x="69" y="47"/>
                  </a:lnTo>
                  <a:lnTo>
                    <a:pt x="69" y="47"/>
                  </a:lnTo>
                  <a:lnTo>
                    <a:pt x="67" y="49"/>
                  </a:lnTo>
                  <a:lnTo>
                    <a:pt x="67" y="49"/>
                  </a:lnTo>
                  <a:lnTo>
                    <a:pt x="64" y="49"/>
                  </a:lnTo>
                  <a:lnTo>
                    <a:pt x="64" y="52"/>
                  </a:lnTo>
                  <a:lnTo>
                    <a:pt x="64" y="52"/>
                  </a:lnTo>
                  <a:lnTo>
                    <a:pt x="64" y="54"/>
                  </a:lnTo>
                  <a:lnTo>
                    <a:pt x="64" y="54"/>
                  </a:lnTo>
                  <a:lnTo>
                    <a:pt x="64" y="54"/>
                  </a:lnTo>
                  <a:lnTo>
                    <a:pt x="67" y="54"/>
                  </a:lnTo>
                  <a:lnTo>
                    <a:pt x="67" y="54"/>
                  </a:lnTo>
                  <a:lnTo>
                    <a:pt x="67" y="54"/>
                  </a:lnTo>
                  <a:lnTo>
                    <a:pt x="67" y="54"/>
                  </a:lnTo>
                  <a:lnTo>
                    <a:pt x="67" y="54"/>
                  </a:lnTo>
                  <a:lnTo>
                    <a:pt x="67" y="52"/>
                  </a:lnTo>
                  <a:lnTo>
                    <a:pt x="67" y="54"/>
                  </a:lnTo>
                  <a:lnTo>
                    <a:pt x="67" y="54"/>
                  </a:lnTo>
                  <a:lnTo>
                    <a:pt x="67" y="54"/>
                  </a:lnTo>
                  <a:lnTo>
                    <a:pt x="67" y="54"/>
                  </a:lnTo>
                  <a:lnTo>
                    <a:pt x="69" y="57"/>
                  </a:lnTo>
                  <a:lnTo>
                    <a:pt x="69" y="57"/>
                  </a:lnTo>
                  <a:lnTo>
                    <a:pt x="71" y="54"/>
                  </a:lnTo>
                  <a:lnTo>
                    <a:pt x="71" y="54"/>
                  </a:lnTo>
                  <a:lnTo>
                    <a:pt x="71" y="57"/>
                  </a:lnTo>
                  <a:lnTo>
                    <a:pt x="69" y="57"/>
                  </a:lnTo>
                  <a:lnTo>
                    <a:pt x="69" y="57"/>
                  </a:lnTo>
                  <a:lnTo>
                    <a:pt x="69" y="59"/>
                  </a:lnTo>
                  <a:lnTo>
                    <a:pt x="69" y="59"/>
                  </a:lnTo>
                  <a:lnTo>
                    <a:pt x="69" y="59"/>
                  </a:lnTo>
                  <a:lnTo>
                    <a:pt x="69" y="59"/>
                  </a:lnTo>
                  <a:lnTo>
                    <a:pt x="69" y="61"/>
                  </a:lnTo>
                  <a:lnTo>
                    <a:pt x="69" y="61"/>
                  </a:lnTo>
                  <a:lnTo>
                    <a:pt x="71" y="61"/>
                  </a:lnTo>
                  <a:lnTo>
                    <a:pt x="71" y="61"/>
                  </a:lnTo>
                  <a:lnTo>
                    <a:pt x="71" y="61"/>
                  </a:lnTo>
                  <a:lnTo>
                    <a:pt x="71" y="61"/>
                  </a:lnTo>
                  <a:lnTo>
                    <a:pt x="71" y="59"/>
                  </a:lnTo>
                  <a:lnTo>
                    <a:pt x="71" y="59"/>
                  </a:lnTo>
                  <a:lnTo>
                    <a:pt x="71" y="59"/>
                  </a:lnTo>
                  <a:lnTo>
                    <a:pt x="71" y="59"/>
                  </a:lnTo>
                  <a:lnTo>
                    <a:pt x="71" y="59"/>
                  </a:lnTo>
                  <a:lnTo>
                    <a:pt x="71" y="59"/>
                  </a:lnTo>
                  <a:lnTo>
                    <a:pt x="71" y="59"/>
                  </a:lnTo>
                  <a:lnTo>
                    <a:pt x="74" y="59"/>
                  </a:lnTo>
                  <a:lnTo>
                    <a:pt x="74" y="59"/>
                  </a:lnTo>
                  <a:lnTo>
                    <a:pt x="74" y="59"/>
                  </a:lnTo>
                  <a:lnTo>
                    <a:pt x="74" y="59"/>
                  </a:lnTo>
                  <a:lnTo>
                    <a:pt x="74" y="59"/>
                  </a:lnTo>
                  <a:lnTo>
                    <a:pt x="74" y="57"/>
                  </a:lnTo>
                  <a:lnTo>
                    <a:pt x="74" y="57"/>
                  </a:lnTo>
                  <a:lnTo>
                    <a:pt x="74" y="57"/>
                  </a:lnTo>
                  <a:lnTo>
                    <a:pt x="74" y="57"/>
                  </a:lnTo>
                  <a:lnTo>
                    <a:pt x="74" y="59"/>
                  </a:lnTo>
                  <a:lnTo>
                    <a:pt x="76" y="59"/>
                  </a:lnTo>
                  <a:lnTo>
                    <a:pt x="76" y="59"/>
                  </a:lnTo>
                  <a:lnTo>
                    <a:pt x="76" y="57"/>
                  </a:lnTo>
                  <a:lnTo>
                    <a:pt x="76" y="57"/>
                  </a:lnTo>
                  <a:lnTo>
                    <a:pt x="74" y="54"/>
                  </a:lnTo>
                  <a:lnTo>
                    <a:pt x="76" y="54"/>
                  </a:lnTo>
                  <a:lnTo>
                    <a:pt x="76" y="54"/>
                  </a:lnTo>
                  <a:lnTo>
                    <a:pt x="76" y="54"/>
                  </a:lnTo>
                  <a:lnTo>
                    <a:pt x="76" y="54"/>
                  </a:lnTo>
                  <a:lnTo>
                    <a:pt x="76" y="54"/>
                  </a:lnTo>
                  <a:lnTo>
                    <a:pt x="76" y="57"/>
                  </a:lnTo>
                  <a:lnTo>
                    <a:pt x="76" y="57"/>
                  </a:lnTo>
                  <a:lnTo>
                    <a:pt x="76" y="57"/>
                  </a:lnTo>
                  <a:lnTo>
                    <a:pt x="76" y="57"/>
                  </a:lnTo>
                  <a:lnTo>
                    <a:pt x="79" y="54"/>
                  </a:lnTo>
                  <a:lnTo>
                    <a:pt x="79" y="57"/>
                  </a:lnTo>
                  <a:lnTo>
                    <a:pt x="79" y="57"/>
                  </a:lnTo>
                  <a:lnTo>
                    <a:pt x="79" y="57"/>
                  </a:lnTo>
                  <a:lnTo>
                    <a:pt x="79" y="54"/>
                  </a:lnTo>
                  <a:lnTo>
                    <a:pt x="79" y="54"/>
                  </a:lnTo>
                  <a:lnTo>
                    <a:pt x="79" y="54"/>
                  </a:lnTo>
                  <a:lnTo>
                    <a:pt x="79" y="54"/>
                  </a:lnTo>
                  <a:lnTo>
                    <a:pt x="79" y="54"/>
                  </a:lnTo>
                  <a:lnTo>
                    <a:pt x="76" y="54"/>
                  </a:lnTo>
                  <a:lnTo>
                    <a:pt x="76" y="52"/>
                  </a:lnTo>
                  <a:lnTo>
                    <a:pt x="79" y="52"/>
                  </a:lnTo>
                  <a:lnTo>
                    <a:pt x="79" y="52"/>
                  </a:lnTo>
                  <a:lnTo>
                    <a:pt x="79" y="52"/>
                  </a:lnTo>
                  <a:lnTo>
                    <a:pt x="79" y="52"/>
                  </a:lnTo>
                  <a:lnTo>
                    <a:pt x="79" y="52"/>
                  </a:lnTo>
                  <a:lnTo>
                    <a:pt x="79" y="52"/>
                  </a:lnTo>
                  <a:lnTo>
                    <a:pt x="79" y="52"/>
                  </a:lnTo>
                  <a:lnTo>
                    <a:pt x="79" y="54"/>
                  </a:lnTo>
                  <a:lnTo>
                    <a:pt x="81" y="54"/>
                  </a:lnTo>
                  <a:lnTo>
                    <a:pt x="79" y="54"/>
                  </a:lnTo>
                  <a:lnTo>
                    <a:pt x="79" y="54"/>
                  </a:lnTo>
                  <a:lnTo>
                    <a:pt x="79" y="54"/>
                  </a:lnTo>
                  <a:lnTo>
                    <a:pt x="81" y="54"/>
                  </a:lnTo>
                  <a:lnTo>
                    <a:pt x="81" y="54"/>
                  </a:lnTo>
                  <a:lnTo>
                    <a:pt x="81" y="54"/>
                  </a:lnTo>
                  <a:lnTo>
                    <a:pt x="81" y="52"/>
                  </a:lnTo>
                  <a:lnTo>
                    <a:pt x="81" y="52"/>
                  </a:lnTo>
                  <a:lnTo>
                    <a:pt x="81" y="52"/>
                  </a:lnTo>
                  <a:lnTo>
                    <a:pt x="81" y="49"/>
                  </a:lnTo>
                  <a:lnTo>
                    <a:pt x="83" y="49"/>
                  </a:lnTo>
                  <a:lnTo>
                    <a:pt x="83" y="52"/>
                  </a:lnTo>
                  <a:lnTo>
                    <a:pt x="83" y="52"/>
                  </a:lnTo>
                  <a:lnTo>
                    <a:pt x="83" y="52"/>
                  </a:lnTo>
                  <a:lnTo>
                    <a:pt x="83" y="52"/>
                  </a:lnTo>
                  <a:lnTo>
                    <a:pt x="83" y="52"/>
                  </a:lnTo>
                  <a:lnTo>
                    <a:pt x="83" y="52"/>
                  </a:lnTo>
                  <a:lnTo>
                    <a:pt x="83" y="52"/>
                  </a:lnTo>
                  <a:lnTo>
                    <a:pt x="83" y="52"/>
                  </a:lnTo>
                  <a:lnTo>
                    <a:pt x="83" y="54"/>
                  </a:lnTo>
                  <a:lnTo>
                    <a:pt x="83" y="54"/>
                  </a:lnTo>
                  <a:lnTo>
                    <a:pt x="83" y="54"/>
                  </a:lnTo>
                  <a:lnTo>
                    <a:pt x="81" y="54"/>
                  </a:lnTo>
                  <a:lnTo>
                    <a:pt x="81" y="57"/>
                  </a:lnTo>
                  <a:lnTo>
                    <a:pt x="81" y="57"/>
                  </a:lnTo>
                  <a:lnTo>
                    <a:pt x="83" y="54"/>
                  </a:lnTo>
                  <a:lnTo>
                    <a:pt x="83" y="54"/>
                  </a:lnTo>
                  <a:lnTo>
                    <a:pt x="83" y="57"/>
                  </a:lnTo>
                  <a:lnTo>
                    <a:pt x="83" y="54"/>
                  </a:lnTo>
                  <a:lnTo>
                    <a:pt x="83" y="54"/>
                  </a:lnTo>
                  <a:lnTo>
                    <a:pt x="83" y="54"/>
                  </a:lnTo>
                  <a:lnTo>
                    <a:pt x="86" y="54"/>
                  </a:lnTo>
                  <a:lnTo>
                    <a:pt x="86" y="54"/>
                  </a:lnTo>
                  <a:lnTo>
                    <a:pt x="86" y="54"/>
                  </a:lnTo>
                  <a:lnTo>
                    <a:pt x="86" y="54"/>
                  </a:lnTo>
                  <a:lnTo>
                    <a:pt x="86" y="54"/>
                  </a:lnTo>
                  <a:lnTo>
                    <a:pt x="86" y="54"/>
                  </a:lnTo>
                  <a:lnTo>
                    <a:pt x="86" y="54"/>
                  </a:lnTo>
                  <a:lnTo>
                    <a:pt x="88" y="54"/>
                  </a:lnTo>
                  <a:lnTo>
                    <a:pt x="86" y="54"/>
                  </a:lnTo>
                  <a:lnTo>
                    <a:pt x="86" y="54"/>
                  </a:lnTo>
                  <a:lnTo>
                    <a:pt x="86" y="54"/>
                  </a:lnTo>
                  <a:lnTo>
                    <a:pt x="86" y="57"/>
                  </a:lnTo>
                  <a:lnTo>
                    <a:pt x="86" y="57"/>
                  </a:lnTo>
                  <a:lnTo>
                    <a:pt x="86" y="57"/>
                  </a:lnTo>
                  <a:lnTo>
                    <a:pt x="88" y="57"/>
                  </a:lnTo>
                  <a:lnTo>
                    <a:pt x="88" y="54"/>
                  </a:lnTo>
                  <a:lnTo>
                    <a:pt x="88" y="54"/>
                  </a:lnTo>
                  <a:lnTo>
                    <a:pt x="88" y="54"/>
                  </a:lnTo>
                  <a:lnTo>
                    <a:pt x="88" y="54"/>
                  </a:lnTo>
                  <a:lnTo>
                    <a:pt x="88" y="57"/>
                  </a:lnTo>
                  <a:lnTo>
                    <a:pt x="88" y="57"/>
                  </a:lnTo>
                  <a:lnTo>
                    <a:pt x="88" y="57"/>
                  </a:lnTo>
                  <a:lnTo>
                    <a:pt x="88" y="57"/>
                  </a:lnTo>
                  <a:lnTo>
                    <a:pt x="88" y="57"/>
                  </a:lnTo>
                  <a:lnTo>
                    <a:pt x="88" y="59"/>
                  </a:lnTo>
                  <a:lnTo>
                    <a:pt x="88" y="57"/>
                  </a:lnTo>
                  <a:lnTo>
                    <a:pt x="90" y="57"/>
                  </a:lnTo>
                  <a:lnTo>
                    <a:pt x="90" y="57"/>
                  </a:lnTo>
                  <a:lnTo>
                    <a:pt x="90" y="57"/>
                  </a:lnTo>
                  <a:lnTo>
                    <a:pt x="90" y="57"/>
                  </a:lnTo>
                  <a:lnTo>
                    <a:pt x="90" y="57"/>
                  </a:lnTo>
                  <a:lnTo>
                    <a:pt x="90" y="59"/>
                  </a:lnTo>
                  <a:lnTo>
                    <a:pt x="90" y="59"/>
                  </a:lnTo>
                  <a:lnTo>
                    <a:pt x="90" y="59"/>
                  </a:lnTo>
                  <a:lnTo>
                    <a:pt x="90" y="59"/>
                  </a:lnTo>
                  <a:lnTo>
                    <a:pt x="90" y="59"/>
                  </a:lnTo>
                  <a:lnTo>
                    <a:pt x="90" y="59"/>
                  </a:lnTo>
                  <a:lnTo>
                    <a:pt x="90" y="59"/>
                  </a:lnTo>
                  <a:lnTo>
                    <a:pt x="93" y="59"/>
                  </a:lnTo>
                  <a:lnTo>
                    <a:pt x="93" y="59"/>
                  </a:lnTo>
                  <a:lnTo>
                    <a:pt x="93" y="59"/>
                  </a:lnTo>
                  <a:lnTo>
                    <a:pt x="93" y="59"/>
                  </a:lnTo>
                  <a:lnTo>
                    <a:pt x="93" y="59"/>
                  </a:lnTo>
                  <a:lnTo>
                    <a:pt x="93" y="59"/>
                  </a:lnTo>
                  <a:lnTo>
                    <a:pt x="93" y="59"/>
                  </a:lnTo>
                  <a:lnTo>
                    <a:pt x="93" y="61"/>
                  </a:lnTo>
                  <a:lnTo>
                    <a:pt x="90" y="61"/>
                  </a:lnTo>
                  <a:lnTo>
                    <a:pt x="90" y="61"/>
                  </a:lnTo>
                  <a:lnTo>
                    <a:pt x="90" y="61"/>
                  </a:lnTo>
                  <a:lnTo>
                    <a:pt x="88" y="61"/>
                  </a:lnTo>
                  <a:lnTo>
                    <a:pt x="88" y="61"/>
                  </a:lnTo>
                  <a:lnTo>
                    <a:pt x="88" y="61"/>
                  </a:lnTo>
                  <a:lnTo>
                    <a:pt x="88" y="61"/>
                  </a:lnTo>
                  <a:lnTo>
                    <a:pt x="88" y="61"/>
                  </a:lnTo>
                  <a:lnTo>
                    <a:pt x="88" y="61"/>
                  </a:lnTo>
                  <a:lnTo>
                    <a:pt x="86" y="61"/>
                  </a:lnTo>
                  <a:lnTo>
                    <a:pt x="86" y="61"/>
                  </a:lnTo>
                  <a:lnTo>
                    <a:pt x="86" y="59"/>
                  </a:lnTo>
                  <a:lnTo>
                    <a:pt x="86" y="59"/>
                  </a:lnTo>
                  <a:lnTo>
                    <a:pt x="88" y="59"/>
                  </a:lnTo>
                  <a:lnTo>
                    <a:pt x="88" y="59"/>
                  </a:lnTo>
                  <a:lnTo>
                    <a:pt x="88" y="59"/>
                  </a:lnTo>
                  <a:lnTo>
                    <a:pt x="88" y="59"/>
                  </a:lnTo>
                  <a:lnTo>
                    <a:pt x="88" y="59"/>
                  </a:lnTo>
                  <a:lnTo>
                    <a:pt x="88" y="59"/>
                  </a:lnTo>
                  <a:lnTo>
                    <a:pt x="88" y="59"/>
                  </a:lnTo>
                  <a:lnTo>
                    <a:pt x="88" y="59"/>
                  </a:lnTo>
                  <a:lnTo>
                    <a:pt x="88" y="59"/>
                  </a:lnTo>
                  <a:lnTo>
                    <a:pt x="86" y="59"/>
                  </a:lnTo>
                  <a:lnTo>
                    <a:pt x="86" y="59"/>
                  </a:lnTo>
                  <a:lnTo>
                    <a:pt x="86" y="59"/>
                  </a:lnTo>
                  <a:lnTo>
                    <a:pt x="86" y="57"/>
                  </a:lnTo>
                  <a:lnTo>
                    <a:pt x="86" y="57"/>
                  </a:lnTo>
                  <a:lnTo>
                    <a:pt x="86" y="57"/>
                  </a:lnTo>
                  <a:lnTo>
                    <a:pt x="83" y="57"/>
                  </a:lnTo>
                  <a:lnTo>
                    <a:pt x="83" y="57"/>
                  </a:lnTo>
                  <a:lnTo>
                    <a:pt x="83" y="57"/>
                  </a:lnTo>
                  <a:lnTo>
                    <a:pt x="83" y="57"/>
                  </a:lnTo>
                  <a:lnTo>
                    <a:pt x="83" y="57"/>
                  </a:lnTo>
                  <a:lnTo>
                    <a:pt x="83" y="57"/>
                  </a:lnTo>
                  <a:lnTo>
                    <a:pt x="83" y="57"/>
                  </a:lnTo>
                  <a:lnTo>
                    <a:pt x="83" y="59"/>
                  </a:lnTo>
                  <a:lnTo>
                    <a:pt x="83" y="59"/>
                  </a:lnTo>
                  <a:lnTo>
                    <a:pt x="83" y="59"/>
                  </a:lnTo>
                  <a:lnTo>
                    <a:pt x="83" y="61"/>
                  </a:lnTo>
                  <a:lnTo>
                    <a:pt x="83" y="61"/>
                  </a:lnTo>
                  <a:lnTo>
                    <a:pt x="81" y="59"/>
                  </a:lnTo>
                  <a:lnTo>
                    <a:pt x="81" y="59"/>
                  </a:lnTo>
                  <a:lnTo>
                    <a:pt x="81" y="59"/>
                  </a:lnTo>
                  <a:lnTo>
                    <a:pt x="81" y="59"/>
                  </a:lnTo>
                  <a:lnTo>
                    <a:pt x="81" y="59"/>
                  </a:lnTo>
                  <a:lnTo>
                    <a:pt x="81" y="59"/>
                  </a:lnTo>
                  <a:lnTo>
                    <a:pt x="79" y="59"/>
                  </a:lnTo>
                  <a:lnTo>
                    <a:pt x="79" y="57"/>
                  </a:lnTo>
                  <a:lnTo>
                    <a:pt x="79" y="59"/>
                  </a:lnTo>
                  <a:lnTo>
                    <a:pt x="79" y="59"/>
                  </a:lnTo>
                  <a:lnTo>
                    <a:pt x="81" y="59"/>
                  </a:lnTo>
                  <a:lnTo>
                    <a:pt x="81" y="59"/>
                  </a:lnTo>
                  <a:lnTo>
                    <a:pt x="81" y="59"/>
                  </a:lnTo>
                  <a:lnTo>
                    <a:pt x="81" y="59"/>
                  </a:lnTo>
                  <a:lnTo>
                    <a:pt x="81" y="59"/>
                  </a:lnTo>
                  <a:lnTo>
                    <a:pt x="81" y="61"/>
                  </a:lnTo>
                  <a:lnTo>
                    <a:pt x="81" y="61"/>
                  </a:lnTo>
                  <a:lnTo>
                    <a:pt x="79" y="59"/>
                  </a:lnTo>
                  <a:lnTo>
                    <a:pt x="79" y="59"/>
                  </a:lnTo>
                  <a:lnTo>
                    <a:pt x="79" y="59"/>
                  </a:lnTo>
                  <a:lnTo>
                    <a:pt x="79" y="59"/>
                  </a:lnTo>
                  <a:lnTo>
                    <a:pt x="76" y="59"/>
                  </a:lnTo>
                  <a:lnTo>
                    <a:pt x="76" y="59"/>
                  </a:lnTo>
                  <a:lnTo>
                    <a:pt x="76" y="61"/>
                  </a:lnTo>
                  <a:lnTo>
                    <a:pt x="76" y="59"/>
                  </a:lnTo>
                  <a:lnTo>
                    <a:pt x="76" y="59"/>
                  </a:lnTo>
                  <a:lnTo>
                    <a:pt x="76" y="59"/>
                  </a:lnTo>
                  <a:lnTo>
                    <a:pt x="79" y="61"/>
                  </a:lnTo>
                  <a:lnTo>
                    <a:pt x="79" y="61"/>
                  </a:lnTo>
                  <a:lnTo>
                    <a:pt x="79" y="61"/>
                  </a:lnTo>
                  <a:lnTo>
                    <a:pt x="79" y="61"/>
                  </a:lnTo>
                  <a:lnTo>
                    <a:pt x="76" y="61"/>
                  </a:lnTo>
                  <a:lnTo>
                    <a:pt x="76" y="61"/>
                  </a:lnTo>
                  <a:lnTo>
                    <a:pt x="76" y="61"/>
                  </a:lnTo>
                  <a:lnTo>
                    <a:pt x="76" y="61"/>
                  </a:lnTo>
                  <a:lnTo>
                    <a:pt x="76" y="61"/>
                  </a:lnTo>
                  <a:lnTo>
                    <a:pt x="74" y="61"/>
                  </a:lnTo>
                  <a:lnTo>
                    <a:pt x="74" y="61"/>
                  </a:lnTo>
                  <a:lnTo>
                    <a:pt x="76" y="64"/>
                  </a:lnTo>
                  <a:lnTo>
                    <a:pt x="74" y="64"/>
                  </a:lnTo>
                  <a:lnTo>
                    <a:pt x="74" y="64"/>
                  </a:lnTo>
                  <a:lnTo>
                    <a:pt x="74" y="64"/>
                  </a:lnTo>
                  <a:lnTo>
                    <a:pt x="74" y="64"/>
                  </a:lnTo>
                  <a:lnTo>
                    <a:pt x="71" y="61"/>
                  </a:lnTo>
                  <a:lnTo>
                    <a:pt x="71" y="64"/>
                  </a:lnTo>
                  <a:lnTo>
                    <a:pt x="71" y="64"/>
                  </a:lnTo>
                  <a:lnTo>
                    <a:pt x="71" y="64"/>
                  </a:lnTo>
                  <a:lnTo>
                    <a:pt x="71" y="64"/>
                  </a:lnTo>
                  <a:lnTo>
                    <a:pt x="71" y="64"/>
                  </a:lnTo>
                  <a:lnTo>
                    <a:pt x="71" y="64"/>
                  </a:lnTo>
                  <a:lnTo>
                    <a:pt x="71" y="64"/>
                  </a:lnTo>
                  <a:lnTo>
                    <a:pt x="71" y="64"/>
                  </a:lnTo>
                  <a:lnTo>
                    <a:pt x="71" y="64"/>
                  </a:lnTo>
                  <a:lnTo>
                    <a:pt x="71" y="64"/>
                  </a:lnTo>
                  <a:lnTo>
                    <a:pt x="71" y="64"/>
                  </a:lnTo>
                  <a:lnTo>
                    <a:pt x="71" y="64"/>
                  </a:lnTo>
                  <a:lnTo>
                    <a:pt x="71" y="66"/>
                  </a:lnTo>
                  <a:lnTo>
                    <a:pt x="71" y="64"/>
                  </a:lnTo>
                  <a:lnTo>
                    <a:pt x="71" y="64"/>
                  </a:lnTo>
                  <a:lnTo>
                    <a:pt x="69" y="64"/>
                  </a:lnTo>
                  <a:lnTo>
                    <a:pt x="69" y="66"/>
                  </a:lnTo>
                  <a:lnTo>
                    <a:pt x="69" y="66"/>
                  </a:lnTo>
                  <a:lnTo>
                    <a:pt x="69" y="64"/>
                  </a:lnTo>
                  <a:lnTo>
                    <a:pt x="69" y="66"/>
                  </a:lnTo>
                  <a:lnTo>
                    <a:pt x="69" y="66"/>
                  </a:lnTo>
                  <a:lnTo>
                    <a:pt x="69" y="66"/>
                  </a:lnTo>
                  <a:lnTo>
                    <a:pt x="69" y="66"/>
                  </a:lnTo>
                  <a:lnTo>
                    <a:pt x="69" y="68"/>
                  </a:lnTo>
                  <a:lnTo>
                    <a:pt x="69" y="68"/>
                  </a:lnTo>
                  <a:lnTo>
                    <a:pt x="67" y="68"/>
                  </a:lnTo>
                  <a:lnTo>
                    <a:pt x="67" y="71"/>
                  </a:lnTo>
                  <a:lnTo>
                    <a:pt x="67" y="73"/>
                  </a:lnTo>
                  <a:lnTo>
                    <a:pt x="67" y="73"/>
                  </a:lnTo>
                  <a:lnTo>
                    <a:pt x="67" y="73"/>
                  </a:lnTo>
                  <a:lnTo>
                    <a:pt x="69" y="73"/>
                  </a:lnTo>
                  <a:lnTo>
                    <a:pt x="69" y="73"/>
                  </a:lnTo>
                  <a:lnTo>
                    <a:pt x="69" y="73"/>
                  </a:lnTo>
                  <a:lnTo>
                    <a:pt x="71" y="73"/>
                  </a:lnTo>
                  <a:lnTo>
                    <a:pt x="71" y="71"/>
                  </a:lnTo>
                  <a:lnTo>
                    <a:pt x="71" y="71"/>
                  </a:lnTo>
                  <a:lnTo>
                    <a:pt x="71" y="71"/>
                  </a:lnTo>
                  <a:lnTo>
                    <a:pt x="71" y="71"/>
                  </a:lnTo>
                  <a:lnTo>
                    <a:pt x="74" y="68"/>
                  </a:lnTo>
                  <a:lnTo>
                    <a:pt x="74" y="68"/>
                  </a:lnTo>
                  <a:lnTo>
                    <a:pt x="74" y="68"/>
                  </a:lnTo>
                  <a:lnTo>
                    <a:pt x="74" y="66"/>
                  </a:lnTo>
                  <a:lnTo>
                    <a:pt x="74" y="66"/>
                  </a:lnTo>
                  <a:lnTo>
                    <a:pt x="76" y="66"/>
                  </a:lnTo>
                  <a:lnTo>
                    <a:pt x="76" y="66"/>
                  </a:lnTo>
                  <a:lnTo>
                    <a:pt x="76" y="66"/>
                  </a:lnTo>
                  <a:lnTo>
                    <a:pt x="76" y="68"/>
                  </a:lnTo>
                  <a:lnTo>
                    <a:pt x="74" y="68"/>
                  </a:lnTo>
                  <a:lnTo>
                    <a:pt x="74" y="71"/>
                  </a:lnTo>
                  <a:lnTo>
                    <a:pt x="74" y="71"/>
                  </a:lnTo>
                  <a:lnTo>
                    <a:pt x="76" y="71"/>
                  </a:lnTo>
                  <a:lnTo>
                    <a:pt x="76" y="71"/>
                  </a:lnTo>
                  <a:lnTo>
                    <a:pt x="79" y="68"/>
                  </a:lnTo>
                  <a:lnTo>
                    <a:pt x="79" y="68"/>
                  </a:lnTo>
                  <a:lnTo>
                    <a:pt x="79" y="68"/>
                  </a:lnTo>
                  <a:lnTo>
                    <a:pt x="79" y="71"/>
                  </a:lnTo>
                  <a:lnTo>
                    <a:pt x="79" y="71"/>
                  </a:lnTo>
                  <a:lnTo>
                    <a:pt x="76" y="71"/>
                  </a:lnTo>
                  <a:lnTo>
                    <a:pt x="76" y="71"/>
                  </a:lnTo>
                  <a:lnTo>
                    <a:pt x="76" y="71"/>
                  </a:lnTo>
                  <a:lnTo>
                    <a:pt x="76" y="71"/>
                  </a:lnTo>
                  <a:lnTo>
                    <a:pt x="74" y="71"/>
                  </a:lnTo>
                  <a:lnTo>
                    <a:pt x="74" y="71"/>
                  </a:lnTo>
                  <a:lnTo>
                    <a:pt x="74" y="71"/>
                  </a:lnTo>
                  <a:lnTo>
                    <a:pt x="71" y="73"/>
                  </a:lnTo>
                  <a:lnTo>
                    <a:pt x="71" y="73"/>
                  </a:lnTo>
                  <a:lnTo>
                    <a:pt x="71" y="73"/>
                  </a:lnTo>
                  <a:lnTo>
                    <a:pt x="71" y="76"/>
                  </a:lnTo>
                  <a:lnTo>
                    <a:pt x="71" y="76"/>
                  </a:lnTo>
                  <a:lnTo>
                    <a:pt x="71" y="76"/>
                  </a:lnTo>
                  <a:lnTo>
                    <a:pt x="71" y="76"/>
                  </a:lnTo>
                  <a:lnTo>
                    <a:pt x="71" y="76"/>
                  </a:lnTo>
                  <a:lnTo>
                    <a:pt x="71" y="76"/>
                  </a:lnTo>
                  <a:lnTo>
                    <a:pt x="71" y="76"/>
                  </a:lnTo>
                  <a:lnTo>
                    <a:pt x="71" y="76"/>
                  </a:lnTo>
                  <a:lnTo>
                    <a:pt x="71" y="78"/>
                  </a:lnTo>
                  <a:lnTo>
                    <a:pt x="71" y="80"/>
                  </a:lnTo>
                  <a:lnTo>
                    <a:pt x="71" y="80"/>
                  </a:lnTo>
                  <a:lnTo>
                    <a:pt x="74" y="83"/>
                  </a:lnTo>
                  <a:lnTo>
                    <a:pt x="74" y="83"/>
                  </a:lnTo>
                  <a:lnTo>
                    <a:pt x="74" y="83"/>
                  </a:lnTo>
                  <a:lnTo>
                    <a:pt x="74" y="83"/>
                  </a:lnTo>
                  <a:lnTo>
                    <a:pt x="74" y="83"/>
                  </a:lnTo>
                  <a:lnTo>
                    <a:pt x="74" y="83"/>
                  </a:lnTo>
                  <a:lnTo>
                    <a:pt x="76" y="83"/>
                  </a:lnTo>
                  <a:lnTo>
                    <a:pt x="76" y="83"/>
                  </a:lnTo>
                  <a:lnTo>
                    <a:pt x="76" y="83"/>
                  </a:lnTo>
                  <a:lnTo>
                    <a:pt x="76" y="85"/>
                  </a:lnTo>
                  <a:lnTo>
                    <a:pt x="79" y="85"/>
                  </a:lnTo>
                  <a:lnTo>
                    <a:pt x="79" y="85"/>
                  </a:lnTo>
                  <a:lnTo>
                    <a:pt x="81" y="85"/>
                  </a:lnTo>
                  <a:lnTo>
                    <a:pt x="81" y="85"/>
                  </a:lnTo>
                  <a:lnTo>
                    <a:pt x="81" y="85"/>
                  </a:lnTo>
                  <a:lnTo>
                    <a:pt x="81" y="83"/>
                  </a:lnTo>
                  <a:lnTo>
                    <a:pt x="81" y="83"/>
                  </a:lnTo>
                  <a:lnTo>
                    <a:pt x="81" y="80"/>
                  </a:lnTo>
                  <a:lnTo>
                    <a:pt x="81" y="80"/>
                  </a:lnTo>
                  <a:lnTo>
                    <a:pt x="81" y="78"/>
                  </a:lnTo>
                  <a:lnTo>
                    <a:pt x="83" y="78"/>
                  </a:lnTo>
                  <a:lnTo>
                    <a:pt x="83" y="80"/>
                  </a:lnTo>
                  <a:lnTo>
                    <a:pt x="83" y="85"/>
                  </a:lnTo>
                  <a:lnTo>
                    <a:pt x="83" y="87"/>
                  </a:lnTo>
                  <a:lnTo>
                    <a:pt x="83" y="87"/>
                  </a:lnTo>
                  <a:lnTo>
                    <a:pt x="81" y="87"/>
                  </a:lnTo>
                  <a:lnTo>
                    <a:pt x="81" y="90"/>
                  </a:lnTo>
                  <a:lnTo>
                    <a:pt x="79" y="90"/>
                  </a:lnTo>
                  <a:lnTo>
                    <a:pt x="79" y="90"/>
                  </a:lnTo>
                  <a:lnTo>
                    <a:pt x="81" y="90"/>
                  </a:lnTo>
                  <a:lnTo>
                    <a:pt x="81" y="92"/>
                  </a:lnTo>
                  <a:lnTo>
                    <a:pt x="81" y="92"/>
                  </a:lnTo>
                  <a:lnTo>
                    <a:pt x="83" y="92"/>
                  </a:lnTo>
                  <a:lnTo>
                    <a:pt x="83" y="92"/>
                  </a:lnTo>
                  <a:lnTo>
                    <a:pt x="83" y="90"/>
                  </a:lnTo>
                  <a:lnTo>
                    <a:pt x="86" y="87"/>
                  </a:lnTo>
                  <a:lnTo>
                    <a:pt x="86" y="87"/>
                  </a:lnTo>
                  <a:lnTo>
                    <a:pt x="86" y="85"/>
                  </a:lnTo>
                  <a:lnTo>
                    <a:pt x="88" y="85"/>
                  </a:lnTo>
                  <a:lnTo>
                    <a:pt x="88" y="85"/>
                  </a:lnTo>
                  <a:lnTo>
                    <a:pt x="88" y="85"/>
                  </a:lnTo>
                  <a:lnTo>
                    <a:pt x="88" y="85"/>
                  </a:lnTo>
                  <a:lnTo>
                    <a:pt x="88" y="85"/>
                  </a:lnTo>
                  <a:lnTo>
                    <a:pt x="88" y="85"/>
                  </a:lnTo>
                  <a:lnTo>
                    <a:pt x="88" y="85"/>
                  </a:lnTo>
                  <a:lnTo>
                    <a:pt x="88" y="85"/>
                  </a:lnTo>
                  <a:lnTo>
                    <a:pt x="88" y="83"/>
                  </a:lnTo>
                  <a:lnTo>
                    <a:pt x="88" y="85"/>
                  </a:lnTo>
                  <a:lnTo>
                    <a:pt x="90" y="85"/>
                  </a:lnTo>
                  <a:lnTo>
                    <a:pt x="90" y="83"/>
                  </a:lnTo>
                  <a:lnTo>
                    <a:pt x="90" y="83"/>
                  </a:lnTo>
                  <a:lnTo>
                    <a:pt x="90" y="83"/>
                  </a:lnTo>
                  <a:lnTo>
                    <a:pt x="93" y="83"/>
                  </a:lnTo>
                  <a:lnTo>
                    <a:pt x="93" y="80"/>
                  </a:lnTo>
                  <a:lnTo>
                    <a:pt x="93" y="80"/>
                  </a:lnTo>
                  <a:lnTo>
                    <a:pt x="93" y="80"/>
                  </a:lnTo>
                  <a:lnTo>
                    <a:pt x="93" y="80"/>
                  </a:lnTo>
                  <a:lnTo>
                    <a:pt x="93" y="83"/>
                  </a:lnTo>
                  <a:lnTo>
                    <a:pt x="93" y="83"/>
                  </a:lnTo>
                  <a:lnTo>
                    <a:pt x="93" y="83"/>
                  </a:lnTo>
                  <a:lnTo>
                    <a:pt x="93" y="83"/>
                  </a:lnTo>
                  <a:lnTo>
                    <a:pt x="93" y="83"/>
                  </a:lnTo>
                  <a:lnTo>
                    <a:pt x="93" y="83"/>
                  </a:lnTo>
                  <a:lnTo>
                    <a:pt x="93" y="85"/>
                  </a:lnTo>
                  <a:lnTo>
                    <a:pt x="93" y="85"/>
                  </a:lnTo>
                  <a:lnTo>
                    <a:pt x="93" y="85"/>
                  </a:lnTo>
                  <a:lnTo>
                    <a:pt x="93" y="85"/>
                  </a:lnTo>
                  <a:lnTo>
                    <a:pt x="90" y="85"/>
                  </a:lnTo>
                  <a:lnTo>
                    <a:pt x="90" y="85"/>
                  </a:lnTo>
                  <a:lnTo>
                    <a:pt x="90" y="85"/>
                  </a:lnTo>
                  <a:lnTo>
                    <a:pt x="90" y="85"/>
                  </a:lnTo>
                  <a:lnTo>
                    <a:pt x="90" y="87"/>
                  </a:lnTo>
                  <a:lnTo>
                    <a:pt x="90" y="87"/>
                  </a:lnTo>
                  <a:lnTo>
                    <a:pt x="88" y="87"/>
                  </a:lnTo>
                  <a:lnTo>
                    <a:pt x="88" y="87"/>
                  </a:lnTo>
                  <a:lnTo>
                    <a:pt x="88" y="92"/>
                  </a:lnTo>
                  <a:lnTo>
                    <a:pt x="88" y="92"/>
                  </a:lnTo>
                  <a:lnTo>
                    <a:pt x="88" y="92"/>
                  </a:lnTo>
                  <a:lnTo>
                    <a:pt x="88" y="92"/>
                  </a:lnTo>
                  <a:lnTo>
                    <a:pt x="90" y="92"/>
                  </a:lnTo>
                  <a:lnTo>
                    <a:pt x="90" y="92"/>
                  </a:lnTo>
                  <a:lnTo>
                    <a:pt x="90" y="92"/>
                  </a:lnTo>
                  <a:lnTo>
                    <a:pt x="90" y="92"/>
                  </a:lnTo>
                  <a:lnTo>
                    <a:pt x="90" y="92"/>
                  </a:lnTo>
                  <a:lnTo>
                    <a:pt x="90" y="92"/>
                  </a:lnTo>
                  <a:lnTo>
                    <a:pt x="90" y="92"/>
                  </a:lnTo>
                  <a:lnTo>
                    <a:pt x="90" y="92"/>
                  </a:lnTo>
                  <a:lnTo>
                    <a:pt x="90" y="94"/>
                  </a:lnTo>
                  <a:lnTo>
                    <a:pt x="90" y="94"/>
                  </a:lnTo>
                  <a:lnTo>
                    <a:pt x="90" y="94"/>
                  </a:lnTo>
                  <a:lnTo>
                    <a:pt x="88" y="94"/>
                  </a:lnTo>
                  <a:lnTo>
                    <a:pt x="88" y="94"/>
                  </a:lnTo>
                  <a:lnTo>
                    <a:pt x="90" y="94"/>
                  </a:lnTo>
                  <a:lnTo>
                    <a:pt x="90" y="94"/>
                  </a:lnTo>
                  <a:lnTo>
                    <a:pt x="93" y="92"/>
                  </a:lnTo>
                  <a:lnTo>
                    <a:pt x="95" y="92"/>
                  </a:lnTo>
                  <a:lnTo>
                    <a:pt x="95" y="92"/>
                  </a:lnTo>
                  <a:lnTo>
                    <a:pt x="95" y="90"/>
                  </a:lnTo>
                  <a:lnTo>
                    <a:pt x="102" y="80"/>
                  </a:lnTo>
                  <a:lnTo>
                    <a:pt x="102" y="76"/>
                  </a:lnTo>
                  <a:lnTo>
                    <a:pt x="102" y="73"/>
                  </a:lnTo>
                  <a:lnTo>
                    <a:pt x="109" y="66"/>
                  </a:lnTo>
                  <a:lnTo>
                    <a:pt x="109" y="64"/>
                  </a:lnTo>
                  <a:lnTo>
                    <a:pt x="112" y="64"/>
                  </a:lnTo>
                  <a:lnTo>
                    <a:pt x="112" y="64"/>
                  </a:lnTo>
                  <a:lnTo>
                    <a:pt x="116" y="64"/>
                  </a:lnTo>
                  <a:lnTo>
                    <a:pt x="119" y="64"/>
                  </a:lnTo>
                  <a:lnTo>
                    <a:pt x="123" y="61"/>
                  </a:lnTo>
                  <a:lnTo>
                    <a:pt x="128" y="59"/>
                  </a:lnTo>
                  <a:lnTo>
                    <a:pt x="131" y="59"/>
                  </a:lnTo>
                  <a:lnTo>
                    <a:pt x="131" y="57"/>
                  </a:lnTo>
                  <a:lnTo>
                    <a:pt x="131" y="57"/>
                  </a:lnTo>
                  <a:lnTo>
                    <a:pt x="131" y="57"/>
                  </a:lnTo>
                  <a:lnTo>
                    <a:pt x="133" y="54"/>
                  </a:lnTo>
                  <a:lnTo>
                    <a:pt x="133" y="54"/>
                  </a:lnTo>
                  <a:lnTo>
                    <a:pt x="133" y="54"/>
                  </a:lnTo>
                  <a:lnTo>
                    <a:pt x="138" y="57"/>
                  </a:lnTo>
                  <a:lnTo>
                    <a:pt x="138" y="57"/>
                  </a:lnTo>
                  <a:lnTo>
                    <a:pt x="138" y="57"/>
                  </a:lnTo>
                  <a:lnTo>
                    <a:pt x="140" y="57"/>
                  </a:lnTo>
                  <a:lnTo>
                    <a:pt x="140" y="57"/>
                  </a:lnTo>
                  <a:lnTo>
                    <a:pt x="140" y="57"/>
                  </a:lnTo>
                  <a:lnTo>
                    <a:pt x="140" y="57"/>
                  </a:lnTo>
                  <a:lnTo>
                    <a:pt x="142" y="57"/>
                  </a:lnTo>
                  <a:lnTo>
                    <a:pt x="142" y="57"/>
                  </a:lnTo>
                  <a:lnTo>
                    <a:pt x="145" y="57"/>
                  </a:lnTo>
                  <a:lnTo>
                    <a:pt x="147" y="57"/>
                  </a:lnTo>
                  <a:lnTo>
                    <a:pt x="147" y="57"/>
                  </a:lnTo>
                  <a:lnTo>
                    <a:pt x="150" y="54"/>
                  </a:lnTo>
                  <a:lnTo>
                    <a:pt x="150" y="54"/>
                  </a:lnTo>
                  <a:lnTo>
                    <a:pt x="152" y="54"/>
                  </a:lnTo>
                  <a:lnTo>
                    <a:pt x="152" y="54"/>
                  </a:lnTo>
                  <a:lnTo>
                    <a:pt x="154" y="54"/>
                  </a:lnTo>
                  <a:lnTo>
                    <a:pt x="154" y="54"/>
                  </a:lnTo>
                  <a:lnTo>
                    <a:pt x="154" y="54"/>
                  </a:lnTo>
                  <a:lnTo>
                    <a:pt x="154" y="52"/>
                  </a:lnTo>
                  <a:lnTo>
                    <a:pt x="154" y="52"/>
                  </a:lnTo>
                  <a:lnTo>
                    <a:pt x="154" y="52"/>
                  </a:lnTo>
                  <a:lnTo>
                    <a:pt x="154" y="52"/>
                  </a:lnTo>
                  <a:lnTo>
                    <a:pt x="157" y="52"/>
                  </a:lnTo>
                  <a:lnTo>
                    <a:pt x="157" y="52"/>
                  </a:lnTo>
                  <a:lnTo>
                    <a:pt x="157" y="52"/>
                  </a:lnTo>
                  <a:lnTo>
                    <a:pt x="157" y="54"/>
                  </a:lnTo>
                  <a:lnTo>
                    <a:pt x="157" y="54"/>
                  </a:lnTo>
                  <a:lnTo>
                    <a:pt x="157" y="54"/>
                  </a:lnTo>
                  <a:lnTo>
                    <a:pt x="157" y="54"/>
                  </a:lnTo>
                  <a:lnTo>
                    <a:pt x="159" y="54"/>
                  </a:lnTo>
                  <a:lnTo>
                    <a:pt x="159" y="54"/>
                  </a:lnTo>
                  <a:lnTo>
                    <a:pt x="161" y="54"/>
                  </a:lnTo>
                  <a:lnTo>
                    <a:pt x="161" y="52"/>
                  </a:lnTo>
                  <a:lnTo>
                    <a:pt x="161" y="52"/>
                  </a:lnTo>
                  <a:lnTo>
                    <a:pt x="161" y="49"/>
                  </a:lnTo>
                  <a:lnTo>
                    <a:pt x="161" y="49"/>
                  </a:lnTo>
                  <a:lnTo>
                    <a:pt x="161" y="42"/>
                  </a:lnTo>
                  <a:lnTo>
                    <a:pt x="161" y="40"/>
                  </a:lnTo>
                  <a:lnTo>
                    <a:pt x="161" y="38"/>
                  </a:lnTo>
                  <a:lnTo>
                    <a:pt x="161" y="38"/>
                  </a:lnTo>
                  <a:lnTo>
                    <a:pt x="161" y="35"/>
                  </a:lnTo>
                  <a:lnTo>
                    <a:pt x="161" y="35"/>
                  </a:lnTo>
                  <a:lnTo>
                    <a:pt x="159" y="35"/>
                  </a:lnTo>
                  <a:lnTo>
                    <a:pt x="159" y="35"/>
                  </a:lnTo>
                  <a:lnTo>
                    <a:pt x="157" y="35"/>
                  </a:lnTo>
                  <a:lnTo>
                    <a:pt x="157" y="33"/>
                  </a:lnTo>
                  <a:lnTo>
                    <a:pt x="157" y="33"/>
                  </a:lnTo>
                  <a:lnTo>
                    <a:pt x="157" y="33"/>
                  </a:lnTo>
                  <a:lnTo>
                    <a:pt x="157" y="33"/>
                  </a:lnTo>
                  <a:lnTo>
                    <a:pt x="154" y="31"/>
                  </a:lnTo>
                  <a:lnTo>
                    <a:pt x="154" y="31"/>
                  </a:lnTo>
                  <a:lnTo>
                    <a:pt x="152" y="31"/>
                  </a:lnTo>
                  <a:lnTo>
                    <a:pt x="152" y="31"/>
                  </a:lnTo>
                  <a:lnTo>
                    <a:pt x="150" y="28"/>
                  </a:lnTo>
                  <a:lnTo>
                    <a:pt x="150" y="28"/>
                  </a:lnTo>
                  <a:lnTo>
                    <a:pt x="150" y="28"/>
                  </a:lnTo>
                  <a:lnTo>
                    <a:pt x="150" y="28"/>
                  </a:lnTo>
                  <a:lnTo>
                    <a:pt x="150" y="28"/>
                  </a:lnTo>
                  <a:lnTo>
                    <a:pt x="150" y="26"/>
                  </a:lnTo>
                  <a:lnTo>
                    <a:pt x="150" y="26"/>
                  </a:lnTo>
                  <a:lnTo>
                    <a:pt x="154" y="23"/>
                  </a:lnTo>
                  <a:lnTo>
                    <a:pt x="154" y="23"/>
                  </a:lnTo>
                  <a:lnTo>
                    <a:pt x="157" y="21"/>
                  </a:lnTo>
                  <a:lnTo>
                    <a:pt x="157" y="21"/>
                  </a:lnTo>
                  <a:lnTo>
                    <a:pt x="159" y="21"/>
                  </a:lnTo>
                  <a:lnTo>
                    <a:pt x="157" y="23"/>
                  </a:lnTo>
                  <a:lnTo>
                    <a:pt x="161" y="23"/>
                  </a:lnTo>
                  <a:lnTo>
                    <a:pt x="164" y="23"/>
                  </a:lnTo>
                  <a:lnTo>
                    <a:pt x="164" y="21"/>
                  </a:lnTo>
                  <a:lnTo>
                    <a:pt x="164" y="19"/>
                  </a:lnTo>
                  <a:lnTo>
                    <a:pt x="164" y="19"/>
                  </a:lnTo>
                  <a:lnTo>
                    <a:pt x="164" y="19"/>
                  </a:lnTo>
                  <a:lnTo>
                    <a:pt x="164" y="16"/>
                  </a:lnTo>
                  <a:lnTo>
                    <a:pt x="164" y="16"/>
                  </a:lnTo>
                  <a:lnTo>
                    <a:pt x="164" y="16"/>
                  </a:lnTo>
                  <a:lnTo>
                    <a:pt x="166" y="14"/>
                  </a:lnTo>
                  <a:lnTo>
                    <a:pt x="166" y="12"/>
                  </a:lnTo>
                  <a:lnTo>
                    <a:pt x="166" y="12"/>
                  </a:lnTo>
                  <a:close/>
                  <a:moveTo>
                    <a:pt x="60" y="66"/>
                  </a:moveTo>
                  <a:lnTo>
                    <a:pt x="57" y="64"/>
                  </a:lnTo>
                  <a:lnTo>
                    <a:pt x="57" y="64"/>
                  </a:lnTo>
                  <a:lnTo>
                    <a:pt x="60" y="64"/>
                  </a:lnTo>
                  <a:lnTo>
                    <a:pt x="60" y="64"/>
                  </a:lnTo>
                  <a:lnTo>
                    <a:pt x="57" y="64"/>
                  </a:lnTo>
                  <a:lnTo>
                    <a:pt x="57" y="64"/>
                  </a:lnTo>
                  <a:lnTo>
                    <a:pt x="57" y="64"/>
                  </a:lnTo>
                  <a:lnTo>
                    <a:pt x="57" y="64"/>
                  </a:lnTo>
                  <a:lnTo>
                    <a:pt x="57" y="64"/>
                  </a:lnTo>
                  <a:lnTo>
                    <a:pt x="57" y="66"/>
                  </a:lnTo>
                  <a:lnTo>
                    <a:pt x="57" y="66"/>
                  </a:lnTo>
                  <a:lnTo>
                    <a:pt x="55" y="66"/>
                  </a:lnTo>
                  <a:lnTo>
                    <a:pt x="55" y="66"/>
                  </a:lnTo>
                  <a:lnTo>
                    <a:pt x="55" y="66"/>
                  </a:lnTo>
                  <a:lnTo>
                    <a:pt x="55" y="66"/>
                  </a:lnTo>
                  <a:lnTo>
                    <a:pt x="55" y="66"/>
                  </a:lnTo>
                  <a:lnTo>
                    <a:pt x="55" y="66"/>
                  </a:lnTo>
                  <a:lnTo>
                    <a:pt x="55" y="68"/>
                  </a:lnTo>
                  <a:lnTo>
                    <a:pt x="57" y="68"/>
                  </a:lnTo>
                  <a:lnTo>
                    <a:pt x="57" y="66"/>
                  </a:lnTo>
                  <a:lnTo>
                    <a:pt x="57" y="66"/>
                  </a:lnTo>
                  <a:lnTo>
                    <a:pt x="57" y="66"/>
                  </a:lnTo>
                  <a:lnTo>
                    <a:pt x="57" y="68"/>
                  </a:lnTo>
                  <a:lnTo>
                    <a:pt x="60" y="66"/>
                  </a:lnTo>
                  <a:lnTo>
                    <a:pt x="60" y="66"/>
                  </a:lnTo>
                  <a:lnTo>
                    <a:pt x="60" y="66"/>
                  </a:lnTo>
                  <a:lnTo>
                    <a:pt x="60" y="66"/>
                  </a:lnTo>
                  <a:lnTo>
                    <a:pt x="60" y="66"/>
                  </a:lnTo>
                  <a:lnTo>
                    <a:pt x="60" y="66"/>
                  </a:lnTo>
                  <a:lnTo>
                    <a:pt x="60" y="66"/>
                  </a:lnTo>
                  <a:lnTo>
                    <a:pt x="60" y="66"/>
                  </a:lnTo>
                  <a:close/>
                  <a:moveTo>
                    <a:pt x="48" y="76"/>
                  </a:moveTo>
                  <a:lnTo>
                    <a:pt x="48" y="76"/>
                  </a:lnTo>
                  <a:lnTo>
                    <a:pt x="45" y="78"/>
                  </a:lnTo>
                  <a:lnTo>
                    <a:pt x="45" y="80"/>
                  </a:lnTo>
                  <a:lnTo>
                    <a:pt x="48" y="80"/>
                  </a:lnTo>
                  <a:lnTo>
                    <a:pt x="48" y="80"/>
                  </a:lnTo>
                  <a:lnTo>
                    <a:pt x="50" y="80"/>
                  </a:lnTo>
                  <a:lnTo>
                    <a:pt x="50" y="78"/>
                  </a:lnTo>
                  <a:lnTo>
                    <a:pt x="50" y="76"/>
                  </a:lnTo>
                  <a:lnTo>
                    <a:pt x="50" y="76"/>
                  </a:lnTo>
                  <a:lnTo>
                    <a:pt x="48" y="76"/>
                  </a:lnTo>
                  <a:close/>
                  <a:moveTo>
                    <a:pt x="45" y="87"/>
                  </a:moveTo>
                  <a:lnTo>
                    <a:pt x="45" y="85"/>
                  </a:lnTo>
                  <a:lnTo>
                    <a:pt x="45" y="83"/>
                  </a:lnTo>
                  <a:lnTo>
                    <a:pt x="45" y="83"/>
                  </a:lnTo>
                  <a:lnTo>
                    <a:pt x="45" y="80"/>
                  </a:lnTo>
                  <a:lnTo>
                    <a:pt x="43" y="80"/>
                  </a:lnTo>
                  <a:lnTo>
                    <a:pt x="43" y="80"/>
                  </a:lnTo>
                  <a:lnTo>
                    <a:pt x="43" y="83"/>
                  </a:lnTo>
                  <a:lnTo>
                    <a:pt x="43" y="83"/>
                  </a:lnTo>
                  <a:lnTo>
                    <a:pt x="43" y="85"/>
                  </a:lnTo>
                  <a:lnTo>
                    <a:pt x="43" y="85"/>
                  </a:lnTo>
                  <a:lnTo>
                    <a:pt x="43" y="85"/>
                  </a:lnTo>
                  <a:lnTo>
                    <a:pt x="43" y="85"/>
                  </a:lnTo>
                  <a:lnTo>
                    <a:pt x="43" y="87"/>
                  </a:lnTo>
                  <a:lnTo>
                    <a:pt x="43" y="87"/>
                  </a:lnTo>
                  <a:lnTo>
                    <a:pt x="43" y="85"/>
                  </a:lnTo>
                  <a:lnTo>
                    <a:pt x="43" y="85"/>
                  </a:lnTo>
                  <a:lnTo>
                    <a:pt x="43" y="85"/>
                  </a:lnTo>
                  <a:lnTo>
                    <a:pt x="45" y="87"/>
                  </a:lnTo>
                  <a:lnTo>
                    <a:pt x="43" y="87"/>
                  </a:lnTo>
                  <a:lnTo>
                    <a:pt x="43" y="87"/>
                  </a:lnTo>
                  <a:lnTo>
                    <a:pt x="43" y="87"/>
                  </a:lnTo>
                  <a:lnTo>
                    <a:pt x="41" y="87"/>
                  </a:lnTo>
                  <a:lnTo>
                    <a:pt x="41" y="87"/>
                  </a:lnTo>
                  <a:lnTo>
                    <a:pt x="41" y="87"/>
                  </a:lnTo>
                  <a:lnTo>
                    <a:pt x="41" y="90"/>
                  </a:lnTo>
                  <a:lnTo>
                    <a:pt x="41" y="90"/>
                  </a:lnTo>
                  <a:lnTo>
                    <a:pt x="43" y="90"/>
                  </a:lnTo>
                  <a:lnTo>
                    <a:pt x="43" y="87"/>
                  </a:lnTo>
                  <a:lnTo>
                    <a:pt x="43" y="87"/>
                  </a:lnTo>
                  <a:lnTo>
                    <a:pt x="43" y="90"/>
                  </a:lnTo>
                  <a:lnTo>
                    <a:pt x="45" y="90"/>
                  </a:lnTo>
                  <a:lnTo>
                    <a:pt x="45" y="87"/>
                  </a:lnTo>
                  <a:lnTo>
                    <a:pt x="45" y="90"/>
                  </a:lnTo>
                  <a:lnTo>
                    <a:pt x="45" y="87"/>
                  </a:lnTo>
                  <a:lnTo>
                    <a:pt x="48" y="87"/>
                  </a:lnTo>
                  <a:lnTo>
                    <a:pt x="48" y="87"/>
                  </a:lnTo>
                  <a:lnTo>
                    <a:pt x="48" y="87"/>
                  </a:lnTo>
                  <a:lnTo>
                    <a:pt x="45" y="87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43">
              <a:extLst>
                <a:ext uri="{FF2B5EF4-FFF2-40B4-BE49-F238E27FC236}">
                  <a16:creationId xmlns:a16="http://schemas.microsoft.com/office/drawing/2014/main" id="{9369B700-A3EE-8708-7C1D-36913EA71F6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6646" y="2465654"/>
              <a:ext cx="504296" cy="376949"/>
            </a:xfrm>
            <a:custGeom>
              <a:avLst/>
              <a:gdLst>
                <a:gd name="T0" fmla="*/ 381 w 396"/>
                <a:gd name="T1" fmla="*/ 206 h 296"/>
                <a:gd name="T2" fmla="*/ 386 w 396"/>
                <a:gd name="T3" fmla="*/ 177 h 296"/>
                <a:gd name="T4" fmla="*/ 369 w 396"/>
                <a:gd name="T5" fmla="*/ 151 h 296"/>
                <a:gd name="T6" fmla="*/ 379 w 396"/>
                <a:gd name="T7" fmla="*/ 130 h 296"/>
                <a:gd name="T8" fmla="*/ 362 w 396"/>
                <a:gd name="T9" fmla="*/ 99 h 296"/>
                <a:gd name="T10" fmla="*/ 341 w 396"/>
                <a:gd name="T11" fmla="*/ 94 h 296"/>
                <a:gd name="T12" fmla="*/ 351 w 396"/>
                <a:gd name="T13" fmla="*/ 78 h 296"/>
                <a:gd name="T14" fmla="*/ 346 w 396"/>
                <a:gd name="T15" fmla="*/ 66 h 296"/>
                <a:gd name="T16" fmla="*/ 329 w 396"/>
                <a:gd name="T17" fmla="*/ 35 h 296"/>
                <a:gd name="T18" fmla="*/ 310 w 396"/>
                <a:gd name="T19" fmla="*/ 9 h 296"/>
                <a:gd name="T20" fmla="*/ 306 w 396"/>
                <a:gd name="T21" fmla="*/ 23 h 296"/>
                <a:gd name="T22" fmla="*/ 272 w 396"/>
                <a:gd name="T23" fmla="*/ 33 h 296"/>
                <a:gd name="T24" fmla="*/ 254 w 396"/>
                <a:gd name="T25" fmla="*/ 26 h 296"/>
                <a:gd name="T26" fmla="*/ 239 w 396"/>
                <a:gd name="T27" fmla="*/ 38 h 296"/>
                <a:gd name="T28" fmla="*/ 216 w 396"/>
                <a:gd name="T29" fmla="*/ 26 h 296"/>
                <a:gd name="T30" fmla="*/ 192 w 396"/>
                <a:gd name="T31" fmla="*/ 28 h 296"/>
                <a:gd name="T32" fmla="*/ 166 w 396"/>
                <a:gd name="T33" fmla="*/ 14 h 296"/>
                <a:gd name="T34" fmla="*/ 130 w 396"/>
                <a:gd name="T35" fmla="*/ 14 h 296"/>
                <a:gd name="T36" fmla="*/ 107 w 396"/>
                <a:gd name="T37" fmla="*/ 9 h 296"/>
                <a:gd name="T38" fmla="*/ 95 w 396"/>
                <a:gd name="T39" fmla="*/ 2 h 296"/>
                <a:gd name="T40" fmla="*/ 74 w 396"/>
                <a:gd name="T41" fmla="*/ 21 h 296"/>
                <a:gd name="T42" fmla="*/ 69 w 396"/>
                <a:gd name="T43" fmla="*/ 35 h 296"/>
                <a:gd name="T44" fmla="*/ 64 w 396"/>
                <a:gd name="T45" fmla="*/ 54 h 296"/>
                <a:gd name="T46" fmla="*/ 33 w 396"/>
                <a:gd name="T47" fmla="*/ 61 h 296"/>
                <a:gd name="T48" fmla="*/ 0 w 396"/>
                <a:gd name="T49" fmla="*/ 97 h 296"/>
                <a:gd name="T50" fmla="*/ 7 w 396"/>
                <a:gd name="T51" fmla="*/ 94 h 296"/>
                <a:gd name="T52" fmla="*/ 19 w 396"/>
                <a:gd name="T53" fmla="*/ 90 h 296"/>
                <a:gd name="T54" fmla="*/ 15 w 396"/>
                <a:gd name="T55" fmla="*/ 97 h 296"/>
                <a:gd name="T56" fmla="*/ 15 w 396"/>
                <a:gd name="T57" fmla="*/ 106 h 296"/>
                <a:gd name="T58" fmla="*/ 19 w 396"/>
                <a:gd name="T59" fmla="*/ 109 h 296"/>
                <a:gd name="T60" fmla="*/ 26 w 396"/>
                <a:gd name="T61" fmla="*/ 106 h 296"/>
                <a:gd name="T62" fmla="*/ 26 w 396"/>
                <a:gd name="T63" fmla="*/ 118 h 296"/>
                <a:gd name="T64" fmla="*/ 38 w 396"/>
                <a:gd name="T65" fmla="*/ 132 h 296"/>
                <a:gd name="T66" fmla="*/ 48 w 396"/>
                <a:gd name="T67" fmla="*/ 139 h 296"/>
                <a:gd name="T68" fmla="*/ 57 w 396"/>
                <a:gd name="T69" fmla="*/ 139 h 296"/>
                <a:gd name="T70" fmla="*/ 69 w 396"/>
                <a:gd name="T71" fmla="*/ 154 h 296"/>
                <a:gd name="T72" fmla="*/ 76 w 396"/>
                <a:gd name="T73" fmla="*/ 154 h 296"/>
                <a:gd name="T74" fmla="*/ 74 w 396"/>
                <a:gd name="T75" fmla="*/ 173 h 296"/>
                <a:gd name="T76" fmla="*/ 88 w 396"/>
                <a:gd name="T77" fmla="*/ 177 h 296"/>
                <a:gd name="T78" fmla="*/ 93 w 396"/>
                <a:gd name="T79" fmla="*/ 184 h 296"/>
                <a:gd name="T80" fmla="*/ 102 w 396"/>
                <a:gd name="T81" fmla="*/ 189 h 296"/>
                <a:gd name="T82" fmla="*/ 109 w 396"/>
                <a:gd name="T83" fmla="*/ 194 h 296"/>
                <a:gd name="T84" fmla="*/ 123 w 396"/>
                <a:gd name="T85" fmla="*/ 180 h 296"/>
                <a:gd name="T86" fmla="*/ 133 w 396"/>
                <a:gd name="T87" fmla="*/ 165 h 296"/>
                <a:gd name="T88" fmla="*/ 152 w 396"/>
                <a:gd name="T89" fmla="*/ 151 h 296"/>
                <a:gd name="T90" fmla="*/ 220 w 396"/>
                <a:gd name="T91" fmla="*/ 165 h 296"/>
                <a:gd name="T92" fmla="*/ 230 w 396"/>
                <a:gd name="T93" fmla="*/ 180 h 296"/>
                <a:gd name="T94" fmla="*/ 239 w 396"/>
                <a:gd name="T95" fmla="*/ 196 h 296"/>
                <a:gd name="T96" fmla="*/ 237 w 396"/>
                <a:gd name="T97" fmla="*/ 227 h 296"/>
                <a:gd name="T98" fmla="*/ 254 w 396"/>
                <a:gd name="T99" fmla="*/ 227 h 296"/>
                <a:gd name="T100" fmla="*/ 277 w 396"/>
                <a:gd name="T101" fmla="*/ 227 h 296"/>
                <a:gd name="T102" fmla="*/ 287 w 396"/>
                <a:gd name="T103" fmla="*/ 227 h 296"/>
                <a:gd name="T104" fmla="*/ 296 w 396"/>
                <a:gd name="T105" fmla="*/ 236 h 296"/>
                <a:gd name="T106" fmla="*/ 301 w 396"/>
                <a:gd name="T107" fmla="*/ 251 h 296"/>
                <a:gd name="T108" fmla="*/ 301 w 396"/>
                <a:gd name="T109" fmla="*/ 284 h 296"/>
                <a:gd name="T110" fmla="*/ 310 w 396"/>
                <a:gd name="T111" fmla="*/ 286 h 296"/>
                <a:gd name="T112" fmla="*/ 327 w 396"/>
                <a:gd name="T113" fmla="*/ 293 h 296"/>
                <a:gd name="T114" fmla="*/ 339 w 396"/>
                <a:gd name="T115" fmla="*/ 279 h 296"/>
                <a:gd name="T116" fmla="*/ 365 w 396"/>
                <a:gd name="T117" fmla="*/ 277 h 296"/>
                <a:gd name="T118" fmla="*/ 374 w 396"/>
                <a:gd name="T119" fmla="*/ 253 h 296"/>
                <a:gd name="T120" fmla="*/ 365 w 396"/>
                <a:gd name="T121" fmla="*/ 239 h 296"/>
                <a:gd name="T122" fmla="*/ 381 w 396"/>
                <a:gd name="T123" fmla="*/ 227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96" h="296">
                  <a:moveTo>
                    <a:pt x="396" y="232"/>
                  </a:moveTo>
                  <a:lnTo>
                    <a:pt x="396" y="229"/>
                  </a:lnTo>
                  <a:lnTo>
                    <a:pt x="396" y="229"/>
                  </a:lnTo>
                  <a:lnTo>
                    <a:pt x="396" y="227"/>
                  </a:lnTo>
                  <a:lnTo>
                    <a:pt x="396" y="227"/>
                  </a:lnTo>
                  <a:lnTo>
                    <a:pt x="396" y="225"/>
                  </a:lnTo>
                  <a:lnTo>
                    <a:pt x="396" y="222"/>
                  </a:lnTo>
                  <a:lnTo>
                    <a:pt x="396" y="220"/>
                  </a:lnTo>
                  <a:lnTo>
                    <a:pt x="396" y="220"/>
                  </a:lnTo>
                  <a:lnTo>
                    <a:pt x="393" y="220"/>
                  </a:lnTo>
                  <a:lnTo>
                    <a:pt x="393" y="218"/>
                  </a:lnTo>
                  <a:lnTo>
                    <a:pt x="393" y="218"/>
                  </a:lnTo>
                  <a:lnTo>
                    <a:pt x="391" y="215"/>
                  </a:lnTo>
                  <a:lnTo>
                    <a:pt x="391" y="215"/>
                  </a:lnTo>
                  <a:lnTo>
                    <a:pt x="388" y="213"/>
                  </a:lnTo>
                  <a:lnTo>
                    <a:pt x="388" y="213"/>
                  </a:lnTo>
                  <a:lnTo>
                    <a:pt x="388" y="213"/>
                  </a:lnTo>
                  <a:lnTo>
                    <a:pt x="388" y="213"/>
                  </a:lnTo>
                  <a:lnTo>
                    <a:pt x="388" y="213"/>
                  </a:lnTo>
                  <a:lnTo>
                    <a:pt x="388" y="213"/>
                  </a:lnTo>
                  <a:lnTo>
                    <a:pt x="386" y="213"/>
                  </a:lnTo>
                  <a:lnTo>
                    <a:pt x="384" y="213"/>
                  </a:lnTo>
                  <a:lnTo>
                    <a:pt x="384" y="213"/>
                  </a:lnTo>
                  <a:lnTo>
                    <a:pt x="381" y="210"/>
                  </a:lnTo>
                  <a:lnTo>
                    <a:pt x="379" y="210"/>
                  </a:lnTo>
                  <a:lnTo>
                    <a:pt x="381" y="206"/>
                  </a:lnTo>
                  <a:lnTo>
                    <a:pt x="381" y="201"/>
                  </a:lnTo>
                  <a:lnTo>
                    <a:pt x="381" y="201"/>
                  </a:lnTo>
                  <a:lnTo>
                    <a:pt x="381" y="199"/>
                  </a:lnTo>
                  <a:lnTo>
                    <a:pt x="381" y="199"/>
                  </a:lnTo>
                  <a:lnTo>
                    <a:pt x="381" y="199"/>
                  </a:lnTo>
                  <a:lnTo>
                    <a:pt x="381" y="199"/>
                  </a:lnTo>
                  <a:lnTo>
                    <a:pt x="384" y="199"/>
                  </a:lnTo>
                  <a:lnTo>
                    <a:pt x="388" y="196"/>
                  </a:lnTo>
                  <a:lnTo>
                    <a:pt x="388" y="196"/>
                  </a:lnTo>
                  <a:lnTo>
                    <a:pt x="388" y="196"/>
                  </a:lnTo>
                  <a:lnTo>
                    <a:pt x="391" y="196"/>
                  </a:lnTo>
                  <a:lnTo>
                    <a:pt x="391" y="196"/>
                  </a:lnTo>
                  <a:lnTo>
                    <a:pt x="391" y="196"/>
                  </a:lnTo>
                  <a:lnTo>
                    <a:pt x="391" y="194"/>
                  </a:lnTo>
                  <a:lnTo>
                    <a:pt x="388" y="194"/>
                  </a:lnTo>
                  <a:lnTo>
                    <a:pt x="388" y="191"/>
                  </a:lnTo>
                  <a:lnTo>
                    <a:pt x="386" y="191"/>
                  </a:lnTo>
                  <a:lnTo>
                    <a:pt x="386" y="189"/>
                  </a:lnTo>
                  <a:lnTo>
                    <a:pt x="386" y="189"/>
                  </a:lnTo>
                  <a:lnTo>
                    <a:pt x="386" y="191"/>
                  </a:lnTo>
                  <a:lnTo>
                    <a:pt x="384" y="191"/>
                  </a:lnTo>
                  <a:lnTo>
                    <a:pt x="381" y="189"/>
                  </a:lnTo>
                  <a:lnTo>
                    <a:pt x="381" y="187"/>
                  </a:lnTo>
                  <a:lnTo>
                    <a:pt x="384" y="182"/>
                  </a:lnTo>
                  <a:lnTo>
                    <a:pt x="384" y="182"/>
                  </a:lnTo>
                  <a:lnTo>
                    <a:pt x="386" y="177"/>
                  </a:lnTo>
                  <a:lnTo>
                    <a:pt x="386" y="177"/>
                  </a:lnTo>
                  <a:lnTo>
                    <a:pt x="384" y="177"/>
                  </a:lnTo>
                  <a:lnTo>
                    <a:pt x="381" y="177"/>
                  </a:lnTo>
                  <a:lnTo>
                    <a:pt x="379" y="177"/>
                  </a:lnTo>
                  <a:lnTo>
                    <a:pt x="379" y="180"/>
                  </a:lnTo>
                  <a:lnTo>
                    <a:pt x="377" y="180"/>
                  </a:lnTo>
                  <a:lnTo>
                    <a:pt x="377" y="180"/>
                  </a:lnTo>
                  <a:lnTo>
                    <a:pt x="374" y="177"/>
                  </a:lnTo>
                  <a:lnTo>
                    <a:pt x="374" y="177"/>
                  </a:lnTo>
                  <a:lnTo>
                    <a:pt x="374" y="177"/>
                  </a:lnTo>
                  <a:lnTo>
                    <a:pt x="369" y="173"/>
                  </a:lnTo>
                  <a:lnTo>
                    <a:pt x="369" y="173"/>
                  </a:lnTo>
                  <a:lnTo>
                    <a:pt x="369" y="170"/>
                  </a:lnTo>
                  <a:lnTo>
                    <a:pt x="369" y="170"/>
                  </a:lnTo>
                  <a:lnTo>
                    <a:pt x="369" y="168"/>
                  </a:lnTo>
                  <a:lnTo>
                    <a:pt x="369" y="168"/>
                  </a:lnTo>
                  <a:lnTo>
                    <a:pt x="372" y="154"/>
                  </a:lnTo>
                  <a:lnTo>
                    <a:pt x="372" y="154"/>
                  </a:lnTo>
                  <a:lnTo>
                    <a:pt x="369" y="154"/>
                  </a:lnTo>
                  <a:lnTo>
                    <a:pt x="369" y="154"/>
                  </a:lnTo>
                  <a:lnTo>
                    <a:pt x="369" y="151"/>
                  </a:lnTo>
                  <a:lnTo>
                    <a:pt x="369" y="151"/>
                  </a:lnTo>
                  <a:lnTo>
                    <a:pt x="369" y="151"/>
                  </a:lnTo>
                  <a:lnTo>
                    <a:pt x="369" y="151"/>
                  </a:lnTo>
                  <a:lnTo>
                    <a:pt x="369" y="151"/>
                  </a:lnTo>
                  <a:lnTo>
                    <a:pt x="369" y="151"/>
                  </a:lnTo>
                  <a:lnTo>
                    <a:pt x="369" y="151"/>
                  </a:lnTo>
                  <a:lnTo>
                    <a:pt x="369" y="151"/>
                  </a:lnTo>
                  <a:lnTo>
                    <a:pt x="369" y="151"/>
                  </a:lnTo>
                  <a:lnTo>
                    <a:pt x="369" y="151"/>
                  </a:lnTo>
                  <a:lnTo>
                    <a:pt x="369" y="149"/>
                  </a:lnTo>
                  <a:lnTo>
                    <a:pt x="369" y="149"/>
                  </a:lnTo>
                  <a:lnTo>
                    <a:pt x="369" y="149"/>
                  </a:lnTo>
                  <a:lnTo>
                    <a:pt x="369" y="149"/>
                  </a:lnTo>
                  <a:lnTo>
                    <a:pt x="372" y="147"/>
                  </a:lnTo>
                  <a:lnTo>
                    <a:pt x="372" y="147"/>
                  </a:lnTo>
                  <a:lnTo>
                    <a:pt x="369" y="147"/>
                  </a:lnTo>
                  <a:lnTo>
                    <a:pt x="369" y="147"/>
                  </a:lnTo>
                  <a:lnTo>
                    <a:pt x="369" y="144"/>
                  </a:lnTo>
                  <a:lnTo>
                    <a:pt x="372" y="144"/>
                  </a:lnTo>
                  <a:lnTo>
                    <a:pt x="372" y="142"/>
                  </a:lnTo>
                  <a:lnTo>
                    <a:pt x="374" y="142"/>
                  </a:lnTo>
                  <a:lnTo>
                    <a:pt x="377" y="142"/>
                  </a:lnTo>
                  <a:lnTo>
                    <a:pt x="377" y="139"/>
                  </a:lnTo>
                  <a:lnTo>
                    <a:pt x="377" y="139"/>
                  </a:lnTo>
                  <a:lnTo>
                    <a:pt x="379" y="137"/>
                  </a:lnTo>
                  <a:lnTo>
                    <a:pt x="379" y="137"/>
                  </a:lnTo>
                  <a:lnTo>
                    <a:pt x="379" y="137"/>
                  </a:lnTo>
                  <a:lnTo>
                    <a:pt x="379" y="135"/>
                  </a:lnTo>
                  <a:lnTo>
                    <a:pt x="381" y="132"/>
                  </a:lnTo>
                  <a:lnTo>
                    <a:pt x="379" y="132"/>
                  </a:lnTo>
                  <a:lnTo>
                    <a:pt x="379" y="130"/>
                  </a:lnTo>
                  <a:lnTo>
                    <a:pt x="379" y="130"/>
                  </a:lnTo>
                  <a:lnTo>
                    <a:pt x="379" y="128"/>
                  </a:lnTo>
                  <a:lnTo>
                    <a:pt x="377" y="128"/>
                  </a:lnTo>
                  <a:lnTo>
                    <a:pt x="374" y="128"/>
                  </a:lnTo>
                  <a:lnTo>
                    <a:pt x="374" y="128"/>
                  </a:lnTo>
                  <a:lnTo>
                    <a:pt x="372" y="125"/>
                  </a:lnTo>
                  <a:lnTo>
                    <a:pt x="372" y="125"/>
                  </a:lnTo>
                  <a:lnTo>
                    <a:pt x="372" y="123"/>
                  </a:lnTo>
                  <a:lnTo>
                    <a:pt x="372" y="123"/>
                  </a:lnTo>
                  <a:lnTo>
                    <a:pt x="372" y="123"/>
                  </a:lnTo>
                  <a:lnTo>
                    <a:pt x="369" y="123"/>
                  </a:lnTo>
                  <a:lnTo>
                    <a:pt x="369" y="123"/>
                  </a:lnTo>
                  <a:lnTo>
                    <a:pt x="369" y="123"/>
                  </a:lnTo>
                  <a:lnTo>
                    <a:pt x="367" y="123"/>
                  </a:lnTo>
                  <a:lnTo>
                    <a:pt x="367" y="123"/>
                  </a:lnTo>
                  <a:lnTo>
                    <a:pt x="367" y="123"/>
                  </a:lnTo>
                  <a:lnTo>
                    <a:pt x="365" y="120"/>
                  </a:lnTo>
                  <a:lnTo>
                    <a:pt x="362" y="118"/>
                  </a:lnTo>
                  <a:lnTo>
                    <a:pt x="362" y="116"/>
                  </a:lnTo>
                  <a:lnTo>
                    <a:pt x="362" y="106"/>
                  </a:lnTo>
                  <a:lnTo>
                    <a:pt x="362" y="104"/>
                  </a:lnTo>
                  <a:lnTo>
                    <a:pt x="360" y="104"/>
                  </a:lnTo>
                  <a:lnTo>
                    <a:pt x="360" y="104"/>
                  </a:lnTo>
                  <a:lnTo>
                    <a:pt x="360" y="99"/>
                  </a:lnTo>
                  <a:lnTo>
                    <a:pt x="362" y="99"/>
                  </a:lnTo>
                  <a:lnTo>
                    <a:pt x="362" y="99"/>
                  </a:lnTo>
                  <a:lnTo>
                    <a:pt x="362" y="99"/>
                  </a:lnTo>
                  <a:lnTo>
                    <a:pt x="362" y="92"/>
                  </a:lnTo>
                  <a:lnTo>
                    <a:pt x="362" y="92"/>
                  </a:lnTo>
                  <a:lnTo>
                    <a:pt x="360" y="90"/>
                  </a:lnTo>
                  <a:lnTo>
                    <a:pt x="360" y="90"/>
                  </a:lnTo>
                  <a:lnTo>
                    <a:pt x="358" y="87"/>
                  </a:lnTo>
                  <a:lnTo>
                    <a:pt x="358" y="87"/>
                  </a:lnTo>
                  <a:lnTo>
                    <a:pt x="358" y="90"/>
                  </a:lnTo>
                  <a:lnTo>
                    <a:pt x="355" y="90"/>
                  </a:lnTo>
                  <a:lnTo>
                    <a:pt x="355" y="90"/>
                  </a:lnTo>
                  <a:lnTo>
                    <a:pt x="355" y="90"/>
                  </a:lnTo>
                  <a:lnTo>
                    <a:pt x="355" y="90"/>
                  </a:lnTo>
                  <a:lnTo>
                    <a:pt x="353" y="90"/>
                  </a:lnTo>
                  <a:lnTo>
                    <a:pt x="353" y="90"/>
                  </a:lnTo>
                  <a:lnTo>
                    <a:pt x="351" y="90"/>
                  </a:lnTo>
                  <a:lnTo>
                    <a:pt x="351" y="92"/>
                  </a:lnTo>
                  <a:lnTo>
                    <a:pt x="348" y="92"/>
                  </a:lnTo>
                  <a:lnTo>
                    <a:pt x="348" y="92"/>
                  </a:lnTo>
                  <a:lnTo>
                    <a:pt x="348" y="92"/>
                  </a:lnTo>
                  <a:lnTo>
                    <a:pt x="346" y="94"/>
                  </a:lnTo>
                  <a:lnTo>
                    <a:pt x="346" y="94"/>
                  </a:lnTo>
                  <a:lnTo>
                    <a:pt x="343" y="92"/>
                  </a:lnTo>
                  <a:lnTo>
                    <a:pt x="343" y="94"/>
                  </a:lnTo>
                  <a:lnTo>
                    <a:pt x="343" y="94"/>
                  </a:lnTo>
                  <a:lnTo>
                    <a:pt x="341" y="94"/>
                  </a:lnTo>
                  <a:lnTo>
                    <a:pt x="341" y="94"/>
                  </a:lnTo>
                  <a:lnTo>
                    <a:pt x="341" y="92"/>
                  </a:lnTo>
                  <a:lnTo>
                    <a:pt x="341" y="92"/>
                  </a:lnTo>
                  <a:lnTo>
                    <a:pt x="341" y="90"/>
                  </a:lnTo>
                  <a:lnTo>
                    <a:pt x="341" y="90"/>
                  </a:lnTo>
                  <a:lnTo>
                    <a:pt x="343" y="87"/>
                  </a:lnTo>
                  <a:lnTo>
                    <a:pt x="346" y="87"/>
                  </a:lnTo>
                  <a:lnTo>
                    <a:pt x="346" y="85"/>
                  </a:lnTo>
                  <a:lnTo>
                    <a:pt x="346" y="85"/>
                  </a:lnTo>
                  <a:lnTo>
                    <a:pt x="346" y="85"/>
                  </a:lnTo>
                  <a:lnTo>
                    <a:pt x="346" y="85"/>
                  </a:lnTo>
                  <a:lnTo>
                    <a:pt x="346" y="85"/>
                  </a:lnTo>
                  <a:lnTo>
                    <a:pt x="346" y="85"/>
                  </a:lnTo>
                  <a:lnTo>
                    <a:pt x="348" y="83"/>
                  </a:lnTo>
                  <a:lnTo>
                    <a:pt x="348" y="83"/>
                  </a:lnTo>
                  <a:lnTo>
                    <a:pt x="348" y="80"/>
                  </a:lnTo>
                  <a:lnTo>
                    <a:pt x="348" y="80"/>
                  </a:lnTo>
                  <a:lnTo>
                    <a:pt x="348" y="80"/>
                  </a:lnTo>
                  <a:lnTo>
                    <a:pt x="351" y="80"/>
                  </a:lnTo>
                  <a:lnTo>
                    <a:pt x="351" y="78"/>
                  </a:lnTo>
                  <a:lnTo>
                    <a:pt x="351" y="78"/>
                  </a:lnTo>
                  <a:lnTo>
                    <a:pt x="351" y="78"/>
                  </a:lnTo>
                  <a:lnTo>
                    <a:pt x="351" y="78"/>
                  </a:lnTo>
                  <a:lnTo>
                    <a:pt x="351" y="78"/>
                  </a:lnTo>
                  <a:lnTo>
                    <a:pt x="351" y="78"/>
                  </a:lnTo>
                  <a:lnTo>
                    <a:pt x="351" y="78"/>
                  </a:lnTo>
                  <a:lnTo>
                    <a:pt x="351" y="78"/>
                  </a:lnTo>
                  <a:lnTo>
                    <a:pt x="353" y="76"/>
                  </a:lnTo>
                  <a:lnTo>
                    <a:pt x="353" y="76"/>
                  </a:lnTo>
                  <a:lnTo>
                    <a:pt x="355" y="76"/>
                  </a:lnTo>
                  <a:lnTo>
                    <a:pt x="355" y="76"/>
                  </a:lnTo>
                  <a:lnTo>
                    <a:pt x="355" y="76"/>
                  </a:lnTo>
                  <a:lnTo>
                    <a:pt x="358" y="76"/>
                  </a:lnTo>
                  <a:lnTo>
                    <a:pt x="358" y="76"/>
                  </a:lnTo>
                  <a:lnTo>
                    <a:pt x="358" y="73"/>
                  </a:lnTo>
                  <a:lnTo>
                    <a:pt x="358" y="73"/>
                  </a:lnTo>
                  <a:lnTo>
                    <a:pt x="358" y="73"/>
                  </a:lnTo>
                  <a:lnTo>
                    <a:pt x="355" y="73"/>
                  </a:lnTo>
                  <a:lnTo>
                    <a:pt x="355" y="73"/>
                  </a:lnTo>
                  <a:lnTo>
                    <a:pt x="355" y="73"/>
                  </a:lnTo>
                  <a:lnTo>
                    <a:pt x="358" y="71"/>
                  </a:lnTo>
                  <a:lnTo>
                    <a:pt x="358" y="71"/>
                  </a:lnTo>
                  <a:lnTo>
                    <a:pt x="358" y="71"/>
                  </a:lnTo>
                  <a:lnTo>
                    <a:pt x="355" y="71"/>
                  </a:lnTo>
                  <a:lnTo>
                    <a:pt x="353" y="68"/>
                  </a:lnTo>
                  <a:lnTo>
                    <a:pt x="351" y="68"/>
                  </a:lnTo>
                  <a:lnTo>
                    <a:pt x="351" y="68"/>
                  </a:lnTo>
                  <a:lnTo>
                    <a:pt x="351" y="68"/>
                  </a:lnTo>
                  <a:lnTo>
                    <a:pt x="348" y="66"/>
                  </a:lnTo>
                  <a:lnTo>
                    <a:pt x="348" y="66"/>
                  </a:lnTo>
                  <a:lnTo>
                    <a:pt x="348" y="66"/>
                  </a:lnTo>
                  <a:lnTo>
                    <a:pt x="348" y="66"/>
                  </a:lnTo>
                  <a:lnTo>
                    <a:pt x="346" y="66"/>
                  </a:lnTo>
                  <a:lnTo>
                    <a:pt x="343" y="64"/>
                  </a:lnTo>
                  <a:lnTo>
                    <a:pt x="343" y="64"/>
                  </a:lnTo>
                  <a:lnTo>
                    <a:pt x="341" y="64"/>
                  </a:lnTo>
                  <a:lnTo>
                    <a:pt x="341" y="61"/>
                  </a:lnTo>
                  <a:lnTo>
                    <a:pt x="341" y="61"/>
                  </a:lnTo>
                  <a:lnTo>
                    <a:pt x="341" y="57"/>
                  </a:lnTo>
                  <a:lnTo>
                    <a:pt x="339" y="57"/>
                  </a:lnTo>
                  <a:lnTo>
                    <a:pt x="339" y="57"/>
                  </a:lnTo>
                  <a:lnTo>
                    <a:pt x="339" y="57"/>
                  </a:lnTo>
                  <a:lnTo>
                    <a:pt x="336" y="57"/>
                  </a:lnTo>
                  <a:lnTo>
                    <a:pt x="336" y="57"/>
                  </a:lnTo>
                  <a:lnTo>
                    <a:pt x="334" y="57"/>
                  </a:lnTo>
                  <a:lnTo>
                    <a:pt x="334" y="57"/>
                  </a:lnTo>
                  <a:lnTo>
                    <a:pt x="334" y="57"/>
                  </a:lnTo>
                  <a:lnTo>
                    <a:pt x="336" y="42"/>
                  </a:lnTo>
                  <a:lnTo>
                    <a:pt x="336" y="42"/>
                  </a:lnTo>
                  <a:lnTo>
                    <a:pt x="336" y="40"/>
                  </a:lnTo>
                  <a:lnTo>
                    <a:pt x="334" y="40"/>
                  </a:lnTo>
                  <a:lnTo>
                    <a:pt x="334" y="40"/>
                  </a:lnTo>
                  <a:lnTo>
                    <a:pt x="334" y="38"/>
                  </a:lnTo>
                  <a:lnTo>
                    <a:pt x="334" y="38"/>
                  </a:lnTo>
                  <a:lnTo>
                    <a:pt x="334" y="38"/>
                  </a:lnTo>
                  <a:lnTo>
                    <a:pt x="334" y="35"/>
                  </a:lnTo>
                  <a:lnTo>
                    <a:pt x="332" y="35"/>
                  </a:lnTo>
                  <a:lnTo>
                    <a:pt x="332" y="35"/>
                  </a:lnTo>
                  <a:lnTo>
                    <a:pt x="329" y="35"/>
                  </a:lnTo>
                  <a:lnTo>
                    <a:pt x="329" y="35"/>
                  </a:lnTo>
                  <a:lnTo>
                    <a:pt x="329" y="33"/>
                  </a:lnTo>
                  <a:lnTo>
                    <a:pt x="329" y="33"/>
                  </a:lnTo>
                  <a:lnTo>
                    <a:pt x="329" y="31"/>
                  </a:lnTo>
                  <a:lnTo>
                    <a:pt x="329" y="28"/>
                  </a:lnTo>
                  <a:lnTo>
                    <a:pt x="329" y="28"/>
                  </a:lnTo>
                  <a:lnTo>
                    <a:pt x="329" y="28"/>
                  </a:lnTo>
                  <a:lnTo>
                    <a:pt x="327" y="26"/>
                  </a:lnTo>
                  <a:lnTo>
                    <a:pt x="327" y="26"/>
                  </a:lnTo>
                  <a:lnTo>
                    <a:pt x="327" y="28"/>
                  </a:lnTo>
                  <a:lnTo>
                    <a:pt x="327" y="26"/>
                  </a:lnTo>
                  <a:lnTo>
                    <a:pt x="325" y="26"/>
                  </a:lnTo>
                  <a:lnTo>
                    <a:pt x="325" y="26"/>
                  </a:lnTo>
                  <a:lnTo>
                    <a:pt x="325" y="23"/>
                  </a:lnTo>
                  <a:lnTo>
                    <a:pt x="325" y="23"/>
                  </a:lnTo>
                  <a:lnTo>
                    <a:pt x="325" y="21"/>
                  </a:lnTo>
                  <a:lnTo>
                    <a:pt x="327" y="21"/>
                  </a:lnTo>
                  <a:lnTo>
                    <a:pt x="327" y="19"/>
                  </a:lnTo>
                  <a:lnTo>
                    <a:pt x="327" y="19"/>
                  </a:lnTo>
                  <a:lnTo>
                    <a:pt x="327" y="16"/>
                  </a:lnTo>
                  <a:lnTo>
                    <a:pt x="325" y="16"/>
                  </a:lnTo>
                  <a:lnTo>
                    <a:pt x="322" y="16"/>
                  </a:lnTo>
                  <a:lnTo>
                    <a:pt x="317" y="12"/>
                  </a:lnTo>
                  <a:lnTo>
                    <a:pt x="315" y="12"/>
                  </a:lnTo>
                  <a:lnTo>
                    <a:pt x="310" y="9"/>
                  </a:lnTo>
                  <a:lnTo>
                    <a:pt x="310" y="9"/>
                  </a:lnTo>
                  <a:lnTo>
                    <a:pt x="310" y="12"/>
                  </a:lnTo>
                  <a:lnTo>
                    <a:pt x="308" y="12"/>
                  </a:lnTo>
                  <a:lnTo>
                    <a:pt x="308" y="12"/>
                  </a:lnTo>
                  <a:lnTo>
                    <a:pt x="308" y="9"/>
                  </a:lnTo>
                  <a:lnTo>
                    <a:pt x="308" y="9"/>
                  </a:lnTo>
                  <a:lnTo>
                    <a:pt x="308" y="9"/>
                  </a:lnTo>
                  <a:lnTo>
                    <a:pt x="306" y="12"/>
                  </a:lnTo>
                  <a:lnTo>
                    <a:pt x="303" y="12"/>
                  </a:lnTo>
                  <a:lnTo>
                    <a:pt x="303" y="12"/>
                  </a:lnTo>
                  <a:lnTo>
                    <a:pt x="303" y="14"/>
                  </a:lnTo>
                  <a:lnTo>
                    <a:pt x="303" y="14"/>
                  </a:lnTo>
                  <a:lnTo>
                    <a:pt x="306" y="14"/>
                  </a:lnTo>
                  <a:lnTo>
                    <a:pt x="306" y="16"/>
                  </a:lnTo>
                  <a:lnTo>
                    <a:pt x="306" y="16"/>
                  </a:lnTo>
                  <a:lnTo>
                    <a:pt x="306" y="16"/>
                  </a:lnTo>
                  <a:lnTo>
                    <a:pt x="306" y="16"/>
                  </a:lnTo>
                  <a:lnTo>
                    <a:pt x="308" y="16"/>
                  </a:lnTo>
                  <a:lnTo>
                    <a:pt x="308" y="16"/>
                  </a:lnTo>
                  <a:lnTo>
                    <a:pt x="308" y="19"/>
                  </a:lnTo>
                  <a:lnTo>
                    <a:pt x="308" y="19"/>
                  </a:lnTo>
                  <a:lnTo>
                    <a:pt x="308" y="19"/>
                  </a:lnTo>
                  <a:lnTo>
                    <a:pt x="308" y="21"/>
                  </a:lnTo>
                  <a:lnTo>
                    <a:pt x="308" y="21"/>
                  </a:lnTo>
                  <a:lnTo>
                    <a:pt x="308" y="21"/>
                  </a:lnTo>
                  <a:lnTo>
                    <a:pt x="306" y="23"/>
                  </a:lnTo>
                  <a:lnTo>
                    <a:pt x="306" y="23"/>
                  </a:lnTo>
                  <a:lnTo>
                    <a:pt x="303" y="23"/>
                  </a:lnTo>
                  <a:lnTo>
                    <a:pt x="301" y="23"/>
                  </a:lnTo>
                  <a:lnTo>
                    <a:pt x="298" y="23"/>
                  </a:lnTo>
                  <a:lnTo>
                    <a:pt x="298" y="26"/>
                  </a:lnTo>
                  <a:lnTo>
                    <a:pt x="296" y="26"/>
                  </a:lnTo>
                  <a:lnTo>
                    <a:pt x="291" y="28"/>
                  </a:lnTo>
                  <a:lnTo>
                    <a:pt x="289" y="28"/>
                  </a:lnTo>
                  <a:lnTo>
                    <a:pt x="289" y="31"/>
                  </a:lnTo>
                  <a:lnTo>
                    <a:pt x="289" y="31"/>
                  </a:lnTo>
                  <a:lnTo>
                    <a:pt x="289" y="31"/>
                  </a:lnTo>
                  <a:lnTo>
                    <a:pt x="289" y="33"/>
                  </a:lnTo>
                  <a:lnTo>
                    <a:pt x="289" y="33"/>
                  </a:lnTo>
                  <a:lnTo>
                    <a:pt x="287" y="35"/>
                  </a:lnTo>
                  <a:lnTo>
                    <a:pt x="287" y="35"/>
                  </a:lnTo>
                  <a:lnTo>
                    <a:pt x="282" y="35"/>
                  </a:lnTo>
                  <a:lnTo>
                    <a:pt x="282" y="35"/>
                  </a:lnTo>
                  <a:lnTo>
                    <a:pt x="282" y="35"/>
                  </a:lnTo>
                  <a:lnTo>
                    <a:pt x="280" y="35"/>
                  </a:lnTo>
                  <a:lnTo>
                    <a:pt x="280" y="35"/>
                  </a:lnTo>
                  <a:lnTo>
                    <a:pt x="280" y="35"/>
                  </a:lnTo>
                  <a:lnTo>
                    <a:pt x="280" y="35"/>
                  </a:lnTo>
                  <a:lnTo>
                    <a:pt x="277" y="35"/>
                  </a:lnTo>
                  <a:lnTo>
                    <a:pt x="277" y="33"/>
                  </a:lnTo>
                  <a:lnTo>
                    <a:pt x="275" y="33"/>
                  </a:lnTo>
                  <a:lnTo>
                    <a:pt x="275" y="33"/>
                  </a:lnTo>
                  <a:lnTo>
                    <a:pt x="272" y="33"/>
                  </a:lnTo>
                  <a:lnTo>
                    <a:pt x="272" y="31"/>
                  </a:lnTo>
                  <a:lnTo>
                    <a:pt x="270" y="31"/>
                  </a:lnTo>
                  <a:lnTo>
                    <a:pt x="270" y="31"/>
                  </a:lnTo>
                  <a:lnTo>
                    <a:pt x="268" y="31"/>
                  </a:lnTo>
                  <a:lnTo>
                    <a:pt x="268" y="28"/>
                  </a:lnTo>
                  <a:lnTo>
                    <a:pt x="268" y="28"/>
                  </a:lnTo>
                  <a:lnTo>
                    <a:pt x="268" y="28"/>
                  </a:lnTo>
                  <a:lnTo>
                    <a:pt x="265" y="28"/>
                  </a:lnTo>
                  <a:lnTo>
                    <a:pt x="265" y="28"/>
                  </a:lnTo>
                  <a:lnTo>
                    <a:pt x="265" y="28"/>
                  </a:lnTo>
                  <a:lnTo>
                    <a:pt x="265" y="28"/>
                  </a:lnTo>
                  <a:lnTo>
                    <a:pt x="265" y="28"/>
                  </a:lnTo>
                  <a:lnTo>
                    <a:pt x="263" y="28"/>
                  </a:lnTo>
                  <a:lnTo>
                    <a:pt x="263" y="28"/>
                  </a:lnTo>
                  <a:lnTo>
                    <a:pt x="261" y="28"/>
                  </a:lnTo>
                  <a:lnTo>
                    <a:pt x="261" y="26"/>
                  </a:lnTo>
                  <a:lnTo>
                    <a:pt x="258" y="26"/>
                  </a:lnTo>
                  <a:lnTo>
                    <a:pt x="258" y="26"/>
                  </a:lnTo>
                  <a:lnTo>
                    <a:pt x="258" y="26"/>
                  </a:lnTo>
                  <a:lnTo>
                    <a:pt x="256" y="26"/>
                  </a:lnTo>
                  <a:lnTo>
                    <a:pt x="256" y="26"/>
                  </a:lnTo>
                  <a:lnTo>
                    <a:pt x="254" y="26"/>
                  </a:lnTo>
                  <a:lnTo>
                    <a:pt x="254" y="26"/>
                  </a:lnTo>
                  <a:lnTo>
                    <a:pt x="254" y="26"/>
                  </a:lnTo>
                  <a:lnTo>
                    <a:pt x="254" y="26"/>
                  </a:lnTo>
                  <a:lnTo>
                    <a:pt x="254" y="26"/>
                  </a:lnTo>
                  <a:lnTo>
                    <a:pt x="254" y="26"/>
                  </a:lnTo>
                  <a:lnTo>
                    <a:pt x="254" y="28"/>
                  </a:lnTo>
                  <a:lnTo>
                    <a:pt x="254" y="28"/>
                  </a:lnTo>
                  <a:lnTo>
                    <a:pt x="251" y="28"/>
                  </a:lnTo>
                  <a:lnTo>
                    <a:pt x="251" y="28"/>
                  </a:lnTo>
                  <a:lnTo>
                    <a:pt x="251" y="28"/>
                  </a:lnTo>
                  <a:lnTo>
                    <a:pt x="251" y="28"/>
                  </a:lnTo>
                  <a:lnTo>
                    <a:pt x="251" y="28"/>
                  </a:lnTo>
                  <a:lnTo>
                    <a:pt x="251" y="28"/>
                  </a:lnTo>
                  <a:lnTo>
                    <a:pt x="249" y="31"/>
                  </a:lnTo>
                  <a:lnTo>
                    <a:pt x="249" y="31"/>
                  </a:lnTo>
                  <a:lnTo>
                    <a:pt x="246" y="31"/>
                  </a:lnTo>
                  <a:lnTo>
                    <a:pt x="244" y="31"/>
                  </a:lnTo>
                  <a:lnTo>
                    <a:pt x="244" y="31"/>
                  </a:lnTo>
                  <a:lnTo>
                    <a:pt x="244" y="31"/>
                  </a:lnTo>
                  <a:lnTo>
                    <a:pt x="244" y="33"/>
                  </a:lnTo>
                  <a:lnTo>
                    <a:pt x="244" y="33"/>
                  </a:lnTo>
                  <a:lnTo>
                    <a:pt x="244" y="33"/>
                  </a:lnTo>
                  <a:lnTo>
                    <a:pt x="244" y="33"/>
                  </a:lnTo>
                  <a:lnTo>
                    <a:pt x="244" y="33"/>
                  </a:lnTo>
                  <a:lnTo>
                    <a:pt x="244" y="35"/>
                  </a:lnTo>
                  <a:lnTo>
                    <a:pt x="242" y="35"/>
                  </a:lnTo>
                  <a:lnTo>
                    <a:pt x="242" y="35"/>
                  </a:lnTo>
                  <a:lnTo>
                    <a:pt x="242" y="35"/>
                  </a:lnTo>
                  <a:lnTo>
                    <a:pt x="242" y="38"/>
                  </a:lnTo>
                  <a:lnTo>
                    <a:pt x="239" y="38"/>
                  </a:lnTo>
                  <a:lnTo>
                    <a:pt x="239" y="38"/>
                  </a:lnTo>
                  <a:lnTo>
                    <a:pt x="239" y="40"/>
                  </a:lnTo>
                  <a:lnTo>
                    <a:pt x="237" y="40"/>
                  </a:lnTo>
                  <a:lnTo>
                    <a:pt x="237" y="40"/>
                  </a:lnTo>
                  <a:lnTo>
                    <a:pt x="237" y="42"/>
                  </a:lnTo>
                  <a:lnTo>
                    <a:pt x="237" y="42"/>
                  </a:lnTo>
                  <a:lnTo>
                    <a:pt x="237" y="42"/>
                  </a:lnTo>
                  <a:lnTo>
                    <a:pt x="235" y="42"/>
                  </a:lnTo>
                  <a:lnTo>
                    <a:pt x="232" y="42"/>
                  </a:lnTo>
                  <a:lnTo>
                    <a:pt x="232" y="42"/>
                  </a:lnTo>
                  <a:lnTo>
                    <a:pt x="230" y="38"/>
                  </a:lnTo>
                  <a:lnTo>
                    <a:pt x="228" y="35"/>
                  </a:lnTo>
                  <a:lnTo>
                    <a:pt x="228" y="35"/>
                  </a:lnTo>
                  <a:lnTo>
                    <a:pt x="228" y="35"/>
                  </a:lnTo>
                  <a:lnTo>
                    <a:pt x="228" y="33"/>
                  </a:lnTo>
                  <a:lnTo>
                    <a:pt x="228" y="33"/>
                  </a:lnTo>
                  <a:lnTo>
                    <a:pt x="228" y="33"/>
                  </a:lnTo>
                  <a:lnTo>
                    <a:pt x="228" y="31"/>
                  </a:lnTo>
                  <a:lnTo>
                    <a:pt x="225" y="31"/>
                  </a:lnTo>
                  <a:lnTo>
                    <a:pt x="225" y="31"/>
                  </a:lnTo>
                  <a:lnTo>
                    <a:pt x="223" y="26"/>
                  </a:lnTo>
                  <a:lnTo>
                    <a:pt x="223" y="26"/>
                  </a:lnTo>
                  <a:lnTo>
                    <a:pt x="220" y="26"/>
                  </a:lnTo>
                  <a:lnTo>
                    <a:pt x="220" y="26"/>
                  </a:lnTo>
                  <a:lnTo>
                    <a:pt x="218" y="26"/>
                  </a:lnTo>
                  <a:lnTo>
                    <a:pt x="216" y="26"/>
                  </a:lnTo>
                  <a:lnTo>
                    <a:pt x="216" y="26"/>
                  </a:lnTo>
                  <a:lnTo>
                    <a:pt x="216" y="26"/>
                  </a:lnTo>
                  <a:lnTo>
                    <a:pt x="213" y="28"/>
                  </a:lnTo>
                  <a:lnTo>
                    <a:pt x="213" y="31"/>
                  </a:lnTo>
                  <a:lnTo>
                    <a:pt x="211" y="31"/>
                  </a:lnTo>
                  <a:lnTo>
                    <a:pt x="211" y="31"/>
                  </a:lnTo>
                  <a:lnTo>
                    <a:pt x="211" y="31"/>
                  </a:lnTo>
                  <a:lnTo>
                    <a:pt x="211" y="33"/>
                  </a:lnTo>
                  <a:lnTo>
                    <a:pt x="211" y="33"/>
                  </a:lnTo>
                  <a:lnTo>
                    <a:pt x="209" y="33"/>
                  </a:lnTo>
                  <a:lnTo>
                    <a:pt x="209" y="33"/>
                  </a:lnTo>
                  <a:lnTo>
                    <a:pt x="209" y="35"/>
                  </a:lnTo>
                  <a:lnTo>
                    <a:pt x="209" y="35"/>
                  </a:lnTo>
                  <a:lnTo>
                    <a:pt x="209" y="35"/>
                  </a:lnTo>
                  <a:lnTo>
                    <a:pt x="206" y="38"/>
                  </a:lnTo>
                  <a:lnTo>
                    <a:pt x="206" y="38"/>
                  </a:lnTo>
                  <a:lnTo>
                    <a:pt x="204" y="38"/>
                  </a:lnTo>
                  <a:lnTo>
                    <a:pt x="204" y="38"/>
                  </a:lnTo>
                  <a:lnTo>
                    <a:pt x="201" y="38"/>
                  </a:lnTo>
                  <a:lnTo>
                    <a:pt x="201" y="38"/>
                  </a:lnTo>
                  <a:lnTo>
                    <a:pt x="199" y="35"/>
                  </a:lnTo>
                  <a:lnTo>
                    <a:pt x="199" y="35"/>
                  </a:lnTo>
                  <a:lnTo>
                    <a:pt x="197" y="33"/>
                  </a:lnTo>
                  <a:lnTo>
                    <a:pt x="197" y="31"/>
                  </a:lnTo>
                  <a:lnTo>
                    <a:pt x="192" y="31"/>
                  </a:lnTo>
                  <a:lnTo>
                    <a:pt x="192" y="28"/>
                  </a:lnTo>
                  <a:lnTo>
                    <a:pt x="190" y="26"/>
                  </a:lnTo>
                  <a:lnTo>
                    <a:pt x="192" y="26"/>
                  </a:lnTo>
                  <a:lnTo>
                    <a:pt x="192" y="23"/>
                  </a:lnTo>
                  <a:lnTo>
                    <a:pt x="194" y="21"/>
                  </a:lnTo>
                  <a:lnTo>
                    <a:pt x="194" y="21"/>
                  </a:lnTo>
                  <a:lnTo>
                    <a:pt x="194" y="19"/>
                  </a:lnTo>
                  <a:lnTo>
                    <a:pt x="194" y="16"/>
                  </a:lnTo>
                  <a:lnTo>
                    <a:pt x="194" y="16"/>
                  </a:lnTo>
                  <a:lnTo>
                    <a:pt x="197" y="16"/>
                  </a:lnTo>
                  <a:lnTo>
                    <a:pt x="197" y="16"/>
                  </a:lnTo>
                  <a:lnTo>
                    <a:pt x="197" y="16"/>
                  </a:lnTo>
                  <a:lnTo>
                    <a:pt x="194" y="16"/>
                  </a:lnTo>
                  <a:lnTo>
                    <a:pt x="192" y="14"/>
                  </a:lnTo>
                  <a:lnTo>
                    <a:pt x="190" y="14"/>
                  </a:lnTo>
                  <a:lnTo>
                    <a:pt x="185" y="14"/>
                  </a:lnTo>
                  <a:lnTo>
                    <a:pt x="183" y="14"/>
                  </a:lnTo>
                  <a:lnTo>
                    <a:pt x="180" y="16"/>
                  </a:lnTo>
                  <a:lnTo>
                    <a:pt x="178" y="16"/>
                  </a:lnTo>
                  <a:lnTo>
                    <a:pt x="173" y="16"/>
                  </a:lnTo>
                  <a:lnTo>
                    <a:pt x="171" y="16"/>
                  </a:lnTo>
                  <a:lnTo>
                    <a:pt x="168" y="14"/>
                  </a:lnTo>
                  <a:lnTo>
                    <a:pt x="168" y="14"/>
                  </a:lnTo>
                  <a:lnTo>
                    <a:pt x="168" y="14"/>
                  </a:lnTo>
                  <a:lnTo>
                    <a:pt x="168" y="14"/>
                  </a:lnTo>
                  <a:lnTo>
                    <a:pt x="168" y="14"/>
                  </a:lnTo>
                  <a:lnTo>
                    <a:pt x="166" y="14"/>
                  </a:lnTo>
                  <a:lnTo>
                    <a:pt x="166" y="16"/>
                  </a:lnTo>
                  <a:lnTo>
                    <a:pt x="164" y="16"/>
                  </a:lnTo>
                  <a:lnTo>
                    <a:pt x="164" y="16"/>
                  </a:lnTo>
                  <a:lnTo>
                    <a:pt x="159" y="14"/>
                  </a:lnTo>
                  <a:lnTo>
                    <a:pt x="159" y="14"/>
                  </a:lnTo>
                  <a:lnTo>
                    <a:pt x="159" y="16"/>
                  </a:lnTo>
                  <a:lnTo>
                    <a:pt x="157" y="16"/>
                  </a:lnTo>
                  <a:lnTo>
                    <a:pt x="154" y="19"/>
                  </a:lnTo>
                  <a:lnTo>
                    <a:pt x="145" y="21"/>
                  </a:lnTo>
                  <a:lnTo>
                    <a:pt x="145" y="21"/>
                  </a:lnTo>
                  <a:lnTo>
                    <a:pt x="142" y="19"/>
                  </a:lnTo>
                  <a:lnTo>
                    <a:pt x="142" y="16"/>
                  </a:lnTo>
                  <a:lnTo>
                    <a:pt x="140" y="16"/>
                  </a:lnTo>
                  <a:lnTo>
                    <a:pt x="138" y="16"/>
                  </a:lnTo>
                  <a:lnTo>
                    <a:pt x="138" y="16"/>
                  </a:lnTo>
                  <a:lnTo>
                    <a:pt x="135" y="16"/>
                  </a:lnTo>
                  <a:lnTo>
                    <a:pt x="135" y="16"/>
                  </a:lnTo>
                  <a:lnTo>
                    <a:pt x="133" y="16"/>
                  </a:lnTo>
                  <a:lnTo>
                    <a:pt x="133" y="19"/>
                  </a:lnTo>
                  <a:lnTo>
                    <a:pt x="133" y="19"/>
                  </a:lnTo>
                  <a:lnTo>
                    <a:pt x="133" y="19"/>
                  </a:lnTo>
                  <a:lnTo>
                    <a:pt x="133" y="16"/>
                  </a:lnTo>
                  <a:lnTo>
                    <a:pt x="133" y="16"/>
                  </a:lnTo>
                  <a:lnTo>
                    <a:pt x="133" y="16"/>
                  </a:lnTo>
                  <a:lnTo>
                    <a:pt x="130" y="14"/>
                  </a:lnTo>
                  <a:lnTo>
                    <a:pt x="130" y="14"/>
                  </a:lnTo>
                  <a:lnTo>
                    <a:pt x="128" y="14"/>
                  </a:lnTo>
                  <a:lnTo>
                    <a:pt x="128" y="14"/>
                  </a:lnTo>
                  <a:lnTo>
                    <a:pt x="123" y="14"/>
                  </a:lnTo>
                  <a:lnTo>
                    <a:pt x="123" y="14"/>
                  </a:lnTo>
                  <a:lnTo>
                    <a:pt x="123" y="14"/>
                  </a:lnTo>
                  <a:lnTo>
                    <a:pt x="123" y="12"/>
                  </a:lnTo>
                  <a:lnTo>
                    <a:pt x="121" y="12"/>
                  </a:lnTo>
                  <a:lnTo>
                    <a:pt x="121" y="12"/>
                  </a:lnTo>
                  <a:lnTo>
                    <a:pt x="119" y="12"/>
                  </a:lnTo>
                  <a:lnTo>
                    <a:pt x="119" y="12"/>
                  </a:lnTo>
                  <a:lnTo>
                    <a:pt x="119" y="12"/>
                  </a:lnTo>
                  <a:lnTo>
                    <a:pt x="119" y="12"/>
                  </a:lnTo>
                  <a:lnTo>
                    <a:pt x="119" y="9"/>
                  </a:lnTo>
                  <a:lnTo>
                    <a:pt x="119" y="9"/>
                  </a:lnTo>
                  <a:lnTo>
                    <a:pt x="116" y="7"/>
                  </a:lnTo>
                  <a:lnTo>
                    <a:pt x="114" y="7"/>
                  </a:lnTo>
                  <a:lnTo>
                    <a:pt x="112" y="9"/>
                  </a:lnTo>
                  <a:lnTo>
                    <a:pt x="112" y="12"/>
                  </a:lnTo>
                  <a:lnTo>
                    <a:pt x="112" y="12"/>
                  </a:lnTo>
                  <a:lnTo>
                    <a:pt x="112" y="12"/>
                  </a:lnTo>
                  <a:lnTo>
                    <a:pt x="109" y="12"/>
                  </a:lnTo>
                  <a:lnTo>
                    <a:pt x="109" y="12"/>
                  </a:lnTo>
                  <a:lnTo>
                    <a:pt x="109" y="12"/>
                  </a:lnTo>
                  <a:lnTo>
                    <a:pt x="107" y="12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7" y="7"/>
                  </a:lnTo>
                  <a:lnTo>
                    <a:pt x="107" y="5"/>
                  </a:lnTo>
                  <a:lnTo>
                    <a:pt x="107" y="5"/>
                  </a:lnTo>
                  <a:lnTo>
                    <a:pt x="107" y="5"/>
                  </a:lnTo>
                  <a:lnTo>
                    <a:pt x="107" y="2"/>
                  </a:lnTo>
                  <a:lnTo>
                    <a:pt x="107" y="2"/>
                  </a:lnTo>
                  <a:lnTo>
                    <a:pt x="104" y="2"/>
                  </a:lnTo>
                  <a:lnTo>
                    <a:pt x="104" y="2"/>
                  </a:lnTo>
                  <a:lnTo>
                    <a:pt x="102" y="2"/>
                  </a:lnTo>
                  <a:lnTo>
                    <a:pt x="102" y="2"/>
                  </a:lnTo>
                  <a:lnTo>
                    <a:pt x="102" y="2"/>
                  </a:lnTo>
                  <a:lnTo>
                    <a:pt x="102" y="2"/>
                  </a:lnTo>
                  <a:lnTo>
                    <a:pt x="102" y="2"/>
                  </a:lnTo>
                  <a:lnTo>
                    <a:pt x="100" y="2"/>
                  </a:lnTo>
                  <a:lnTo>
                    <a:pt x="100" y="2"/>
                  </a:lnTo>
                  <a:lnTo>
                    <a:pt x="100" y="2"/>
                  </a:lnTo>
                  <a:lnTo>
                    <a:pt x="100" y="2"/>
                  </a:lnTo>
                  <a:lnTo>
                    <a:pt x="100" y="2"/>
                  </a:lnTo>
                  <a:lnTo>
                    <a:pt x="100" y="2"/>
                  </a:lnTo>
                  <a:lnTo>
                    <a:pt x="100" y="2"/>
                  </a:lnTo>
                  <a:lnTo>
                    <a:pt x="97" y="2"/>
                  </a:lnTo>
                  <a:lnTo>
                    <a:pt x="97" y="2"/>
                  </a:lnTo>
                  <a:lnTo>
                    <a:pt x="97" y="2"/>
                  </a:lnTo>
                  <a:lnTo>
                    <a:pt x="95" y="2"/>
                  </a:lnTo>
                  <a:lnTo>
                    <a:pt x="95" y="2"/>
                  </a:lnTo>
                  <a:lnTo>
                    <a:pt x="95" y="2"/>
                  </a:lnTo>
                  <a:lnTo>
                    <a:pt x="93" y="2"/>
                  </a:lnTo>
                  <a:lnTo>
                    <a:pt x="93" y="2"/>
                  </a:lnTo>
                  <a:lnTo>
                    <a:pt x="93" y="2"/>
                  </a:lnTo>
                  <a:lnTo>
                    <a:pt x="93" y="2"/>
                  </a:lnTo>
                  <a:lnTo>
                    <a:pt x="93" y="2"/>
                  </a:lnTo>
                  <a:lnTo>
                    <a:pt x="93" y="2"/>
                  </a:lnTo>
                  <a:lnTo>
                    <a:pt x="93" y="2"/>
                  </a:lnTo>
                  <a:lnTo>
                    <a:pt x="93" y="2"/>
                  </a:lnTo>
                  <a:lnTo>
                    <a:pt x="93" y="2"/>
                  </a:lnTo>
                  <a:lnTo>
                    <a:pt x="90" y="2"/>
                  </a:lnTo>
                  <a:lnTo>
                    <a:pt x="71" y="0"/>
                  </a:lnTo>
                  <a:lnTo>
                    <a:pt x="71" y="5"/>
                  </a:lnTo>
                  <a:lnTo>
                    <a:pt x="71" y="5"/>
                  </a:lnTo>
                  <a:lnTo>
                    <a:pt x="71" y="7"/>
                  </a:lnTo>
                  <a:lnTo>
                    <a:pt x="74" y="9"/>
                  </a:lnTo>
                  <a:lnTo>
                    <a:pt x="76" y="12"/>
                  </a:lnTo>
                  <a:lnTo>
                    <a:pt x="76" y="12"/>
                  </a:lnTo>
                  <a:lnTo>
                    <a:pt x="76" y="14"/>
                  </a:lnTo>
                  <a:lnTo>
                    <a:pt x="74" y="16"/>
                  </a:lnTo>
                  <a:lnTo>
                    <a:pt x="74" y="16"/>
                  </a:lnTo>
                  <a:lnTo>
                    <a:pt x="74" y="16"/>
                  </a:lnTo>
                  <a:lnTo>
                    <a:pt x="74" y="19"/>
                  </a:lnTo>
                  <a:lnTo>
                    <a:pt x="74" y="19"/>
                  </a:lnTo>
                  <a:lnTo>
                    <a:pt x="74" y="19"/>
                  </a:lnTo>
                  <a:lnTo>
                    <a:pt x="74" y="21"/>
                  </a:lnTo>
                  <a:lnTo>
                    <a:pt x="74" y="23"/>
                  </a:lnTo>
                  <a:lnTo>
                    <a:pt x="71" y="23"/>
                  </a:lnTo>
                  <a:lnTo>
                    <a:pt x="67" y="23"/>
                  </a:lnTo>
                  <a:lnTo>
                    <a:pt x="69" y="21"/>
                  </a:lnTo>
                  <a:lnTo>
                    <a:pt x="67" y="21"/>
                  </a:lnTo>
                  <a:lnTo>
                    <a:pt x="67" y="21"/>
                  </a:lnTo>
                  <a:lnTo>
                    <a:pt x="64" y="23"/>
                  </a:lnTo>
                  <a:lnTo>
                    <a:pt x="64" y="23"/>
                  </a:lnTo>
                  <a:lnTo>
                    <a:pt x="60" y="26"/>
                  </a:lnTo>
                  <a:lnTo>
                    <a:pt x="60" y="26"/>
                  </a:lnTo>
                  <a:lnTo>
                    <a:pt x="60" y="28"/>
                  </a:lnTo>
                  <a:lnTo>
                    <a:pt x="60" y="28"/>
                  </a:lnTo>
                  <a:lnTo>
                    <a:pt x="60" y="28"/>
                  </a:lnTo>
                  <a:lnTo>
                    <a:pt x="60" y="28"/>
                  </a:lnTo>
                  <a:lnTo>
                    <a:pt x="60" y="28"/>
                  </a:lnTo>
                  <a:lnTo>
                    <a:pt x="62" y="31"/>
                  </a:lnTo>
                  <a:lnTo>
                    <a:pt x="62" y="31"/>
                  </a:lnTo>
                  <a:lnTo>
                    <a:pt x="64" y="31"/>
                  </a:lnTo>
                  <a:lnTo>
                    <a:pt x="64" y="31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67" y="35"/>
                  </a:lnTo>
                  <a:lnTo>
                    <a:pt x="69" y="35"/>
                  </a:lnTo>
                  <a:lnTo>
                    <a:pt x="69" y="35"/>
                  </a:lnTo>
                  <a:lnTo>
                    <a:pt x="71" y="35"/>
                  </a:lnTo>
                  <a:lnTo>
                    <a:pt x="71" y="35"/>
                  </a:lnTo>
                  <a:lnTo>
                    <a:pt x="71" y="38"/>
                  </a:lnTo>
                  <a:lnTo>
                    <a:pt x="71" y="38"/>
                  </a:lnTo>
                  <a:lnTo>
                    <a:pt x="71" y="40"/>
                  </a:lnTo>
                  <a:lnTo>
                    <a:pt x="71" y="42"/>
                  </a:lnTo>
                  <a:lnTo>
                    <a:pt x="71" y="49"/>
                  </a:lnTo>
                  <a:lnTo>
                    <a:pt x="71" y="49"/>
                  </a:lnTo>
                  <a:lnTo>
                    <a:pt x="71" y="52"/>
                  </a:lnTo>
                  <a:lnTo>
                    <a:pt x="71" y="52"/>
                  </a:lnTo>
                  <a:lnTo>
                    <a:pt x="71" y="54"/>
                  </a:lnTo>
                  <a:lnTo>
                    <a:pt x="69" y="54"/>
                  </a:lnTo>
                  <a:lnTo>
                    <a:pt x="69" y="54"/>
                  </a:lnTo>
                  <a:lnTo>
                    <a:pt x="67" y="54"/>
                  </a:lnTo>
                  <a:lnTo>
                    <a:pt x="67" y="54"/>
                  </a:lnTo>
                  <a:lnTo>
                    <a:pt x="67" y="54"/>
                  </a:lnTo>
                  <a:lnTo>
                    <a:pt x="67" y="54"/>
                  </a:lnTo>
                  <a:lnTo>
                    <a:pt x="67" y="52"/>
                  </a:lnTo>
                  <a:lnTo>
                    <a:pt x="67" y="52"/>
                  </a:lnTo>
                  <a:lnTo>
                    <a:pt x="67" y="52"/>
                  </a:lnTo>
                  <a:lnTo>
                    <a:pt x="64" y="52"/>
                  </a:lnTo>
                  <a:lnTo>
                    <a:pt x="64" y="52"/>
                  </a:lnTo>
                  <a:lnTo>
                    <a:pt x="64" y="52"/>
                  </a:lnTo>
                  <a:lnTo>
                    <a:pt x="64" y="52"/>
                  </a:lnTo>
                  <a:lnTo>
                    <a:pt x="64" y="54"/>
                  </a:lnTo>
                  <a:lnTo>
                    <a:pt x="64" y="54"/>
                  </a:lnTo>
                  <a:lnTo>
                    <a:pt x="64" y="54"/>
                  </a:lnTo>
                  <a:lnTo>
                    <a:pt x="62" y="54"/>
                  </a:lnTo>
                  <a:lnTo>
                    <a:pt x="62" y="54"/>
                  </a:lnTo>
                  <a:lnTo>
                    <a:pt x="60" y="54"/>
                  </a:lnTo>
                  <a:lnTo>
                    <a:pt x="60" y="54"/>
                  </a:lnTo>
                  <a:lnTo>
                    <a:pt x="57" y="57"/>
                  </a:lnTo>
                  <a:lnTo>
                    <a:pt x="57" y="57"/>
                  </a:lnTo>
                  <a:lnTo>
                    <a:pt x="55" y="57"/>
                  </a:lnTo>
                  <a:lnTo>
                    <a:pt x="52" y="57"/>
                  </a:lnTo>
                  <a:lnTo>
                    <a:pt x="52" y="57"/>
                  </a:lnTo>
                  <a:lnTo>
                    <a:pt x="50" y="57"/>
                  </a:lnTo>
                  <a:lnTo>
                    <a:pt x="50" y="57"/>
                  </a:lnTo>
                  <a:lnTo>
                    <a:pt x="50" y="57"/>
                  </a:lnTo>
                  <a:lnTo>
                    <a:pt x="50" y="57"/>
                  </a:lnTo>
                  <a:lnTo>
                    <a:pt x="48" y="57"/>
                  </a:lnTo>
                  <a:lnTo>
                    <a:pt x="48" y="57"/>
                  </a:lnTo>
                  <a:lnTo>
                    <a:pt x="48" y="57"/>
                  </a:lnTo>
                  <a:lnTo>
                    <a:pt x="43" y="54"/>
                  </a:lnTo>
                  <a:lnTo>
                    <a:pt x="43" y="54"/>
                  </a:lnTo>
                  <a:lnTo>
                    <a:pt x="43" y="54"/>
                  </a:lnTo>
                  <a:lnTo>
                    <a:pt x="41" y="57"/>
                  </a:lnTo>
                  <a:lnTo>
                    <a:pt x="41" y="57"/>
                  </a:lnTo>
                  <a:lnTo>
                    <a:pt x="41" y="57"/>
                  </a:lnTo>
                  <a:lnTo>
                    <a:pt x="41" y="59"/>
                  </a:lnTo>
                  <a:lnTo>
                    <a:pt x="38" y="59"/>
                  </a:lnTo>
                  <a:lnTo>
                    <a:pt x="33" y="61"/>
                  </a:lnTo>
                  <a:lnTo>
                    <a:pt x="29" y="64"/>
                  </a:lnTo>
                  <a:lnTo>
                    <a:pt x="26" y="6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19" y="64"/>
                  </a:lnTo>
                  <a:lnTo>
                    <a:pt x="19" y="66"/>
                  </a:lnTo>
                  <a:lnTo>
                    <a:pt x="12" y="73"/>
                  </a:lnTo>
                  <a:lnTo>
                    <a:pt x="12" y="76"/>
                  </a:lnTo>
                  <a:lnTo>
                    <a:pt x="12" y="80"/>
                  </a:lnTo>
                  <a:lnTo>
                    <a:pt x="5" y="90"/>
                  </a:lnTo>
                  <a:lnTo>
                    <a:pt x="5" y="92"/>
                  </a:lnTo>
                  <a:lnTo>
                    <a:pt x="5" y="92"/>
                  </a:lnTo>
                  <a:lnTo>
                    <a:pt x="3" y="92"/>
                  </a:lnTo>
                  <a:lnTo>
                    <a:pt x="3" y="94"/>
                  </a:lnTo>
                  <a:lnTo>
                    <a:pt x="3" y="94"/>
                  </a:lnTo>
                  <a:lnTo>
                    <a:pt x="3" y="94"/>
                  </a:lnTo>
                  <a:lnTo>
                    <a:pt x="3" y="94"/>
                  </a:lnTo>
                  <a:lnTo>
                    <a:pt x="3" y="94"/>
                  </a:lnTo>
                  <a:lnTo>
                    <a:pt x="3" y="94"/>
                  </a:lnTo>
                  <a:lnTo>
                    <a:pt x="3" y="94"/>
                  </a:lnTo>
                  <a:lnTo>
                    <a:pt x="3" y="94"/>
                  </a:lnTo>
                  <a:lnTo>
                    <a:pt x="3" y="94"/>
                  </a:lnTo>
                  <a:lnTo>
                    <a:pt x="3" y="94"/>
                  </a:lnTo>
                  <a:lnTo>
                    <a:pt x="0" y="97"/>
                  </a:lnTo>
                  <a:lnTo>
                    <a:pt x="0" y="97"/>
                  </a:lnTo>
                  <a:lnTo>
                    <a:pt x="0" y="97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0" y="102"/>
                  </a:lnTo>
                  <a:lnTo>
                    <a:pt x="3" y="102"/>
                  </a:lnTo>
                  <a:lnTo>
                    <a:pt x="3" y="104"/>
                  </a:lnTo>
                  <a:lnTo>
                    <a:pt x="5" y="104"/>
                  </a:lnTo>
                  <a:lnTo>
                    <a:pt x="5" y="104"/>
                  </a:lnTo>
                  <a:lnTo>
                    <a:pt x="7" y="104"/>
                  </a:lnTo>
                  <a:lnTo>
                    <a:pt x="7" y="102"/>
                  </a:lnTo>
                  <a:lnTo>
                    <a:pt x="7" y="102"/>
                  </a:lnTo>
                  <a:lnTo>
                    <a:pt x="5" y="102"/>
                  </a:lnTo>
                  <a:lnTo>
                    <a:pt x="5" y="102"/>
                  </a:lnTo>
                  <a:lnTo>
                    <a:pt x="5" y="102"/>
                  </a:lnTo>
                  <a:lnTo>
                    <a:pt x="5" y="99"/>
                  </a:lnTo>
                  <a:lnTo>
                    <a:pt x="5" y="99"/>
                  </a:lnTo>
                  <a:lnTo>
                    <a:pt x="5" y="99"/>
                  </a:lnTo>
                  <a:lnTo>
                    <a:pt x="5" y="99"/>
                  </a:lnTo>
                  <a:lnTo>
                    <a:pt x="5" y="99"/>
                  </a:lnTo>
                  <a:lnTo>
                    <a:pt x="5" y="97"/>
                  </a:lnTo>
                  <a:lnTo>
                    <a:pt x="5" y="99"/>
                  </a:lnTo>
                  <a:lnTo>
                    <a:pt x="5" y="99"/>
                  </a:lnTo>
                  <a:lnTo>
                    <a:pt x="5" y="99"/>
                  </a:lnTo>
                  <a:lnTo>
                    <a:pt x="7" y="97"/>
                  </a:lnTo>
                  <a:lnTo>
                    <a:pt x="7" y="97"/>
                  </a:lnTo>
                  <a:lnTo>
                    <a:pt x="7" y="94"/>
                  </a:lnTo>
                  <a:lnTo>
                    <a:pt x="7" y="94"/>
                  </a:lnTo>
                  <a:lnTo>
                    <a:pt x="7" y="94"/>
                  </a:lnTo>
                  <a:lnTo>
                    <a:pt x="5" y="92"/>
                  </a:lnTo>
                  <a:lnTo>
                    <a:pt x="7" y="92"/>
                  </a:lnTo>
                  <a:lnTo>
                    <a:pt x="7" y="92"/>
                  </a:lnTo>
                  <a:lnTo>
                    <a:pt x="7" y="94"/>
                  </a:lnTo>
                  <a:lnTo>
                    <a:pt x="10" y="92"/>
                  </a:lnTo>
                  <a:lnTo>
                    <a:pt x="10" y="92"/>
                  </a:lnTo>
                  <a:lnTo>
                    <a:pt x="10" y="90"/>
                  </a:lnTo>
                  <a:lnTo>
                    <a:pt x="7" y="90"/>
                  </a:lnTo>
                  <a:lnTo>
                    <a:pt x="10" y="90"/>
                  </a:lnTo>
                  <a:lnTo>
                    <a:pt x="10" y="92"/>
                  </a:lnTo>
                  <a:lnTo>
                    <a:pt x="12" y="92"/>
                  </a:lnTo>
                  <a:lnTo>
                    <a:pt x="15" y="92"/>
                  </a:lnTo>
                  <a:lnTo>
                    <a:pt x="15" y="90"/>
                  </a:lnTo>
                  <a:lnTo>
                    <a:pt x="15" y="90"/>
                  </a:lnTo>
                  <a:lnTo>
                    <a:pt x="15" y="92"/>
                  </a:lnTo>
                  <a:lnTo>
                    <a:pt x="15" y="92"/>
                  </a:lnTo>
                  <a:lnTo>
                    <a:pt x="15" y="92"/>
                  </a:lnTo>
                  <a:lnTo>
                    <a:pt x="15" y="92"/>
                  </a:lnTo>
                  <a:lnTo>
                    <a:pt x="15" y="92"/>
                  </a:lnTo>
                  <a:lnTo>
                    <a:pt x="17" y="92"/>
                  </a:lnTo>
                  <a:lnTo>
                    <a:pt x="17" y="92"/>
                  </a:lnTo>
                  <a:lnTo>
                    <a:pt x="17" y="92"/>
                  </a:lnTo>
                  <a:lnTo>
                    <a:pt x="19" y="92"/>
                  </a:lnTo>
                  <a:lnTo>
                    <a:pt x="19" y="90"/>
                  </a:lnTo>
                  <a:lnTo>
                    <a:pt x="19" y="90"/>
                  </a:lnTo>
                  <a:lnTo>
                    <a:pt x="19" y="90"/>
                  </a:lnTo>
                  <a:lnTo>
                    <a:pt x="19" y="90"/>
                  </a:lnTo>
                  <a:lnTo>
                    <a:pt x="19" y="90"/>
                  </a:lnTo>
                  <a:lnTo>
                    <a:pt x="19" y="90"/>
                  </a:lnTo>
                  <a:lnTo>
                    <a:pt x="22" y="87"/>
                  </a:lnTo>
                  <a:lnTo>
                    <a:pt x="22" y="87"/>
                  </a:lnTo>
                  <a:lnTo>
                    <a:pt x="22" y="90"/>
                  </a:lnTo>
                  <a:lnTo>
                    <a:pt x="22" y="90"/>
                  </a:lnTo>
                  <a:lnTo>
                    <a:pt x="22" y="90"/>
                  </a:lnTo>
                  <a:lnTo>
                    <a:pt x="22" y="90"/>
                  </a:lnTo>
                  <a:lnTo>
                    <a:pt x="19" y="92"/>
                  </a:lnTo>
                  <a:lnTo>
                    <a:pt x="19" y="92"/>
                  </a:lnTo>
                  <a:lnTo>
                    <a:pt x="19" y="92"/>
                  </a:lnTo>
                  <a:lnTo>
                    <a:pt x="19" y="92"/>
                  </a:lnTo>
                  <a:lnTo>
                    <a:pt x="19" y="92"/>
                  </a:lnTo>
                  <a:lnTo>
                    <a:pt x="17" y="94"/>
                  </a:lnTo>
                  <a:lnTo>
                    <a:pt x="17" y="94"/>
                  </a:lnTo>
                  <a:lnTo>
                    <a:pt x="15" y="94"/>
                  </a:lnTo>
                  <a:lnTo>
                    <a:pt x="15" y="94"/>
                  </a:lnTo>
                  <a:lnTo>
                    <a:pt x="15" y="94"/>
                  </a:lnTo>
                  <a:lnTo>
                    <a:pt x="15" y="94"/>
                  </a:lnTo>
                  <a:lnTo>
                    <a:pt x="15" y="97"/>
                  </a:lnTo>
                  <a:lnTo>
                    <a:pt x="15" y="97"/>
                  </a:lnTo>
                  <a:lnTo>
                    <a:pt x="15" y="97"/>
                  </a:lnTo>
                  <a:lnTo>
                    <a:pt x="15" y="97"/>
                  </a:lnTo>
                  <a:lnTo>
                    <a:pt x="15" y="97"/>
                  </a:lnTo>
                  <a:lnTo>
                    <a:pt x="15" y="99"/>
                  </a:lnTo>
                  <a:lnTo>
                    <a:pt x="15" y="99"/>
                  </a:lnTo>
                  <a:lnTo>
                    <a:pt x="15" y="99"/>
                  </a:lnTo>
                  <a:lnTo>
                    <a:pt x="15" y="99"/>
                  </a:lnTo>
                  <a:lnTo>
                    <a:pt x="15" y="99"/>
                  </a:lnTo>
                  <a:lnTo>
                    <a:pt x="15" y="102"/>
                  </a:lnTo>
                  <a:lnTo>
                    <a:pt x="15" y="102"/>
                  </a:lnTo>
                  <a:lnTo>
                    <a:pt x="17" y="99"/>
                  </a:lnTo>
                  <a:lnTo>
                    <a:pt x="17" y="99"/>
                  </a:lnTo>
                  <a:lnTo>
                    <a:pt x="17" y="99"/>
                  </a:lnTo>
                  <a:lnTo>
                    <a:pt x="17" y="99"/>
                  </a:lnTo>
                  <a:lnTo>
                    <a:pt x="17" y="99"/>
                  </a:lnTo>
                  <a:lnTo>
                    <a:pt x="17" y="99"/>
                  </a:lnTo>
                  <a:lnTo>
                    <a:pt x="17" y="99"/>
                  </a:lnTo>
                  <a:lnTo>
                    <a:pt x="17" y="99"/>
                  </a:lnTo>
                  <a:lnTo>
                    <a:pt x="17" y="99"/>
                  </a:lnTo>
                  <a:lnTo>
                    <a:pt x="17" y="102"/>
                  </a:lnTo>
                  <a:lnTo>
                    <a:pt x="17" y="102"/>
                  </a:lnTo>
                  <a:lnTo>
                    <a:pt x="17" y="102"/>
                  </a:lnTo>
                  <a:lnTo>
                    <a:pt x="17" y="104"/>
                  </a:lnTo>
                  <a:lnTo>
                    <a:pt x="17" y="104"/>
                  </a:lnTo>
                  <a:lnTo>
                    <a:pt x="15" y="104"/>
                  </a:lnTo>
                  <a:lnTo>
                    <a:pt x="15" y="104"/>
                  </a:lnTo>
                  <a:lnTo>
                    <a:pt x="15" y="106"/>
                  </a:lnTo>
                  <a:lnTo>
                    <a:pt x="15" y="106"/>
                  </a:lnTo>
                  <a:lnTo>
                    <a:pt x="17" y="106"/>
                  </a:lnTo>
                  <a:lnTo>
                    <a:pt x="17" y="109"/>
                  </a:lnTo>
                  <a:lnTo>
                    <a:pt x="17" y="106"/>
                  </a:lnTo>
                  <a:lnTo>
                    <a:pt x="17" y="104"/>
                  </a:lnTo>
                  <a:lnTo>
                    <a:pt x="19" y="104"/>
                  </a:lnTo>
                  <a:lnTo>
                    <a:pt x="22" y="102"/>
                  </a:lnTo>
                  <a:lnTo>
                    <a:pt x="22" y="102"/>
                  </a:lnTo>
                  <a:lnTo>
                    <a:pt x="22" y="102"/>
                  </a:lnTo>
                  <a:lnTo>
                    <a:pt x="22" y="102"/>
                  </a:lnTo>
                  <a:lnTo>
                    <a:pt x="22" y="102"/>
                  </a:lnTo>
                  <a:lnTo>
                    <a:pt x="22" y="102"/>
                  </a:lnTo>
                  <a:lnTo>
                    <a:pt x="22" y="102"/>
                  </a:lnTo>
                  <a:lnTo>
                    <a:pt x="22" y="104"/>
                  </a:lnTo>
                  <a:lnTo>
                    <a:pt x="22" y="104"/>
                  </a:lnTo>
                  <a:lnTo>
                    <a:pt x="22" y="104"/>
                  </a:lnTo>
                  <a:lnTo>
                    <a:pt x="19" y="104"/>
                  </a:lnTo>
                  <a:lnTo>
                    <a:pt x="19" y="106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22" y="109"/>
                  </a:lnTo>
                  <a:lnTo>
                    <a:pt x="22" y="109"/>
                  </a:lnTo>
                  <a:lnTo>
                    <a:pt x="22" y="109"/>
                  </a:lnTo>
                  <a:lnTo>
                    <a:pt x="19" y="109"/>
                  </a:lnTo>
                  <a:lnTo>
                    <a:pt x="19" y="109"/>
                  </a:lnTo>
                  <a:lnTo>
                    <a:pt x="19" y="111"/>
                  </a:lnTo>
                  <a:lnTo>
                    <a:pt x="19" y="111"/>
                  </a:lnTo>
                  <a:lnTo>
                    <a:pt x="22" y="111"/>
                  </a:lnTo>
                  <a:lnTo>
                    <a:pt x="22" y="109"/>
                  </a:lnTo>
                  <a:lnTo>
                    <a:pt x="24" y="106"/>
                  </a:lnTo>
                  <a:lnTo>
                    <a:pt x="24" y="106"/>
                  </a:lnTo>
                  <a:lnTo>
                    <a:pt x="24" y="104"/>
                  </a:lnTo>
                  <a:lnTo>
                    <a:pt x="26" y="104"/>
                  </a:lnTo>
                  <a:lnTo>
                    <a:pt x="26" y="102"/>
                  </a:lnTo>
                  <a:lnTo>
                    <a:pt x="26" y="102"/>
                  </a:lnTo>
                  <a:lnTo>
                    <a:pt x="29" y="102"/>
                  </a:lnTo>
                  <a:lnTo>
                    <a:pt x="29" y="99"/>
                  </a:lnTo>
                  <a:lnTo>
                    <a:pt x="29" y="99"/>
                  </a:lnTo>
                  <a:lnTo>
                    <a:pt x="29" y="99"/>
                  </a:lnTo>
                  <a:lnTo>
                    <a:pt x="29" y="97"/>
                  </a:lnTo>
                  <a:lnTo>
                    <a:pt x="31" y="97"/>
                  </a:lnTo>
                  <a:lnTo>
                    <a:pt x="31" y="99"/>
                  </a:lnTo>
                  <a:lnTo>
                    <a:pt x="29" y="99"/>
                  </a:lnTo>
                  <a:lnTo>
                    <a:pt x="31" y="99"/>
                  </a:lnTo>
                  <a:lnTo>
                    <a:pt x="31" y="99"/>
                  </a:lnTo>
                  <a:lnTo>
                    <a:pt x="29" y="102"/>
                  </a:lnTo>
                  <a:lnTo>
                    <a:pt x="29" y="102"/>
                  </a:lnTo>
                  <a:lnTo>
                    <a:pt x="29" y="104"/>
                  </a:lnTo>
                  <a:lnTo>
                    <a:pt x="26" y="106"/>
                  </a:lnTo>
                  <a:lnTo>
                    <a:pt x="26" y="106"/>
                  </a:lnTo>
                  <a:lnTo>
                    <a:pt x="26" y="106"/>
                  </a:lnTo>
                  <a:lnTo>
                    <a:pt x="26" y="106"/>
                  </a:lnTo>
                  <a:lnTo>
                    <a:pt x="26" y="109"/>
                  </a:lnTo>
                  <a:lnTo>
                    <a:pt x="26" y="109"/>
                  </a:lnTo>
                  <a:lnTo>
                    <a:pt x="24" y="106"/>
                  </a:lnTo>
                  <a:lnTo>
                    <a:pt x="24" y="109"/>
                  </a:lnTo>
                  <a:lnTo>
                    <a:pt x="24" y="111"/>
                  </a:lnTo>
                  <a:lnTo>
                    <a:pt x="24" y="111"/>
                  </a:lnTo>
                  <a:lnTo>
                    <a:pt x="24" y="113"/>
                  </a:lnTo>
                  <a:lnTo>
                    <a:pt x="26" y="113"/>
                  </a:lnTo>
                  <a:lnTo>
                    <a:pt x="24" y="113"/>
                  </a:lnTo>
                  <a:lnTo>
                    <a:pt x="24" y="113"/>
                  </a:lnTo>
                  <a:lnTo>
                    <a:pt x="24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22" y="116"/>
                  </a:lnTo>
                  <a:lnTo>
                    <a:pt x="22" y="118"/>
                  </a:lnTo>
                  <a:lnTo>
                    <a:pt x="22" y="118"/>
                  </a:lnTo>
                  <a:lnTo>
                    <a:pt x="22" y="120"/>
                  </a:lnTo>
                  <a:lnTo>
                    <a:pt x="22" y="120"/>
                  </a:lnTo>
                  <a:lnTo>
                    <a:pt x="24" y="118"/>
                  </a:lnTo>
                  <a:lnTo>
                    <a:pt x="24" y="118"/>
                  </a:lnTo>
                  <a:lnTo>
                    <a:pt x="24" y="120"/>
                  </a:lnTo>
                  <a:lnTo>
                    <a:pt x="24" y="120"/>
                  </a:lnTo>
                  <a:lnTo>
                    <a:pt x="26" y="120"/>
                  </a:lnTo>
                  <a:lnTo>
                    <a:pt x="26" y="12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18"/>
                  </a:lnTo>
                  <a:lnTo>
                    <a:pt x="29" y="118"/>
                  </a:lnTo>
                  <a:lnTo>
                    <a:pt x="29" y="118"/>
                  </a:lnTo>
                  <a:lnTo>
                    <a:pt x="29" y="118"/>
                  </a:lnTo>
                  <a:lnTo>
                    <a:pt x="29" y="118"/>
                  </a:lnTo>
                  <a:lnTo>
                    <a:pt x="29" y="120"/>
                  </a:lnTo>
                  <a:lnTo>
                    <a:pt x="29" y="120"/>
                  </a:lnTo>
                  <a:lnTo>
                    <a:pt x="29" y="123"/>
                  </a:lnTo>
                  <a:lnTo>
                    <a:pt x="29" y="123"/>
                  </a:lnTo>
                  <a:lnTo>
                    <a:pt x="31" y="128"/>
                  </a:lnTo>
                  <a:lnTo>
                    <a:pt x="31" y="128"/>
                  </a:lnTo>
                  <a:lnTo>
                    <a:pt x="33" y="128"/>
                  </a:lnTo>
                  <a:lnTo>
                    <a:pt x="33" y="128"/>
                  </a:lnTo>
                  <a:lnTo>
                    <a:pt x="33" y="130"/>
                  </a:lnTo>
                  <a:lnTo>
                    <a:pt x="33" y="130"/>
                  </a:lnTo>
                  <a:lnTo>
                    <a:pt x="33" y="132"/>
                  </a:lnTo>
                  <a:lnTo>
                    <a:pt x="33" y="132"/>
                  </a:lnTo>
                  <a:lnTo>
                    <a:pt x="33" y="135"/>
                  </a:lnTo>
                  <a:lnTo>
                    <a:pt x="33" y="132"/>
                  </a:lnTo>
                  <a:lnTo>
                    <a:pt x="36" y="132"/>
                  </a:lnTo>
                  <a:lnTo>
                    <a:pt x="36" y="132"/>
                  </a:lnTo>
                  <a:lnTo>
                    <a:pt x="36" y="132"/>
                  </a:lnTo>
                  <a:lnTo>
                    <a:pt x="38" y="132"/>
                  </a:lnTo>
                  <a:lnTo>
                    <a:pt x="38" y="132"/>
                  </a:lnTo>
                  <a:lnTo>
                    <a:pt x="38" y="132"/>
                  </a:lnTo>
                  <a:lnTo>
                    <a:pt x="41" y="137"/>
                  </a:lnTo>
                  <a:lnTo>
                    <a:pt x="43" y="137"/>
                  </a:lnTo>
                  <a:lnTo>
                    <a:pt x="43" y="137"/>
                  </a:lnTo>
                  <a:lnTo>
                    <a:pt x="43" y="135"/>
                  </a:lnTo>
                  <a:lnTo>
                    <a:pt x="43" y="135"/>
                  </a:lnTo>
                  <a:lnTo>
                    <a:pt x="43" y="135"/>
                  </a:lnTo>
                  <a:lnTo>
                    <a:pt x="45" y="135"/>
                  </a:lnTo>
                  <a:lnTo>
                    <a:pt x="45" y="137"/>
                  </a:lnTo>
                  <a:lnTo>
                    <a:pt x="45" y="137"/>
                  </a:lnTo>
                  <a:lnTo>
                    <a:pt x="43" y="137"/>
                  </a:lnTo>
                  <a:lnTo>
                    <a:pt x="43" y="137"/>
                  </a:lnTo>
                  <a:lnTo>
                    <a:pt x="43" y="137"/>
                  </a:lnTo>
                  <a:lnTo>
                    <a:pt x="45" y="139"/>
                  </a:lnTo>
                  <a:lnTo>
                    <a:pt x="45" y="139"/>
                  </a:lnTo>
                  <a:lnTo>
                    <a:pt x="45" y="139"/>
                  </a:lnTo>
                  <a:lnTo>
                    <a:pt x="45" y="139"/>
                  </a:lnTo>
                  <a:lnTo>
                    <a:pt x="48" y="139"/>
                  </a:lnTo>
                  <a:lnTo>
                    <a:pt x="48" y="139"/>
                  </a:lnTo>
                  <a:lnTo>
                    <a:pt x="48" y="137"/>
                  </a:lnTo>
                  <a:lnTo>
                    <a:pt x="48" y="137"/>
                  </a:lnTo>
                  <a:lnTo>
                    <a:pt x="50" y="137"/>
                  </a:lnTo>
                  <a:lnTo>
                    <a:pt x="50" y="137"/>
                  </a:lnTo>
                  <a:lnTo>
                    <a:pt x="50" y="135"/>
                  </a:lnTo>
                  <a:lnTo>
                    <a:pt x="50" y="137"/>
                  </a:lnTo>
                  <a:lnTo>
                    <a:pt x="50" y="137"/>
                  </a:lnTo>
                  <a:lnTo>
                    <a:pt x="48" y="139"/>
                  </a:lnTo>
                  <a:lnTo>
                    <a:pt x="48" y="139"/>
                  </a:lnTo>
                  <a:lnTo>
                    <a:pt x="48" y="139"/>
                  </a:lnTo>
                  <a:lnTo>
                    <a:pt x="48" y="142"/>
                  </a:lnTo>
                  <a:lnTo>
                    <a:pt x="50" y="142"/>
                  </a:lnTo>
                  <a:lnTo>
                    <a:pt x="50" y="142"/>
                  </a:lnTo>
                  <a:lnTo>
                    <a:pt x="52" y="142"/>
                  </a:lnTo>
                  <a:lnTo>
                    <a:pt x="52" y="142"/>
                  </a:lnTo>
                  <a:lnTo>
                    <a:pt x="52" y="142"/>
                  </a:lnTo>
                  <a:lnTo>
                    <a:pt x="52" y="142"/>
                  </a:lnTo>
                  <a:lnTo>
                    <a:pt x="52" y="139"/>
                  </a:lnTo>
                  <a:lnTo>
                    <a:pt x="52" y="137"/>
                  </a:lnTo>
                  <a:lnTo>
                    <a:pt x="52" y="137"/>
                  </a:lnTo>
                  <a:lnTo>
                    <a:pt x="55" y="137"/>
                  </a:lnTo>
                  <a:lnTo>
                    <a:pt x="55" y="137"/>
                  </a:lnTo>
                  <a:lnTo>
                    <a:pt x="57" y="135"/>
                  </a:lnTo>
                  <a:lnTo>
                    <a:pt x="57" y="135"/>
                  </a:lnTo>
                  <a:lnTo>
                    <a:pt x="57" y="135"/>
                  </a:lnTo>
                  <a:lnTo>
                    <a:pt x="55" y="137"/>
                  </a:lnTo>
                  <a:lnTo>
                    <a:pt x="55" y="139"/>
                  </a:lnTo>
                  <a:lnTo>
                    <a:pt x="55" y="139"/>
                  </a:lnTo>
                  <a:lnTo>
                    <a:pt x="55" y="139"/>
                  </a:lnTo>
                  <a:lnTo>
                    <a:pt x="55" y="139"/>
                  </a:lnTo>
                  <a:lnTo>
                    <a:pt x="55" y="139"/>
                  </a:lnTo>
                  <a:lnTo>
                    <a:pt x="55" y="139"/>
                  </a:lnTo>
                  <a:lnTo>
                    <a:pt x="55" y="139"/>
                  </a:lnTo>
                  <a:lnTo>
                    <a:pt x="57" y="139"/>
                  </a:lnTo>
                  <a:lnTo>
                    <a:pt x="57" y="142"/>
                  </a:lnTo>
                  <a:lnTo>
                    <a:pt x="57" y="142"/>
                  </a:lnTo>
                  <a:lnTo>
                    <a:pt x="57" y="139"/>
                  </a:lnTo>
                  <a:lnTo>
                    <a:pt x="55" y="142"/>
                  </a:lnTo>
                  <a:lnTo>
                    <a:pt x="55" y="142"/>
                  </a:lnTo>
                  <a:lnTo>
                    <a:pt x="55" y="144"/>
                  </a:lnTo>
                  <a:lnTo>
                    <a:pt x="55" y="144"/>
                  </a:lnTo>
                  <a:lnTo>
                    <a:pt x="55" y="144"/>
                  </a:lnTo>
                  <a:lnTo>
                    <a:pt x="57" y="144"/>
                  </a:lnTo>
                  <a:lnTo>
                    <a:pt x="57" y="147"/>
                  </a:lnTo>
                  <a:lnTo>
                    <a:pt x="57" y="147"/>
                  </a:lnTo>
                  <a:lnTo>
                    <a:pt x="60" y="147"/>
                  </a:lnTo>
                  <a:lnTo>
                    <a:pt x="60" y="147"/>
                  </a:lnTo>
                  <a:lnTo>
                    <a:pt x="60" y="147"/>
                  </a:lnTo>
                  <a:lnTo>
                    <a:pt x="60" y="147"/>
                  </a:lnTo>
                  <a:lnTo>
                    <a:pt x="62" y="149"/>
                  </a:lnTo>
                  <a:lnTo>
                    <a:pt x="62" y="149"/>
                  </a:lnTo>
                  <a:lnTo>
                    <a:pt x="62" y="149"/>
                  </a:lnTo>
                  <a:lnTo>
                    <a:pt x="64" y="151"/>
                  </a:lnTo>
                  <a:lnTo>
                    <a:pt x="64" y="151"/>
                  </a:lnTo>
                  <a:lnTo>
                    <a:pt x="64" y="151"/>
                  </a:lnTo>
                  <a:lnTo>
                    <a:pt x="64" y="154"/>
                  </a:lnTo>
                  <a:lnTo>
                    <a:pt x="67" y="154"/>
                  </a:lnTo>
                  <a:lnTo>
                    <a:pt x="67" y="154"/>
                  </a:lnTo>
                  <a:lnTo>
                    <a:pt x="67" y="154"/>
                  </a:lnTo>
                  <a:lnTo>
                    <a:pt x="69" y="154"/>
                  </a:lnTo>
                  <a:lnTo>
                    <a:pt x="69" y="154"/>
                  </a:lnTo>
                  <a:lnTo>
                    <a:pt x="71" y="154"/>
                  </a:lnTo>
                  <a:lnTo>
                    <a:pt x="71" y="154"/>
                  </a:lnTo>
                  <a:lnTo>
                    <a:pt x="71" y="154"/>
                  </a:lnTo>
                  <a:lnTo>
                    <a:pt x="71" y="151"/>
                  </a:lnTo>
                  <a:lnTo>
                    <a:pt x="74" y="151"/>
                  </a:lnTo>
                  <a:lnTo>
                    <a:pt x="74" y="151"/>
                  </a:lnTo>
                  <a:lnTo>
                    <a:pt x="74" y="149"/>
                  </a:lnTo>
                  <a:lnTo>
                    <a:pt x="74" y="149"/>
                  </a:lnTo>
                  <a:lnTo>
                    <a:pt x="74" y="149"/>
                  </a:lnTo>
                  <a:lnTo>
                    <a:pt x="74" y="149"/>
                  </a:lnTo>
                  <a:lnTo>
                    <a:pt x="74" y="151"/>
                  </a:lnTo>
                  <a:lnTo>
                    <a:pt x="74" y="151"/>
                  </a:lnTo>
                  <a:lnTo>
                    <a:pt x="71" y="154"/>
                  </a:lnTo>
                  <a:lnTo>
                    <a:pt x="71" y="156"/>
                  </a:lnTo>
                  <a:lnTo>
                    <a:pt x="71" y="158"/>
                  </a:lnTo>
                  <a:lnTo>
                    <a:pt x="71" y="158"/>
                  </a:lnTo>
                  <a:lnTo>
                    <a:pt x="74" y="158"/>
                  </a:lnTo>
                  <a:lnTo>
                    <a:pt x="76" y="158"/>
                  </a:lnTo>
                  <a:lnTo>
                    <a:pt x="76" y="158"/>
                  </a:lnTo>
                  <a:lnTo>
                    <a:pt x="76" y="156"/>
                  </a:lnTo>
                  <a:lnTo>
                    <a:pt x="76" y="154"/>
                  </a:lnTo>
                  <a:lnTo>
                    <a:pt x="76" y="154"/>
                  </a:lnTo>
                  <a:lnTo>
                    <a:pt x="76" y="154"/>
                  </a:lnTo>
                  <a:lnTo>
                    <a:pt x="76" y="154"/>
                  </a:lnTo>
                  <a:lnTo>
                    <a:pt x="76" y="154"/>
                  </a:lnTo>
                  <a:lnTo>
                    <a:pt x="78" y="158"/>
                  </a:lnTo>
                  <a:lnTo>
                    <a:pt x="78" y="158"/>
                  </a:lnTo>
                  <a:lnTo>
                    <a:pt x="81" y="158"/>
                  </a:lnTo>
                  <a:lnTo>
                    <a:pt x="81" y="156"/>
                  </a:lnTo>
                  <a:lnTo>
                    <a:pt x="81" y="158"/>
                  </a:lnTo>
                  <a:lnTo>
                    <a:pt x="81" y="158"/>
                  </a:lnTo>
                  <a:lnTo>
                    <a:pt x="78" y="158"/>
                  </a:lnTo>
                  <a:lnTo>
                    <a:pt x="78" y="158"/>
                  </a:lnTo>
                  <a:lnTo>
                    <a:pt x="78" y="161"/>
                  </a:lnTo>
                  <a:lnTo>
                    <a:pt x="78" y="161"/>
                  </a:lnTo>
                  <a:lnTo>
                    <a:pt x="78" y="161"/>
                  </a:lnTo>
                  <a:lnTo>
                    <a:pt x="78" y="161"/>
                  </a:lnTo>
                  <a:lnTo>
                    <a:pt x="78" y="163"/>
                  </a:lnTo>
                  <a:lnTo>
                    <a:pt x="78" y="165"/>
                  </a:lnTo>
                  <a:lnTo>
                    <a:pt x="76" y="165"/>
                  </a:lnTo>
                  <a:lnTo>
                    <a:pt x="76" y="168"/>
                  </a:lnTo>
                  <a:lnTo>
                    <a:pt x="74" y="168"/>
                  </a:lnTo>
                  <a:lnTo>
                    <a:pt x="74" y="170"/>
                  </a:lnTo>
                  <a:lnTo>
                    <a:pt x="74" y="170"/>
                  </a:lnTo>
                  <a:lnTo>
                    <a:pt x="71" y="170"/>
                  </a:lnTo>
                  <a:lnTo>
                    <a:pt x="71" y="173"/>
                  </a:lnTo>
                  <a:lnTo>
                    <a:pt x="71" y="173"/>
                  </a:lnTo>
                  <a:lnTo>
                    <a:pt x="71" y="173"/>
                  </a:lnTo>
                  <a:lnTo>
                    <a:pt x="74" y="173"/>
                  </a:lnTo>
                  <a:lnTo>
                    <a:pt x="74" y="173"/>
                  </a:lnTo>
                  <a:lnTo>
                    <a:pt x="74" y="173"/>
                  </a:lnTo>
                  <a:lnTo>
                    <a:pt x="74" y="170"/>
                  </a:lnTo>
                  <a:lnTo>
                    <a:pt x="76" y="170"/>
                  </a:lnTo>
                  <a:lnTo>
                    <a:pt x="78" y="170"/>
                  </a:lnTo>
                  <a:lnTo>
                    <a:pt x="78" y="168"/>
                  </a:lnTo>
                  <a:lnTo>
                    <a:pt x="78" y="170"/>
                  </a:lnTo>
                  <a:lnTo>
                    <a:pt x="81" y="170"/>
                  </a:lnTo>
                  <a:lnTo>
                    <a:pt x="81" y="173"/>
                  </a:lnTo>
                  <a:lnTo>
                    <a:pt x="81" y="173"/>
                  </a:lnTo>
                  <a:lnTo>
                    <a:pt x="83" y="173"/>
                  </a:lnTo>
                  <a:lnTo>
                    <a:pt x="83" y="170"/>
                  </a:lnTo>
                  <a:lnTo>
                    <a:pt x="86" y="168"/>
                  </a:lnTo>
                  <a:lnTo>
                    <a:pt x="86" y="168"/>
                  </a:lnTo>
                  <a:lnTo>
                    <a:pt x="86" y="170"/>
                  </a:lnTo>
                  <a:lnTo>
                    <a:pt x="86" y="170"/>
                  </a:lnTo>
                  <a:lnTo>
                    <a:pt x="83" y="170"/>
                  </a:lnTo>
                  <a:lnTo>
                    <a:pt x="83" y="173"/>
                  </a:lnTo>
                  <a:lnTo>
                    <a:pt x="83" y="173"/>
                  </a:lnTo>
                  <a:lnTo>
                    <a:pt x="83" y="173"/>
                  </a:lnTo>
                  <a:lnTo>
                    <a:pt x="83" y="175"/>
                  </a:lnTo>
                  <a:lnTo>
                    <a:pt x="83" y="177"/>
                  </a:lnTo>
                  <a:lnTo>
                    <a:pt x="86" y="177"/>
                  </a:lnTo>
                  <a:lnTo>
                    <a:pt x="88" y="177"/>
                  </a:lnTo>
                  <a:lnTo>
                    <a:pt x="90" y="175"/>
                  </a:lnTo>
                  <a:lnTo>
                    <a:pt x="90" y="175"/>
                  </a:lnTo>
                  <a:lnTo>
                    <a:pt x="90" y="177"/>
                  </a:lnTo>
                  <a:lnTo>
                    <a:pt x="88" y="177"/>
                  </a:lnTo>
                  <a:lnTo>
                    <a:pt x="88" y="180"/>
                  </a:lnTo>
                  <a:lnTo>
                    <a:pt x="88" y="18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90" y="182"/>
                  </a:lnTo>
                  <a:lnTo>
                    <a:pt x="88" y="184"/>
                  </a:lnTo>
                  <a:lnTo>
                    <a:pt x="88" y="184"/>
                  </a:lnTo>
                  <a:lnTo>
                    <a:pt x="90" y="184"/>
                  </a:lnTo>
                  <a:lnTo>
                    <a:pt x="90" y="184"/>
                  </a:lnTo>
                  <a:lnTo>
                    <a:pt x="90" y="184"/>
                  </a:lnTo>
                  <a:lnTo>
                    <a:pt x="93" y="182"/>
                  </a:lnTo>
                  <a:lnTo>
                    <a:pt x="93" y="182"/>
                  </a:lnTo>
                  <a:lnTo>
                    <a:pt x="93" y="182"/>
                  </a:lnTo>
                  <a:lnTo>
                    <a:pt x="93" y="182"/>
                  </a:lnTo>
                  <a:lnTo>
                    <a:pt x="93" y="180"/>
                  </a:lnTo>
                  <a:lnTo>
                    <a:pt x="95" y="180"/>
                  </a:lnTo>
                  <a:lnTo>
                    <a:pt x="95" y="180"/>
                  </a:lnTo>
                  <a:lnTo>
                    <a:pt x="95" y="180"/>
                  </a:lnTo>
                  <a:lnTo>
                    <a:pt x="95" y="180"/>
                  </a:lnTo>
                  <a:lnTo>
                    <a:pt x="95" y="182"/>
                  </a:lnTo>
                  <a:lnTo>
                    <a:pt x="95" y="182"/>
                  </a:lnTo>
                  <a:lnTo>
                    <a:pt x="93" y="182"/>
                  </a:lnTo>
                  <a:lnTo>
                    <a:pt x="93" y="182"/>
                  </a:lnTo>
                  <a:lnTo>
                    <a:pt x="93" y="184"/>
                  </a:lnTo>
                  <a:lnTo>
                    <a:pt x="93" y="184"/>
                  </a:lnTo>
                  <a:lnTo>
                    <a:pt x="93" y="184"/>
                  </a:lnTo>
                  <a:lnTo>
                    <a:pt x="95" y="187"/>
                  </a:lnTo>
                  <a:lnTo>
                    <a:pt x="95" y="187"/>
                  </a:lnTo>
                  <a:lnTo>
                    <a:pt x="95" y="187"/>
                  </a:lnTo>
                  <a:lnTo>
                    <a:pt x="95" y="187"/>
                  </a:lnTo>
                  <a:lnTo>
                    <a:pt x="95" y="187"/>
                  </a:lnTo>
                  <a:lnTo>
                    <a:pt x="95" y="187"/>
                  </a:lnTo>
                  <a:lnTo>
                    <a:pt x="95" y="189"/>
                  </a:lnTo>
                  <a:lnTo>
                    <a:pt x="95" y="189"/>
                  </a:lnTo>
                  <a:lnTo>
                    <a:pt x="93" y="189"/>
                  </a:lnTo>
                  <a:lnTo>
                    <a:pt x="95" y="189"/>
                  </a:lnTo>
                  <a:lnTo>
                    <a:pt x="95" y="189"/>
                  </a:lnTo>
                  <a:lnTo>
                    <a:pt x="95" y="191"/>
                  </a:lnTo>
                  <a:lnTo>
                    <a:pt x="97" y="189"/>
                  </a:lnTo>
                  <a:lnTo>
                    <a:pt x="97" y="187"/>
                  </a:lnTo>
                  <a:lnTo>
                    <a:pt x="97" y="187"/>
                  </a:lnTo>
                  <a:lnTo>
                    <a:pt x="97" y="184"/>
                  </a:lnTo>
                  <a:lnTo>
                    <a:pt x="97" y="187"/>
                  </a:lnTo>
                  <a:lnTo>
                    <a:pt x="97" y="187"/>
                  </a:lnTo>
                  <a:lnTo>
                    <a:pt x="97" y="187"/>
                  </a:lnTo>
                  <a:lnTo>
                    <a:pt x="97" y="189"/>
                  </a:lnTo>
                  <a:lnTo>
                    <a:pt x="97" y="189"/>
                  </a:lnTo>
                  <a:lnTo>
                    <a:pt x="97" y="189"/>
                  </a:lnTo>
                  <a:lnTo>
                    <a:pt x="97" y="189"/>
                  </a:lnTo>
                  <a:lnTo>
                    <a:pt x="100" y="189"/>
                  </a:lnTo>
                  <a:lnTo>
                    <a:pt x="102" y="189"/>
                  </a:lnTo>
                  <a:lnTo>
                    <a:pt x="102" y="189"/>
                  </a:lnTo>
                  <a:lnTo>
                    <a:pt x="102" y="189"/>
                  </a:lnTo>
                  <a:lnTo>
                    <a:pt x="100" y="189"/>
                  </a:lnTo>
                  <a:lnTo>
                    <a:pt x="100" y="189"/>
                  </a:lnTo>
                  <a:lnTo>
                    <a:pt x="97" y="189"/>
                  </a:lnTo>
                  <a:lnTo>
                    <a:pt x="97" y="191"/>
                  </a:lnTo>
                  <a:lnTo>
                    <a:pt x="95" y="194"/>
                  </a:lnTo>
                  <a:lnTo>
                    <a:pt x="95" y="194"/>
                  </a:lnTo>
                  <a:lnTo>
                    <a:pt x="95" y="194"/>
                  </a:lnTo>
                  <a:lnTo>
                    <a:pt x="95" y="194"/>
                  </a:lnTo>
                  <a:lnTo>
                    <a:pt x="95" y="194"/>
                  </a:lnTo>
                  <a:lnTo>
                    <a:pt x="95" y="194"/>
                  </a:lnTo>
                  <a:lnTo>
                    <a:pt x="93" y="194"/>
                  </a:lnTo>
                  <a:lnTo>
                    <a:pt x="93" y="194"/>
                  </a:lnTo>
                  <a:lnTo>
                    <a:pt x="93" y="196"/>
                  </a:lnTo>
                  <a:lnTo>
                    <a:pt x="93" y="196"/>
                  </a:lnTo>
                  <a:lnTo>
                    <a:pt x="95" y="196"/>
                  </a:lnTo>
                  <a:lnTo>
                    <a:pt x="95" y="196"/>
                  </a:lnTo>
                  <a:lnTo>
                    <a:pt x="95" y="196"/>
                  </a:lnTo>
                  <a:lnTo>
                    <a:pt x="97" y="196"/>
                  </a:lnTo>
                  <a:lnTo>
                    <a:pt x="100" y="196"/>
                  </a:lnTo>
                  <a:lnTo>
                    <a:pt x="100" y="196"/>
                  </a:lnTo>
                  <a:lnTo>
                    <a:pt x="102" y="196"/>
                  </a:lnTo>
                  <a:lnTo>
                    <a:pt x="104" y="196"/>
                  </a:lnTo>
                  <a:lnTo>
                    <a:pt x="104" y="196"/>
                  </a:lnTo>
                  <a:lnTo>
                    <a:pt x="107" y="196"/>
                  </a:lnTo>
                  <a:lnTo>
                    <a:pt x="109" y="194"/>
                  </a:lnTo>
                  <a:lnTo>
                    <a:pt x="109" y="194"/>
                  </a:lnTo>
                  <a:lnTo>
                    <a:pt x="109" y="194"/>
                  </a:lnTo>
                  <a:lnTo>
                    <a:pt x="112" y="191"/>
                  </a:lnTo>
                  <a:lnTo>
                    <a:pt x="112" y="191"/>
                  </a:lnTo>
                  <a:lnTo>
                    <a:pt x="112" y="189"/>
                  </a:lnTo>
                  <a:lnTo>
                    <a:pt x="112" y="189"/>
                  </a:lnTo>
                  <a:lnTo>
                    <a:pt x="114" y="189"/>
                  </a:lnTo>
                  <a:lnTo>
                    <a:pt x="114" y="189"/>
                  </a:lnTo>
                  <a:lnTo>
                    <a:pt x="114" y="189"/>
                  </a:lnTo>
                  <a:lnTo>
                    <a:pt x="112" y="189"/>
                  </a:lnTo>
                  <a:lnTo>
                    <a:pt x="112" y="187"/>
                  </a:lnTo>
                  <a:lnTo>
                    <a:pt x="112" y="187"/>
                  </a:lnTo>
                  <a:lnTo>
                    <a:pt x="114" y="184"/>
                  </a:lnTo>
                  <a:lnTo>
                    <a:pt x="114" y="184"/>
                  </a:lnTo>
                  <a:lnTo>
                    <a:pt x="116" y="184"/>
                  </a:lnTo>
                  <a:lnTo>
                    <a:pt x="116" y="184"/>
                  </a:lnTo>
                  <a:lnTo>
                    <a:pt x="116" y="184"/>
                  </a:lnTo>
                  <a:lnTo>
                    <a:pt x="119" y="184"/>
                  </a:lnTo>
                  <a:lnTo>
                    <a:pt x="119" y="184"/>
                  </a:lnTo>
                  <a:lnTo>
                    <a:pt x="121" y="184"/>
                  </a:lnTo>
                  <a:lnTo>
                    <a:pt x="121" y="182"/>
                  </a:lnTo>
                  <a:lnTo>
                    <a:pt x="123" y="182"/>
                  </a:lnTo>
                  <a:lnTo>
                    <a:pt x="123" y="180"/>
                  </a:lnTo>
                  <a:lnTo>
                    <a:pt x="123" y="180"/>
                  </a:lnTo>
                  <a:lnTo>
                    <a:pt x="123" y="180"/>
                  </a:lnTo>
                  <a:lnTo>
                    <a:pt x="123" y="180"/>
                  </a:lnTo>
                  <a:lnTo>
                    <a:pt x="123" y="180"/>
                  </a:lnTo>
                  <a:lnTo>
                    <a:pt x="123" y="180"/>
                  </a:lnTo>
                  <a:lnTo>
                    <a:pt x="126" y="177"/>
                  </a:lnTo>
                  <a:lnTo>
                    <a:pt x="126" y="177"/>
                  </a:lnTo>
                  <a:lnTo>
                    <a:pt x="126" y="177"/>
                  </a:lnTo>
                  <a:lnTo>
                    <a:pt x="126" y="177"/>
                  </a:lnTo>
                  <a:lnTo>
                    <a:pt x="126" y="177"/>
                  </a:lnTo>
                  <a:lnTo>
                    <a:pt x="126" y="177"/>
                  </a:lnTo>
                  <a:lnTo>
                    <a:pt x="126" y="177"/>
                  </a:lnTo>
                  <a:lnTo>
                    <a:pt x="126" y="177"/>
                  </a:lnTo>
                  <a:lnTo>
                    <a:pt x="126" y="177"/>
                  </a:lnTo>
                  <a:lnTo>
                    <a:pt x="128" y="170"/>
                  </a:lnTo>
                  <a:lnTo>
                    <a:pt x="128" y="170"/>
                  </a:lnTo>
                  <a:lnTo>
                    <a:pt x="128" y="170"/>
                  </a:lnTo>
                  <a:lnTo>
                    <a:pt x="128" y="170"/>
                  </a:lnTo>
                  <a:lnTo>
                    <a:pt x="128" y="170"/>
                  </a:lnTo>
                  <a:lnTo>
                    <a:pt x="128" y="170"/>
                  </a:lnTo>
                  <a:lnTo>
                    <a:pt x="130" y="170"/>
                  </a:lnTo>
                  <a:lnTo>
                    <a:pt x="130" y="170"/>
                  </a:lnTo>
                  <a:lnTo>
                    <a:pt x="130" y="170"/>
                  </a:lnTo>
                  <a:lnTo>
                    <a:pt x="130" y="168"/>
                  </a:lnTo>
                  <a:lnTo>
                    <a:pt x="130" y="168"/>
                  </a:lnTo>
                  <a:lnTo>
                    <a:pt x="130" y="168"/>
                  </a:lnTo>
                  <a:lnTo>
                    <a:pt x="130" y="168"/>
                  </a:lnTo>
                  <a:lnTo>
                    <a:pt x="133" y="168"/>
                  </a:lnTo>
                  <a:lnTo>
                    <a:pt x="133" y="165"/>
                  </a:lnTo>
                  <a:lnTo>
                    <a:pt x="133" y="163"/>
                  </a:lnTo>
                  <a:lnTo>
                    <a:pt x="133" y="163"/>
                  </a:lnTo>
                  <a:lnTo>
                    <a:pt x="133" y="163"/>
                  </a:lnTo>
                  <a:lnTo>
                    <a:pt x="133" y="163"/>
                  </a:lnTo>
                  <a:lnTo>
                    <a:pt x="135" y="161"/>
                  </a:lnTo>
                  <a:lnTo>
                    <a:pt x="135" y="161"/>
                  </a:lnTo>
                  <a:lnTo>
                    <a:pt x="135" y="161"/>
                  </a:lnTo>
                  <a:lnTo>
                    <a:pt x="135" y="161"/>
                  </a:lnTo>
                  <a:lnTo>
                    <a:pt x="135" y="161"/>
                  </a:lnTo>
                  <a:lnTo>
                    <a:pt x="135" y="161"/>
                  </a:lnTo>
                  <a:lnTo>
                    <a:pt x="135" y="161"/>
                  </a:lnTo>
                  <a:lnTo>
                    <a:pt x="135" y="161"/>
                  </a:lnTo>
                  <a:lnTo>
                    <a:pt x="135" y="158"/>
                  </a:lnTo>
                  <a:lnTo>
                    <a:pt x="135" y="158"/>
                  </a:lnTo>
                  <a:lnTo>
                    <a:pt x="135" y="158"/>
                  </a:lnTo>
                  <a:lnTo>
                    <a:pt x="138" y="154"/>
                  </a:lnTo>
                  <a:lnTo>
                    <a:pt x="138" y="154"/>
                  </a:lnTo>
                  <a:lnTo>
                    <a:pt x="138" y="154"/>
                  </a:lnTo>
                  <a:lnTo>
                    <a:pt x="138" y="154"/>
                  </a:lnTo>
                  <a:lnTo>
                    <a:pt x="138" y="154"/>
                  </a:lnTo>
                  <a:lnTo>
                    <a:pt x="140" y="151"/>
                  </a:lnTo>
                  <a:lnTo>
                    <a:pt x="142" y="151"/>
                  </a:lnTo>
                  <a:lnTo>
                    <a:pt x="149" y="149"/>
                  </a:lnTo>
                  <a:lnTo>
                    <a:pt x="152" y="149"/>
                  </a:lnTo>
                  <a:lnTo>
                    <a:pt x="152" y="149"/>
                  </a:lnTo>
                  <a:lnTo>
                    <a:pt x="152" y="151"/>
                  </a:lnTo>
                  <a:lnTo>
                    <a:pt x="154" y="151"/>
                  </a:lnTo>
                  <a:lnTo>
                    <a:pt x="154" y="151"/>
                  </a:lnTo>
                  <a:lnTo>
                    <a:pt x="157" y="151"/>
                  </a:lnTo>
                  <a:lnTo>
                    <a:pt x="157" y="151"/>
                  </a:lnTo>
                  <a:lnTo>
                    <a:pt x="159" y="151"/>
                  </a:lnTo>
                  <a:lnTo>
                    <a:pt x="168" y="149"/>
                  </a:lnTo>
                  <a:lnTo>
                    <a:pt x="168" y="149"/>
                  </a:lnTo>
                  <a:lnTo>
                    <a:pt x="168" y="147"/>
                  </a:lnTo>
                  <a:lnTo>
                    <a:pt x="192" y="147"/>
                  </a:lnTo>
                  <a:lnTo>
                    <a:pt x="204" y="147"/>
                  </a:lnTo>
                  <a:lnTo>
                    <a:pt x="204" y="147"/>
                  </a:lnTo>
                  <a:lnTo>
                    <a:pt x="206" y="147"/>
                  </a:lnTo>
                  <a:lnTo>
                    <a:pt x="206" y="147"/>
                  </a:lnTo>
                  <a:lnTo>
                    <a:pt x="209" y="147"/>
                  </a:lnTo>
                  <a:lnTo>
                    <a:pt x="209" y="149"/>
                  </a:lnTo>
                  <a:lnTo>
                    <a:pt x="209" y="151"/>
                  </a:lnTo>
                  <a:lnTo>
                    <a:pt x="209" y="151"/>
                  </a:lnTo>
                  <a:lnTo>
                    <a:pt x="213" y="156"/>
                  </a:lnTo>
                  <a:lnTo>
                    <a:pt x="216" y="156"/>
                  </a:lnTo>
                  <a:lnTo>
                    <a:pt x="218" y="158"/>
                  </a:lnTo>
                  <a:lnTo>
                    <a:pt x="218" y="161"/>
                  </a:lnTo>
                  <a:lnTo>
                    <a:pt x="218" y="163"/>
                  </a:lnTo>
                  <a:lnTo>
                    <a:pt x="220" y="163"/>
                  </a:lnTo>
                  <a:lnTo>
                    <a:pt x="220" y="165"/>
                  </a:lnTo>
                  <a:lnTo>
                    <a:pt x="220" y="165"/>
                  </a:lnTo>
                  <a:lnTo>
                    <a:pt x="220" y="165"/>
                  </a:lnTo>
                  <a:lnTo>
                    <a:pt x="220" y="165"/>
                  </a:lnTo>
                  <a:lnTo>
                    <a:pt x="220" y="168"/>
                  </a:lnTo>
                  <a:lnTo>
                    <a:pt x="223" y="168"/>
                  </a:lnTo>
                  <a:lnTo>
                    <a:pt x="223" y="168"/>
                  </a:lnTo>
                  <a:lnTo>
                    <a:pt x="223" y="168"/>
                  </a:lnTo>
                  <a:lnTo>
                    <a:pt x="225" y="170"/>
                  </a:lnTo>
                  <a:lnTo>
                    <a:pt x="225" y="170"/>
                  </a:lnTo>
                  <a:lnTo>
                    <a:pt x="225" y="170"/>
                  </a:lnTo>
                  <a:lnTo>
                    <a:pt x="225" y="173"/>
                  </a:lnTo>
                  <a:lnTo>
                    <a:pt x="225" y="173"/>
                  </a:lnTo>
                  <a:lnTo>
                    <a:pt x="225" y="173"/>
                  </a:lnTo>
                  <a:lnTo>
                    <a:pt x="225" y="175"/>
                  </a:lnTo>
                  <a:lnTo>
                    <a:pt x="225" y="175"/>
                  </a:lnTo>
                  <a:lnTo>
                    <a:pt x="225" y="175"/>
                  </a:lnTo>
                  <a:lnTo>
                    <a:pt x="228" y="177"/>
                  </a:lnTo>
                  <a:lnTo>
                    <a:pt x="228" y="177"/>
                  </a:lnTo>
                  <a:lnTo>
                    <a:pt x="228" y="177"/>
                  </a:lnTo>
                  <a:lnTo>
                    <a:pt x="228" y="177"/>
                  </a:lnTo>
                  <a:lnTo>
                    <a:pt x="228" y="177"/>
                  </a:lnTo>
                  <a:lnTo>
                    <a:pt x="228" y="177"/>
                  </a:lnTo>
                  <a:lnTo>
                    <a:pt x="228" y="180"/>
                  </a:lnTo>
                  <a:lnTo>
                    <a:pt x="230" y="177"/>
                  </a:lnTo>
                  <a:lnTo>
                    <a:pt x="230" y="180"/>
                  </a:lnTo>
                  <a:lnTo>
                    <a:pt x="230" y="180"/>
                  </a:lnTo>
                  <a:lnTo>
                    <a:pt x="230" y="180"/>
                  </a:lnTo>
                  <a:lnTo>
                    <a:pt x="230" y="180"/>
                  </a:lnTo>
                  <a:lnTo>
                    <a:pt x="232" y="180"/>
                  </a:lnTo>
                  <a:lnTo>
                    <a:pt x="232" y="180"/>
                  </a:lnTo>
                  <a:lnTo>
                    <a:pt x="232" y="182"/>
                  </a:lnTo>
                  <a:lnTo>
                    <a:pt x="235" y="182"/>
                  </a:lnTo>
                  <a:lnTo>
                    <a:pt x="235" y="184"/>
                  </a:lnTo>
                  <a:lnTo>
                    <a:pt x="235" y="184"/>
                  </a:lnTo>
                  <a:lnTo>
                    <a:pt x="235" y="184"/>
                  </a:lnTo>
                  <a:lnTo>
                    <a:pt x="235" y="184"/>
                  </a:lnTo>
                  <a:lnTo>
                    <a:pt x="235" y="187"/>
                  </a:lnTo>
                  <a:lnTo>
                    <a:pt x="235" y="187"/>
                  </a:lnTo>
                  <a:lnTo>
                    <a:pt x="235" y="187"/>
                  </a:lnTo>
                  <a:lnTo>
                    <a:pt x="235" y="187"/>
                  </a:lnTo>
                  <a:lnTo>
                    <a:pt x="235" y="189"/>
                  </a:lnTo>
                  <a:lnTo>
                    <a:pt x="232" y="189"/>
                  </a:lnTo>
                  <a:lnTo>
                    <a:pt x="232" y="189"/>
                  </a:lnTo>
                  <a:lnTo>
                    <a:pt x="232" y="191"/>
                  </a:lnTo>
                  <a:lnTo>
                    <a:pt x="230" y="194"/>
                  </a:lnTo>
                  <a:lnTo>
                    <a:pt x="232" y="194"/>
                  </a:lnTo>
                  <a:lnTo>
                    <a:pt x="232" y="196"/>
                  </a:lnTo>
                  <a:lnTo>
                    <a:pt x="235" y="196"/>
                  </a:lnTo>
                  <a:lnTo>
                    <a:pt x="237" y="196"/>
                  </a:lnTo>
                  <a:lnTo>
                    <a:pt x="239" y="196"/>
                  </a:lnTo>
                  <a:lnTo>
                    <a:pt x="239" y="196"/>
                  </a:lnTo>
                  <a:lnTo>
                    <a:pt x="239" y="196"/>
                  </a:lnTo>
                  <a:lnTo>
                    <a:pt x="239" y="196"/>
                  </a:lnTo>
                  <a:lnTo>
                    <a:pt x="239" y="196"/>
                  </a:lnTo>
                  <a:lnTo>
                    <a:pt x="239" y="201"/>
                  </a:lnTo>
                  <a:lnTo>
                    <a:pt x="239" y="203"/>
                  </a:lnTo>
                  <a:lnTo>
                    <a:pt x="239" y="206"/>
                  </a:lnTo>
                  <a:lnTo>
                    <a:pt x="239" y="206"/>
                  </a:lnTo>
                  <a:lnTo>
                    <a:pt x="239" y="208"/>
                  </a:lnTo>
                  <a:lnTo>
                    <a:pt x="239" y="208"/>
                  </a:lnTo>
                  <a:lnTo>
                    <a:pt x="239" y="208"/>
                  </a:lnTo>
                  <a:lnTo>
                    <a:pt x="239" y="210"/>
                  </a:lnTo>
                  <a:lnTo>
                    <a:pt x="239" y="210"/>
                  </a:lnTo>
                  <a:lnTo>
                    <a:pt x="239" y="210"/>
                  </a:lnTo>
                  <a:lnTo>
                    <a:pt x="239" y="210"/>
                  </a:lnTo>
                  <a:lnTo>
                    <a:pt x="242" y="213"/>
                  </a:lnTo>
                  <a:lnTo>
                    <a:pt x="242" y="213"/>
                  </a:lnTo>
                  <a:lnTo>
                    <a:pt x="244" y="213"/>
                  </a:lnTo>
                  <a:lnTo>
                    <a:pt x="246" y="218"/>
                  </a:lnTo>
                  <a:lnTo>
                    <a:pt x="244" y="218"/>
                  </a:lnTo>
                  <a:lnTo>
                    <a:pt x="244" y="220"/>
                  </a:lnTo>
                  <a:lnTo>
                    <a:pt x="244" y="220"/>
                  </a:lnTo>
                  <a:lnTo>
                    <a:pt x="242" y="220"/>
                  </a:lnTo>
                  <a:lnTo>
                    <a:pt x="242" y="220"/>
                  </a:lnTo>
                  <a:lnTo>
                    <a:pt x="239" y="220"/>
                  </a:lnTo>
                  <a:lnTo>
                    <a:pt x="239" y="222"/>
                  </a:lnTo>
                  <a:lnTo>
                    <a:pt x="239" y="225"/>
                  </a:lnTo>
                  <a:lnTo>
                    <a:pt x="237" y="225"/>
                  </a:lnTo>
                  <a:lnTo>
                    <a:pt x="237" y="225"/>
                  </a:lnTo>
                  <a:lnTo>
                    <a:pt x="237" y="227"/>
                  </a:lnTo>
                  <a:lnTo>
                    <a:pt x="237" y="227"/>
                  </a:lnTo>
                  <a:lnTo>
                    <a:pt x="237" y="227"/>
                  </a:lnTo>
                  <a:lnTo>
                    <a:pt x="237" y="227"/>
                  </a:lnTo>
                  <a:lnTo>
                    <a:pt x="235" y="232"/>
                  </a:lnTo>
                  <a:lnTo>
                    <a:pt x="235" y="234"/>
                  </a:lnTo>
                  <a:lnTo>
                    <a:pt x="235" y="234"/>
                  </a:lnTo>
                  <a:lnTo>
                    <a:pt x="232" y="236"/>
                  </a:lnTo>
                  <a:lnTo>
                    <a:pt x="232" y="239"/>
                  </a:lnTo>
                  <a:lnTo>
                    <a:pt x="232" y="239"/>
                  </a:lnTo>
                  <a:lnTo>
                    <a:pt x="232" y="236"/>
                  </a:lnTo>
                  <a:lnTo>
                    <a:pt x="235" y="236"/>
                  </a:lnTo>
                  <a:lnTo>
                    <a:pt x="237" y="234"/>
                  </a:lnTo>
                  <a:lnTo>
                    <a:pt x="237" y="236"/>
                  </a:lnTo>
                  <a:lnTo>
                    <a:pt x="239" y="236"/>
                  </a:lnTo>
                  <a:lnTo>
                    <a:pt x="239" y="236"/>
                  </a:lnTo>
                  <a:lnTo>
                    <a:pt x="242" y="236"/>
                  </a:lnTo>
                  <a:lnTo>
                    <a:pt x="242" y="236"/>
                  </a:lnTo>
                  <a:lnTo>
                    <a:pt x="244" y="234"/>
                  </a:lnTo>
                  <a:lnTo>
                    <a:pt x="246" y="232"/>
                  </a:lnTo>
                  <a:lnTo>
                    <a:pt x="246" y="232"/>
                  </a:lnTo>
                  <a:lnTo>
                    <a:pt x="249" y="229"/>
                  </a:lnTo>
                  <a:lnTo>
                    <a:pt x="249" y="227"/>
                  </a:lnTo>
                  <a:lnTo>
                    <a:pt x="249" y="227"/>
                  </a:lnTo>
                  <a:lnTo>
                    <a:pt x="251" y="227"/>
                  </a:lnTo>
                  <a:lnTo>
                    <a:pt x="251" y="227"/>
                  </a:lnTo>
                  <a:lnTo>
                    <a:pt x="254" y="227"/>
                  </a:lnTo>
                  <a:lnTo>
                    <a:pt x="254" y="227"/>
                  </a:lnTo>
                  <a:lnTo>
                    <a:pt x="254" y="227"/>
                  </a:lnTo>
                  <a:lnTo>
                    <a:pt x="256" y="227"/>
                  </a:lnTo>
                  <a:lnTo>
                    <a:pt x="256" y="227"/>
                  </a:lnTo>
                  <a:lnTo>
                    <a:pt x="256" y="227"/>
                  </a:lnTo>
                  <a:lnTo>
                    <a:pt x="256" y="227"/>
                  </a:lnTo>
                  <a:lnTo>
                    <a:pt x="258" y="227"/>
                  </a:lnTo>
                  <a:lnTo>
                    <a:pt x="258" y="227"/>
                  </a:lnTo>
                  <a:lnTo>
                    <a:pt x="258" y="227"/>
                  </a:lnTo>
                  <a:lnTo>
                    <a:pt x="261" y="227"/>
                  </a:lnTo>
                  <a:lnTo>
                    <a:pt x="261" y="225"/>
                  </a:lnTo>
                  <a:lnTo>
                    <a:pt x="263" y="225"/>
                  </a:lnTo>
                  <a:lnTo>
                    <a:pt x="263" y="225"/>
                  </a:lnTo>
                  <a:lnTo>
                    <a:pt x="265" y="225"/>
                  </a:lnTo>
                  <a:lnTo>
                    <a:pt x="268" y="227"/>
                  </a:lnTo>
                  <a:lnTo>
                    <a:pt x="268" y="227"/>
                  </a:lnTo>
                  <a:lnTo>
                    <a:pt x="268" y="229"/>
                  </a:lnTo>
                  <a:lnTo>
                    <a:pt x="268" y="229"/>
                  </a:lnTo>
                  <a:lnTo>
                    <a:pt x="268" y="229"/>
                  </a:lnTo>
                  <a:lnTo>
                    <a:pt x="270" y="229"/>
                  </a:lnTo>
                  <a:lnTo>
                    <a:pt x="270" y="229"/>
                  </a:lnTo>
                  <a:lnTo>
                    <a:pt x="272" y="227"/>
                  </a:lnTo>
                  <a:lnTo>
                    <a:pt x="275" y="227"/>
                  </a:lnTo>
                  <a:lnTo>
                    <a:pt x="275" y="227"/>
                  </a:lnTo>
                  <a:lnTo>
                    <a:pt x="275" y="227"/>
                  </a:lnTo>
                  <a:lnTo>
                    <a:pt x="277" y="227"/>
                  </a:lnTo>
                  <a:lnTo>
                    <a:pt x="277" y="227"/>
                  </a:lnTo>
                  <a:lnTo>
                    <a:pt x="277" y="227"/>
                  </a:lnTo>
                  <a:lnTo>
                    <a:pt x="277" y="227"/>
                  </a:lnTo>
                  <a:lnTo>
                    <a:pt x="280" y="227"/>
                  </a:lnTo>
                  <a:lnTo>
                    <a:pt x="280" y="227"/>
                  </a:lnTo>
                  <a:lnTo>
                    <a:pt x="280" y="227"/>
                  </a:lnTo>
                  <a:lnTo>
                    <a:pt x="280" y="227"/>
                  </a:lnTo>
                  <a:lnTo>
                    <a:pt x="282" y="227"/>
                  </a:lnTo>
                  <a:lnTo>
                    <a:pt x="282" y="225"/>
                  </a:lnTo>
                  <a:lnTo>
                    <a:pt x="282" y="225"/>
                  </a:lnTo>
                  <a:lnTo>
                    <a:pt x="282" y="225"/>
                  </a:lnTo>
                  <a:lnTo>
                    <a:pt x="282" y="225"/>
                  </a:lnTo>
                  <a:lnTo>
                    <a:pt x="282" y="225"/>
                  </a:lnTo>
                  <a:lnTo>
                    <a:pt x="282" y="222"/>
                  </a:lnTo>
                  <a:lnTo>
                    <a:pt x="282" y="222"/>
                  </a:lnTo>
                  <a:lnTo>
                    <a:pt x="284" y="222"/>
                  </a:lnTo>
                  <a:lnTo>
                    <a:pt x="284" y="225"/>
                  </a:lnTo>
                  <a:lnTo>
                    <a:pt x="284" y="225"/>
                  </a:lnTo>
                  <a:lnTo>
                    <a:pt x="284" y="227"/>
                  </a:lnTo>
                  <a:lnTo>
                    <a:pt x="284" y="227"/>
                  </a:lnTo>
                  <a:lnTo>
                    <a:pt x="284" y="229"/>
                  </a:lnTo>
                  <a:lnTo>
                    <a:pt x="287" y="229"/>
                  </a:lnTo>
                  <a:lnTo>
                    <a:pt x="287" y="229"/>
                  </a:lnTo>
                  <a:lnTo>
                    <a:pt x="287" y="229"/>
                  </a:lnTo>
                  <a:lnTo>
                    <a:pt x="287" y="227"/>
                  </a:lnTo>
                  <a:lnTo>
                    <a:pt x="287" y="227"/>
                  </a:lnTo>
                  <a:lnTo>
                    <a:pt x="289" y="227"/>
                  </a:lnTo>
                  <a:lnTo>
                    <a:pt x="289" y="227"/>
                  </a:lnTo>
                  <a:lnTo>
                    <a:pt x="289" y="227"/>
                  </a:lnTo>
                  <a:lnTo>
                    <a:pt x="289" y="229"/>
                  </a:lnTo>
                  <a:lnTo>
                    <a:pt x="289" y="229"/>
                  </a:lnTo>
                  <a:lnTo>
                    <a:pt x="289" y="229"/>
                  </a:lnTo>
                  <a:lnTo>
                    <a:pt x="289" y="232"/>
                  </a:lnTo>
                  <a:lnTo>
                    <a:pt x="289" y="232"/>
                  </a:lnTo>
                  <a:lnTo>
                    <a:pt x="289" y="232"/>
                  </a:lnTo>
                  <a:lnTo>
                    <a:pt x="289" y="232"/>
                  </a:lnTo>
                  <a:lnTo>
                    <a:pt x="291" y="232"/>
                  </a:lnTo>
                  <a:lnTo>
                    <a:pt x="291" y="232"/>
                  </a:lnTo>
                  <a:lnTo>
                    <a:pt x="291" y="232"/>
                  </a:lnTo>
                  <a:lnTo>
                    <a:pt x="291" y="232"/>
                  </a:lnTo>
                  <a:lnTo>
                    <a:pt x="291" y="232"/>
                  </a:lnTo>
                  <a:lnTo>
                    <a:pt x="294" y="232"/>
                  </a:lnTo>
                  <a:lnTo>
                    <a:pt x="294" y="232"/>
                  </a:lnTo>
                  <a:lnTo>
                    <a:pt x="294" y="232"/>
                  </a:lnTo>
                  <a:lnTo>
                    <a:pt x="296" y="234"/>
                  </a:lnTo>
                  <a:lnTo>
                    <a:pt x="298" y="234"/>
                  </a:lnTo>
                  <a:lnTo>
                    <a:pt x="298" y="234"/>
                  </a:lnTo>
                  <a:lnTo>
                    <a:pt x="298" y="234"/>
                  </a:lnTo>
                  <a:lnTo>
                    <a:pt x="298" y="234"/>
                  </a:lnTo>
                  <a:lnTo>
                    <a:pt x="296" y="234"/>
                  </a:lnTo>
                  <a:lnTo>
                    <a:pt x="296" y="236"/>
                  </a:lnTo>
                  <a:lnTo>
                    <a:pt x="296" y="236"/>
                  </a:lnTo>
                  <a:lnTo>
                    <a:pt x="296" y="236"/>
                  </a:lnTo>
                  <a:lnTo>
                    <a:pt x="296" y="236"/>
                  </a:lnTo>
                  <a:lnTo>
                    <a:pt x="296" y="236"/>
                  </a:lnTo>
                  <a:lnTo>
                    <a:pt x="296" y="239"/>
                  </a:lnTo>
                  <a:lnTo>
                    <a:pt x="296" y="239"/>
                  </a:lnTo>
                  <a:lnTo>
                    <a:pt x="298" y="239"/>
                  </a:lnTo>
                  <a:lnTo>
                    <a:pt x="298" y="239"/>
                  </a:lnTo>
                  <a:lnTo>
                    <a:pt x="298" y="239"/>
                  </a:lnTo>
                  <a:lnTo>
                    <a:pt x="296" y="239"/>
                  </a:lnTo>
                  <a:lnTo>
                    <a:pt x="296" y="241"/>
                  </a:lnTo>
                  <a:lnTo>
                    <a:pt x="296" y="241"/>
                  </a:lnTo>
                  <a:lnTo>
                    <a:pt x="296" y="244"/>
                  </a:lnTo>
                  <a:lnTo>
                    <a:pt x="296" y="244"/>
                  </a:lnTo>
                  <a:lnTo>
                    <a:pt x="298" y="244"/>
                  </a:lnTo>
                  <a:lnTo>
                    <a:pt x="298" y="244"/>
                  </a:lnTo>
                  <a:lnTo>
                    <a:pt x="298" y="246"/>
                  </a:lnTo>
                  <a:lnTo>
                    <a:pt x="298" y="246"/>
                  </a:lnTo>
                  <a:lnTo>
                    <a:pt x="301" y="248"/>
                  </a:lnTo>
                  <a:lnTo>
                    <a:pt x="301" y="251"/>
                  </a:lnTo>
                  <a:lnTo>
                    <a:pt x="298" y="251"/>
                  </a:lnTo>
                  <a:lnTo>
                    <a:pt x="298" y="251"/>
                  </a:lnTo>
                  <a:lnTo>
                    <a:pt x="301" y="251"/>
                  </a:lnTo>
                  <a:lnTo>
                    <a:pt x="301" y="251"/>
                  </a:lnTo>
                  <a:lnTo>
                    <a:pt x="301" y="251"/>
                  </a:lnTo>
                  <a:lnTo>
                    <a:pt x="301" y="251"/>
                  </a:lnTo>
                  <a:lnTo>
                    <a:pt x="301" y="251"/>
                  </a:lnTo>
                  <a:lnTo>
                    <a:pt x="303" y="253"/>
                  </a:lnTo>
                  <a:lnTo>
                    <a:pt x="301" y="253"/>
                  </a:lnTo>
                  <a:lnTo>
                    <a:pt x="301" y="253"/>
                  </a:lnTo>
                  <a:lnTo>
                    <a:pt x="301" y="253"/>
                  </a:lnTo>
                  <a:lnTo>
                    <a:pt x="301" y="255"/>
                  </a:lnTo>
                  <a:lnTo>
                    <a:pt x="301" y="258"/>
                  </a:lnTo>
                  <a:lnTo>
                    <a:pt x="301" y="260"/>
                  </a:lnTo>
                  <a:lnTo>
                    <a:pt x="303" y="262"/>
                  </a:lnTo>
                  <a:lnTo>
                    <a:pt x="303" y="265"/>
                  </a:lnTo>
                  <a:lnTo>
                    <a:pt x="303" y="265"/>
                  </a:lnTo>
                  <a:lnTo>
                    <a:pt x="306" y="267"/>
                  </a:lnTo>
                  <a:lnTo>
                    <a:pt x="306" y="267"/>
                  </a:lnTo>
                  <a:lnTo>
                    <a:pt x="306" y="270"/>
                  </a:lnTo>
                  <a:lnTo>
                    <a:pt x="306" y="272"/>
                  </a:lnTo>
                  <a:lnTo>
                    <a:pt x="306" y="274"/>
                  </a:lnTo>
                  <a:lnTo>
                    <a:pt x="306" y="274"/>
                  </a:lnTo>
                  <a:lnTo>
                    <a:pt x="306" y="274"/>
                  </a:lnTo>
                  <a:lnTo>
                    <a:pt x="306" y="274"/>
                  </a:lnTo>
                  <a:lnTo>
                    <a:pt x="303" y="277"/>
                  </a:lnTo>
                  <a:lnTo>
                    <a:pt x="303" y="277"/>
                  </a:lnTo>
                  <a:lnTo>
                    <a:pt x="303" y="279"/>
                  </a:lnTo>
                  <a:lnTo>
                    <a:pt x="303" y="279"/>
                  </a:lnTo>
                  <a:lnTo>
                    <a:pt x="303" y="281"/>
                  </a:lnTo>
                  <a:lnTo>
                    <a:pt x="301" y="281"/>
                  </a:lnTo>
                  <a:lnTo>
                    <a:pt x="301" y="284"/>
                  </a:lnTo>
                  <a:lnTo>
                    <a:pt x="301" y="284"/>
                  </a:lnTo>
                  <a:lnTo>
                    <a:pt x="298" y="284"/>
                  </a:lnTo>
                  <a:lnTo>
                    <a:pt x="298" y="284"/>
                  </a:lnTo>
                  <a:lnTo>
                    <a:pt x="298" y="286"/>
                  </a:lnTo>
                  <a:lnTo>
                    <a:pt x="298" y="286"/>
                  </a:lnTo>
                  <a:lnTo>
                    <a:pt x="298" y="286"/>
                  </a:lnTo>
                  <a:lnTo>
                    <a:pt x="298" y="286"/>
                  </a:lnTo>
                  <a:lnTo>
                    <a:pt x="298" y="286"/>
                  </a:lnTo>
                  <a:lnTo>
                    <a:pt x="298" y="286"/>
                  </a:lnTo>
                  <a:lnTo>
                    <a:pt x="301" y="284"/>
                  </a:lnTo>
                  <a:lnTo>
                    <a:pt x="301" y="284"/>
                  </a:lnTo>
                  <a:lnTo>
                    <a:pt x="303" y="286"/>
                  </a:lnTo>
                  <a:lnTo>
                    <a:pt x="303" y="286"/>
                  </a:lnTo>
                  <a:lnTo>
                    <a:pt x="303" y="286"/>
                  </a:lnTo>
                  <a:lnTo>
                    <a:pt x="303" y="286"/>
                  </a:lnTo>
                  <a:lnTo>
                    <a:pt x="303" y="286"/>
                  </a:lnTo>
                  <a:lnTo>
                    <a:pt x="306" y="284"/>
                  </a:lnTo>
                  <a:lnTo>
                    <a:pt x="306" y="284"/>
                  </a:lnTo>
                  <a:lnTo>
                    <a:pt x="306" y="284"/>
                  </a:lnTo>
                  <a:lnTo>
                    <a:pt x="306" y="284"/>
                  </a:lnTo>
                  <a:lnTo>
                    <a:pt x="308" y="284"/>
                  </a:lnTo>
                  <a:lnTo>
                    <a:pt x="308" y="284"/>
                  </a:lnTo>
                  <a:lnTo>
                    <a:pt x="308" y="284"/>
                  </a:lnTo>
                  <a:lnTo>
                    <a:pt x="308" y="286"/>
                  </a:lnTo>
                  <a:lnTo>
                    <a:pt x="308" y="286"/>
                  </a:lnTo>
                  <a:lnTo>
                    <a:pt x="308" y="286"/>
                  </a:lnTo>
                  <a:lnTo>
                    <a:pt x="310" y="286"/>
                  </a:lnTo>
                  <a:lnTo>
                    <a:pt x="310" y="286"/>
                  </a:lnTo>
                  <a:lnTo>
                    <a:pt x="313" y="286"/>
                  </a:lnTo>
                  <a:lnTo>
                    <a:pt x="313" y="286"/>
                  </a:lnTo>
                  <a:lnTo>
                    <a:pt x="313" y="291"/>
                  </a:lnTo>
                  <a:lnTo>
                    <a:pt x="315" y="291"/>
                  </a:lnTo>
                  <a:lnTo>
                    <a:pt x="315" y="291"/>
                  </a:lnTo>
                  <a:lnTo>
                    <a:pt x="317" y="291"/>
                  </a:lnTo>
                  <a:lnTo>
                    <a:pt x="317" y="293"/>
                  </a:lnTo>
                  <a:lnTo>
                    <a:pt x="317" y="293"/>
                  </a:lnTo>
                  <a:lnTo>
                    <a:pt x="317" y="293"/>
                  </a:lnTo>
                  <a:lnTo>
                    <a:pt x="317" y="293"/>
                  </a:lnTo>
                  <a:lnTo>
                    <a:pt x="317" y="296"/>
                  </a:lnTo>
                  <a:lnTo>
                    <a:pt x="317" y="296"/>
                  </a:lnTo>
                  <a:lnTo>
                    <a:pt x="320" y="296"/>
                  </a:lnTo>
                  <a:lnTo>
                    <a:pt x="320" y="296"/>
                  </a:lnTo>
                  <a:lnTo>
                    <a:pt x="320" y="296"/>
                  </a:lnTo>
                  <a:lnTo>
                    <a:pt x="320" y="296"/>
                  </a:lnTo>
                  <a:lnTo>
                    <a:pt x="320" y="296"/>
                  </a:lnTo>
                  <a:lnTo>
                    <a:pt x="322" y="296"/>
                  </a:lnTo>
                  <a:lnTo>
                    <a:pt x="322" y="293"/>
                  </a:lnTo>
                  <a:lnTo>
                    <a:pt x="322" y="293"/>
                  </a:lnTo>
                  <a:lnTo>
                    <a:pt x="325" y="293"/>
                  </a:lnTo>
                  <a:lnTo>
                    <a:pt x="325" y="293"/>
                  </a:lnTo>
                  <a:lnTo>
                    <a:pt x="325" y="293"/>
                  </a:lnTo>
                  <a:lnTo>
                    <a:pt x="327" y="293"/>
                  </a:lnTo>
                  <a:lnTo>
                    <a:pt x="327" y="293"/>
                  </a:lnTo>
                  <a:lnTo>
                    <a:pt x="327" y="293"/>
                  </a:lnTo>
                  <a:lnTo>
                    <a:pt x="327" y="293"/>
                  </a:lnTo>
                  <a:lnTo>
                    <a:pt x="327" y="291"/>
                  </a:lnTo>
                  <a:lnTo>
                    <a:pt x="327" y="291"/>
                  </a:lnTo>
                  <a:lnTo>
                    <a:pt x="329" y="293"/>
                  </a:lnTo>
                  <a:lnTo>
                    <a:pt x="329" y="293"/>
                  </a:lnTo>
                  <a:lnTo>
                    <a:pt x="332" y="293"/>
                  </a:lnTo>
                  <a:lnTo>
                    <a:pt x="332" y="291"/>
                  </a:lnTo>
                  <a:lnTo>
                    <a:pt x="332" y="291"/>
                  </a:lnTo>
                  <a:lnTo>
                    <a:pt x="332" y="291"/>
                  </a:lnTo>
                  <a:lnTo>
                    <a:pt x="332" y="289"/>
                  </a:lnTo>
                  <a:lnTo>
                    <a:pt x="332" y="289"/>
                  </a:lnTo>
                  <a:lnTo>
                    <a:pt x="332" y="289"/>
                  </a:lnTo>
                  <a:lnTo>
                    <a:pt x="332" y="286"/>
                  </a:lnTo>
                  <a:lnTo>
                    <a:pt x="334" y="286"/>
                  </a:lnTo>
                  <a:lnTo>
                    <a:pt x="334" y="286"/>
                  </a:lnTo>
                  <a:lnTo>
                    <a:pt x="334" y="286"/>
                  </a:lnTo>
                  <a:lnTo>
                    <a:pt x="336" y="284"/>
                  </a:lnTo>
                  <a:lnTo>
                    <a:pt x="336" y="284"/>
                  </a:lnTo>
                  <a:lnTo>
                    <a:pt x="336" y="284"/>
                  </a:lnTo>
                  <a:lnTo>
                    <a:pt x="336" y="281"/>
                  </a:lnTo>
                  <a:lnTo>
                    <a:pt x="336" y="281"/>
                  </a:lnTo>
                  <a:lnTo>
                    <a:pt x="339" y="281"/>
                  </a:lnTo>
                  <a:lnTo>
                    <a:pt x="339" y="281"/>
                  </a:lnTo>
                  <a:lnTo>
                    <a:pt x="339" y="279"/>
                  </a:lnTo>
                  <a:lnTo>
                    <a:pt x="339" y="279"/>
                  </a:lnTo>
                  <a:lnTo>
                    <a:pt x="339" y="277"/>
                  </a:lnTo>
                  <a:lnTo>
                    <a:pt x="339" y="277"/>
                  </a:lnTo>
                  <a:lnTo>
                    <a:pt x="339" y="277"/>
                  </a:lnTo>
                  <a:lnTo>
                    <a:pt x="339" y="277"/>
                  </a:lnTo>
                  <a:lnTo>
                    <a:pt x="339" y="277"/>
                  </a:lnTo>
                  <a:lnTo>
                    <a:pt x="339" y="277"/>
                  </a:lnTo>
                  <a:lnTo>
                    <a:pt x="339" y="274"/>
                  </a:lnTo>
                  <a:lnTo>
                    <a:pt x="339" y="274"/>
                  </a:lnTo>
                  <a:lnTo>
                    <a:pt x="339" y="274"/>
                  </a:lnTo>
                  <a:lnTo>
                    <a:pt x="339" y="272"/>
                  </a:lnTo>
                  <a:lnTo>
                    <a:pt x="341" y="270"/>
                  </a:lnTo>
                  <a:lnTo>
                    <a:pt x="341" y="270"/>
                  </a:lnTo>
                  <a:lnTo>
                    <a:pt x="348" y="270"/>
                  </a:lnTo>
                  <a:lnTo>
                    <a:pt x="348" y="272"/>
                  </a:lnTo>
                  <a:lnTo>
                    <a:pt x="348" y="274"/>
                  </a:lnTo>
                  <a:lnTo>
                    <a:pt x="348" y="274"/>
                  </a:lnTo>
                  <a:lnTo>
                    <a:pt x="351" y="277"/>
                  </a:lnTo>
                  <a:lnTo>
                    <a:pt x="353" y="277"/>
                  </a:lnTo>
                  <a:lnTo>
                    <a:pt x="355" y="274"/>
                  </a:lnTo>
                  <a:lnTo>
                    <a:pt x="355" y="274"/>
                  </a:lnTo>
                  <a:lnTo>
                    <a:pt x="358" y="274"/>
                  </a:lnTo>
                  <a:lnTo>
                    <a:pt x="358" y="274"/>
                  </a:lnTo>
                  <a:lnTo>
                    <a:pt x="360" y="274"/>
                  </a:lnTo>
                  <a:lnTo>
                    <a:pt x="362" y="274"/>
                  </a:lnTo>
                  <a:lnTo>
                    <a:pt x="365" y="277"/>
                  </a:lnTo>
                  <a:lnTo>
                    <a:pt x="365" y="277"/>
                  </a:lnTo>
                  <a:lnTo>
                    <a:pt x="367" y="277"/>
                  </a:lnTo>
                  <a:lnTo>
                    <a:pt x="367" y="274"/>
                  </a:lnTo>
                  <a:lnTo>
                    <a:pt x="367" y="274"/>
                  </a:lnTo>
                  <a:lnTo>
                    <a:pt x="367" y="274"/>
                  </a:lnTo>
                  <a:lnTo>
                    <a:pt x="367" y="274"/>
                  </a:lnTo>
                  <a:lnTo>
                    <a:pt x="369" y="272"/>
                  </a:lnTo>
                  <a:lnTo>
                    <a:pt x="369" y="272"/>
                  </a:lnTo>
                  <a:lnTo>
                    <a:pt x="369" y="272"/>
                  </a:lnTo>
                  <a:lnTo>
                    <a:pt x="369" y="272"/>
                  </a:lnTo>
                  <a:lnTo>
                    <a:pt x="369" y="272"/>
                  </a:lnTo>
                  <a:lnTo>
                    <a:pt x="369" y="270"/>
                  </a:lnTo>
                  <a:lnTo>
                    <a:pt x="369" y="270"/>
                  </a:lnTo>
                  <a:lnTo>
                    <a:pt x="372" y="270"/>
                  </a:lnTo>
                  <a:lnTo>
                    <a:pt x="372" y="267"/>
                  </a:lnTo>
                  <a:lnTo>
                    <a:pt x="372" y="265"/>
                  </a:lnTo>
                  <a:lnTo>
                    <a:pt x="372" y="265"/>
                  </a:lnTo>
                  <a:lnTo>
                    <a:pt x="372" y="265"/>
                  </a:lnTo>
                  <a:lnTo>
                    <a:pt x="372" y="265"/>
                  </a:lnTo>
                  <a:lnTo>
                    <a:pt x="372" y="265"/>
                  </a:lnTo>
                  <a:lnTo>
                    <a:pt x="372" y="265"/>
                  </a:lnTo>
                  <a:lnTo>
                    <a:pt x="372" y="262"/>
                  </a:lnTo>
                  <a:lnTo>
                    <a:pt x="372" y="262"/>
                  </a:lnTo>
                  <a:lnTo>
                    <a:pt x="372" y="262"/>
                  </a:lnTo>
                  <a:lnTo>
                    <a:pt x="372" y="260"/>
                  </a:lnTo>
                  <a:lnTo>
                    <a:pt x="374" y="255"/>
                  </a:lnTo>
                  <a:lnTo>
                    <a:pt x="374" y="253"/>
                  </a:lnTo>
                  <a:lnTo>
                    <a:pt x="374" y="253"/>
                  </a:lnTo>
                  <a:lnTo>
                    <a:pt x="374" y="251"/>
                  </a:lnTo>
                  <a:lnTo>
                    <a:pt x="374" y="251"/>
                  </a:lnTo>
                  <a:lnTo>
                    <a:pt x="377" y="251"/>
                  </a:lnTo>
                  <a:lnTo>
                    <a:pt x="379" y="251"/>
                  </a:lnTo>
                  <a:lnTo>
                    <a:pt x="379" y="251"/>
                  </a:lnTo>
                  <a:lnTo>
                    <a:pt x="379" y="253"/>
                  </a:lnTo>
                  <a:lnTo>
                    <a:pt x="381" y="253"/>
                  </a:lnTo>
                  <a:lnTo>
                    <a:pt x="379" y="251"/>
                  </a:lnTo>
                  <a:lnTo>
                    <a:pt x="379" y="251"/>
                  </a:lnTo>
                  <a:lnTo>
                    <a:pt x="379" y="251"/>
                  </a:lnTo>
                  <a:lnTo>
                    <a:pt x="379" y="248"/>
                  </a:lnTo>
                  <a:lnTo>
                    <a:pt x="377" y="248"/>
                  </a:lnTo>
                  <a:lnTo>
                    <a:pt x="377" y="248"/>
                  </a:lnTo>
                  <a:lnTo>
                    <a:pt x="377" y="246"/>
                  </a:lnTo>
                  <a:lnTo>
                    <a:pt x="377" y="246"/>
                  </a:lnTo>
                  <a:lnTo>
                    <a:pt x="377" y="244"/>
                  </a:lnTo>
                  <a:lnTo>
                    <a:pt x="379" y="244"/>
                  </a:lnTo>
                  <a:lnTo>
                    <a:pt x="379" y="244"/>
                  </a:lnTo>
                  <a:lnTo>
                    <a:pt x="377" y="244"/>
                  </a:lnTo>
                  <a:lnTo>
                    <a:pt x="374" y="244"/>
                  </a:lnTo>
                  <a:lnTo>
                    <a:pt x="374" y="244"/>
                  </a:lnTo>
                  <a:lnTo>
                    <a:pt x="369" y="244"/>
                  </a:lnTo>
                  <a:lnTo>
                    <a:pt x="365" y="239"/>
                  </a:lnTo>
                  <a:lnTo>
                    <a:pt x="365" y="239"/>
                  </a:lnTo>
                  <a:lnTo>
                    <a:pt x="365" y="239"/>
                  </a:lnTo>
                  <a:lnTo>
                    <a:pt x="365" y="239"/>
                  </a:lnTo>
                  <a:lnTo>
                    <a:pt x="365" y="236"/>
                  </a:lnTo>
                  <a:lnTo>
                    <a:pt x="365" y="236"/>
                  </a:lnTo>
                  <a:lnTo>
                    <a:pt x="365" y="232"/>
                  </a:lnTo>
                  <a:lnTo>
                    <a:pt x="365" y="232"/>
                  </a:lnTo>
                  <a:lnTo>
                    <a:pt x="365" y="232"/>
                  </a:lnTo>
                  <a:lnTo>
                    <a:pt x="365" y="229"/>
                  </a:lnTo>
                  <a:lnTo>
                    <a:pt x="365" y="229"/>
                  </a:lnTo>
                  <a:lnTo>
                    <a:pt x="365" y="229"/>
                  </a:lnTo>
                  <a:lnTo>
                    <a:pt x="365" y="229"/>
                  </a:lnTo>
                  <a:lnTo>
                    <a:pt x="367" y="227"/>
                  </a:lnTo>
                  <a:lnTo>
                    <a:pt x="367" y="227"/>
                  </a:lnTo>
                  <a:lnTo>
                    <a:pt x="369" y="227"/>
                  </a:lnTo>
                  <a:lnTo>
                    <a:pt x="372" y="227"/>
                  </a:lnTo>
                  <a:lnTo>
                    <a:pt x="372" y="227"/>
                  </a:lnTo>
                  <a:lnTo>
                    <a:pt x="374" y="227"/>
                  </a:lnTo>
                  <a:lnTo>
                    <a:pt x="374" y="227"/>
                  </a:lnTo>
                  <a:lnTo>
                    <a:pt x="374" y="227"/>
                  </a:lnTo>
                  <a:lnTo>
                    <a:pt x="377" y="227"/>
                  </a:lnTo>
                  <a:lnTo>
                    <a:pt x="377" y="227"/>
                  </a:lnTo>
                  <a:lnTo>
                    <a:pt x="377" y="227"/>
                  </a:lnTo>
                  <a:lnTo>
                    <a:pt x="377" y="227"/>
                  </a:lnTo>
                  <a:lnTo>
                    <a:pt x="379" y="227"/>
                  </a:lnTo>
                  <a:lnTo>
                    <a:pt x="379" y="227"/>
                  </a:lnTo>
                  <a:lnTo>
                    <a:pt x="381" y="227"/>
                  </a:lnTo>
                  <a:lnTo>
                    <a:pt x="381" y="227"/>
                  </a:lnTo>
                  <a:lnTo>
                    <a:pt x="381" y="227"/>
                  </a:lnTo>
                  <a:lnTo>
                    <a:pt x="381" y="229"/>
                  </a:lnTo>
                  <a:lnTo>
                    <a:pt x="381" y="229"/>
                  </a:lnTo>
                  <a:lnTo>
                    <a:pt x="384" y="229"/>
                  </a:lnTo>
                  <a:lnTo>
                    <a:pt x="384" y="229"/>
                  </a:lnTo>
                  <a:lnTo>
                    <a:pt x="384" y="229"/>
                  </a:lnTo>
                  <a:lnTo>
                    <a:pt x="386" y="229"/>
                  </a:lnTo>
                  <a:lnTo>
                    <a:pt x="386" y="229"/>
                  </a:lnTo>
                  <a:lnTo>
                    <a:pt x="386" y="229"/>
                  </a:lnTo>
                  <a:lnTo>
                    <a:pt x="386" y="229"/>
                  </a:lnTo>
                  <a:lnTo>
                    <a:pt x="386" y="227"/>
                  </a:lnTo>
                  <a:lnTo>
                    <a:pt x="388" y="227"/>
                  </a:lnTo>
                  <a:lnTo>
                    <a:pt x="388" y="229"/>
                  </a:lnTo>
                  <a:lnTo>
                    <a:pt x="391" y="232"/>
                  </a:lnTo>
                  <a:lnTo>
                    <a:pt x="391" y="234"/>
                  </a:lnTo>
                  <a:lnTo>
                    <a:pt x="393" y="234"/>
                  </a:lnTo>
                  <a:lnTo>
                    <a:pt x="396" y="234"/>
                  </a:lnTo>
                  <a:lnTo>
                    <a:pt x="396" y="232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44">
              <a:extLst>
                <a:ext uri="{FF2B5EF4-FFF2-40B4-BE49-F238E27FC236}">
                  <a16:creationId xmlns:a16="http://schemas.microsoft.com/office/drawing/2014/main" id="{93D5F48E-1F40-D217-A8B6-6181AE2CA84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1482" y="2571352"/>
              <a:ext cx="301814" cy="439349"/>
            </a:xfrm>
            <a:custGeom>
              <a:avLst/>
              <a:gdLst>
                <a:gd name="T0" fmla="*/ 223 w 237"/>
                <a:gd name="T1" fmla="*/ 260 h 345"/>
                <a:gd name="T2" fmla="*/ 213 w 237"/>
                <a:gd name="T3" fmla="*/ 246 h 345"/>
                <a:gd name="T4" fmla="*/ 206 w 237"/>
                <a:gd name="T5" fmla="*/ 236 h 345"/>
                <a:gd name="T6" fmla="*/ 201 w 237"/>
                <a:gd name="T7" fmla="*/ 224 h 345"/>
                <a:gd name="T8" fmla="*/ 208 w 237"/>
                <a:gd name="T9" fmla="*/ 203 h 345"/>
                <a:gd name="T10" fmla="*/ 204 w 237"/>
                <a:gd name="T11" fmla="*/ 191 h 345"/>
                <a:gd name="T12" fmla="*/ 206 w 237"/>
                <a:gd name="T13" fmla="*/ 170 h 345"/>
                <a:gd name="T14" fmla="*/ 206 w 237"/>
                <a:gd name="T15" fmla="*/ 158 h 345"/>
                <a:gd name="T16" fmla="*/ 211 w 237"/>
                <a:gd name="T17" fmla="*/ 151 h 345"/>
                <a:gd name="T18" fmla="*/ 194 w 237"/>
                <a:gd name="T19" fmla="*/ 130 h 345"/>
                <a:gd name="T20" fmla="*/ 199 w 237"/>
                <a:gd name="T21" fmla="*/ 127 h 345"/>
                <a:gd name="T22" fmla="*/ 199 w 237"/>
                <a:gd name="T23" fmla="*/ 111 h 345"/>
                <a:gd name="T24" fmla="*/ 204 w 237"/>
                <a:gd name="T25" fmla="*/ 97 h 345"/>
                <a:gd name="T26" fmla="*/ 194 w 237"/>
                <a:gd name="T27" fmla="*/ 90 h 345"/>
                <a:gd name="T28" fmla="*/ 187 w 237"/>
                <a:gd name="T29" fmla="*/ 92 h 345"/>
                <a:gd name="T30" fmla="*/ 187 w 237"/>
                <a:gd name="T31" fmla="*/ 85 h 345"/>
                <a:gd name="T32" fmla="*/ 187 w 237"/>
                <a:gd name="T33" fmla="*/ 82 h 345"/>
                <a:gd name="T34" fmla="*/ 192 w 237"/>
                <a:gd name="T35" fmla="*/ 75 h 345"/>
                <a:gd name="T36" fmla="*/ 192 w 237"/>
                <a:gd name="T37" fmla="*/ 61 h 345"/>
                <a:gd name="T38" fmla="*/ 194 w 237"/>
                <a:gd name="T39" fmla="*/ 52 h 345"/>
                <a:gd name="T40" fmla="*/ 189 w 237"/>
                <a:gd name="T41" fmla="*/ 42 h 345"/>
                <a:gd name="T42" fmla="*/ 185 w 237"/>
                <a:gd name="T43" fmla="*/ 42 h 345"/>
                <a:gd name="T44" fmla="*/ 173 w 237"/>
                <a:gd name="T45" fmla="*/ 30 h 345"/>
                <a:gd name="T46" fmla="*/ 173 w 237"/>
                <a:gd name="T47" fmla="*/ 19 h 345"/>
                <a:gd name="T48" fmla="*/ 173 w 237"/>
                <a:gd name="T49" fmla="*/ 2 h 345"/>
                <a:gd name="T50" fmla="*/ 156 w 237"/>
                <a:gd name="T51" fmla="*/ 2 h 345"/>
                <a:gd name="T52" fmla="*/ 147 w 237"/>
                <a:gd name="T53" fmla="*/ 9 h 345"/>
                <a:gd name="T54" fmla="*/ 137 w 237"/>
                <a:gd name="T55" fmla="*/ 9 h 345"/>
                <a:gd name="T56" fmla="*/ 128 w 237"/>
                <a:gd name="T57" fmla="*/ 9 h 345"/>
                <a:gd name="T58" fmla="*/ 109 w 237"/>
                <a:gd name="T59" fmla="*/ 9 h 345"/>
                <a:gd name="T60" fmla="*/ 43 w 237"/>
                <a:gd name="T61" fmla="*/ 9 h 345"/>
                <a:gd name="T62" fmla="*/ 21 w 237"/>
                <a:gd name="T63" fmla="*/ 14 h 345"/>
                <a:gd name="T64" fmla="*/ 19 w 237"/>
                <a:gd name="T65" fmla="*/ 23 h 345"/>
                <a:gd name="T66" fmla="*/ 19 w 237"/>
                <a:gd name="T67" fmla="*/ 35 h 345"/>
                <a:gd name="T68" fmla="*/ 24 w 237"/>
                <a:gd name="T69" fmla="*/ 40 h 345"/>
                <a:gd name="T70" fmla="*/ 24 w 237"/>
                <a:gd name="T71" fmla="*/ 47 h 345"/>
                <a:gd name="T72" fmla="*/ 24 w 237"/>
                <a:gd name="T73" fmla="*/ 61 h 345"/>
                <a:gd name="T74" fmla="*/ 24 w 237"/>
                <a:gd name="T75" fmla="*/ 78 h 345"/>
                <a:gd name="T76" fmla="*/ 26 w 237"/>
                <a:gd name="T77" fmla="*/ 85 h 345"/>
                <a:gd name="T78" fmla="*/ 29 w 237"/>
                <a:gd name="T79" fmla="*/ 99 h 345"/>
                <a:gd name="T80" fmla="*/ 26 w 237"/>
                <a:gd name="T81" fmla="*/ 108 h 345"/>
                <a:gd name="T82" fmla="*/ 33 w 237"/>
                <a:gd name="T83" fmla="*/ 120 h 345"/>
                <a:gd name="T84" fmla="*/ 36 w 237"/>
                <a:gd name="T85" fmla="*/ 127 h 345"/>
                <a:gd name="T86" fmla="*/ 33 w 237"/>
                <a:gd name="T87" fmla="*/ 163 h 345"/>
                <a:gd name="T88" fmla="*/ 24 w 237"/>
                <a:gd name="T89" fmla="*/ 172 h 345"/>
                <a:gd name="T90" fmla="*/ 17 w 237"/>
                <a:gd name="T91" fmla="*/ 191 h 345"/>
                <a:gd name="T92" fmla="*/ 10 w 237"/>
                <a:gd name="T93" fmla="*/ 220 h 345"/>
                <a:gd name="T94" fmla="*/ 0 w 237"/>
                <a:gd name="T95" fmla="*/ 243 h 345"/>
                <a:gd name="T96" fmla="*/ 12 w 237"/>
                <a:gd name="T97" fmla="*/ 293 h 345"/>
                <a:gd name="T98" fmla="*/ 26 w 237"/>
                <a:gd name="T99" fmla="*/ 307 h 345"/>
                <a:gd name="T100" fmla="*/ 26 w 237"/>
                <a:gd name="T101" fmla="*/ 319 h 345"/>
                <a:gd name="T102" fmla="*/ 17 w 237"/>
                <a:gd name="T103" fmla="*/ 326 h 345"/>
                <a:gd name="T104" fmla="*/ 14 w 237"/>
                <a:gd name="T105" fmla="*/ 329 h 345"/>
                <a:gd name="T106" fmla="*/ 59 w 237"/>
                <a:gd name="T107" fmla="*/ 343 h 345"/>
                <a:gd name="T108" fmla="*/ 69 w 237"/>
                <a:gd name="T109" fmla="*/ 343 h 345"/>
                <a:gd name="T110" fmla="*/ 83 w 237"/>
                <a:gd name="T111" fmla="*/ 333 h 345"/>
                <a:gd name="T112" fmla="*/ 92 w 237"/>
                <a:gd name="T113" fmla="*/ 329 h 345"/>
                <a:gd name="T114" fmla="*/ 111 w 237"/>
                <a:gd name="T115" fmla="*/ 324 h 345"/>
                <a:gd name="T116" fmla="*/ 126 w 237"/>
                <a:gd name="T117" fmla="*/ 319 h 345"/>
                <a:gd name="T118" fmla="*/ 142 w 237"/>
                <a:gd name="T119" fmla="*/ 312 h 345"/>
                <a:gd name="T120" fmla="*/ 170 w 237"/>
                <a:gd name="T121" fmla="*/ 300 h 345"/>
                <a:gd name="T122" fmla="*/ 187 w 237"/>
                <a:gd name="T123" fmla="*/ 291 h 345"/>
                <a:gd name="T124" fmla="*/ 227 w 237"/>
                <a:gd name="T125" fmla="*/ 281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7" h="345">
                  <a:moveTo>
                    <a:pt x="237" y="269"/>
                  </a:moveTo>
                  <a:lnTo>
                    <a:pt x="232" y="269"/>
                  </a:lnTo>
                  <a:lnTo>
                    <a:pt x="232" y="267"/>
                  </a:lnTo>
                  <a:lnTo>
                    <a:pt x="232" y="267"/>
                  </a:lnTo>
                  <a:lnTo>
                    <a:pt x="230" y="267"/>
                  </a:lnTo>
                  <a:lnTo>
                    <a:pt x="230" y="267"/>
                  </a:lnTo>
                  <a:lnTo>
                    <a:pt x="230" y="265"/>
                  </a:lnTo>
                  <a:lnTo>
                    <a:pt x="230" y="265"/>
                  </a:lnTo>
                  <a:lnTo>
                    <a:pt x="230" y="265"/>
                  </a:lnTo>
                  <a:lnTo>
                    <a:pt x="227" y="265"/>
                  </a:lnTo>
                  <a:lnTo>
                    <a:pt x="227" y="260"/>
                  </a:lnTo>
                  <a:lnTo>
                    <a:pt x="223" y="260"/>
                  </a:lnTo>
                  <a:lnTo>
                    <a:pt x="223" y="260"/>
                  </a:lnTo>
                  <a:lnTo>
                    <a:pt x="220" y="260"/>
                  </a:lnTo>
                  <a:lnTo>
                    <a:pt x="218" y="258"/>
                  </a:lnTo>
                  <a:lnTo>
                    <a:pt x="218" y="255"/>
                  </a:lnTo>
                  <a:lnTo>
                    <a:pt x="215" y="255"/>
                  </a:lnTo>
                  <a:lnTo>
                    <a:pt x="213" y="253"/>
                  </a:lnTo>
                  <a:lnTo>
                    <a:pt x="213" y="253"/>
                  </a:lnTo>
                  <a:lnTo>
                    <a:pt x="213" y="250"/>
                  </a:lnTo>
                  <a:lnTo>
                    <a:pt x="213" y="250"/>
                  </a:lnTo>
                  <a:lnTo>
                    <a:pt x="213" y="248"/>
                  </a:lnTo>
                  <a:lnTo>
                    <a:pt x="213" y="248"/>
                  </a:lnTo>
                  <a:lnTo>
                    <a:pt x="213" y="248"/>
                  </a:lnTo>
                  <a:lnTo>
                    <a:pt x="213" y="248"/>
                  </a:lnTo>
                  <a:lnTo>
                    <a:pt x="213" y="246"/>
                  </a:lnTo>
                  <a:lnTo>
                    <a:pt x="213" y="246"/>
                  </a:lnTo>
                  <a:lnTo>
                    <a:pt x="211" y="246"/>
                  </a:lnTo>
                  <a:lnTo>
                    <a:pt x="211" y="246"/>
                  </a:lnTo>
                  <a:lnTo>
                    <a:pt x="211" y="246"/>
                  </a:lnTo>
                  <a:lnTo>
                    <a:pt x="208" y="246"/>
                  </a:lnTo>
                  <a:lnTo>
                    <a:pt x="208" y="243"/>
                  </a:lnTo>
                  <a:lnTo>
                    <a:pt x="208" y="243"/>
                  </a:lnTo>
                  <a:lnTo>
                    <a:pt x="208" y="243"/>
                  </a:lnTo>
                  <a:lnTo>
                    <a:pt x="208" y="241"/>
                  </a:lnTo>
                  <a:lnTo>
                    <a:pt x="208" y="239"/>
                  </a:lnTo>
                  <a:lnTo>
                    <a:pt x="208" y="239"/>
                  </a:lnTo>
                  <a:lnTo>
                    <a:pt x="206" y="239"/>
                  </a:lnTo>
                  <a:lnTo>
                    <a:pt x="206" y="236"/>
                  </a:lnTo>
                  <a:lnTo>
                    <a:pt x="204" y="236"/>
                  </a:lnTo>
                  <a:lnTo>
                    <a:pt x="204" y="236"/>
                  </a:lnTo>
                  <a:lnTo>
                    <a:pt x="204" y="234"/>
                  </a:lnTo>
                  <a:lnTo>
                    <a:pt x="201" y="234"/>
                  </a:lnTo>
                  <a:lnTo>
                    <a:pt x="201" y="232"/>
                  </a:lnTo>
                  <a:lnTo>
                    <a:pt x="201" y="232"/>
                  </a:lnTo>
                  <a:lnTo>
                    <a:pt x="201" y="232"/>
                  </a:lnTo>
                  <a:lnTo>
                    <a:pt x="204" y="229"/>
                  </a:lnTo>
                  <a:lnTo>
                    <a:pt x="204" y="229"/>
                  </a:lnTo>
                  <a:lnTo>
                    <a:pt x="204" y="227"/>
                  </a:lnTo>
                  <a:lnTo>
                    <a:pt x="201" y="227"/>
                  </a:lnTo>
                  <a:lnTo>
                    <a:pt x="201" y="224"/>
                  </a:lnTo>
                  <a:lnTo>
                    <a:pt x="201" y="224"/>
                  </a:lnTo>
                  <a:lnTo>
                    <a:pt x="201" y="224"/>
                  </a:lnTo>
                  <a:lnTo>
                    <a:pt x="204" y="224"/>
                  </a:lnTo>
                  <a:lnTo>
                    <a:pt x="206" y="224"/>
                  </a:lnTo>
                  <a:lnTo>
                    <a:pt x="206" y="222"/>
                  </a:lnTo>
                  <a:lnTo>
                    <a:pt x="206" y="220"/>
                  </a:lnTo>
                  <a:lnTo>
                    <a:pt x="206" y="217"/>
                  </a:lnTo>
                  <a:lnTo>
                    <a:pt x="206" y="215"/>
                  </a:lnTo>
                  <a:lnTo>
                    <a:pt x="208" y="213"/>
                  </a:lnTo>
                  <a:lnTo>
                    <a:pt x="208" y="210"/>
                  </a:lnTo>
                  <a:lnTo>
                    <a:pt x="208" y="208"/>
                  </a:lnTo>
                  <a:lnTo>
                    <a:pt x="208" y="206"/>
                  </a:lnTo>
                  <a:lnTo>
                    <a:pt x="208" y="203"/>
                  </a:lnTo>
                  <a:lnTo>
                    <a:pt x="208" y="203"/>
                  </a:lnTo>
                  <a:lnTo>
                    <a:pt x="206" y="203"/>
                  </a:lnTo>
                  <a:lnTo>
                    <a:pt x="204" y="203"/>
                  </a:lnTo>
                  <a:lnTo>
                    <a:pt x="204" y="203"/>
                  </a:lnTo>
                  <a:lnTo>
                    <a:pt x="201" y="201"/>
                  </a:lnTo>
                  <a:lnTo>
                    <a:pt x="201" y="198"/>
                  </a:lnTo>
                  <a:lnTo>
                    <a:pt x="201" y="196"/>
                  </a:lnTo>
                  <a:lnTo>
                    <a:pt x="201" y="194"/>
                  </a:lnTo>
                  <a:lnTo>
                    <a:pt x="201" y="194"/>
                  </a:lnTo>
                  <a:lnTo>
                    <a:pt x="201" y="191"/>
                  </a:lnTo>
                  <a:lnTo>
                    <a:pt x="201" y="191"/>
                  </a:lnTo>
                  <a:lnTo>
                    <a:pt x="201" y="191"/>
                  </a:lnTo>
                  <a:lnTo>
                    <a:pt x="204" y="191"/>
                  </a:lnTo>
                  <a:lnTo>
                    <a:pt x="204" y="191"/>
                  </a:lnTo>
                  <a:lnTo>
                    <a:pt x="204" y="191"/>
                  </a:lnTo>
                  <a:lnTo>
                    <a:pt x="204" y="189"/>
                  </a:lnTo>
                  <a:lnTo>
                    <a:pt x="204" y="187"/>
                  </a:lnTo>
                  <a:lnTo>
                    <a:pt x="206" y="187"/>
                  </a:lnTo>
                  <a:lnTo>
                    <a:pt x="206" y="187"/>
                  </a:lnTo>
                  <a:lnTo>
                    <a:pt x="206" y="184"/>
                  </a:lnTo>
                  <a:lnTo>
                    <a:pt x="206" y="182"/>
                  </a:lnTo>
                  <a:lnTo>
                    <a:pt x="206" y="179"/>
                  </a:lnTo>
                  <a:lnTo>
                    <a:pt x="206" y="177"/>
                  </a:lnTo>
                  <a:lnTo>
                    <a:pt x="206" y="175"/>
                  </a:lnTo>
                  <a:lnTo>
                    <a:pt x="206" y="172"/>
                  </a:lnTo>
                  <a:lnTo>
                    <a:pt x="206" y="170"/>
                  </a:lnTo>
                  <a:lnTo>
                    <a:pt x="206" y="170"/>
                  </a:lnTo>
                  <a:lnTo>
                    <a:pt x="206" y="168"/>
                  </a:lnTo>
                  <a:lnTo>
                    <a:pt x="206" y="165"/>
                  </a:lnTo>
                  <a:lnTo>
                    <a:pt x="204" y="163"/>
                  </a:lnTo>
                  <a:lnTo>
                    <a:pt x="206" y="163"/>
                  </a:lnTo>
                  <a:lnTo>
                    <a:pt x="206" y="163"/>
                  </a:lnTo>
                  <a:lnTo>
                    <a:pt x="206" y="163"/>
                  </a:lnTo>
                  <a:lnTo>
                    <a:pt x="206" y="161"/>
                  </a:lnTo>
                  <a:lnTo>
                    <a:pt x="206" y="161"/>
                  </a:lnTo>
                  <a:lnTo>
                    <a:pt x="204" y="161"/>
                  </a:lnTo>
                  <a:lnTo>
                    <a:pt x="204" y="161"/>
                  </a:lnTo>
                  <a:lnTo>
                    <a:pt x="204" y="158"/>
                  </a:lnTo>
                  <a:lnTo>
                    <a:pt x="206" y="158"/>
                  </a:lnTo>
                  <a:lnTo>
                    <a:pt x="206" y="158"/>
                  </a:lnTo>
                  <a:lnTo>
                    <a:pt x="206" y="158"/>
                  </a:lnTo>
                  <a:lnTo>
                    <a:pt x="208" y="158"/>
                  </a:lnTo>
                  <a:lnTo>
                    <a:pt x="208" y="156"/>
                  </a:lnTo>
                  <a:lnTo>
                    <a:pt x="211" y="156"/>
                  </a:lnTo>
                  <a:lnTo>
                    <a:pt x="211" y="156"/>
                  </a:lnTo>
                  <a:lnTo>
                    <a:pt x="213" y="153"/>
                  </a:lnTo>
                  <a:lnTo>
                    <a:pt x="211" y="153"/>
                  </a:lnTo>
                  <a:lnTo>
                    <a:pt x="211" y="153"/>
                  </a:lnTo>
                  <a:lnTo>
                    <a:pt x="211" y="153"/>
                  </a:lnTo>
                  <a:lnTo>
                    <a:pt x="211" y="153"/>
                  </a:lnTo>
                  <a:lnTo>
                    <a:pt x="211" y="151"/>
                  </a:lnTo>
                  <a:lnTo>
                    <a:pt x="211" y="151"/>
                  </a:lnTo>
                  <a:lnTo>
                    <a:pt x="211" y="151"/>
                  </a:lnTo>
                  <a:lnTo>
                    <a:pt x="211" y="151"/>
                  </a:lnTo>
                  <a:lnTo>
                    <a:pt x="211" y="149"/>
                  </a:lnTo>
                  <a:lnTo>
                    <a:pt x="208" y="149"/>
                  </a:lnTo>
                  <a:lnTo>
                    <a:pt x="208" y="146"/>
                  </a:lnTo>
                  <a:lnTo>
                    <a:pt x="206" y="144"/>
                  </a:lnTo>
                  <a:lnTo>
                    <a:pt x="204" y="142"/>
                  </a:lnTo>
                  <a:lnTo>
                    <a:pt x="201" y="142"/>
                  </a:lnTo>
                  <a:lnTo>
                    <a:pt x="201" y="139"/>
                  </a:lnTo>
                  <a:lnTo>
                    <a:pt x="199" y="139"/>
                  </a:lnTo>
                  <a:lnTo>
                    <a:pt x="197" y="137"/>
                  </a:lnTo>
                  <a:lnTo>
                    <a:pt x="197" y="135"/>
                  </a:lnTo>
                  <a:lnTo>
                    <a:pt x="194" y="132"/>
                  </a:lnTo>
                  <a:lnTo>
                    <a:pt x="194" y="130"/>
                  </a:lnTo>
                  <a:lnTo>
                    <a:pt x="194" y="127"/>
                  </a:lnTo>
                  <a:lnTo>
                    <a:pt x="194" y="127"/>
                  </a:lnTo>
                  <a:lnTo>
                    <a:pt x="194" y="127"/>
                  </a:lnTo>
                  <a:lnTo>
                    <a:pt x="194" y="127"/>
                  </a:lnTo>
                  <a:lnTo>
                    <a:pt x="197" y="130"/>
                  </a:lnTo>
                  <a:lnTo>
                    <a:pt x="197" y="130"/>
                  </a:lnTo>
                  <a:lnTo>
                    <a:pt x="197" y="127"/>
                  </a:lnTo>
                  <a:lnTo>
                    <a:pt x="197" y="127"/>
                  </a:lnTo>
                  <a:lnTo>
                    <a:pt x="197" y="127"/>
                  </a:lnTo>
                  <a:lnTo>
                    <a:pt x="197" y="127"/>
                  </a:lnTo>
                  <a:lnTo>
                    <a:pt x="199" y="127"/>
                  </a:lnTo>
                  <a:lnTo>
                    <a:pt x="199" y="127"/>
                  </a:lnTo>
                  <a:lnTo>
                    <a:pt x="199" y="127"/>
                  </a:lnTo>
                  <a:lnTo>
                    <a:pt x="199" y="127"/>
                  </a:lnTo>
                  <a:lnTo>
                    <a:pt x="199" y="125"/>
                  </a:lnTo>
                  <a:lnTo>
                    <a:pt x="199" y="125"/>
                  </a:lnTo>
                  <a:lnTo>
                    <a:pt x="199" y="125"/>
                  </a:lnTo>
                  <a:lnTo>
                    <a:pt x="201" y="123"/>
                  </a:lnTo>
                  <a:lnTo>
                    <a:pt x="201" y="120"/>
                  </a:lnTo>
                  <a:lnTo>
                    <a:pt x="199" y="116"/>
                  </a:lnTo>
                  <a:lnTo>
                    <a:pt x="199" y="116"/>
                  </a:lnTo>
                  <a:lnTo>
                    <a:pt x="199" y="116"/>
                  </a:lnTo>
                  <a:lnTo>
                    <a:pt x="197" y="116"/>
                  </a:lnTo>
                  <a:lnTo>
                    <a:pt x="197" y="113"/>
                  </a:lnTo>
                  <a:lnTo>
                    <a:pt x="199" y="111"/>
                  </a:lnTo>
                  <a:lnTo>
                    <a:pt x="199" y="111"/>
                  </a:lnTo>
                  <a:lnTo>
                    <a:pt x="199" y="108"/>
                  </a:lnTo>
                  <a:lnTo>
                    <a:pt x="199" y="108"/>
                  </a:lnTo>
                  <a:lnTo>
                    <a:pt x="201" y="108"/>
                  </a:lnTo>
                  <a:lnTo>
                    <a:pt x="201" y="106"/>
                  </a:lnTo>
                  <a:lnTo>
                    <a:pt x="201" y="106"/>
                  </a:lnTo>
                  <a:lnTo>
                    <a:pt x="201" y="104"/>
                  </a:lnTo>
                  <a:lnTo>
                    <a:pt x="201" y="101"/>
                  </a:lnTo>
                  <a:lnTo>
                    <a:pt x="201" y="101"/>
                  </a:lnTo>
                  <a:lnTo>
                    <a:pt x="201" y="101"/>
                  </a:lnTo>
                  <a:lnTo>
                    <a:pt x="201" y="101"/>
                  </a:lnTo>
                  <a:lnTo>
                    <a:pt x="201" y="101"/>
                  </a:lnTo>
                  <a:lnTo>
                    <a:pt x="201" y="99"/>
                  </a:lnTo>
                  <a:lnTo>
                    <a:pt x="204" y="97"/>
                  </a:lnTo>
                  <a:lnTo>
                    <a:pt x="201" y="94"/>
                  </a:lnTo>
                  <a:lnTo>
                    <a:pt x="201" y="94"/>
                  </a:lnTo>
                  <a:lnTo>
                    <a:pt x="199" y="94"/>
                  </a:lnTo>
                  <a:lnTo>
                    <a:pt x="199" y="94"/>
                  </a:lnTo>
                  <a:lnTo>
                    <a:pt x="199" y="94"/>
                  </a:lnTo>
                  <a:lnTo>
                    <a:pt x="199" y="94"/>
                  </a:lnTo>
                  <a:lnTo>
                    <a:pt x="201" y="92"/>
                  </a:lnTo>
                  <a:lnTo>
                    <a:pt x="201" y="92"/>
                  </a:lnTo>
                  <a:lnTo>
                    <a:pt x="201" y="92"/>
                  </a:lnTo>
                  <a:lnTo>
                    <a:pt x="199" y="92"/>
                  </a:lnTo>
                  <a:lnTo>
                    <a:pt x="197" y="90"/>
                  </a:lnTo>
                  <a:lnTo>
                    <a:pt x="197" y="90"/>
                  </a:lnTo>
                  <a:lnTo>
                    <a:pt x="194" y="90"/>
                  </a:lnTo>
                  <a:lnTo>
                    <a:pt x="192" y="90"/>
                  </a:lnTo>
                  <a:lnTo>
                    <a:pt x="192" y="90"/>
                  </a:lnTo>
                  <a:lnTo>
                    <a:pt x="192" y="92"/>
                  </a:lnTo>
                  <a:lnTo>
                    <a:pt x="192" y="92"/>
                  </a:lnTo>
                  <a:lnTo>
                    <a:pt x="192" y="92"/>
                  </a:lnTo>
                  <a:lnTo>
                    <a:pt x="192" y="92"/>
                  </a:lnTo>
                  <a:lnTo>
                    <a:pt x="189" y="94"/>
                  </a:lnTo>
                  <a:lnTo>
                    <a:pt x="187" y="94"/>
                  </a:lnTo>
                  <a:lnTo>
                    <a:pt x="187" y="94"/>
                  </a:lnTo>
                  <a:lnTo>
                    <a:pt x="187" y="92"/>
                  </a:lnTo>
                  <a:lnTo>
                    <a:pt x="187" y="92"/>
                  </a:lnTo>
                  <a:lnTo>
                    <a:pt x="187" y="92"/>
                  </a:lnTo>
                  <a:lnTo>
                    <a:pt x="187" y="92"/>
                  </a:lnTo>
                  <a:lnTo>
                    <a:pt x="189" y="90"/>
                  </a:lnTo>
                  <a:lnTo>
                    <a:pt x="189" y="90"/>
                  </a:lnTo>
                  <a:lnTo>
                    <a:pt x="189" y="90"/>
                  </a:lnTo>
                  <a:lnTo>
                    <a:pt x="189" y="90"/>
                  </a:lnTo>
                  <a:lnTo>
                    <a:pt x="189" y="90"/>
                  </a:lnTo>
                  <a:lnTo>
                    <a:pt x="189" y="90"/>
                  </a:lnTo>
                  <a:lnTo>
                    <a:pt x="187" y="90"/>
                  </a:lnTo>
                  <a:lnTo>
                    <a:pt x="187" y="90"/>
                  </a:lnTo>
                  <a:lnTo>
                    <a:pt x="187" y="87"/>
                  </a:lnTo>
                  <a:lnTo>
                    <a:pt x="187" y="87"/>
                  </a:lnTo>
                  <a:lnTo>
                    <a:pt x="187" y="87"/>
                  </a:lnTo>
                  <a:lnTo>
                    <a:pt x="187" y="87"/>
                  </a:lnTo>
                  <a:lnTo>
                    <a:pt x="187" y="85"/>
                  </a:lnTo>
                  <a:lnTo>
                    <a:pt x="187" y="85"/>
                  </a:lnTo>
                  <a:lnTo>
                    <a:pt x="189" y="85"/>
                  </a:lnTo>
                  <a:lnTo>
                    <a:pt x="189" y="85"/>
                  </a:lnTo>
                  <a:lnTo>
                    <a:pt x="192" y="85"/>
                  </a:lnTo>
                  <a:lnTo>
                    <a:pt x="192" y="85"/>
                  </a:lnTo>
                  <a:lnTo>
                    <a:pt x="192" y="85"/>
                  </a:lnTo>
                  <a:lnTo>
                    <a:pt x="194" y="85"/>
                  </a:lnTo>
                  <a:lnTo>
                    <a:pt x="194" y="85"/>
                  </a:lnTo>
                  <a:lnTo>
                    <a:pt x="194" y="82"/>
                  </a:lnTo>
                  <a:lnTo>
                    <a:pt x="192" y="82"/>
                  </a:lnTo>
                  <a:lnTo>
                    <a:pt x="189" y="85"/>
                  </a:lnTo>
                  <a:lnTo>
                    <a:pt x="189" y="85"/>
                  </a:lnTo>
                  <a:lnTo>
                    <a:pt x="187" y="82"/>
                  </a:lnTo>
                  <a:lnTo>
                    <a:pt x="187" y="80"/>
                  </a:lnTo>
                  <a:lnTo>
                    <a:pt x="189" y="80"/>
                  </a:lnTo>
                  <a:lnTo>
                    <a:pt x="189" y="80"/>
                  </a:lnTo>
                  <a:lnTo>
                    <a:pt x="192" y="82"/>
                  </a:lnTo>
                  <a:lnTo>
                    <a:pt x="192" y="82"/>
                  </a:lnTo>
                  <a:lnTo>
                    <a:pt x="192" y="80"/>
                  </a:lnTo>
                  <a:lnTo>
                    <a:pt x="192" y="80"/>
                  </a:lnTo>
                  <a:lnTo>
                    <a:pt x="192" y="78"/>
                  </a:lnTo>
                  <a:lnTo>
                    <a:pt x="192" y="78"/>
                  </a:lnTo>
                  <a:lnTo>
                    <a:pt x="192" y="78"/>
                  </a:lnTo>
                  <a:lnTo>
                    <a:pt x="192" y="78"/>
                  </a:lnTo>
                  <a:lnTo>
                    <a:pt x="192" y="75"/>
                  </a:lnTo>
                  <a:lnTo>
                    <a:pt x="192" y="75"/>
                  </a:lnTo>
                  <a:lnTo>
                    <a:pt x="192" y="71"/>
                  </a:lnTo>
                  <a:lnTo>
                    <a:pt x="192" y="71"/>
                  </a:lnTo>
                  <a:lnTo>
                    <a:pt x="192" y="68"/>
                  </a:lnTo>
                  <a:lnTo>
                    <a:pt x="192" y="68"/>
                  </a:lnTo>
                  <a:lnTo>
                    <a:pt x="192" y="66"/>
                  </a:lnTo>
                  <a:lnTo>
                    <a:pt x="194" y="66"/>
                  </a:lnTo>
                  <a:lnTo>
                    <a:pt x="194" y="66"/>
                  </a:lnTo>
                  <a:lnTo>
                    <a:pt x="194" y="66"/>
                  </a:lnTo>
                  <a:lnTo>
                    <a:pt x="194" y="64"/>
                  </a:lnTo>
                  <a:lnTo>
                    <a:pt x="192" y="64"/>
                  </a:lnTo>
                  <a:lnTo>
                    <a:pt x="192" y="64"/>
                  </a:lnTo>
                  <a:lnTo>
                    <a:pt x="192" y="61"/>
                  </a:lnTo>
                  <a:lnTo>
                    <a:pt x="192" y="61"/>
                  </a:lnTo>
                  <a:lnTo>
                    <a:pt x="192" y="61"/>
                  </a:lnTo>
                  <a:lnTo>
                    <a:pt x="192" y="61"/>
                  </a:lnTo>
                  <a:lnTo>
                    <a:pt x="194" y="61"/>
                  </a:lnTo>
                  <a:lnTo>
                    <a:pt x="194" y="61"/>
                  </a:lnTo>
                  <a:lnTo>
                    <a:pt x="194" y="61"/>
                  </a:lnTo>
                  <a:lnTo>
                    <a:pt x="194" y="61"/>
                  </a:lnTo>
                  <a:lnTo>
                    <a:pt x="194" y="59"/>
                  </a:lnTo>
                  <a:lnTo>
                    <a:pt x="194" y="59"/>
                  </a:lnTo>
                  <a:lnTo>
                    <a:pt x="194" y="59"/>
                  </a:lnTo>
                  <a:lnTo>
                    <a:pt x="194" y="59"/>
                  </a:lnTo>
                  <a:lnTo>
                    <a:pt x="194" y="59"/>
                  </a:lnTo>
                  <a:lnTo>
                    <a:pt x="192" y="56"/>
                  </a:lnTo>
                  <a:lnTo>
                    <a:pt x="194" y="52"/>
                  </a:lnTo>
                  <a:lnTo>
                    <a:pt x="194" y="52"/>
                  </a:lnTo>
                  <a:lnTo>
                    <a:pt x="194" y="49"/>
                  </a:lnTo>
                  <a:lnTo>
                    <a:pt x="194" y="49"/>
                  </a:lnTo>
                  <a:lnTo>
                    <a:pt x="194" y="49"/>
                  </a:lnTo>
                  <a:lnTo>
                    <a:pt x="194" y="47"/>
                  </a:lnTo>
                  <a:lnTo>
                    <a:pt x="194" y="47"/>
                  </a:lnTo>
                  <a:lnTo>
                    <a:pt x="194" y="47"/>
                  </a:lnTo>
                  <a:lnTo>
                    <a:pt x="192" y="47"/>
                  </a:lnTo>
                  <a:lnTo>
                    <a:pt x="189" y="47"/>
                  </a:lnTo>
                  <a:lnTo>
                    <a:pt x="192" y="45"/>
                  </a:lnTo>
                  <a:lnTo>
                    <a:pt x="189" y="45"/>
                  </a:lnTo>
                  <a:lnTo>
                    <a:pt x="189" y="45"/>
                  </a:lnTo>
                  <a:lnTo>
                    <a:pt x="189" y="42"/>
                  </a:lnTo>
                  <a:lnTo>
                    <a:pt x="189" y="42"/>
                  </a:lnTo>
                  <a:lnTo>
                    <a:pt x="189" y="42"/>
                  </a:lnTo>
                  <a:lnTo>
                    <a:pt x="189" y="42"/>
                  </a:lnTo>
                  <a:lnTo>
                    <a:pt x="189" y="40"/>
                  </a:lnTo>
                  <a:lnTo>
                    <a:pt x="187" y="40"/>
                  </a:lnTo>
                  <a:lnTo>
                    <a:pt x="187" y="40"/>
                  </a:lnTo>
                  <a:lnTo>
                    <a:pt x="187" y="40"/>
                  </a:lnTo>
                  <a:lnTo>
                    <a:pt x="187" y="40"/>
                  </a:lnTo>
                  <a:lnTo>
                    <a:pt x="187" y="40"/>
                  </a:lnTo>
                  <a:lnTo>
                    <a:pt x="185" y="40"/>
                  </a:lnTo>
                  <a:lnTo>
                    <a:pt x="185" y="40"/>
                  </a:lnTo>
                  <a:lnTo>
                    <a:pt x="185" y="40"/>
                  </a:lnTo>
                  <a:lnTo>
                    <a:pt x="185" y="42"/>
                  </a:lnTo>
                  <a:lnTo>
                    <a:pt x="185" y="42"/>
                  </a:lnTo>
                  <a:lnTo>
                    <a:pt x="182" y="40"/>
                  </a:lnTo>
                  <a:lnTo>
                    <a:pt x="180" y="35"/>
                  </a:lnTo>
                  <a:lnTo>
                    <a:pt x="180" y="35"/>
                  </a:lnTo>
                  <a:lnTo>
                    <a:pt x="178" y="33"/>
                  </a:lnTo>
                  <a:lnTo>
                    <a:pt x="178" y="33"/>
                  </a:lnTo>
                  <a:lnTo>
                    <a:pt x="175" y="30"/>
                  </a:lnTo>
                  <a:lnTo>
                    <a:pt x="175" y="30"/>
                  </a:lnTo>
                  <a:lnTo>
                    <a:pt x="175" y="30"/>
                  </a:lnTo>
                  <a:lnTo>
                    <a:pt x="173" y="30"/>
                  </a:lnTo>
                  <a:lnTo>
                    <a:pt x="173" y="30"/>
                  </a:lnTo>
                  <a:lnTo>
                    <a:pt x="173" y="30"/>
                  </a:lnTo>
                  <a:lnTo>
                    <a:pt x="173" y="30"/>
                  </a:lnTo>
                  <a:lnTo>
                    <a:pt x="170" y="28"/>
                  </a:lnTo>
                  <a:lnTo>
                    <a:pt x="170" y="28"/>
                  </a:lnTo>
                  <a:lnTo>
                    <a:pt x="170" y="28"/>
                  </a:lnTo>
                  <a:lnTo>
                    <a:pt x="168" y="28"/>
                  </a:lnTo>
                  <a:lnTo>
                    <a:pt x="168" y="28"/>
                  </a:lnTo>
                  <a:lnTo>
                    <a:pt x="168" y="26"/>
                  </a:lnTo>
                  <a:lnTo>
                    <a:pt x="168" y="26"/>
                  </a:lnTo>
                  <a:lnTo>
                    <a:pt x="168" y="23"/>
                  </a:lnTo>
                  <a:lnTo>
                    <a:pt x="170" y="21"/>
                  </a:lnTo>
                  <a:lnTo>
                    <a:pt x="170" y="21"/>
                  </a:lnTo>
                  <a:lnTo>
                    <a:pt x="170" y="19"/>
                  </a:lnTo>
                  <a:lnTo>
                    <a:pt x="173" y="19"/>
                  </a:lnTo>
                  <a:lnTo>
                    <a:pt x="173" y="19"/>
                  </a:lnTo>
                  <a:lnTo>
                    <a:pt x="173" y="19"/>
                  </a:lnTo>
                  <a:lnTo>
                    <a:pt x="173" y="16"/>
                  </a:lnTo>
                  <a:lnTo>
                    <a:pt x="173" y="16"/>
                  </a:lnTo>
                  <a:lnTo>
                    <a:pt x="173" y="11"/>
                  </a:lnTo>
                  <a:lnTo>
                    <a:pt x="173" y="11"/>
                  </a:lnTo>
                  <a:lnTo>
                    <a:pt x="173" y="9"/>
                  </a:lnTo>
                  <a:lnTo>
                    <a:pt x="175" y="9"/>
                  </a:lnTo>
                  <a:lnTo>
                    <a:pt x="175" y="9"/>
                  </a:lnTo>
                  <a:lnTo>
                    <a:pt x="175" y="9"/>
                  </a:lnTo>
                  <a:lnTo>
                    <a:pt x="175" y="7"/>
                  </a:lnTo>
                  <a:lnTo>
                    <a:pt x="175" y="4"/>
                  </a:lnTo>
                  <a:lnTo>
                    <a:pt x="173" y="4"/>
                  </a:lnTo>
                  <a:lnTo>
                    <a:pt x="173" y="2"/>
                  </a:lnTo>
                  <a:lnTo>
                    <a:pt x="170" y="2"/>
                  </a:lnTo>
                  <a:lnTo>
                    <a:pt x="170" y="4"/>
                  </a:lnTo>
                  <a:lnTo>
                    <a:pt x="168" y="4"/>
                  </a:lnTo>
                  <a:lnTo>
                    <a:pt x="168" y="4"/>
                  </a:lnTo>
                  <a:lnTo>
                    <a:pt x="166" y="2"/>
                  </a:lnTo>
                  <a:lnTo>
                    <a:pt x="166" y="2"/>
                  </a:lnTo>
                  <a:lnTo>
                    <a:pt x="166" y="2"/>
                  </a:lnTo>
                  <a:lnTo>
                    <a:pt x="159" y="0"/>
                  </a:lnTo>
                  <a:lnTo>
                    <a:pt x="159" y="0"/>
                  </a:lnTo>
                  <a:lnTo>
                    <a:pt x="159" y="2"/>
                  </a:lnTo>
                  <a:lnTo>
                    <a:pt x="159" y="2"/>
                  </a:lnTo>
                  <a:lnTo>
                    <a:pt x="159" y="2"/>
                  </a:lnTo>
                  <a:lnTo>
                    <a:pt x="156" y="2"/>
                  </a:lnTo>
                  <a:lnTo>
                    <a:pt x="154" y="4"/>
                  </a:lnTo>
                  <a:lnTo>
                    <a:pt x="154" y="4"/>
                  </a:lnTo>
                  <a:lnTo>
                    <a:pt x="152" y="2"/>
                  </a:lnTo>
                  <a:lnTo>
                    <a:pt x="152" y="2"/>
                  </a:lnTo>
                  <a:lnTo>
                    <a:pt x="149" y="4"/>
                  </a:lnTo>
                  <a:lnTo>
                    <a:pt x="149" y="4"/>
                  </a:lnTo>
                  <a:lnTo>
                    <a:pt x="149" y="7"/>
                  </a:lnTo>
                  <a:lnTo>
                    <a:pt x="149" y="7"/>
                  </a:lnTo>
                  <a:lnTo>
                    <a:pt x="149" y="7"/>
                  </a:lnTo>
                  <a:lnTo>
                    <a:pt x="147" y="9"/>
                  </a:lnTo>
                  <a:lnTo>
                    <a:pt x="147" y="9"/>
                  </a:lnTo>
                  <a:lnTo>
                    <a:pt x="147" y="9"/>
                  </a:lnTo>
                  <a:lnTo>
                    <a:pt x="147" y="9"/>
                  </a:lnTo>
                  <a:lnTo>
                    <a:pt x="147" y="9"/>
                  </a:lnTo>
                  <a:lnTo>
                    <a:pt x="147" y="9"/>
                  </a:lnTo>
                  <a:lnTo>
                    <a:pt x="147" y="9"/>
                  </a:lnTo>
                  <a:lnTo>
                    <a:pt x="144" y="9"/>
                  </a:lnTo>
                  <a:lnTo>
                    <a:pt x="142" y="9"/>
                  </a:lnTo>
                  <a:lnTo>
                    <a:pt x="142" y="9"/>
                  </a:lnTo>
                  <a:lnTo>
                    <a:pt x="142" y="11"/>
                  </a:lnTo>
                  <a:lnTo>
                    <a:pt x="142" y="11"/>
                  </a:lnTo>
                  <a:lnTo>
                    <a:pt x="142" y="14"/>
                  </a:lnTo>
                  <a:lnTo>
                    <a:pt x="140" y="14"/>
                  </a:lnTo>
                  <a:lnTo>
                    <a:pt x="137" y="11"/>
                  </a:lnTo>
                  <a:lnTo>
                    <a:pt x="137" y="11"/>
                  </a:lnTo>
                  <a:lnTo>
                    <a:pt x="137" y="9"/>
                  </a:lnTo>
                  <a:lnTo>
                    <a:pt x="137" y="9"/>
                  </a:lnTo>
                  <a:lnTo>
                    <a:pt x="137" y="9"/>
                  </a:lnTo>
                  <a:lnTo>
                    <a:pt x="137" y="9"/>
                  </a:lnTo>
                  <a:lnTo>
                    <a:pt x="137" y="9"/>
                  </a:lnTo>
                  <a:lnTo>
                    <a:pt x="137" y="9"/>
                  </a:lnTo>
                  <a:lnTo>
                    <a:pt x="137" y="9"/>
                  </a:lnTo>
                  <a:lnTo>
                    <a:pt x="137" y="9"/>
                  </a:lnTo>
                  <a:lnTo>
                    <a:pt x="130" y="9"/>
                  </a:lnTo>
                  <a:lnTo>
                    <a:pt x="130" y="9"/>
                  </a:lnTo>
                  <a:lnTo>
                    <a:pt x="130" y="9"/>
                  </a:lnTo>
                  <a:lnTo>
                    <a:pt x="130" y="9"/>
                  </a:lnTo>
                  <a:lnTo>
                    <a:pt x="130" y="9"/>
                  </a:lnTo>
                  <a:lnTo>
                    <a:pt x="128" y="9"/>
                  </a:lnTo>
                  <a:lnTo>
                    <a:pt x="128" y="9"/>
                  </a:lnTo>
                  <a:lnTo>
                    <a:pt x="128" y="9"/>
                  </a:lnTo>
                  <a:lnTo>
                    <a:pt x="126" y="9"/>
                  </a:lnTo>
                  <a:lnTo>
                    <a:pt x="126" y="9"/>
                  </a:lnTo>
                  <a:lnTo>
                    <a:pt x="126" y="9"/>
                  </a:lnTo>
                  <a:lnTo>
                    <a:pt x="126" y="9"/>
                  </a:lnTo>
                  <a:lnTo>
                    <a:pt x="126" y="9"/>
                  </a:lnTo>
                  <a:lnTo>
                    <a:pt x="126" y="9"/>
                  </a:lnTo>
                  <a:lnTo>
                    <a:pt x="123" y="9"/>
                  </a:lnTo>
                  <a:lnTo>
                    <a:pt x="116" y="7"/>
                  </a:lnTo>
                  <a:lnTo>
                    <a:pt x="116" y="9"/>
                  </a:lnTo>
                  <a:lnTo>
                    <a:pt x="114" y="9"/>
                  </a:lnTo>
                  <a:lnTo>
                    <a:pt x="109" y="9"/>
                  </a:lnTo>
                  <a:lnTo>
                    <a:pt x="102" y="9"/>
                  </a:lnTo>
                  <a:lnTo>
                    <a:pt x="99" y="9"/>
                  </a:lnTo>
                  <a:lnTo>
                    <a:pt x="99" y="7"/>
                  </a:lnTo>
                  <a:lnTo>
                    <a:pt x="97" y="7"/>
                  </a:lnTo>
                  <a:lnTo>
                    <a:pt x="97" y="7"/>
                  </a:lnTo>
                  <a:lnTo>
                    <a:pt x="90" y="7"/>
                  </a:lnTo>
                  <a:lnTo>
                    <a:pt x="90" y="7"/>
                  </a:lnTo>
                  <a:lnTo>
                    <a:pt x="90" y="9"/>
                  </a:lnTo>
                  <a:lnTo>
                    <a:pt x="88" y="9"/>
                  </a:lnTo>
                  <a:lnTo>
                    <a:pt x="81" y="9"/>
                  </a:lnTo>
                  <a:lnTo>
                    <a:pt x="69" y="9"/>
                  </a:lnTo>
                  <a:lnTo>
                    <a:pt x="57" y="9"/>
                  </a:lnTo>
                  <a:lnTo>
                    <a:pt x="43" y="9"/>
                  </a:lnTo>
                  <a:lnTo>
                    <a:pt x="33" y="9"/>
                  </a:lnTo>
                  <a:lnTo>
                    <a:pt x="29" y="9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21" y="9"/>
                  </a:lnTo>
                  <a:lnTo>
                    <a:pt x="21" y="9"/>
                  </a:lnTo>
                  <a:lnTo>
                    <a:pt x="21" y="9"/>
                  </a:lnTo>
                  <a:lnTo>
                    <a:pt x="21" y="9"/>
                  </a:lnTo>
                  <a:lnTo>
                    <a:pt x="24" y="11"/>
                  </a:lnTo>
                  <a:lnTo>
                    <a:pt x="24" y="11"/>
                  </a:lnTo>
                  <a:lnTo>
                    <a:pt x="24" y="14"/>
                  </a:lnTo>
                  <a:lnTo>
                    <a:pt x="21" y="14"/>
                  </a:lnTo>
                  <a:lnTo>
                    <a:pt x="21" y="14"/>
                  </a:lnTo>
                  <a:lnTo>
                    <a:pt x="21" y="16"/>
                  </a:lnTo>
                  <a:lnTo>
                    <a:pt x="21" y="16"/>
                  </a:lnTo>
                  <a:lnTo>
                    <a:pt x="19" y="19"/>
                  </a:lnTo>
                  <a:lnTo>
                    <a:pt x="19" y="21"/>
                  </a:lnTo>
                  <a:lnTo>
                    <a:pt x="19" y="23"/>
                  </a:lnTo>
                  <a:lnTo>
                    <a:pt x="19" y="23"/>
                  </a:lnTo>
                  <a:lnTo>
                    <a:pt x="17" y="23"/>
                  </a:lnTo>
                  <a:lnTo>
                    <a:pt x="17" y="23"/>
                  </a:lnTo>
                  <a:lnTo>
                    <a:pt x="17" y="23"/>
                  </a:lnTo>
                  <a:lnTo>
                    <a:pt x="17" y="23"/>
                  </a:lnTo>
                  <a:lnTo>
                    <a:pt x="19" y="23"/>
                  </a:lnTo>
                  <a:lnTo>
                    <a:pt x="19" y="23"/>
                  </a:lnTo>
                  <a:lnTo>
                    <a:pt x="19" y="23"/>
                  </a:lnTo>
                  <a:lnTo>
                    <a:pt x="19" y="26"/>
                  </a:lnTo>
                  <a:lnTo>
                    <a:pt x="19" y="26"/>
                  </a:lnTo>
                  <a:lnTo>
                    <a:pt x="19" y="26"/>
                  </a:lnTo>
                  <a:lnTo>
                    <a:pt x="19" y="26"/>
                  </a:lnTo>
                  <a:lnTo>
                    <a:pt x="19" y="26"/>
                  </a:lnTo>
                  <a:lnTo>
                    <a:pt x="17" y="28"/>
                  </a:lnTo>
                  <a:lnTo>
                    <a:pt x="17" y="28"/>
                  </a:lnTo>
                  <a:lnTo>
                    <a:pt x="17" y="30"/>
                  </a:lnTo>
                  <a:lnTo>
                    <a:pt x="19" y="33"/>
                  </a:lnTo>
                  <a:lnTo>
                    <a:pt x="19" y="33"/>
                  </a:lnTo>
                  <a:lnTo>
                    <a:pt x="19" y="33"/>
                  </a:lnTo>
                  <a:lnTo>
                    <a:pt x="19" y="35"/>
                  </a:lnTo>
                  <a:lnTo>
                    <a:pt x="19" y="35"/>
                  </a:lnTo>
                  <a:lnTo>
                    <a:pt x="21" y="35"/>
                  </a:lnTo>
                  <a:lnTo>
                    <a:pt x="21" y="35"/>
                  </a:lnTo>
                  <a:lnTo>
                    <a:pt x="21" y="37"/>
                  </a:lnTo>
                  <a:lnTo>
                    <a:pt x="21" y="37"/>
                  </a:lnTo>
                  <a:lnTo>
                    <a:pt x="24" y="40"/>
                  </a:lnTo>
                  <a:lnTo>
                    <a:pt x="24" y="40"/>
                  </a:lnTo>
                  <a:lnTo>
                    <a:pt x="24" y="40"/>
                  </a:lnTo>
                  <a:lnTo>
                    <a:pt x="26" y="40"/>
                  </a:lnTo>
                  <a:lnTo>
                    <a:pt x="26" y="40"/>
                  </a:lnTo>
                  <a:lnTo>
                    <a:pt x="26" y="40"/>
                  </a:lnTo>
                  <a:lnTo>
                    <a:pt x="26" y="40"/>
                  </a:lnTo>
                  <a:lnTo>
                    <a:pt x="24" y="40"/>
                  </a:lnTo>
                  <a:lnTo>
                    <a:pt x="24" y="40"/>
                  </a:lnTo>
                  <a:lnTo>
                    <a:pt x="24" y="42"/>
                  </a:lnTo>
                  <a:lnTo>
                    <a:pt x="24" y="42"/>
                  </a:lnTo>
                  <a:lnTo>
                    <a:pt x="24" y="42"/>
                  </a:lnTo>
                  <a:lnTo>
                    <a:pt x="21" y="42"/>
                  </a:lnTo>
                  <a:lnTo>
                    <a:pt x="21" y="45"/>
                  </a:lnTo>
                  <a:lnTo>
                    <a:pt x="21" y="45"/>
                  </a:lnTo>
                  <a:lnTo>
                    <a:pt x="21" y="47"/>
                  </a:lnTo>
                  <a:lnTo>
                    <a:pt x="24" y="47"/>
                  </a:lnTo>
                  <a:lnTo>
                    <a:pt x="24" y="47"/>
                  </a:lnTo>
                  <a:lnTo>
                    <a:pt x="24" y="47"/>
                  </a:lnTo>
                  <a:lnTo>
                    <a:pt x="24" y="47"/>
                  </a:lnTo>
                  <a:lnTo>
                    <a:pt x="24" y="47"/>
                  </a:lnTo>
                  <a:lnTo>
                    <a:pt x="24" y="47"/>
                  </a:lnTo>
                  <a:lnTo>
                    <a:pt x="26" y="47"/>
                  </a:lnTo>
                  <a:lnTo>
                    <a:pt x="26" y="47"/>
                  </a:lnTo>
                  <a:lnTo>
                    <a:pt x="26" y="47"/>
                  </a:lnTo>
                  <a:lnTo>
                    <a:pt x="26" y="47"/>
                  </a:lnTo>
                  <a:lnTo>
                    <a:pt x="26" y="49"/>
                  </a:lnTo>
                  <a:lnTo>
                    <a:pt x="26" y="49"/>
                  </a:lnTo>
                  <a:lnTo>
                    <a:pt x="26" y="49"/>
                  </a:lnTo>
                  <a:lnTo>
                    <a:pt x="26" y="49"/>
                  </a:lnTo>
                  <a:lnTo>
                    <a:pt x="26" y="52"/>
                  </a:lnTo>
                  <a:lnTo>
                    <a:pt x="24" y="52"/>
                  </a:lnTo>
                  <a:lnTo>
                    <a:pt x="24" y="54"/>
                  </a:lnTo>
                  <a:lnTo>
                    <a:pt x="24" y="56"/>
                  </a:lnTo>
                  <a:lnTo>
                    <a:pt x="24" y="61"/>
                  </a:lnTo>
                  <a:lnTo>
                    <a:pt x="26" y="61"/>
                  </a:lnTo>
                  <a:lnTo>
                    <a:pt x="26" y="64"/>
                  </a:lnTo>
                  <a:lnTo>
                    <a:pt x="26" y="64"/>
                  </a:lnTo>
                  <a:lnTo>
                    <a:pt x="26" y="66"/>
                  </a:lnTo>
                  <a:lnTo>
                    <a:pt x="26" y="68"/>
                  </a:lnTo>
                  <a:lnTo>
                    <a:pt x="26" y="71"/>
                  </a:lnTo>
                  <a:lnTo>
                    <a:pt x="29" y="71"/>
                  </a:lnTo>
                  <a:lnTo>
                    <a:pt x="29" y="73"/>
                  </a:lnTo>
                  <a:lnTo>
                    <a:pt x="29" y="73"/>
                  </a:lnTo>
                  <a:lnTo>
                    <a:pt x="26" y="75"/>
                  </a:lnTo>
                  <a:lnTo>
                    <a:pt x="24" y="75"/>
                  </a:lnTo>
                  <a:lnTo>
                    <a:pt x="24" y="78"/>
                  </a:lnTo>
                  <a:lnTo>
                    <a:pt x="24" y="78"/>
                  </a:lnTo>
                  <a:lnTo>
                    <a:pt x="26" y="80"/>
                  </a:lnTo>
                  <a:lnTo>
                    <a:pt x="26" y="80"/>
                  </a:lnTo>
                  <a:lnTo>
                    <a:pt x="26" y="80"/>
                  </a:lnTo>
                  <a:lnTo>
                    <a:pt x="26" y="80"/>
                  </a:lnTo>
                  <a:lnTo>
                    <a:pt x="26" y="80"/>
                  </a:lnTo>
                  <a:lnTo>
                    <a:pt x="26" y="80"/>
                  </a:lnTo>
                  <a:lnTo>
                    <a:pt x="26" y="80"/>
                  </a:lnTo>
                  <a:lnTo>
                    <a:pt x="26" y="80"/>
                  </a:lnTo>
                  <a:lnTo>
                    <a:pt x="29" y="82"/>
                  </a:lnTo>
                  <a:lnTo>
                    <a:pt x="26" y="82"/>
                  </a:lnTo>
                  <a:lnTo>
                    <a:pt x="26" y="82"/>
                  </a:lnTo>
                  <a:lnTo>
                    <a:pt x="26" y="82"/>
                  </a:lnTo>
                  <a:lnTo>
                    <a:pt x="26" y="85"/>
                  </a:lnTo>
                  <a:lnTo>
                    <a:pt x="26" y="85"/>
                  </a:lnTo>
                  <a:lnTo>
                    <a:pt x="26" y="85"/>
                  </a:lnTo>
                  <a:lnTo>
                    <a:pt x="29" y="87"/>
                  </a:lnTo>
                  <a:lnTo>
                    <a:pt x="31" y="90"/>
                  </a:lnTo>
                  <a:lnTo>
                    <a:pt x="31" y="92"/>
                  </a:lnTo>
                  <a:lnTo>
                    <a:pt x="31" y="92"/>
                  </a:lnTo>
                  <a:lnTo>
                    <a:pt x="31" y="94"/>
                  </a:lnTo>
                  <a:lnTo>
                    <a:pt x="31" y="94"/>
                  </a:lnTo>
                  <a:lnTo>
                    <a:pt x="31" y="94"/>
                  </a:lnTo>
                  <a:lnTo>
                    <a:pt x="31" y="97"/>
                  </a:lnTo>
                  <a:lnTo>
                    <a:pt x="31" y="97"/>
                  </a:lnTo>
                  <a:lnTo>
                    <a:pt x="31" y="97"/>
                  </a:lnTo>
                  <a:lnTo>
                    <a:pt x="29" y="99"/>
                  </a:lnTo>
                  <a:lnTo>
                    <a:pt x="29" y="99"/>
                  </a:lnTo>
                  <a:lnTo>
                    <a:pt x="29" y="99"/>
                  </a:lnTo>
                  <a:lnTo>
                    <a:pt x="29" y="101"/>
                  </a:lnTo>
                  <a:lnTo>
                    <a:pt x="31" y="101"/>
                  </a:lnTo>
                  <a:lnTo>
                    <a:pt x="31" y="101"/>
                  </a:lnTo>
                  <a:lnTo>
                    <a:pt x="31" y="101"/>
                  </a:lnTo>
                  <a:lnTo>
                    <a:pt x="31" y="104"/>
                  </a:lnTo>
                  <a:lnTo>
                    <a:pt x="31" y="104"/>
                  </a:lnTo>
                  <a:lnTo>
                    <a:pt x="29" y="104"/>
                  </a:lnTo>
                  <a:lnTo>
                    <a:pt x="29" y="106"/>
                  </a:lnTo>
                  <a:lnTo>
                    <a:pt x="29" y="108"/>
                  </a:lnTo>
                  <a:lnTo>
                    <a:pt x="26" y="108"/>
                  </a:lnTo>
                  <a:lnTo>
                    <a:pt x="26" y="108"/>
                  </a:lnTo>
                  <a:lnTo>
                    <a:pt x="26" y="111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6" y="113"/>
                  </a:lnTo>
                  <a:lnTo>
                    <a:pt x="29" y="116"/>
                  </a:lnTo>
                  <a:lnTo>
                    <a:pt x="29" y="116"/>
                  </a:lnTo>
                  <a:lnTo>
                    <a:pt x="31" y="116"/>
                  </a:lnTo>
                  <a:lnTo>
                    <a:pt x="31" y="116"/>
                  </a:lnTo>
                  <a:lnTo>
                    <a:pt x="31" y="116"/>
                  </a:lnTo>
                  <a:lnTo>
                    <a:pt x="33" y="118"/>
                  </a:lnTo>
                  <a:lnTo>
                    <a:pt x="33" y="120"/>
                  </a:lnTo>
                  <a:lnTo>
                    <a:pt x="33" y="120"/>
                  </a:lnTo>
                  <a:lnTo>
                    <a:pt x="33" y="120"/>
                  </a:lnTo>
                  <a:lnTo>
                    <a:pt x="33" y="120"/>
                  </a:lnTo>
                  <a:lnTo>
                    <a:pt x="33" y="120"/>
                  </a:lnTo>
                  <a:lnTo>
                    <a:pt x="33" y="123"/>
                  </a:lnTo>
                  <a:lnTo>
                    <a:pt x="36" y="125"/>
                  </a:lnTo>
                  <a:lnTo>
                    <a:pt x="36" y="127"/>
                  </a:lnTo>
                  <a:lnTo>
                    <a:pt x="36" y="127"/>
                  </a:lnTo>
                  <a:lnTo>
                    <a:pt x="33" y="127"/>
                  </a:lnTo>
                  <a:lnTo>
                    <a:pt x="33" y="127"/>
                  </a:lnTo>
                  <a:lnTo>
                    <a:pt x="33" y="127"/>
                  </a:lnTo>
                  <a:lnTo>
                    <a:pt x="33" y="127"/>
                  </a:lnTo>
                  <a:lnTo>
                    <a:pt x="36" y="127"/>
                  </a:lnTo>
                  <a:lnTo>
                    <a:pt x="36" y="130"/>
                  </a:lnTo>
                  <a:lnTo>
                    <a:pt x="38" y="144"/>
                  </a:lnTo>
                  <a:lnTo>
                    <a:pt x="40" y="158"/>
                  </a:lnTo>
                  <a:lnTo>
                    <a:pt x="40" y="161"/>
                  </a:lnTo>
                  <a:lnTo>
                    <a:pt x="38" y="161"/>
                  </a:lnTo>
                  <a:lnTo>
                    <a:pt x="36" y="161"/>
                  </a:lnTo>
                  <a:lnTo>
                    <a:pt x="36" y="161"/>
                  </a:lnTo>
                  <a:lnTo>
                    <a:pt x="36" y="161"/>
                  </a:lnTo>
                  <a:lnTo>
                    <a:pt x="36" y="161"/>
                  </a:lnTo>
                  <a:lnTo>
                    <a:pt x="33" y="161"/>
                  </a:lnTo>
                  <a:lnTo>
                    <a:pt x="33" y="163"/>
                  </a:lnTo>
                  <a:lnTo>
                    <a:pt x="33" y="163"/>
                  </a:lnTo>
                  <a:lnTo>
                    <a:pt x="33" y="163"/>
                  </a:lnTo>
                  <a:lnTo>
                    <a:pt x="36" y="165"/>
                  </a:lnTo>
                  <a:lnTo>
                    <a:pt x="36" y="165"/>
                  </a:lnTo>
                  <a:lnTo>
                    <a:pt x="36" y="168"/>
                  </a:lnTo>
                  <a:lnTo>
                    <a:pt x="33" y="168"/>
                  </a:lnTo>
                  <a:lnTo>
                    <a:pt x="33" y="168"/>
                  </a:lnTo>
                  <a:lnTo>
                    <a:pt x="31" y="170"/>
                  </a:lnTo>
                  <a:lnTo>
                    <a:pt x="29" y="170"/>
                  </a:lnTo>
                  <a:lnTo>
                    <a:pt x="26" y="172"/>
                  </a:lnTo>
                  <a:lnTo>
                    <a:pt x="26" y="175"/>
                  </a:lnTo>
                  <a:lnTo>
                    <a:pt x="26" y="175"/>
                  </a:lnTo>
                  <a:lnTo>
                    <a:pt x="26" y="172"/>
                  </a:lnTo>
                  <a:lnTo>
                    <a:pt x="26" y="172"/>
                  </a:lnTo>
                  <a:lnTo>
                    <a:pt x="24" y="172"/>
                  </a:lnTo>
                  <a:lnTo>
                    <a:pt x="24" y="172"/>
                  </a:lnTo>
                  <a:lnTo>
                    <a:pt x="24" y="177"/>
                  </a:lnTo>
                  <a:lnTo>
                    <a:pt x="24" y="177"/>
                  </a:lnTo>
                  <a:lnTo>
                    <a:pt x="24" y="179"/>
                  </a:lnTo>
                  <a:lnTo>
                    <a:pt x="21" y="179"/>
                  </a:lnTo>
                  <a:lnTo>
                    <a:pt x="21" y="179"/>
                  </a:lnTo>
                  <a:lnTo>
                    <a:pt x="21" y="179"/>
                  </a:lnTo>
                  <a:lnTo>
                    <a:pt x="21" y="182"/>
                  </a:lnTo>
                  <a:lnTo>
                    <a:pt x="21" y="182"/>
                  </a:lnTo>
                  <a:lnTo>
                    <a:pt x="21" y="182"/>
                  </a:lnTo>
                  <a:lnTo>
                    <a:pt x="21" y="182"/>
                  </a:lnTo>
                  <a:lnTo>
                    <a:pt x="21" y="182"/>
                  </a:lnTo>
                  <a:lnTo>
                    <a:pt x="17" y="191"/>
                  </a:lnTo>
                  <a:lnTo>
                    <a:pt x="17" y="194"/>
                  </a:lnTo>
                  <a:lnTo>
                    <a:pt x="14" y="210"/>
                  </a:lnTo>
                  <a:lnTo>
                    <a:pt x="14" y="210"/>
                  </a:lnTo>
                  <a:lnTo>
                    <a:pt x="14" y="210"/>
                  </a:lnTo>
                  <a:lnTo>
                    <a:pt x="14" y="210"/>
                  </a:lnTo>
                  <a:lnTo>
                    <a:pt x="14" y="210"/>
                  </a:lnTo>
                  <a:lnTo>
                    <a:pt x="14" y="213"/>
                  </a:lnTo>
                  <a:lnTo>
                    <a:pt x="14" y="213"/>
                  </a:lnTo>
                  <a:lnTo>
                    <a:pt x="12" y="217"/>
                  </a:lnTo>
                  <a:lnTo>
                    <a:pt x="12" y="217"/>
                  </a:lnTo>
                  <a:lnTo>
                    <a:pt x="12" y="220"/>
                  </a:lnTo>
                  <a:lnTo>
                    <a:pt x="12" y="220"/>
                  </a:lnTo>
                  <a:lnTo>
                    <a:pt x="10" y="220"/>
                  </a:lnTo>
                  <a:lnTo>
                    <a:pt x="7" y="220"/>
                  </a:lnTo>
                  <a:lnTo>
                    <a:pt x="7" y="220"/>
                  </a:lnTo>
                  <a:lnTo>
                    <a:pt x="7" y="222"/>
                  </a:lnTo>
                  <a:lnTo>
                    <a:pt x="2" y="232"/>
                  </a:lnTo>
                  <a:lnTo>
                    <a:pt x="0" y="234"/>
                  </a:lnTo>
                  <a:lnTo>
                    <a:pt x="0" y="236"/>
                  </a:lnTo>
                  <a:lnTo>
                    <a:pt x="0" y="236"/>
                  </a:lnTo>
                  <a:lnTo>
                    <a:pt x="2" y="236"/>
                  </a:lnTo>
                  <a:lnTo>
                    <a:pt x="2" y="239"/>
                  </a:lnTo>
                  <a:lnTo>
                    <a:pt x="2" y="239"/>
                  </a:lnTo>
                  <a:lnTo>
                    <a:pt x="0" y="241"/>
                  </a:lnTo>
                  <a:lnTo>
                    <a:pt x="0" y="241"/>
                  </a:lnTo>
                  <a:lnTo>
                    <a:pt x="0" y="243"/>
                  </a:lnTo>
                  <a:lnTo>
                    <a:pt x="0" y="243"/>
                  </a:lnTo>
                  <a:lnTo>
                    <a:pt x="0" y="243"/>
                  </a:lnTo>
                  <a:lnTo>
                    <a:pt x="5" y="262"/>
                  </a:lnTo>
                  <a:lnTo>
                    <a:pt x="5" y="265"/>
                  </a:lnTo>
                  <a:lnTo>
                    <a:pt x="5" y="265"/>
                  </a:lnTo>
                  <a:lnTo>
                    <a:pt x="7" y="265"/>
                  </a:lnTo>
                  <a:lnTo>
                    <a:pt x="7" y="269"/>
                  </a:lnTo>
                  <a:lnTo>
                    <a:pt x="10" y="277"/>
                  </a:lnTo>
                  <a:lnTo>
                    <a:pt x="10" y="279"/>
                  </a:lnTo>
                  <a:lnTo>
                    <a:pt x="12" y="284"/>
                  </a:lnTo>
                  <a:lnTo>
                    <a:pt x="12" y="286"/>
                  </a:lnTo>
                  <a:lnTo>
                    <a:pt x="12" y="286"/>
                  </a:lnTo>
                  <a:lnTo>
                    <a:pt x="12" y="293"/>
                  </a:lnTo>
                  <a:lnTo>
                    <a:pt x="14" y="293"/>
                  </a:lnTo>
                  <a:lnTo>
                    <a:pt x="14" y="295"/>
                  </a:lnTo>
                  <a:lnTo>
                    <a:pt x="14" y="298"/>
                  </a:lnTo>
                  <a:lnTo>
                    <a:pt x="17" y="298"/>
                  </a:lnTo>
                  <a:lnTo>
                    <a:pt x="17" y="298"/>
                  </a:lnTo>
                  <a:lnTo>
                    <a:pt x="19" y="298"/>
                  </a:lnTo>
                  <a:lnTo>
                    <a:pt x="19" y="295"/>
                  </a:lnTo>
                  <a:lnTo>
                    <a:pt x="24" y="298"/>
                  </a:lnTo>
                  <a:lnTo>
                    <a:pt x="24" y="298"/>
                  </a:lnTo>
                  <a:lnTo>
                    <a:pt x="26" y="298"/>
                  </a:lnTo>
                  <a:lnTo>
                    <a:pt x="26" y="300"/>
                  </a:lnTo>
                  <a:lnTo>
                    <a:pt x="26" y="303"/>
                  </a:lnTo>
                  <a:lnTo>
                    <a:pt x="26" y="307"/>
                  </a:lnTo>
                  <a:lnTo>
                    <a:pt x="29" y="310"/>
                  </a:lnTo>
                  <a:lnTo>
                    <a:pt x="29" y="310"/>
                  </a:lnTo>
                  <a:lnTo>
                    <a:pt x="29" y="312"/>
                  </a:lnTo>
                  <a:lnTo>
                    <a:pt x="26" y="312"/>
                  </a:lnTo>
                  <a:lnTo>
                    <a:pt x="26" y="312"/>
                  </a:lnTo>
                  <a:lnTo>
                    <a:pt x="24" y="312"/>
                  </a:lnTo>
                  <a:lnTo>
                    <a:pt x="24" y="314"/>
                  </a:lnTo>
                  <a:lnTo>
                    <a:pt x="24" y="317"/>
                  </a:lnTo>
                  <a:lnTo>
                    <a:pt x="26" y="317"/>
                  </a:lnTo>
                  <a:lnTo>
                    <a:pt x="26" y="317"/>
                  </a:lnTo>
                  <a:lnTo>
                    <a:pt x="26" y="319"/>
                  </a:lnTo>
                  <a:lnTo>
                    <a:pt x="26" y="319"/>
                  </a:lnTo>
                  <a:lnTo>
                    <a:pt x="26" y="319"/>
                  </a:lnTo>
                  <a:lnTo>
                    <a:pt x="26" y="319"/>
                  </a:lnTo>
                  <a:lnTo>
                    <a:pt x="26" y="321"/>
                  </a:lnTo>
                  <a:lnTo>
                    <a:pt x="26" y="321"/>
                  </a:lnTo>
                  <a:lnTo>
                    <a:pt x="26" y="321"/>
                  </a:lnTo>
                  <a:lnTo>
                    <a:pt x="26" y="321"/>
                  </a:lnTo>
                  <a:lnTo>
                    <a:pt x="24" y="321"/>
                  </a:lnTo>
                  <a:lnTo>
                    <a:pt x="21" y="321"/>
                  </a:lnTo>
                  <a:lnTo>
                    <a:pt x="21" y="321"/>
                  </a:lnTo>
                  <a:lnTo>
                    <a:pt x="21" y="324"/>
                  </a:lnTo>
                  <a:lnTo>
                    <a:pt x="19" y="324"/>
                  </a:lnTo>
                  <a:lnTo>
                    <a:pt x="17" y="324"/>
                  </a:lnTo>
                  <a:lnTo>
                    <a:pt x="17" y="326"/>
                  </a:lnTo>
                  <a:lnTo>
                    <a:pt x="17" y="326"/>
                  </a:lnTo>
                  <a:lnTo>
                    <a:pt x="17" y="326"/>
                  </a:lnTo>
                  <a:lnTo>
                    <a:pt x="14" y="326"/>
                  </a:lnTo>
                  <a:lnTo>
                    <a:pt x="14" y="326"/>
                  </a:lnTo>
                  <a:lnTo>
                    <a:pt x="14" y="326"/>
                  </a:lnTo>
                  <a:lnTo>
                    <a:pt x="14" y="324"/>
                  </a:lnTo>
                  <a:lnTo>
                    <a:pt x="12" y="324"/>
                  </a:lnTo>
                  <a:lnTo>
                    <a:pt x="10" y="324"/>
                  </a:lnTo>
                  <a:lnTo>
                    <a:pt x="7" y="324"/>
                  </a:lnTo>
                  <a:lnTo>
                    <a:pt x="7" y="324"/>
                  </a:lnTo>
                  <a:lnTo>
                    <a:pt x="7" y="324"/>
                  </a:lnTo>
                  <a:lnTo>
                    <a:pt x="7" y="326"/>
                  </a:lnTo>
                  <a:lnTo>
                    <a:pt x="7" y="326"/>
                  </a:lnTo>
                  <a:lnTo>
                    <a:pt x="14" y="329"/>
                  </a:lnTo>
                  <a:lnTo>
                    <a:pt x="24" y="329"/>
                  </a:lnTo>
                  <a:lnTo>
                    <a:pt x="31" y="331"/>
                  </a:lnTo>
                  <a:lnTo>
                    <a:pt x="38" y="333"/>
                  </a:lnTo>
                  <a:lnTo>
                    <a:pt x="47" y="336"/>
                  </a:lnTo>
                  <a:lnTo>
                    <a:pt x="55" y="338"/>
                  </a:lnTo>
                  <a:lnTo>
                    <a:pt x="55" y="338"/>
                  </a:lnTo>
                  <a:lnTo>
                    <a:pt x="55" y="338"/>
                  </a:lnTo>
                  <a:lnTo>
                    <a:pt x="55" y="338"/>
                  </a:lnTo>
                  <a:lnTo>
                    <a:pt x="55" y="338"/>
                  </a:lnTo>
                  <a:lnTo>
                    <a:pt x="55" y="338"/>
                  </a:lnTo>
                  <a:lnTo>
                    <a:pt x="57" y="340"/>
                  </a:lnTo>
                  <a:lnTo>
                    <a:pt x="59" y="340"/>
                  </a:lnTo>
                  <a:lnTo>
                    <a:pt x="59" y="343"/>
                  </a:lnTo>
                  <a:lnTo>
                    <a:pt x="59" y="343"/>
                  </a:lnTo>
                  <a:lnTo>
                    <a:pt x="59" y="343"/>
                  </a:lnTo>
                  <a:lnTo>
                    <a:pt x="59" y="343"/>
                  </a:lnTo>
                  <a:lnTo>
                    <a:pt x="62" y="343"/>
                  </a:lnTo>
                  <a:lnTo>
                    <a:pt x="62" y="343"/>
                  </a:lnTo>
                  <a:lnTo>
                    <a:pt x="62" y="343"/>
                  </a:lnTo>
                  <a:lnTo>
                    <a:pt x="62" y="343"/>
                  </a:lnTo>
                  <a:lnTo>
                    <a:pt x="62" y="345"/>
                  </a:lnTo>
                  <a:lnTo>
                    <a:pt x="62" y="345"/>
                  </a:lnTo>
                  <a:lnTo>
                    <a:pt x="62" y="345"/>
                  </a:lnTo>
                  <a:lnTo>
                    <a:pt x="64" y="345"/>
                  </a:lnTo>
                  <a:lnTo>
                    <a:pt x="64" y="345"/>
                  </a:lnTo>
                  <a:lnTo>
                    <a:pt x="69" y="343"/>
                  </a:lnTo>
                  <a:lnTo>
                    <a:pt x="69" y="343"/>
                  </a:lnTo>
                  <a:lnTo>
                    <a:pt x="69" y="343"/>
                  </a:lnTo>
                  <a:lnTo>
                    <a:pt x="71" y="340"/>
                  </a:lnTo>
                  <a:lnTo>
                    <a:pt x="71" y="340"/>
                  </a:lnTo>
                  <a:lnTo>
                    <a:pt x="76" y="338"/>
                  </a:lnTo>
                  <a:lnTo>
                    <a:pt x="81" y="338"/>
                  </a:lnTo>
                  <a:lnTo>
                    <a:pt x="81" y="338"/>
                  </a:lnTo>
                  <a:lnTo>
                    <a:pt x="81" y="338"/>
                  </a:lnTo>
                  <a:lnTo>
                    <a:pt x="81" y="336"/>
                  </a:lnTo>
                  <a:lnTo>
                    <a:pt x="81" y="336"/>
                  </a:lnTo>
                  <a:lnTo>
                    <a:pt x="81" y="336"/>
                  </a:lnTo>
                  <a:lnTo>
                    <a:pt x="83" y="333"/>
                  </a:lnTo>
                  <a:lnTo>
                    <a:pt x="83" y="333"/>
                  </a:lnTo>
                  <a:lnTo>
                    <a:pt x="85" y="331"/>
                  </a:lnTo>
                  <a:lnTo>
                    <a:pt x="88" y="331"/>
                  </a:lnTo>
                  <a:lnTo>
                    <a:pt x="88" y="331"/>
                  </a:lnTo>
                  <a:lnTo>
                    <a:pt x="88" y="331"/>
                  </a:lnTo>
                  <a:lnTo>
                    <a:pt x="88" y="331"/>
                  </a:lnTo>
                  <a:lnTo>
                    <a:pt x="88" y="331"/>
                  </a:lnTo>
                  <a:lnTo>
                    <a:pt x="88" y="329"/>
                  </a:lnTo>
                  <a:lnTo>
                    <a:pt x="88" y="329"/>
                  </a:lnTo>
                  <a:lnTo>
                    <a:pt x="90" y="329"/>
                  </a:lnTo>
                  <a:lnTo>
                    <a:pt x="90" y="329"/>
                  </a:lnTo>
                  <a:lnTo>
                    <a:pt x="90" y="329"/>
                  </a:lnTo>
                  <a:lnTo>
                    <a:pt x="90" y="329"/>
                  </a:lnTo>
                  <a:lnTo>
                    <a:pt x="92" y="329"/>
                  </a:lnTo>
                  <a:lnTo>
                    <a:pt x="95" y="329"/>
                  </a:lnTo>
                  <a:lnTo>
                    <a:pt x="97" y="326"/>
                  </a:lnTo>
                  <a:lnTo>
                    <a:pt x="99" y="326"/>
                  </a:lnTo>
                  <a:lnTo>
                    <a:pt x="99" y="326"/>
                  </a:lnTo>
                  <a:lnTo>
                    <a:pt x="99" y="326"/>
                  </a:lnTo>
                  <a:lnTo>
                    <a:pt x="102" y="326"/>
                  </a:lnTo>
                  <a:lnTo>
                    <a:pt x="102" y="326"/>
                  </a:lnTo>
                  <a:lnTo>
                    <a:pt x="102" y="326"/>
                  </a:lnTo>
                  <a:lnTo>
                    <a:pt x="104" y="326"/>
                  </a:lnTo>
                  <a:lnTo>
                    <a:pt x="107" y="326"/>
                  </a:lnTo>
                  <a:lnTo>
                    <a:pt x="109" y="326"/>
                  </a:lnTo>
                  <a:lnTo>
                    <a:pt x="109" y="324"/>
                  </a:lnTo>
                  <a:lnTo>
                    <a:pt x="111" y="324"/>
                  </a:lnTo>
                  <a:lnTo>
                    <a:pt x="111" y="324"/>
                  </a:lnTo>
                  <a:lnTo>
                    <a:pt x="111" y="321"/>
                  </a:lnTo>
                  <a:lnTo>
                    <a:pt x="118" y="319"/>
                  </a:lnTo>
                  <a:lnTo>
                    <a:pt x="118" y="319"/>
                  </a:lnTo>
                  <a:lnTo>
                    <a:pt x="118" y="319"/>
                  </a:lnTo>
                  <a:lnTo>
                    <a:pt x="121" y="319"/>
                  </a:lnTo>
                  <a:lnTo>
                    <a:pt x="121" y="319"/>
                  </a:lnTo>
                  <a:lnTo>
                    <a:pt x="121" y="319"/>
                  </a:lnTo>
                  <a:lnTo>
                    <a:pt x="121" y="319"/>
                  </a:lnTo>
                  <a:lnTo>
                    <a:pt x="121" y="319"/>
                  </a:lnTo>
                  <a:lnTo>
                    <a:pt x="123" y="319"/>
                  </a:lnTo>
                  <a:lnTo>
                    <a:pt x="123" y="319"/>
                  </a:lnTo>
                  <a:lnTo>
                    <a:pt x="126" y="319"/>
                  </a:lnTo>
                  <a:lnTo>
                    <a:pt x="126" y="319"/>
                  </a:lnTo>
                  <a:lnTo>
                    <a:pt x="126" y="319"/>
                  </a:lnTo>
                  <a:lnTo>
                    <a:pt x="128" y="319"/>
                  </a:lnTo>
                  <a:lnTo>
                    <a:pt x="130" y="319"/>
                  </a:lnTo>
                  <a:lnTo>
                    <a:pt x="133" y="319"/>
                  </a:lnTo>
                  <a:lnTo>
                    <a:pt x="133" y="317"/>
                  </a:lnTo>
                  <a:lnTo>
                    <a:pt x="137" y="314"/>
                  </a:lnTo>
                  <a:lnTo>
                    <a:pt x="137" y="314"/>
                  </a:lnTo>
                  <a:lnTo>
                    <a:pt x="140" y="312"/>
                  </a:lnTo>
                  <a:lnTo>
                    <a:pt x="140" y="312"/>
                  </a:lnTo>
                  <a:lnTo>
                    <a:pt x="142" y="312"/>
                  </a:lnTo>
                  <a:lnTo>
                    <a:pt x="142" y="312"/>
                  </a:lnTo>
                  <a:lnTo>
                    <a:pt x="142" y="312"/>
                  </a:lnTo>
                  <a:lnTo>
                    <a:pt x="142" y="312"/>
                  </a:lnTo>
                  <a:lnTo>
                    <a:pt x="147" y="310"/>
                  </a:lnTo>
                  <a:lnTo>
                    <a:pt x="149" y="310"/>
                  </a:lnTo>
                  <a:lnTo>
                    <a:pt x="149" y="310"/>
                  </a:lnTo>
                  <a:lnTo>
                    <a:pt x="149" y="307"/>
                  </a:lnTo>
                  <a:lnTo>
                    <a:pt x="149" y="307"/>
                  </a:lnTo>
                  <a:lnTo>
                    <a:pt x="154" y="305"/>
                  </a:lnTo>
                  <a:lnTo>
                    <a:pt x="154" y="305"/>
                  </a:lnTo>
                  <a:lnTo>
                    <a:pt x="154" y="305"/>
                  </a:lnTo>
                  <a:lnTo>
                    <a:pt x="159" y="303"/>
                  </a:lnTo>
                  <a:lnTo>
                    <a:pt x="168" y="300"/>
                  </a:lnTo>
                  <a:lnTo>
                    <a:pt x="170" y="300"/>
                  </a:lnTo>
                  <a:lnTo>
                    <a:pt x="170" y="300"/>
                  </a:lnTo>
                  <a:lnTo>
                    <a:pt x="170" y="300"/>
                  </a:lnTo>
                  <a:lnTo>
                    <a:pt x="170" y="298"/>
                  </a:lnTo>
                  <a:lnTo>
                    <a:pt x="170" y="298"/>
                  </a:lnTo>
                  <a:lnTo>
                    <a:pt x="175" y="298"/>
                  </a:lnTo>
                  <a:lnTo>
                    <a:pt x="178" y="295"/>
                  </a:lnTo>
                  <a:lnTo>
                    <a:pt x="178" y="295"/>
                  </a:lnTo>
                  <a:lnTo>
                    <a:pt x="178" y="295"/>
                  </a:lnTo>
                  <a:lnTo>
                    <a:pt x="180" y="293"/>
                  </a:lnTo>
                  <a:lnTo>
                    <a:pt x="182" y="293"/>
                  </a:lnTo>
                  <a:lnTo>
                    <a:pt x="182" y="291"/>
                  </a:lnTo>
                  <a:lnTo>
                    <a:pt x="187" y="291"/>
                  </a:lnTo>
                  <a:lnTo>
                    <a:pt x="187" y="291"/>
                  </a:lnTo>
                  <a:lnTo>
                    <a:pt x="187" y="291"/>
                  </a:lnTo>
                  <a:lnTo>
                    <a:pt x="189" y="291"/>
                  </a:lnTo>
                  <a:lnTo>
                    <a:pt x="189" y="291"/>
                  </a:lnTo>
                  <a:lnTo>
                    <a:pt x="189" y="288"/>
                  </a:lnTo>
                  <a:lnTo>
                    <a:pt x="189" y="288"/>
                  </a:lnTo>
                  <a:lnTo>
                    <a:pt x="192" y="288"/>
                  </a:lnTo>
                  <a:lnTo>
                    <a:pt x="194" y="288"/>
                  </a:lnTo>
                  <a:lnTo>
                    <a:pt x="213" y="291"/>
                  </a:lnTo>
                  <a:lnTo>
                    <a:pt x="223" y="288"/>
                  </a:lnTo>
                  <a:lnTo>
                    <a:pt x="225" y="288"/>
                  </a:lnTo>
                  <a:lnTo>
                    <a:pt x="227" y="286"/>
                  </a:lnTo>
                  <a:lnTo>
                    <a:pt x="227" y="286"/>
                  </a:lnTo>
                  <a:lnTo>
                    <a:pt x="227" y="284"/>
                  </a:lnTo>
                  <a:lnTo>
                    <a:pt x="227" y="281"/>
                  </a:lnTo>
                  <a:lnTo>
                    <a:pt x="227" y="281"/>
                  </a:lnTo>
                  <a:lnTo>
                    <a:pt x="230" y="279"/>
                  </a:lnTo>
                  <a:lnTo>
                    <a:pt x="230" y="277"/>
                  </a:lnTo>
                  <a:lnTo>
                    <a:pt x="232" y="274"/>
                  </a:lnTo>
                  <a:lnTo>
                    <a:pt x="234" y="274"/>
                  </a:lnTo>
                  <a:lnTo>
                    <a:pt x="237" y="272"/>
                  </a:lnTo>
                  <a:lnTo>
                    <a:pt x="237" y="272"/>
                  </a:lnTo>
                  <a:lnTo>
                    <a:pt x="237" y="272"/>
                  </a:lnTo>
                  <a:lnTo>
                    <a:pt x="237" y="269"/>
                  </a:lnTo>
                  <a:lnTo>
                    <a:pt x="237" y="269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45">
              <a:extLst>
                <a:ext uri="{FF2B5EF4-FFF2-40B4-BE49-F238E27FC236}">
                  <a16:creationId xmlns:a16="http://schemas.microsoft.com/office/drawing/2014/main" id="{B934E306-7483-71D1-30FA-3CEB08CAD3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6939" y="2386699"/>
              <a:ext cx="205030" cy="50939"/>
            </a:xfrm>
            <a:custGeom>
              <a:avLst/>
              <a:gdLst>
                <a:gd name="T0" fmla="*/ 156 w 161"/>
                <a:gd name="T1" fmla="*/ 17 h 40"/>
                <a:gd name="T2" fmla="*/ 151 w 161"/>
                <a:gd name="T3" fmla="*/ 14 h 40"/>
                <a:gd name="T4" fmla="*/ 142 w 161"/>
                <a:gd name="T5" fmla="*/ 17 h 40"/>
                <a:gd name="T6" fmla="*/ 127 w 161"/>
                <a:gd name="T7" fmla="*/ 17 h 40"/>
                <a:gd name="T8" fmla="*/ 123 w 161"/>
                <a:gd name="T9" fmla="*/ 10 h 40"/>
                <a:gd name="T10" fmla="*/ 109 w 161"/>
                <a:gd name="T11" fmla="*/ 10 h 40"/>
                <a:gd name="T12" fmla="*/ 101 w 161"/>
                <a:gd name="T13" fmla="*/ 3 h 40"/>
                <a:gd name="T14" fmla="*/ 83 w 161"/>
                <a:gd name="T15" fmla="*/ 5 h 40"/>
                <a:gd name="T16" fmla="*/ 73 w 161"/>
                <a:gd name="T17" fmla="*/ 7 h 40"/>
                <a:gd name="T18" fmla="*/ 68 w 161"/>
                <a:gd name="T19" fmla="*/ 12 h 40"/>
                <a:gd name="T20" fmla="*/ 45 w 161"/>
                <a:gd name="T21" fmla="*/ 12 h 40"/>
                <a:gd name="T22" fmla="*/ 23 w 161"/>
                <a:gd name="T23" fmla="*/ 12 h 40"/>
                <a:gd name="T24" fmla="*/ 16 w 161"/>
                <a:gd name="T25" fmla="*/ 14 h 40"/>
                <a:gd name="T26" fmla="*/ 16 w 161"/>
                <a:gd name="T27" fmla="*/ 22 h 40"/>
                <a:gd name="T28" fmla="*/ 19 w 161"/>
                <a:gd name="T29" fmla="*/ 26 h 40"/>
                <a:gd name="T30" fmla="*/ 28 w 161"/>
                <a:gd name="T31" fmla="*/ 26 h 40"/>
                <a:gd name="T32" fmla="*/ 28 w 161"/>
                <a:gd name="T33" fmla="*/ 22 h 40"/>
                <a:gd name="T34" fmla="*/ 30 w 161"/>
                <a:gd name="T35" fmla="*/ 24 h 40"/>
                <a:gd name="T36" fmla="*/ 38 w 161"/>
                <a:gd name="T37" fmla="*/ 19 h 40"/>
                <a:gd name="T38" fmla="*/ 64 w 161"/>
                <a:gd name="T39" fmla="*/ 19 h 40"/>
                <a:gd name="T40" fmla="*/ 68 w 161"/>
                <a:gd name="T41" fmla="*/ 17 h 40"/>
                <a:gd name="T42" fmla="*/ 73 w 161"/>
                <a:gd name="T43" fmla="*/ 17 h 40"/>
                <a:gd name="T44" fmla="*/ 80 w 161"/>
                <a:gd name="T45" fmla="*/ 19 h 40"/>
                <a:gd name="T46" fmla="*/ 83 w 161"/>
                <a:gd name="T47" fmla="*/ 19 h 40"/>
                <a:gd name="T48" fmla="*/ 73 w 161"/>
                <a:gd name="T49" fmla="*/ 17 h 40"/>
                <a:gd name="T50" fmla="*/ 68 w 161"/>
                <a:gd name="T51" fmla="*/ 17 h 40"/>
                <a:gd name="T52" fmla="*/ 64 w 161"/>
                <a:gd name="T53" fmla="*/ 19 h 40"/>
                <a:gd name="T54" fmla="*/ 61 w 161"/>
                <a:gd name="T55" fmla="*/ 19 h 40"/>
                <a:gd name="T56" fmla="*/ 52 w 161"/>
                <a:gd name="T57" fmla="*/ 22 h 40"/>
                <a:gd name="T58" fmla="*/ 45 w 161"/>
                <a:gd name="T59" fmla="*/ 22 h 40"/>
                <a:gd name="T60" fmla="*/ 33 w 161"/>
                <a:gd name="T61" fmla="*/ 24 h 40"/>
                <a:gd name="T62" fmla="*/ 33 w 161"/>
                <a:gd name="T63" fmla="*/ 29 h 40"/>
                <a:gd name="T64" fmla="*/ 35 w 161"/>
                <a:gd name="T65" fmla="*/ 29 h 40"/>
                <a:gd name="T66" fmla="*/ 33 w 161"/>
                <a:gd name="T67" fmla="*/ 29 h 40"/>
                <a:gd name="T68" fmla="*/ 26 w 161"/>
                <a:gd name="T69" fmla="*/ 29 h 40"/>
                <a:gd name="T70" fmla="*/ 21 w 161"/>
                <a:gd name="T71" fmla="*/ 31 h 40"/>
                <a:gd name="T72" fmla="*/ 23 w 161"/>
                <a:gd name="T73" fmla="*/ 33 h 40"/>
                <a:gd name="T74" fmla="*/ 21 w 161"/>
                <a:gd name="T75" fmla="*/ 31 h 40"/>
                <a:gd name="T76" fmla="*/ 14 w 161"/>
                <a:gd name="T77" fmla="*/ 29 h 40"/>
                <a:gd name="T78" fmla="*/ 12 w 161"/>
                <a:gd name="T79" fmla="*/ 22 h 40"/>
                <a:gd name="T80" fmla="*/ 9 w 161"/>
                <a:gd name="T81" fmla="*/ 19 h 40"/>
                <a:gd name="T82" fmla="*/ 2 w 161"/>
                <a:gd name="T83" fmla="*/ 24 h 40"/>
                <a:gd name="T84" fmla="*/ 0 w 161"/>
                <a:gd name="T85" fmla="*/ 29 h 40"/>
                <a:gd name="T86" fmla="*/ 2 w 161"/>
                <a:gd name="T87" fmla="*/ 38 h 40"/>
                <a:gd name="T88" fmla="*/ 4 w 161"/>
                <a:gd name="T89" fmla="*/ 40 h 40"/>
                <a:gd name="T90" fmla="*/ 12 w 161"/>
                <a:gd name="T91" fmla="*/ 36 h 40"/>
                <a:gd name="T92" fmla="*/ 54 w 161"/>
                <a:gd name="T93" fmla="*/ 36 h 40"/>
                <a:gd name="T94" fmla="*/ 59 w 161"/>
                <a:gd name="T95" fmla="*/ 26 h 40"/>
                <a:gd name="T96" fmla="*/ 71 w 161"/>
                <a:gd name="T97" fmla="*/ 24 h 40"/>
                <a:gd name="T98" fmla="*/ 85 w 161"/>
                <a:gd name="T99" fmla="*/ 22 h 40"/>
                <a:gd name="T100" fmla="*/ 92 w 161"/>
                <a:gd name="T101" fmla="*/ 14 h 40"/>
                <a:gd name="T102" fmla="*/ 101 w 161"/>
                <a:gd name="T103" fmla="*/ 19 h 40"/>
                <a:gd name="T104" fmla="*/ 111 w 161"/>
                <a:gd name="T105" fmla="*/ 24 h 40"/>
                <a:gd name="T106" fmla="*/ 123 w 161"/>
                <a:gd name="T107" fmla="*/ 26 h 40"/>
                <a:gd name="T108" fmla="*/ 127 w 161"/>
                <a:gd name="T109" fmla="*/ 29 h 40"/>
                <a:gd name="T110" fmla="*/ 139 w 161"/>
                <a:gd name="T111" fmla="*/ 33 h 40"/>
                <a:gd name="T112" fmla="*/ 151 w 161"/>
                <a:gd name="T113" fmla="*/ 2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61" h="40">
                  <a:moveTo>
                    <a:pt x="161" y="19"/>
                  </a:moveTo>
                  <a:lnTo>
                    <a:pt x="158" y="19"/>
                  </a:lnTo>
                  <a:lnTo>
                    <a:pt x="158" y="17"/>
                  </a:lnTo>
                  <a:lnTo>
                    <a:pt x="158" y="17"/>
                  </a:lnTo>
                  <a:lnTo>
                    <a:pt x="158" y="17"/>
                  </a:lnTo>
                  <a:lnTo>
                    <a:pt x="158" y="17"/>
                  </a:lnTo>
                  <a:lnTo>
                    <a:pt x="156" y="17"/>
                  </a:lnTo>
                  <a:lnTo>
                    <a:pt x="156" y="14"/>
                  </a:lnTo>
                  <a:lnTo>
                    <a:pt x="156" y="14"/>
                  </a:lnTo>
                  <a:lnTo>
                    <a:pt x="154" y="14"/>
                  </a:lnTo>
                  <a:lnTo>
                    <a:pt x="154" y="14"/>
                  </a:lnTo>
                  <a:lnTo>
                    <a:pt x="151" y="12"/>
                  </a:lnTo>
                  <a:lnTo>
                    <a:pt x="151" y="12"/>
                  </a:lnTo>
                  <a:lnTo>
                    <a:pt x="151" y="14"/>
                  </a:lnTo>
                  <a:lnTo>
                    <a:pt x="149" y="14"/>
                  </a:lnTo>
                  <a:lnTo>
                    <a:pt x="149" y="14"/>
                  </a:lnTo>
                  <a:lnTo>
                    <a:pt x="149" y="14"/>
                  </a:lnTo>
                  <a:lnTo>
                    <a:pt x="146" y="14"/>
                  </a:lnTo>
                  <a:lnTo>
                    <a:pt x="146" y="14"/>
                  </a:lnTo>
                  <a:lnTo>
                    <a:pt x="144" y="17"/>
                  </a:lnTo>
                  <a:lnTo>
                    <a:pt x="142" y="17"/>
                  </a:lnTo>
                  <a:lnTo>
                    <a:pt x="139" y="17"/>
                  </a:lnTo>
                  <a:lnTo>
                    <a:pt x="137" y="19"/>
                  </a:lnTo>
                  <a:lnTo>
                    <a:pt x="135" y="19"/>
                  </a:lnTo>
                  <a:lnTo>
                    <a:pt x="132" y="19"/>
                  </a:lnTo>
                  <a:lnTo>
                    <a:pt x="132" y="19"/>
                  </a:lnTo>
                  <a:lnTo>
                    <a:pt x="130" y="19"/>
                  </a:lnTo>
                  <a:lnTo>
                    <a:pt x="127" y="17"/>
                  </a:lnTo>
                  <a:lnTo>
                    <a:pt x="125" y="17"/>
                  </a:lnTo>
                  <a:lnTo>
                    <a:pt x="125" y="17"/>
                  </a:lnTo>
                  <a:lnTo>
                    <a:pt x="125" y="14"/>
                  </a:lnTo>
                  <a:lnTo>
                    <a:pt x="125" y="12"/>
                  </a:lnTo>
                  <a:lnTo>
                    <a:pt x="125" y="12"/>
                  </a:lnTo>
                  <a:lnTo>
                    <a:pt x="123" y="10"/>
                  </a:lnTo>
                  <a:lnTo>
                    <a:pt x="123" y="10"/>
                  </a:lnTo>
                  <a:lnTo>
                    <a:pt x="120" y="10"/>
                  </a:lnTo>
                  <a:lnTo>
                    <a:pt x="118" y="7"/>
                  </a:lnTo>
                  <a:lnTo>
                    <a:pt x="116" y="10"/>
                  </a:lnTo>
                  <a:lnTo>
                    <a:pt x="113" y="12"/>
                  </a:lnTo>
                  <a:lnTo>
                    <a:pt x="111" y="12"/>
                  </a:lnTo>
                  <a:lnTo>
                    <a:pt x="111" y="10"/>
                  </a:lnTo>
                  <a:lnTo>
                    <a:pt x="109" y="10"/>
                  </a:lnTo>
                  <a:lnTo>
                    <a:pt x="109" y="10"/>
                  </a:lnTo>
                  <a:lnTo>
                    <a:pt x="106" y="5"/>
                  </a:lnTo>
                  <a:lnTo>
                    <a:pt x="106" y="5"/>
                  </a:lnTo>
                  <a:lnTo>
                    <a:pt x="106" y="3"/>
                  </a:lnTo>
                  <a:lnTo>
                    <a:pt x="106" y="3"/>
                  </a:lnTo>
                  <a:lnTo>
                    <a:pt x="104" y="3"/>
                  </a:lnTo>
                  <a:lnTo>
                    <a:pt x="101" y="3"/>
                  </a:lnTo>
                  <a:lnTo>
                    <a:pt x="97" y="0"/>
                  </a:lnTo>
                  <a:lnTo>
                    <a:pt x="94" y="0"/>
                  </a:lnTo>
                  <a:lnTo>
                    <a:pt x="92" y="0"/>
                  </a:lnTo>
                  <a:lnTo>
                    <a:pt x="90" y="0"/>
                  </a:lnTo>
                  <a:lnTo>
                    <a:pt x="85" y="5"/>
                  </a:lnTo>
                  <a:lnTo>
                    <a:pt x="83" y="5"/>
                  </a:lnTo>
                  <a:lnTo>
                    <a:pt x="83" y="5"/>
                  </a:lnTo>
                  <a:lnTo>
                    <a:pt x="83" y="3"/>
                  </a:lnTo>
                  <a:lnTo>
                    <a:pt x="83" y="3"/>
                  </a:lnTo>
                  <a:lnTo>
                    <a:pt x="80" y="3"/>
                  </a:lnTo>
                  <a:lnTo>
                    <a:pt x="78" y="3"/>
                  </a:lnTo>
                  <a:lnTo>
                    <a:pt x="75" y="5"/>
                  </a:lnTo>
                  <a:lnTo>
                    <a:pt x="73" y="5"/>
                  </a:lnTo>
                  <a:lnTo>
                    <a:pt x="73" y="7"/>
                  </a:lnTo>
                  <a:lnTo>
                    <a:pt x="71" y="7"/>
                  </a:lnTo>
                  <a:lnTo>
                    <a:pt x="71" y="10"/>
                  </a:lnTo>
                  <a:lnTo>
                    <a:pt x="71" y="10"/>
                  </a:lnTo>
                  <a:lnTo>
                    <a:pt x="71" y="10"/>
                  </a:lnTo>
                  <a:lnTo>
                    <a:pt x="71" y="12"/>
                  </a:lnTo>
                  <a:lnTo>
                    <a:pt x="71" y="12"/>
                  </a:lnTo>
                  <a:lnTo>
                    <a:pt x="68" y="12"/>
                  </a:lnTo>
                  <a:lnTo>
                    <a:pt x="64" y="12"/>
                  </a:lnTo>
                  <a:lnTo>
                    <a:pt x="61" y="12"/>
                  </a:lnTo>
                  <a:lnTo>
                    <a:pt x="57" y="12"/>
                  </a:lnTo>
                  <a:lnTo>
                    <a:pt x="54" y="12"/>
                  </a:lnTo>
                  <a:lnTo>
                    <a:pt x="52" y="12"/>
                  </a:lnTo>
                  <a:lnTo>
                    <a:pt x="47" y="12"/>
                  </a:lnTo>
                  <a:lnTo>
                    <a:pt x="45" y="12"/>
                  </a:lnTo>
                  <a:lnTo>
                    <a:pt x="40" y="12"/>
                  </a:lnTo>
                  <a:lnTo>
                    <a:pt x="40" y="12"/>
                  </a:lnTo>
                  <a:lnTo>
                    <a:pt x="38" y="12"/>
                  </a:lnTo>
                  <a:lnTo>
                    <a:pt x="35" y="12"/>
                  </a:lnTo>
                  <a:lnTo>
                    <a:pt x="30" y="12"/>
                  </a:lnTo>
                  <a:lnTo>
                    <a:pt x="28" y="12"/>
                  </a:lnTo>
                  <a:lnTo>
                    <a:pt x="23" y="12"/>
                  </a:lnTo>
                  <a:lnTo>
                    <a:pt x="21" y="12"/>
                  </a:lnTo>
                  <a:lnTo>
                    <a:pt x="19" y="12"/>
                  </a:lnTo>
                  <a:lnTo>
                    <a:pt x="14" y="12"/>
                  </a:lnTo>
                  <a:lnTo>
                    <a:pt x="14" y="12"/>
                  </a:lnTo>
                  <a:lnTo>
                    <a:pt x="14" y="12"/>
                  </a:lnTo>
                  <a:lnTo>
                    <a:pt x="14" y="14"/>
                  </a:lnTo>
                  <a:lnTo>
                    <a:pt x="16" y="14"/>
                  </a:lnTo>
                  <a:lnTo>
                    <a:pt x="14" y="17"/>
                  </a:lnTo>
                  <a:lnTo>
                    <a:pt x="14" y="19"/>
                  </a:lnTo>
                  <a:lnTo>
                    <a:pt x="14" y="19"/>
                  </a:lnTo>
                  <a:lnTo>
                    <a:pt x="16" y="19"/>
                  </a:lnTo>
                  <a:lnTo>
                    <a:pt x="16" y="19"/>
                  </a:lnTo>
                  <a:lnTo>
                    <a:pt x="16" y="19"/>
                  </a:lnTo>
                  <a:lnTo>
                    <a:pt x="16" y="22"/>
                  </a:lnTo>
                  <a:lnTo>
                    <a:pt x="16" y="22"/>
                  </a:lnTo>
                  <a:lnTo>
                    <a:pt x="19" y="22"/>
                  </a:lnTo>
                  <a:lnTo>
                    <a:pt x="19" y="24"/>
                  </a:lnTo>
                  <a:lnTo>
                    <a:pt x="19" y="24"/>
                  </a:lnTo>
                  <a:lnTo>
                    <a:pt x="16" y="24"/>
                  </a:lnTo>
                  <a:lnTo>
                    <a:pt x="16" y="26"/>
                  </a:lnTo>
                  <a:lnTo>
                    <a:pt x="19" y="26"/>
                  </a:lnTo>
                  <a:lnTo>
                    <a:pt x="23" y="26"/>
                  </a:lnTo>
                  <a:lnTo>
                    <a:pt x="23" y="26"/>
                  </a:lnTo>
                  <a:lnTo>
                    <a:pt x="26" y="26"/>
                  </a:lnTo>
                  <a:lnTo>
                    <a:pt x="28" y="26"/>
                  </a:lnTo>
                  <a:lnTo>
                    <a:pt x="28" y="26"/>
                  </a:lnTo>
                  <a:lnTo>
                    <a:pt x="28" y="26"/>
                  </a:lnTo>
                  <a:lnTo>
                    <a:pt x="28" y="26"/>
                  </a:lnTo>
                  <a:lnTo>
                    <a:pt x="28" y="26"/>
                  </a:lnTo>
                  <a:lnTo>
                    <a:pt x="28" y="24"/>
                  </a:lnTo>
                  <a:lnTo>
                    <a:pt x="28" y="24"/>
                  </a:lnTo>
                  <a:lnTo>
                    <a:pt x="28" y="24"/>
                  </a:lnTo>
                  <a:lnTo>
                    <a:pt x="28" y="24"/>
                  </a:lnTo>
                  <a:lnTo>
                    <a:pt x="28" y="24"/>
                  </a:lnTo>
                  <a:lnTo>
                    <a:pt x="28" y="22"/>
                  </a:lnTo>
                  <a:lnTo>
                    <a:pt x="28" y="24"/>
                  </a:lnTo>
                  <a:lnTo>
                    <a:pt x="28" y="24"/>
                  </a:lnTo>
                  <a:lnTo>
                    <a:pt x="28" y="24"/>
                  </a:lnTo>
                  <a:lnTo>
                    <a:pt x="28" y="24"/>
                  </a:lnTo>
                  <a:lnTo>
                    <a:pt x="30" y="26"/>
                  </a:lnTo>
                  <a:lnTo>
                    <a:pt x="30" y="24"/>
                  </a:lnTo>
                  <a:lnTo>
                    <a:pt x="30" y="24"/>
                  </a:lnTo>
                  <a:lnTo>
                    <a:pt x="30" y="24"/>
                  </a:lnTo>
                  <a:lnTo>
                    <a:pt x="30" y="24"/>
                  </a:lnTo>
                  <a:lnTo>
                    <a:pt x="33" y="22"/>
                  </a:lnTo>
                  <a:lnTo>
                    <a:pt x="35" y="22"/>
                  </a:lnTo>
                  <a:lnTo>
                    <a:pt x="35" y="19"/>
                  </a:lnTo>
                  <a:lnTo>
                    <a:pt x="38" y="19"/>
                  </a:lnTo>
                  <a:lnTo>
                    <a:pt x="38" y="19"/>
                  </a:lnTo>
                  <a:lnTo>
                    <a:pt x="40" y="22"/>
                  </a:lnTo>
                  <a:lnTo>
                    <a:pt x="57" y="19"/>
                  </a:lnTo>
                  <a:lnTo>
                    <a:pt x="59" y="19"/>
                  </a:lnTo>
                  <a:lnTo>
                    <a:pt x="61" y="17"/>
                  </a:lnTo>
                  <a:lnTo>
                    <a:pt x="61" y="17"/>
                  </a:lnTo>
                  <a:lnTo>
                    <a:pt x="64" y="17"/>
                  </a:lnTo>
                  <a:lnTo>
                    <a:pt x="64" y="19"/>
                  </a:lnTo>
                  <a:lnTo>
                    <a:pt x="66" y="19"/>
                  </a:lnTo>
                  <a:lnTo>
                    <a:pt x="66" y="17"/>
                  </a:lnTo>
                  <a:lnTo>
                    <a:pt x="66" y="17"/>
                  </a:lnTo>
                  <a:lnTo>
                    <a:pt x="66" y="17"/>
                  </a:lnTo>
                  <a:lnTo>
                    <a:pt x="68" y="17"/>
                  </a:lnTo>
                  <a:lnTo>
                    <a:pt x="68" y="17"/>
                  </a:lnTo>
                  <a:lnTo>
                    <a:pt x="68" y="17"/>
                  </a:lnTo>
                  <a:lnTo>
                    <a:pt x="71" y="17"/>
                  </a:lnTo>
                  <a:lnTo>
                    <a:pt x="71" y="17"/>
                  </a:lnTo>
                  <a:lnTo>
                    <a:pt x="71" y="17"/>
                  </a:lnTo>
                  <a:lnTo>
                    <a:pt x="71" y="17"/>
                  </a:lnTo>
                  <a:lnTo>
                    <a:pt x="71" y="17"/>
                  </a:lnTo>
                  <a:lnTo>
                    <a:pt x="73" y="17"/>
                  </a:lnTo>
                  <a:lnTo>
                    <a:pt x="73" y="17"/>
                  </a:lnTo>
                  <a:lnTo>
                    <a:pt x="73" y="17"/>
                  </a:lnTo>
                  <a:lnTo>
                    <a:pt x="73" y="17"/>
                  </a:lnTo>
                  <a:lnTo>
                    <a:pt x="75" y="19"/>
                  </a:lnTo>
                  <a:lnTo>
                    <a:pt x="75" y="19"/>
                  </a:lnTo>
                  <a:lnTo>
                    <a:pt x="75" y="19"/>
                  </a:lnTo>
                  <a:lnTo>
                    <a:pt x="78" y="19"/>
                  </a:lnTo>
                  <a:lnTo>
                    <a:pt x="80" y="19"/>
                  </a:lnTo>
                  <a:lnTo>
                    <a:pt x="80" y="19"/>
                  </a:lnTo>
                  <a:lnTo>
                    <a:pt x="80" y="19"/>
                  </a:lnTo>
                  <a:lnTo>
                    <a:pt x="80" y="19"/>
                  </a:lnTo>
                  <a:lnTo>
                    <a:pt x="83" y="19"/>
                  </a:lnTo>
                  <a:lnTo>
                    <a:pt x="83" y="17"/>
                  </a:lnTo>
                  <a:lnTo>
                    <a:pt x="83" y="17"/>
                  </a:lnTo>
                  <a:lnTo>
                    <a:pt x="83" y="19"/>
                  </a:lnTo>
                  <a:lnTo>
                    <a:pt x="80" y="22"/>
                  </a:lnTo>
                  <a:lnTo>
                    <a:pt x="78" y="22"/>
                  </a:lnTo>
                  <a:lnTo>
                    <a:pt x="75" y="19"/>
                  </a:lnTo>
                  <a:lnTo>
                    <a:pt x="75" y="19"/>
                  </a:lnTo>
                  <a:lnTo>
                    <a:pt x="75" y="19"/>
                  </a:lnTo>
                  <a:lnTo>
                    <a:pt x="73" y="17"/>
                  </a:lnTo>
                  <a:lnTo>
                    <a:pt x="73" y="17"/>
                  </a:lnTo>
                  <a:lnTo>
                    <a:pt x="73" y="17"/>
                  </a:lnTo>
                  <a:lnTo>
                    <a:pt x="71" y="19"/>
                  </a:lnTo>
                  <a:lnTo>
                    <a:pt x="71" y="19"/>
                  </a:lnTo>
                  <a:lnTo>
                    <a:pt x="71" y="17"/>
                  </a:lnTo>
                  <a:lnTo>
                    <a:pt x="71" y="17"/>
                  </a:lnTo>
                  <a:lnTo>
                    <a:pt x="68" y="17"/>
                  </a:lnTo>
                  <a:lnTo>
                    <a:pt x="68" y="17"/>
                  </a:lnTo>
                  <a:lnTo>
                    <a:pt x="68" y="17"/>
                  </a:lnTo>
                  <a:lnTo>
                    <a:pt x="68" y="17"/>
                  </a:lnTo>
                  <a:lnTo>
                    <a:pt x="66" y="19"/>
                  </a:lnTo>
                  <a:lnTo>
                    <a:pt x="66" y="19"/>
                  </a:lnTo>
                  <a:lnTo>
                    <a:pt x="66" y="19"/>
                  </a:lnTo>
                  <a:lnTo>
                    <a:pt x="66" y="19"/>
                  </a:lnTo>
                  <a:lnTo>
                    <a:pt x="64" y="19"/>
                  </a:lnTo>
                  <a:lnTo>
                    <a:pt x="64" y="19"/>
                  </a:lnTo>
                  <a:lnTo>
                    <a:pt x="64" y="19"/>
                  </a:lnTo>
                  <a:lnTo>
                    <a:pt x="64" y="19"/>
                  </a:lnTo>
                  <a:lnTo>
                    <a:pt x="61" y="19"/>
                  </a:lnTo>
                  <a:lnTo>
                    <a:pt x="61" y="19"/>
                  </a:lnTo>
                  <a:lnTo>
                    <a:pt x="61" y="19"/>
                  </a:lnTo>
                  <a:lnTo>
                    <a:pt x="61" y="19"/>
                  </a:lnTo>
                  <a:lnTo>
                    <a:pt x="57" y="22"/>
                  </a:lnTo>
                  <a:lnTo>
                    <a:pt x="57" y="22"/>
                  </a:lnTo>
                  <a:lnTo>
                    <a:pt x="52" y="22"/>
                  </a:lnTo>
                  <a:lnTo>
                    <a:pt x="52" y="22"/>
                  </a:lnTo>
                  <a:lnTo>
                    <a:pt x="52" y="22"/>
                  </a:lnTo>
                  <a:lnTo>
                    <a:pt x="52" y="22"/>
                  </a:lnTo>
                  <a:lnTo>
                    <a:pt x="52" y="22"/>
                  </a:lnTo>
                  <a:lnTo>
                    <a:pt x="49" y="22"/>
                  </a:lnTo>
                  <a:lnTo>
                    <a:pt x="49" y="22"/>
                  </a:lnTo>
                  <a:lnTo>
                    <a:pt x="49" y="22"/>
                  </a:lnTo>
                  <a:lnTo>
                    <a:pt x="49" y="22"/>
                  </a:lnTo>
                  <a:lnTo>
                    <a:pt x="49" y="22"/>
                  </a:lnTo>
                  <a:lnTo>
                    <a:pt x="47" y="22"/>
                  </a:lnTo>
                  <a:lnTo>
                    <a:pt x="45" y="22"/>
                  </a:lnTo>
                  <a:lnTo>
                    <a:pt x="38" y="22"/>
                  </a:lnTo>
                  <a:lnTo>
                    <a:pt x="35" y="22"/>
                  </a:lnTo>
                  <a:lnTo>
                    <a:pt x="35" y="22"/>
                  </a:lnTo>
                  <a:lnTo>
                    <a:pt x="35" y="22"/>
                  </a:lnTo>
                  <a:lnTo>
                    <a:pt x="35" y="22"/>
                  </a:lnTo>
                  <a:lnTo>
                    <a:pt x="35" y="22"/>
                  </a:lnTo>
                  <a:lnTo>
                    <a:pt x="33" y="24"/>
                  </a:lnTo>
                  <a:lnTo>
                    <a:pt x="33" y="24"/>
                  </a:lnTo>
                  <a:lnTo>
                    <a:pt x="33" y="26"/>
                  </a:lnTo>
                  <a:lnTo>
                    <a:pt x="33" y="26"/>
                  </a:lnTo>
                  <a:lnTo>
                    <a:pt x="33" y="26"/>
                  </a:lnTo>
                  <a:lnTo>
                    <a:pt x="33" y="26"/>
                  </a:lnTo>
                  <a:lnTo>
                    <a:pt x="33" y="26"/>
                  </a:lnTo>
                  <a:lnTo>
                    <a:pt x="33" y="29"/>
                  </a:lnTo>
                  <a:lnTo>
                    <a:pt x="33" y="29"/>
                  </a:lnTo>
                  <a:lnTo>
                    <a:pt x="33" y="29"/>
                  </a:lnTo>
                  <a:lnTo>
                    <a:pt x="33" y="31"/>
                  </a:lnTo>
                  <a:lnTo>
                    <a:pt x="33" y="31"/>
                  </a:lnTo>
                  <a:lnTo>
                    <a:pt x="35" y="31"/>
                  </a:lnTo>
                  <a:lnTo>
                    <a:pt x="35" y="29"/>
                  </a:lnTo>
                  <a:lnTo>
                    <a:pt x="35" y="29"/>
                  </a:lnTo>
                  <a:lnTo>
                    <a:pt x="35" y="29"/>
                  </a:lnTo>
                  <a:lnTo>
                    <a:pt x="35" y="29"/>
                  </a:lnTo>
                  <a:lnTo>
                    <a:pt x="35" y="29"/>
                  </a:lnTo>
                  <a:lnTo>
                    <a:pt x="35" y="31"/>
                  </a:lnTo>
                  <a:lnTo>
                    <a:pt x="33" y="31"/>
                  </a:lnTo>
                  <a:lnTo>
                    <a:pt x="33" y="31"/>
                  </a:lnTo>
                  <a:lnTo>
                    <a:pt x="33" y="29"/>
                  </a:lnTo>
                  <a:lnTo>
                    <a:pt x="33" y="29"/>
                  </a:lnTo>
                  <a:lnTo>
                    <a:pt x="33" y="29"/>
                  </a:lnTo>
                  <a:lnTo>
                    <a:pt x="30" y="26"/>
                  </a:lnTo>
                  <a:lnTo>
                    <a:pt x="30" y="26"/>
                  </a:lnTo>
                  <a:lnTo>
                    <a:pt x="28" y="29"/>
                  </a:lnTo>
                  <a:lnTo>
                    <a:pt x="26" y="29"/>
                  </a:lnTo>
                  <a:lnTo>
                    <a:pt x="26" y="29"/>
                  </a:lnTo>
                  <a:lnTo>
                    <a:pt x="26" y="31"/>
                  </a:lnTo>
                  <a:lnTo>
                    <a:pt x="23" y="31"/>
                  </a:lnTo>
                  <a:lnTo>
                    <a:pt x="23" y="29"/>
                  </a:lnTo>
                  <a:lnTo>
                    <a:pt x="23" y="29"/>
                  </a:lnTo>
                  <a:lnTo>
                    <a:pt x="23" y="29"/>
                  </a:lnTo>
                  <a:lnTo>
                    <a:pt x="21" y="29"/>
                  </a:lnTo>
                  <a:lnTo>
                    <a:pt x="21" y="31"/>
                  </a:lnTo>
                  <a:lnTo>
                    <a:pt x="21" y="31"/>
                  </a:lnTo>
                  <a:lnTo>
                    <a:pt x="23" y="31"/>
                  </a:lnTo>
                  <a:lnTo>
                    <a:pt x="23" y="31"/>
                  </a:lnTo>
                  <a:lnTo>
                    <a:pt x="23" y="31"/>
                  </a:lnTo>
                  <a:lnTo>
                    <a:pt x="23" y="31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23" y="33"/>
                  </a:lnTo>
                  <a:lnTo>
                    <a:pt x="21" y="33"/>
                  </a:lnTo>
                  <a:lnTo>
                    <a:pt x="23" y="33"/>
                  </a:lnTo>
                  <a:lnTo>
                    <a:pt x="23" y="31"/>
                  </a:lnTo>
                  <a:lnTo>
                    <a:pt x="21" y="31"/>
                  </a:lnTo>
                  <a:lnTo>
                    <a:pt x="21" y="31"/>
                  </a:lnTo>
                  <a:lnTo>
                    <a:pt x="21" y="31"/>
                  </a:lnTo>
                  <a:lnTo>
                    <a:pt x="19" y="31"/>
                  </a:lnTo>
                  <a:lnTo>
                    <a:pt x="19" y="29"/>
                  </a:lnTo>
                  <a:lnTo>
                    <a:pt x="19" y="29"/>
                  </a:lnTo>
                  <a:lnTo>
                    <a:pt x="19" y="29"/>
                  </a:lnTo>
                  <a:lnTo>
                    <a:pt x="16" y="29"/>
                  </a:lnTo>
                  <a:lnTo>
                    <a:pt x="14" y="29"/>
                  </a:lnTo>
                  <a:lnTo>
                    <a:pt x="14" y="26"/>
                  </a:lnTo>
                  <a:lnTo>
                    <a:pt x="14" y="26"/>
                  </a:lnTo>
                  <a:lnTo>
                    <a:pt x="12" y="24"/>
                  </a:lnTo>
                  <a:lnTo>
                    <a:pt x="12" y="22"/>
                  </a:lnTo>
                  <a:lnTo>
                    <a:pt x="12" y="22"/>
                  </a:lnTo>
                  <a:lnTo>
                    <a:pt x="12" y="22"/>
                  </a:lnTo>
                  <a:lnTo>
                    <a:pt x="12" y="22"/>
                  </a:lnTo>
                  <a:lnTo>
                    <a:pt x="14" y="22"/>
                  </a:lnTo>
                  <a:lnTo>
                    <a:pt x="14" y="19"/>
                  </a:lnTo>
                  <a:lnTo>
                    <a:pt x="12" y="19"/>
                  </a:lnTo>
                  <a:lnTo>
                    <a:pt x="12" y="19"/>
                  </a:lnTo>
                  <a:lnTo>
                    <a:pt x="12" y="19"/>
                  </a:lnTo>
                  <a:lnTo>
                    <a:pt x="9" y="19"/>
                  </a:lnTo>
                  <a:lnTo>
                    <a:pt x="9" y="19"/>
                  </a:lnTo>
                  <a:lnTo>
                    <a:pt x="9" y="19"/>
                  </a:lnTo>
                  <a:lnTo>
                    <a:pt x="9" y="19"/>
                  </a:lnTo>
                  <a:lnTo>
                    <a:pt x="9" y="17"/>
                  </a:lnTo>
                  <a:lnTo>
                    <a:pt x="7" y="19"/>
                  </a:lnTo>
                  <a:lnTo>
                    <a:pt x="4" y="22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2" y="33"/>
                  </a:lnTo>
                  <a:lnTo>
                    <a:pt x="2" y="36"/>
                  </a:lnTo>
                  <a:lnTo>
                    <a:pt x="2" y="38"/>
                  </a:lnTo>
                  <a:lnTo>
                    <a:pt x="2" y="38"/>
                  </a:lnTo>
                  <a:lnTo>
                    <a:pt x="2" y="40"/>
                  </a:lnTo>
                  <a:lnTo>
                    <a:pt x="2" y="40"/>
                  </a:lnTo>
                  <a:lnTo>
                    <a:pt x="2" y="40"/>
                  </a:lnTo>
                  <a:lnTo>
                    <a:pt x="4" y="40"/>
                  </a:lnTo>
                  <a:lnTo>
                    <a:pt x="4" y="40"/>
                  </a:lnTo>
                  <a:lnTo>
                    <a:pt x="4" y="40"/>
                  </a:lnTo>
                  <a:lnTo>
                    <a:pt x="4" y="40"/>
                  </a:lnTo>
                  <a:lnTo>
                    <a:pt x="4" y="38"/>
                  </a:lnTo>
                  <a:lnTo>
                    <a:pt x="4" y="38"/>
                  </a:lnTo>
                  <a:lnTo>
                    <a:pt x="7" y="38"/>
                  </a:lnTo>
                  <a:lnTo>
                    <a:pt x="7" y="36"/>
                  </a:lnTo>
                  <a:lnTo>
                    <a:pt x="9" y="36"/>
                  </a:lnTo>
                  <a:lnTo>
                    <a:pt x="12" y="36"/>
                  </a:lnTo>
                  <a:lnTo>
                    <a:pt x="19" y="36"/>
                  </a:lnTo>
                  <a:lnTo>
                    <a:pt x="28" y="36"/>
                  </a:lnTo>
                  <a:lnTo>
                    <a:pt x="40" y="36"/>
                  </a:lnTo>
                  <a:lnTo>
                    <a:pt x="47" y="36"/>
                  </a:lnTo>
                  <a:lnTo>
                    <a:pt x="49" y="36"/>
                  </a:lnTo>
                  <a:lnTo>
                    <a:pt x="52" y="36"/>
                  </a:lnTo>
                  <a:lnTo>
                    <a:pt x="54" y="36"/>
                  </a:lnTo>
                  <a:lnTo>
                    <a:pt x="54" y="36"/>
                  </a:lnTo>
                  <a:lnTo>
                    <a:pt x="54" y="31"/>
                  </a:lnTo>
                  <a:lnTo>
                    <a:pt x="54" y="31"/>
                  </a:lnTo>
                  <a:lnTo>
                    <a:pt x="54" y="26"/>
                  </a:lnTo>
                  <a:lnTo>
                    <a:pt x="54" y="26"/>
                  </a:lnTo>
                  <a:lnTo>
                    <a:pt x="54" y="26"/>
                  </a:lnTo>
                  <a:lnTo>
                    <a:pt x="59" y="26"/>
                  </a:lnTo>
                  <a:lnTo>
                    <a:pt x="61" y="24"/>
                  </a:lnTo>
                  <a:lnTo>
                    <a:pt x="61" y="24"/>
                  </a:lnTo>
                  <a:lnTo>
                    <a:pt x="66" y="26"/>
                  </a:lnTo>
                  <a:lnTo>
                    <a:pt x="66" y="26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71" y="24"/>
                  </a:lnTo>
                  <a:lnTo>
                    <a:pt x="71" y="24"/>
                  </a:lnTo>
                  <a:lnTo>
                    <a:pt x="78" y="24"/>
                  </a:lnTo>
                  <a:lnTo>
                    <a:pt x="80" y="24"/>
                  </a:lnTo>
                  <a:lnTo>
                    <a:pt x="80" y="24"/>
                  </a:lnTo>
                  <a:lnTo>
                    <a:pt x="83" y="24"/>
                  </a:lnTo>
                  <a:lnTo>
                    <a:pt x="85" y="24"/>
                  </a:lnTo>
                  <a:lnTo>
                    <a:pt x="85" y="22"/>
                  </a:lnTo>
                  <a:lnTo>
                    <a:pt x="85" y="19"/>
                  </a:lnTo>
                  <a:lnTo>
                    <a:pt x="87" y="17"/>
                  </a:lnTo>
                  <a:lnTo>
                    <a:pt x="87" y="14"/>
                  </a:lnTo>
                  <a:lnTo>
                    <a:pt x="87" y="14"/>
                  </a:lnTo>
                  <a:lnTo>
                    <a:pt x="90" y="12"/>
                  </a:lnTo>
                  <a:lnTo>
                    <a:pt x="90" y="12"/>
                  </a:lnTo>
                  <a:lnTo>
                    <a:pt x="92" y="14"/>
                  </a:lnTo>
                  <a:lnTo>
                    <a:pt x="94" y="17"/>
                  </a:lnTo>
                  <a:lnTo>
                    <a:pt x="97" y="17"/>
                  </a:lnTo>
                  <a:lnTo>
                    <a:pt x="97" y="17"/>
                  </a:lnTo>
                  <a:lnTo>
                    <a:pt x="97" y="17"/>
                  </a:lnTo>
                  <a:lnTo>
                    <a:pt x="97" y="17"/>
                  </a:lnTo>
                  <a:lnTo>
                    <a:pt x="101" y="19"/>
                  </a:lnTo>
                  <a:lnTo>
                    <a:pt x="101" y="19"/>
                  </a:lnTo>
                  <a:lnTo>
                    <a:pt x="104" y="19"/>
                  </a:lnTo>
                  <a:lnTo>
                    <a:pt x="106" y="19"/>
                  </a:lnTo>
                  <a:lnTo>
                    <a:pt x="106" y="22"/>
                  </a:lnTo>
                  <a:lnTo>
                    <a:pt x="109" y="22"/>
                  </a:lnTo>
                  <a:lnTo>
                    <a:pt x="109" y="22"/>
                  </a:lnTo>
                  <a:lnTo>
                    <a:pt x="109" y="22"/>
                  </a:lnTo>
                  <a:lnTo>
                    <a:pt x="111" y="24"/>
                  </a:lnTo>
                  <a:lnTo>
                    <a:pt x="113" y="26"/>
                  </a:lnTo>
                  <a:lnTo>
                    <a:pt x="113" y="26"/>
                  </a:lnTo>
                  <a:lnTo>
                    <a:pt x="116" y="26"/>
                  </a:lnTo>
                  <a:lnTo>
                    <a:pt x="118" y="26"/>
                  </a:lnTo>
                  <a:lnTo>
                    <a:pt x="120" y="26"/>
                  </a:lnTo>
                  <a:lnTo>
                    <a:pt x="120" y="26"/>
                  </a:lnTo>
                  <a:lnTo>
                    <a:pt x="123" y="26"/>
                  </a:lnTo>
                  <a:lnTo>
                    <a:pt x="123" y="29"/>
                  </a:lnTo>
                  <a:lnTo>
                    <a:pt x="123" y="29"/>
                  </a:lnTo>
                  <a:lnTo>
                    <a:pt x="123" y="29"/>
                  </a:lnTo>
                  <a:lnTo>
                    <a:pt x="125" y="29"/>
                  </a:lnTo>
                  <a:lnTo>
                    <a:pt x="125" y="29"/>
                  </a:lnTo>
                  <a:lnTo>
                    <a:pt x="127" y="29"/>
                  </a:lnTo>
                  <a:lnTo>
                    <a:pt x="127" y="29"/>
                  </a:lnTo>
                  <a:lnTo>
                    <a:pt x="127" y="31"/>
                  </a:lnTo>
                  <a:lnTo>
                    <a:pt x="127" y="31"/>
                  </a:lnTo>
                  <a:lnTo>
                    <a:pt x="130" y="31"/>
                  </a:lnTo>
                  <a:lnTo>
                    <a:pt x="132" y="31"/>
                  </a:lnTo>
                  <a:lnTo>
                    <a:pt x="132" y="31"/>
                  </a:lnTo>
                  <a:lnTo>
                    <a:pt x="137" y="31"/>
                  </a:lnTo>
                  <a:lnTo>
                    <a:pt x="139" y="33"/>
                  </a:lnTo>
                  <a:lnTo>
                    <a:pt x="142" y="33"/>
                  </a:lnTo>
                  <a:lnTo>
                    <a:pt x="142" y="31"/>
                  </a:lnTo>
                  <a:lnTo>
                    <a:pt x="144" y="29"/>
                  </a:lnTo>
                  <a:lnTo>
                    <a:pt x="144" y="29"/>
                  </a:lnTo>
                  <a:lnTo>
                    <a:pt x="146" y="29"/>
                  </a:lnTo>
                  <a:lnTo>
                    <a:pt x="149" y="29"/>
                  </a:lnTo>
                  <a:lnTo>
                    <a:pt x="151" y="29"/>
                  </a:lnTo>
                  <a:lnTo>
                    <a:pt x="154" y="29"/>
                  </a:lnTo>
                  <a:lnTo>
                    <a:pt x="156" y="29"/>
                  </a:lnTo>
                  <a:lnTo>
                    <a:pt x="158" y="26"/>
                  </a:lnTo>
                  <a:lnTo>
                    <a:pt x="161" y="24"/>
                  </a:lnTo>
                  <a:lnTo>
                    <a:pt x="161" y="22"/>
                  </a:lnTo>
                  <a:lnTo>
                    <a:pt x="161" y="19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46">
              <a:extLst>
                <a:ext uri="{FF2B5EF4-FFF2-40B4-BE49-F238E27FC236}">
                  <a16:creationId xmlns:a16="http://schemas.microsoft.com/office/drawing/2014/main" id="{5E51CDAD-2EED-88A9-2EFF-CEEDD690F4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15232" y="3173706"/>
              <a:ext cx="394777" cy="425341"/>
            </a:xfrm>
            <a:custGeom>
              <a:avLst/>
              <a:gdLst>
                <a:gd name="T0" fmla="*/ 289 w 310"/>
                <a:gd name="T1" fmla="*/ 137 h 334"/>
                <a:gd name="T2" fmla="*/ 279 w 310"/>
                <a:gd name="T3" fmla="*/ 125 h 334"/>
                <a:gd name="T4" fmla="*/ 291 w 310"/>
                <a:gd name="T5" fmla="*/ 95 h 334"/>
                <a:gd name="T6" fmla="*/ 303 w 310"/>
                <a:gd name="T7" fmla="*/ 69 h 334"/>
                <a:gd name="T8" fmla="*/ 286 w 310"/>
                <a:gd name="T9" fmla="*/ 50 h 334"/>
                <a:gd name="T10" fmla="*/ 263 w 310"/>
                <a:gd name="T11" fmla="*/ 52 h 334"/>
                <a:gd name="T12" fmla="*/ 239 w 310"/>
                <a:gd name="T13" fmla="*/ 57 h 334"/>
                <a:gd name="T14" fmla="*/ 241 w 310"/>
                <a:gd name="T15" fmla="*/ 43 h 334"/>
                <a:gd name="T16" fmla="*/ 239 w 310"/>
                <a:gd name="T17" fmla="*/ 21 h 334"/>
                <a:gd name="T18" fmla="*/ 244 w 310"/>
                <a:gd name="T19" fmla="*/ 2 h 334"/>
                <a:gd name="T20" fmla="*/ 222 w 310"/>
                <a:gd name="T21" fmla="*/ 5 h 334"/>
                <a:gd name="T22" fmla="*/ 189 w 310"/>
                <a:gd name="T23" fmla="*/ 2 h 334"/>
                <a:gd name="T24" fmla="*/ 142 w 310"/>
                <a:gd name="T25" fmla="*/ 5 h 334"/>
                <a:gd name="T26" fmla="*/ 69 w 310"/>
                <a:gd name="T27" fmla="*/ 73 h 334"/>
                <a:gd name="T28" fmla="*/ 50 w 310"/>
                <a:gd name="T29" fmla="*/ 69 h 334"/>
                <a:gd name="T30" fmla="*/ 47 w 310"/>
                <a:gd name="T31" fmla="*/ 97 h 334"/>
                <a:gd name="T32" fmla="*/ 40 w 310"/>
                <a:gd name="T33" fmla="*/ 88 h 334"/>
                <a:gd name="T34" fmla="*/ 43 w 310"/>
                <a:gd name="T35" fmla="*/ 106 h 334"/>
                <a:gd name="T36" fmla="*/ 66 w 310"/>
                <a:gd name="T37" fmla="*/ 114 h 334"/>
                <a:gd name="T38" fmla="*/ 57 w 310"/>
                <a:gd name="T39" fmla="*/ 118 h 334"/>
                <a:gd name="T40" fmla="*/ 40 w 310"/>
                <a:gd name="T41" fmla="*/ 114 h 334"/>
                <a:gd name="T42" fmla="*/ 33 w 310"/>
                <a:gd name="T43" fmla="*/ 106 h 334"/>
                <a:gd name="T44" fmla="*/ 33 w 310"/>
                <a:gd name="T45" fmla="*/ 142 h 334"/>
                <a:gd name="T46" fmla="*/ 17 w 310"/>
                <a:gd name="T47" fmla="*/ 166 h 334"/>
                <a:gd name="T48" fmla="*/ 9 w 310"/>
                <a:gd name="T49" fmla="*/ 161 h 334"/>
                <a:gd name="T50" fmla="*/ 0 w 310"/>
                <a:gd name="T51" fmla="*/ 154 h 334"/>
                <a:gd name="T52" fmla="*/ 12 w 310"/>
                <a:gd name="T53" fmla="*/ 177 h 334"/>
                <a:gd name="T54" fmla="*/ 19 w 310"/>
                <a:gd name="T55" fmla="*/ 194 h 334"/>
                <a:gd name="T56" fmla="*/ 31 w 310"/>
                <a:gd name="T57" fmla="*/ 196 h 334"/>
                <a:gd name="T58" fmla="*/ 33 w 310"/>
                <a:gd name="T59" fmla="*/ 201 h 334"/>
                <a:gd name="T60" fmla="*/ 38 w 310"/>
                <a:gd name="T61" fmla="*/ 203 h 334"/>
                <a:gd name="T62" fmla="*/ 38 w 310"/>
                <a:gd name="T63" fmla="*/ 211 h 334"/>
                <a:gd name="T64" fmla="*/ 24 w 310"/>
                <a:gd name="T65" fmla="*/ 199 h 334"/>
                <a:gd name="T66" fmla="*/ 28 w 310"/>
                <a:gd name="T67" fmla="*/ 213 h 334"/>
                <a:gd name="T68" fmla="*/ 35 w 310"/>
                <a:gd name="T69" fmla="*/ 220 h 334"/>
                <a:gd name="T70" fmla="*/ 47 w 310"/>
                <a:gd name="T71" fmla="*/ 232 h 334"/>
                <a:gd name="T72" fmla="*/ 35 w 310"/>
                <a:gd name="T73" fmla="*/ 227 h 334"/>
                <a:gd name="T74" fmla="*/ 31 w 310"/>
                <a:gd name="T75" fmla="*/ 225 h 334"/>
                <a:gd name="T76" fmla="*/ 52 w 310"/>
                <a:gd name="T77" fmla="*/ 251 h 334"/>
                <a:gd name="T78" fmla="*/ 54 w 310"/>
                <a:gd name="T79" fmla="*/ 253 h 334"/>
                <a:gd name="T80" fmla="*/ 69 w 310"/>
                <a:gd name="T81" fmla="*/ 256 h 334"/>
                <a:gd name="T82" fmla="*/ 73 w 310"/>
                <a:gd name="T83" fmla="*/ 260 h 334"/>
                <a:gd name="T84" fmla="*/ 71 w 310"/>
                <a:gd name="T85" fmla="*/ 263 h 334"/>
                <a:gd name="T86" fmla="*/ 61 w 310"/>
                <a:gd name="T87" fmla="*/ 258 h 334"/>
                <a:gd name="T88" fmla="*/ 80 w 310"/>
                <a:gd name="T89" fmla="*/ 279 h 334"/>
                <a:gd name="T90" fmla="*/ 123 w 310"/>
                <a:gd name="T91" fmla="*/ 324 h 334"/>
                <a:gd name="T92" fmla="*/ 161 w 310"/>
                <a:gd name="T93" fmla="*/ 319 h 334"/>
                <a:gd name="T94" fmla="*/ 168 w 310"/>
                <a:gd name="T95" fmla="*/ 296 h 334"/>
                <a:gd name="T96" fmla="*/ 151 w 310"/>
                <a:gd name="T97" fmla="*/ 277 h 334"/>
                <a:gd name="T98" fmla="*/ 161 w 310"/>
                <a:gd name="T99" fmla="*/ 251 h 334"/>
                <a:gd name="T100" fmla="*/ 203 w 310"/>
                <a:gd name="T101" fmla="*/ 237 h 334"/>
                <a:gd name="T102" fmla="*/ 215 w 310"/>
                <a:gd name="T103" fmla="*/ 225 h 334"/>
                <a:gd name="T104" fmla="*/ 225 w 310"/>
                <a:gd name="T105" fmla="*/ 239 h 334"/>
                <a:gd name="T106" fmla="*/ 229 w 310"/>
                <a:gd name="T107" fmla="*/ 248 h 334"/>
                <a:gd name="T108" fmla="*/ 256 w 310"/>
                <a:gd name="T109" fmla="*/ 251 h 334"/>
                <a:gd name="T110" fmla="*/ 272 w 310"/>
                <a:gd name="T111" fmla="*/ 237 h 334"/>
                <a:gd name="T112" fmla="*/ 282 w 310"/>
                <a:gd name="T113" fmla="*/ 256 h 334"/>
                <a:gd name="T114" fmla="*/ 293 w 310"/>
                <a:gd name="T115" fmla="*/ 248 h 334"/>
                <a:gd name="T116" fmla="*/ 296 w 310"/>
                <a:gd name="T117" fmla="*/ 230 h 334"/>
                <a:gd name="T118" fmla="*/ 303 w 310"/>
                <a:gd name="T119" fmla="*/ 208 h 334"/>
                <a:gd name="T120" fmla="*/ 308 w 310"/>
                <a:gd name="T121" fmla="*/ 194 h 334"/>
                <a:gd name="T122" fmla="*/ 308 w 310"/>
                <a:gd name="T123" fmla="*/ 168 h 334"/>
                <a:gd name="T124" fmla="*/ 17 w 310"/>
                <a:gd name="T125" fmla="*/ 156 h 3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10" h="334">
                  <a:moveTo>
                    <a:pt x="310" y="159"/>
                  </a:moveTo>
                  <a:lnTo>
                    <a:pt x="310" y="156"/>
                  </a:lnTo>
                  <a:lnTo>
                    <a:pt x="310" y="156"/>
                  </a:lnTo>
                  <a:lnTo>
                    <a:pt x="308" y="154"/>
                  </a:lnTo>
                  <a:lnTo>
                    <a:pt x="308" y="151"/>
                  </a:lnTo>
                  <a:lnTo>
                    <a:pt x="305" y="151"/>
                  </a:lnTo>
                  <a:lnTo>
                    <a:pt x="305" y="149"/>
                  </a:lnTo>
                  <a:lnTo>
                    <a:pt x="303" y="149"/>
                  </a:lnTo>
                  <a:lnTo>
                    <a:pt x="300" y="147"/>
                  </a:lnTo>
                  <a:lnTo>
                    <a:pt x="298" y="147"/>
                  </a:lnTo>
                  <a:lnTo>
                    <a:pt x="298" y="147"/>
                  </a:lnTo>
                  <a:lnTo>
                    <a:pt x="298" y="147"/>
                  </a:lnTo>
                  <a:lnTo>
                    <a:pt x="296" y="147"/>
                  </a:lnTo>
                  <a:lnTo>
                    <a:pt x="296" y="147"/>
                  </a:lnTo>
                  <a:lnTo>
                    <a:pt x="296" y="147"/>
                  </a:lnTo>
                  <a:lnTo>
                    <a:pt x="293" y="147"/>
                  </a:lnTo>
                  <a:lnTo>
                    <a:pt x="293" y="147"/>
                  </a:lnTo>
                  <a:lnTo>
                    <a:pt x="291" y="147"/>
                  </a:lnTo>
                  <a:lnTo>
                    <a:pt x="291" y="147"/>
                  </a:lnTo>
                  <a:lnTo>
                    <a:pt x="291" y="144"/>
                  </a:lnTo>
                  <a:lnTo>
                    <a:pt x="291" y="142"/>
                  </a:lnTo>
                  <a:lnTo>
                    <a:pt x="291" y="140"/>
                  </a:lnTo>
                  <a:lnTo>
                    <a:pt x="289" y="137"/>
                  </a:lnTo>
                  <a:lnTo>
                    <a:pt x="286" y="137"/>
                  </a:lnTo>
                  <a:lnTo>
                    <a:pt x="284" y="137"/>
                  </a:lnTo>
                  <a:lnTo>
                    <a:pt x="282" y="137"/>
                  </a:lnTo>
                  <a:lnTo>
                    <a:pt x="282" y="137"/>
                  </a:lnTo>
                  <a:lnTo>
                    <a:pt x="282" y="137"/>
                  </a:lnTo>
                  <a:lnTo>
                    <a:pt x="282" y="137"/>
                  </a:lnTo>
                  <a:lnTo>
                    <a:pt x="279" y="137"/>
                  </a:lnTo>
                  <a:lnTo>
                    <a:pt x="279" y="137"/>
                  </a:lnTo>
                  <a:lnTo>
                    <a:pt x="279" y="137"/>
                  </a:lnTo>
                  <a:lnTo>
                    <a:pt x="279" y="137"/>
                  </a:lnTo>
                  <a:lnTo>
                    <a:pt x="279" y="137"/>
                  </a:lnTo>
                  <a:lnTo>
                    <a:pt x="277" y="137"/>
                  </a:lnTo>
                  <a:lnTo>
                    <a:pt x="277" y="137"/>
                  </a:lnTo>
                  <a:lnTo>
                    <a:pt x="277" y="137"/>
                  </a:lnTo>
                  <a:lnTo>
                    <a:pt x="274" y="135"/>
                  </a:lnTo>
                  <a:lnTo>
                    <a:pt x="274" y="132"/>
                  </a:lnTo>
                  <a:lnTo>
                    <a:pt x="274" y="132"/>
                  </a:lnTo>
                  <a:lnTo>
                    <a:pt x="277" y="128"/>
                  </a:lnTo>
                  <a:lnTo>
                    <a:pt x="279" y="128"/>
                  </a:lnTo>
                  <a:lnTo>
                    <a:pt x="279" y="128"/>
                  </a:lnTo>
                  <a:lnTo>
                    <a:pt x="279" y="125"/>
                  </a:lnTo>
                  <a:lnTo>
                    <a:pt x="279" y="125"/>
                  </a:lnTo>
                  <a:lnTo>
                    <a:pt x="279" y="125"/>
                  </a:lnTo>
                  <a:lnTo>
                    <a:pt x="279" y="125"/>
                  </a:lnTo>
                  <a:lnTo>
                    <a:pt x="279" y="123"/>
                  </a:lnTo>
                  <a:lnTo>
                    <a:pt x="279" y="123"/>
                  </a:lnTo>
                  <a:lnTo>
                    <a:pt x="279" y="123"/>
                  </a:lnTo>
                  <a:lnTo>
                    <a:pt x="279" y="121"/>
                  </a:lnTo>
                  <a:lnTo>
                    <a:pt x="279" y="121"/>
                  </a:lnTo>
                  <a:lnTo>
                    <a:pt x="279" y="121"/>
                  </a:lnTo>
                  <a:lnTo>
                    <a:pt x="277" y="121"/>
                  </a:lnTo>
                  <a:lnTo>
                    <a:pt x="277" y="118"/>
                  </a:lnTo>
                  <a:lnTo>
                    <a:pt x="277" y="116"/>
                  </a:lnTo>
                  <a:lnTo>
                    <a:pt x="277" y="114"/>
                  </a:lnTo>
                  <a:lnTo>
                    <a:pt x="277" y="114"/>
                  </a:lnTo>
                  <a:lnTo>
                    <a:pt x="277" y="111"/>
                  </a:lnTo>
                  <a:lnTo>
                    <a:pt x="279" y="109"/>
                  </a:lnTo>
                  <a:lnTo>
                    <a:pt x="282" y="104"/>
                  </a:lnTo>
                  <a:lnTo>
                    <a:pt x="282" y="104"/>
                  </a:lnTo>
                  <a:lnTo>
                    <a:pt x="286" y="102"/>
                  </a:lnTo>
                  <a:lnTo>
                    <a:pt x="286" y="99"/>
                  </a:lnTo>
                  <a:lnTo>
                    <a:pt x="286" y="99"/>
                  </a:lnTo>
                  <a:lnTo>
                    <a:pt x="286" y="97"/>
                  </a:lnTo>
                  <a:lnTo>
                    <a:pt x="286" y="97"/>
                  </a:lnTo>
                  <a:lnTo>
                    <a:pt x="289" y="95"/>
                  </a:lnTo>
                  <a:lnTo>
                    <a:pt x="291" y="95"/>
                  </a:lnTo>
                  <a:lnTo>
                    <a:pt x="293" y="95"/>
                  </a:lnTo>
                  <a:lnTo>
                    <a:pt x="296" y="95"/>
                  </a:lnTo>
                  <a:lnTo>
                    <a:pt x="296" y="95"/>
                  </a:lnTo>
                  <a:lnTo>
                    <a:pt x="298" y="95"/>
                  </a:lnTo>
                  <a:lnTo>
                    <a:pt x="298" y="95"/>
                  </a:lnTo>
                  <a:lnTo>
                    <a:pt x="300" y="90"/>
                  </a:lnTo>
                  <a:lnTo>
                    <a:pt x="300" y="90"/>
                  </a:lnTo>
                  <a:lnTo>
                    <a:pt x="300" y="88"/>
                  </a:lnTo>
                  <a:lnTo>
                    <a:pt x="303" y="85"/>
                  </a:lnTo>
                  <a:lnTo>
                    <a:pt x="305" y="83"/>
                  </a:lnTo>
                  <a:lnTo>
                    <a:pt x="308" y="80"/>
                  </a:lnTo>
                  <a:lnTo>
                    <a:pt x="308" y="78"/>
                  </a:lnTo>
                  <a:lnTo>
                    <a:pt x="308" y="78"/>
                  </a:lnTo>
                  <a:lnTo>
                    <a:pt x="308" y="76"/>
                  </a:lnTo>
                  <a:lnTo>
                    <a:pt x="308" y="76"/>
                  </a:lnTo>
                  <a:lnTo>
                    <a:pt x="308" y="76"/>
                  </a:lnTo>
                  <a:lnTo>
                    <a:pt x="308" y="76"/>
                  </a:lnTo>
                  <a:lnTo>
                    <a:pt x="308" y="76"/>
                  </a:lnTo>
                  <a:lnTo>
                    <a:pt x="308" y="73"/>
                  </a:lnTo>
                  <a:lnTo>
                    <a:pt x="305" y="73"/>
                  </a:lnTo>
                  <a:lnTo>
                    <a:pt x="305" y="71"/>
                  </a:lnTo>
                  <a:lnTo>
                    <a:pt x="305" y="71"/>
                  </a:lnTo>
                  <a:lnTo>
                    <a:pt x="303" y="69"/>
                  </a:lnTo>
                  <a:lnTo>
                    <a:pt x="303" y="66"/>
                  </a:lnTo>
                  <a:lnTo>
                    <a:pt x="303" y="66"/>
                  </a:lnTo>
                  <a:lnTo>
                    <a:pt x="300" y="64"/>
                  </a:lnTo>
                  <a:lnTo>
                    <a:pt x="298" y="64"/>
                  </a:lnTo>
                  <a:lnTo>
                    <a:pt x="298" y="61"/>
                  </a:lnTo>
                  <a:lnTo>
                    <a:pt x="298" y="59"/>
                  </a:lnTo>
                  <a:lnTo>
                    <a:pt x="298" y="57"/>
                  </a:lnTo>
                  <a:lnTo>
                    <a:pt x="298" y="54"/>
                  </a:lnTo>
                  <a:lnTo>
                    <a:pt x="298" y="52"/>
                  </a:lnTo>
                  <a:lnTo>
                    <a:pt x="296" y="52"/>
                  </a:lnTo>
                  <a:lnTo>
                    <a:pt x="296" y="52"/>
                  </a:lnTo>
                  <a:lnTo>
                    <a:pt x="296" y="52"/>
                  </a:lnTo>
                  <a:lnTo>
                    <a:pt x="296" y="52"/>
                  </a:lnTo>
                  <a:lnTo>
                    <a:pt x="296" y="52"/>
                  </a:lnTo>
                  <a:lnTo>
                    <a:pt x="296" y="52"/>
                  </a:lnTo>
                  <a:lnTo>
                    <a:pt x="293" y="50"/>
                  </a:lnTo>
                  <a:lnTo>
                    <a:pt x="293" y="50"/>
                  </a:lnTo>
                  <a:lnTo>
                    <a:pt x="293" y="50"/>
                  </a:lnTo>
                  <a:lnTo>
                    <a:pt x="291" y="50"/>
                  </a:lnTo>
                  <a:lnTo>
                    <a:pt x="291" y="50"/>
                  </a:lnTo>
                  <a:lnTo>
                    <a:pt x="289" y="50"/>
                  </a:lnTo>
                  <a:lnTo>
                    <a:pt x="286" y="50"/>
                  </a:lnTo>
                  <a:lnTo>
                    <a:pt x="286" y="50"/>
                  </a:lnTo>
                  <a:lnTo>
                    <a:pt x="286" y="50"/>
                  </a:lnTo>
                  <a:lnTo>
                    <a:pt x="284" y="50"/>
                  </a:lnTo>
                  <a:lnTo>
                    <a:pt x="284" y="47"/>
                  </a:lnTo>
                  <a:lnTo>
                    <a:pt x="282" y="47"/>
                  </a:lnTo>
                  <a:lnTo>
                    <a:pt x="272" y="47"/>
                  </a:lnTo>
                  <a:lnTo>
                    <a:pt x="272" y="47"/>
                  </a:lnTo>
                  <a:lnTo>
                    <a:pt x="272" y="47"/>
                  </a:lnTo>
                  <a:lnTo>
                    <a:pt x="272" y="50"/>
                  </a:lnTo>
                  <a:lnTo>
                    <a:pt x="270" y="50"/>
                  </a:lnTo>
                  <a:lnTo>
                    <a:pt x="270" y="50"/>
                  </a:lnTo>
                  <a:lnTo>
                    <a:pt x="270" y="50"/>
                  </a:lnTo>
                  <a:lnTo>
                    <a:pt x="270" y="50"/>
                  </a:lnTo>
                  <a:lnTo>
                    <a:pt x="270" y="50"/>
                  </a:lnTo>
                  <a:lnTo>
                    <a:pt x="270" y="50"/>
                  </a:lnTo>
                  <a:lnTo>
                    <a:pt x="267" y="50"/>
                  </a:lnTo>
                  <a:lnTo>
                    <a:pt x="267" y="52"/>
                  </a:lnTo>
                  <a:lnTo>
                    <a:pt x="267" y="52"/>
                  </a:lnTo>
                  <a:lnTo>
                    <a:pt x="267" y="52"/>
                  </a:lnTo>
                  <a:lnTo>
                    <a:pt x="265" y="52"/>
                  </a:lnTo>
                  <a:lnTo>
                    <a:pt x="265" y="52"/>
                  </a:lnTo>
                  <a:lnTo>
                    <a:pt x="265" y="52"/>
                  </a:lnTo>
                  <a:lnTo>
                    <a:pt x="263" y="52"/>
                  </a:lnTo>
                  <a:lnTo>
                    <a:pt x="263" y="52"/>
                  </a:lnTo>
                  <a:lnTo>
                    <a:pt x="260" y="52"/>
                  </a:lnTo>
                  <a:lnTo>
                    <a:pt x="260" y="54"/>
                  </a:lnTo>
                  <a:lnTo>
                    <a:pt x="260" y="54"/>
                  </a:lnTo>
                  <a:lnTo>
                    <a:pt x="258" y="57"/>
                  </a:lnTo>
                  <a:lnTo>
                    <a:pt x="256" y="57"/>
                  </a:lnTo>
                  <a:lnTo>
                    <a:pt x="253" y="54"/>
                  </a:lnTo>
                  <a:lnTo>
                    <a:pt x="253" y="54"/>
                  </a:lnTo>
                  <a:lnTo>
                    <a:pt x="251" y="54"/>
                  </a:lnTo>
                  <a:lnTo>
                    <a:pt x="251" y="54"/>
                  </a:lnTo>
                  <a:lnTo>
                    <a:pt x="248" y="54"/>
                  </a:lnTo>
                  <a:lnTo>
                    <a:pt x="248" y="54"/>
                  </a:lnTo>
                  <a:lnTo>
                    <a:pt x="248" y="57"/>
                  </a:lnTo>
                  <a:lnTo>
                    <a:pt x="248" y="57"/>
                  </a:lnTo>
                  <a:lnTo>
                    <a:pt x="246" y="57"/>
                  </a:lnTo>
                  <a:lnTo>
                    <a:pt x="246" y="57"/>
                  </a:lnTo>
                  <a:lnTo>
                    <a:pt x="244" y="59"/>
                  </a:lnTo>
                  <a:lnTo>
                    <a:pt x="244" y="59"/>
                  </a:lnTo>
                  <a:lnTo>
                    <a:pt x="241" y="59"/>
                  </a:lnTo>
                  <a:lnTo>
                    <a:pt x="241" y="59"/>
                  </a:lnTo>
                  <a:lnTo>
                    <a:pt x="239" y="59"/>
                  </a:lnTo>
                  <a:lnTo>
                    <a:pt x="239" y="59"/>
                  </a:lnTo>
                  <a:lnTo>
                    <a:pt x="239" y="57"/>
                  </a:lnTo>
                  <a:lnTo>
                    <a:pt x="239" y="57"/>
                  </a:lnTo>
                  <a:lnTo>
                    <a:pt x="239" y="57"/>
                  </a:lnTo>
                  <a:lnTo>
                    <a:pt x="239" y="57"/>
                  </a:lnTo>
                  <a:lnTo>
                    <a:pt x="239" y="57"/>
                  </a:lnTo>
                  <a:lnTo>
                    <a:pt x="239" y="57"/>
                  </a:lnTo>
                  <a:lnTo>
                    <a:pt x="239" y="54"/>
                  </a:lnTo>
                  <a:lnTo>
                    <a:pt x="239" y="54"/>
                  </a:lnTo>
                  <a:lnTo>
                    <a:pt x="241" y="54"/>
                  </a:lnTo>
                  <a:lnTo>
                    <a:pt x="241" y="54"/>
                  </a:lnTo>
                  <a:lnTo>
                    <a:pt x="244" y="54"/>
                  </a:lnTo>
                  <a:lnTo>
                    <a:pt x="244" y="52"/>
                  </a:lnTo>
                  <a:lnTo>
                    <a:pt x="244" y="52"/>
                  </a:lnTo>
                  <a:lnTo>
                    <a:pt x="244" y="52"/>
                  </a:lnTo>
                  <a:lnTo>
                    <a:pt x="244" y="52"/>
                  </a:lnTo>
                  <a:lnTo>
                    <a:pt x="244" y="52"/>
                  </a:lnTo>
                  <a:lnTo>
                    <a:pt x="244" y="52"/>
                  </a:lnTo>
                  <a:lnTo>
                    <a:pt x="244" y="50"/>
                  </a:lnTo>
                  <a:lnTo>
                    <a:pt x="244" y="47"/>
                  </a:lnTo>
                  <a:lnTo>
                    <a:pt x="244" y="47"/>
                  </a:lnTo>
                  <a:lnTo>
                    <a:pt x="241" y="47"/>
                  </a:lnTo>
                  <a:lnTo>
                    <a:pt x="241" y="45"/>
                  </a:lnTo>
                  <a:lnTo>
                    <a:pt x="239" y="45"/>
                  </a:lnTo>
                  <a:lnTo>
                    <a:pt x="241" y="43"/>
                  </a:lnTo>
                  <a:lnTo>
                    <a:pt x="241" y="43"/>
                  </a:lnTo>
                  <a:lnTo>
                    <a:pt x="239" y="43"/>
                  </a:lnTo>
                  <a:lnTo>
                    <a:pt x="239" y="43"/>
                  </a:lnTo>
                  <a:lnTo>
                    <a:pt x="239" y="43"/>
                  </a:lnTo>
                  <a:lnTo>
                    <a:pt x="239" y="40"/>
                  </a:lnTo>
                  <a:lnTo>
                    <a:pt x="237" y="38"/>
                  </a:lnTo>
                  <a:lnTo>
                    <a:pt x="239" y="38"/>
                  </a:lnTo>
                  <a:lnTo>
                    <a:pt x="239" y="35"/>
                  </a:lnTo>
                  <a:lnTo>
                    <a:pt x="237" y="33"/>
                  </a:lnTo>
                  <a:lnTo>
                    <a:pt x="239" y="33"/>
                  </a:lnTo>
                  <a:lnTo>
                    <a:pt x="239" y="33"/>
                  </a:lnTo>
                  <a:lnTo>
                    <a:pt x="239" y="31"/>
                  </a:lnTo>
                  <a:lnTo>
                    <a:pt x="239" y="31"/>
                  </a:lnTo>
                  <a:lnTo>
                    <a:pt x="239" y="31"/>
                  </a:lnTo>
                  <a:lnTo>
                    <a:pt x="239" y="28"/>
                  </a:lnTo>
                  <a:lnTo>
                    <a:pt x="239" y="28"/>
                  </a:lnTo>
                  <a:lnTo>
                    <a:pt x="241" y="26"/>
                  </a:lnTo>
                  <a:lnTo>
                    <a:pt x="241" y="26"/>
                  </a:lnTo>
                  <a:lnTo>
                    <a:pt x="239" y="26"/>
                  </a:lnTo>
                  <a:lnTo>
                    <a:pt x="239" y="24"/>
                  </a:lnTo>
                  <a:lnTo>
                    <a:pt x="239" y="24"/>
                  </a:lnTo>
                  <a:lnTo>
                    <a:pt x="239" y="24"/>
                  </a:lnTo>
                  <a:lnTo>
                    <a:pt x="239" y="21"/>
                  </a:lnTo>
                  <a:lnTo>
                    <a:pt x="239" y="21"/>
                  </a:lnTo>
                  <a:lnTo>
                    <a:pt x="239" y="21"/>
                  </a:lnTo>
                  <a:lnTo>
                    <a:pt x="241" y="21"/>
                  </a:lnTo>
                  <a:lnTo>
                    <a:pt x="241" y="21"/>
                  </a:lnTo>
                  <a:lnTo>
                    <a:pt x="241" y="19"/>
                  </a:lnTo>
                  <a:lnTo>
                    <a:pt x="241" y="19"/>
                  </a:lnTo>
                  <a:lnTo>
                    <a:pt x="241" y="19"/>
                  </a:lnTo>
                  <a:lnTo>
                    <a:pt x="241" y="19"/>
                  </a:lnTo>
                  <a:lnTo>
                    <a:pt x="241" y="17"/>
                  </a:lnTo>
                  <a:lnTo>
                    <a:pt x="241" y="17"/>
                  </a:lnTo>
                  <a:lnTo>
                    <a:pt x="241" y="17"/>
                  </a:lnTo>
                  <a:lnTo>
                    <a:pt x="244" y="17"/>
                  </a:lnTo>
                  <a:lnTo>
                    <a:pt x="244" y="17"/>
                  </a:lnTo>
                  <a:lnTo>
                    <a:pt x="246" y="14"/>
                  </a:lnTo>
                  <a:lnTo>
                    <a:pt x="246" y="14"/>
                  </a:lnTo>
                  <a:lnTo>
                    <a:pt x="246" y="12"/>
                  </a:lnTo>
                  <a:lnTo>
                    <a:pt x="246" y="9"/>
                  </a:lnTo>
                  <a:lnTo>
                    <a:pt x="246" y="7"/>
                  </a:lnTo>
                  <a:lnTo>
                    <a:pt x="246" y="5"/>
                  </a:lnTo>
                  <a:lnTo>
                    <a:pt x="246" y="5"/>
                  </a:lnTo>
                  <a:lnTo>
                    <a:pt x="246" y="5"/>
                  </a:lnTo>
                  <a:lnTo>
                    <a:pt x="244" y="5"/>
                  </a:lnTo>
                  <a:lnTo>
                    <a:pt x="244" y="2"/>
                  </a:lnTo>
                  <a:lnTo>
                    <a:pt x="244" y="2"/>
                  </a:lnTo>
                  <a:lnTo>
                    <a:pt x="244" y="2"/>
                  </a:lnTo>
                  <a:lnTo>
                    <a:pt x="241" y="2"/>
                  </a:lnTo>
                  <a:lnTo>
                    <a:pt x="241" y="2"/>
                  </a:lnTo>
                  <a:lnTo>
                    <a:pt x="241" y="2"/>
                  </a:lnTo>
                  <a:lnTo>
                    <a:pt x="241" y="2"/>
                  </a:lnTo>
                  <a:lnTo>
                    <a:pt x="239" y="2"/>
                  </a:lnTo>
                  <a:lnTo>
                    <a:pt x="237" y="2"/>
                  </a:lnTo>
                  <a:lnTo>
                    <a:pt x="237" y="2"/>
                  </a:lnTo>
                  <a:lnTo>
                    <a:pt x="237" y="2"/>
                  </a:lnTo>
                  <a:lnTo>
                    <a:pt x="234" y="5"/>
                  </a:lnTo>
                  <a:lnTo>
                    <a:pt x="234" y="5"/>
                  </a:lnTo>
                  <a:lnTo>
                    <a:pt x="232" y="5"/>
                  </a:lnTo>
                  <a:lnTo>
                    <a:pt x="232" y="5"/>
                  </a:lnTo>
                  <a:lnTo>
                    <a:pt x="229" y="2"/>
                  </a:lnTo>
                  <a:lnTo>
                    <a:pt x="229" y="5"/>
                  </a:lnTo>
                  <a:lnTo>
                    <a:pt x="229" y="5"/>
                  </a:lnTo>
                  <a:lnTo>
                    <a:pt x="227" y="5"/>
                  </a:lnTo>
                  <a:lnTo>
                    <a:pt x="227" y="2"/>
                  </a:lnTo>
                  <a:lnTo>
                    <a:pt x="225" y="5"/>
                  </a:lnTo>
                  <a:lnTo>
                    <a:pt x="225" y="5"/>
                  </a:lnTo>
                  <a:lnTo>
                    <a:pt x="225" y="5"/>
                  </a:lnTo>
                  <a:lnTo>
                    <a:pt x="222" y="5"/>
                  </a:lnTo>
                  <a:lnTo>
                    <a:pt x="222" y="5"/>
                  </a:lnTo>
                  <a:lnTo>
                    <a:pt x="222" y="5"/>
                  </a:lnTo>
                  <a:lnTo>
                    <a:pt x="220" y="2"/>
                  </a:lnTo>
                  <a:lnTo>
                    <a:pt x="220" y="2"/>
                  </a:lnTo>
                  <a:lnTo>
                    <a:pt x="220" y="2"/>
                  </a:lnTo>
                  <a:lnTo>
                    <a:pt x="218" y="5"/>
                  </a:lnTo>
                  <a:lnTo>
                    <a:pt x="218" y="5"/>
                  </a:lnTo>
                  <a:lnTo>
                    <a:pt x="218" y="5"/>
                  </a:lnTo>
                  <a:lnTo>
                    <a:pt x="211" y="5"/>
                  </a:lnTo>
                  <a:lnTo>
                    <a:pt x="208" y="2"/>
                  </a:lnTo>
                  <a:lnTo>
                    <a:pt x="208" y="2"/>
                  </a:lnTo>
                  <a:lnTo>
                    <a:pt x="206" y="2"/>
                  </a:lnTo>
                  <a:lnTo>
                    <a:pt x="206" y="2"/>
                  </a:lnTo>
                  <a:lnTo>
                    <a:pt x="201" y="2"/>
                  </a:lnTo>
                  <a:lnTo>
                    <a:pt x="201" y="2"/>
                  </a:lnTo>
                  <a:lnTo>
                    <a:pt x="196" y="2"/>
                  </a:lnTo>
                  <a:lnTo>
                    <a:pt x="196" y="2"/>
                  </a:lnTo>
                  <a:lnTo>
                    <a:pt x="194" y="0"/>
                  </a:lnTo>
                  <a:lnTo>
                    <a:pt x="194" y="0"/>
                  </a:lnTo>
                  <a:lnTo>
                    <a:pt x="194" y="0"/>
                  </a:lnTo>
                  <a:lnTo>
                    <a:pt x="192" y="2"/>
                  </a:lnTo>
                  <a:lnTo>
                    <a:pt x="192" y="2"/>
                  </a:lnTo>
                  <a:lnTo>
                    <a:pt x="192" y="2"/>
                  </a:lnTo>
                  <a:lnTo>
                    <a:pt x="189" y="2"/>
                  </a:lnTo>
                  <a:lnTo>
                    <a:pt x="187" y="2"/>
                  </a:lnTo>
                  <a:lnTo>
                    <a:pt x="185" y="2"/>
                  </a:lnTo>
                  <a:lnTo>
                    <a:pt x="182" y="2"/>
                  </a:lnTo>
                  <a:lnTo>
                    <a:pt x="182" y="2"/>
                  </a:lnTo>
                  <a:lnTo>
                    <a:pt x="180" y="2"/>
                  </a:lnTo>
                  <a:lnTo>
                    <a:pt x="175" y="2"/>
                  </a:lnTo>
                  <a:lnTo>
                    <a:pt x="170" y="2"/>
                  </a:lnTo>
                  <a:lnTo>
                    <a:pt x="166" y="2"/>
                  </a:lnTo>
                  <a:lnTo>
                    <a:pt x="163" y="2"/>
                  </a:lnTo>
                  <a:lnTo>
                    <a:pt x="163" y="2"/>
                  </a:lnTo>
                  <a:lnTo>
                    <a:pt x="161" y="2"/>
                  </a:lnTo>
                  <a:lnTo>
                    <a:pt x="158" y="0"/>
                  </a:lnTo>
                  <a:lnTo>
                    <a:pt x="158" y="0"/>
                  </a:lnTo>
                  <a:lnTo>
                    <a:pt x="158" y="0"/>
                  </a:lnTo>
                  <a:lnTo>
                    <a:pt x="158" y="0"/>
                  </a:lnTo>
                  <a:lnTo>
                    <a:pt x="156" y="0"/>
                  </a:lnTo>
                  <a:lnTo>
                    <a:pt x="142" y="2"/>
                  </a:lnTo>
                  <a:lnTo>
                    <a:pt x="142" y="2"/>
                  </a:lnTo>
                  <a:lnTo>
                    <a:pt x="142" y="2"/>
                  </a:lnTo>
                  <a:lnTo>
                    <a:pt x="142" y="2"/>
                  </a:lnTo>
                  <a:lnTo>
                    <a:pt x="142" y="5"/>
                  </a:lnTo>
                  <a:lnTo>
                    <a:pt x="142" y="5"/>
                  </a:lnTo>
                  <a:lnTo>
                    <a:pt x="142" y="5"/>
                  </a:lnTo>
                  <a:lnTo>
                    <a:pt x="142" y="7"/>
                  </a:lnTo>
                  <a:lnTo>
                    <a:pt x="142" y="7"/>
                  </a:lnTo>
                  <a:lnTo>
                    <a:pt x="142" y="7"/>
                  </a:lnTo>
                  <a:lnTo>
                    <a:pt x="140" y="7"/>
                  </a:lnTo>
                  <a:lnTo>
                    <a:pt x="140" y="9"/>
                  </a:lnTo>
                  <a:lnTo>
                    <a:pt x="140" y="9"/>
                  </a:lnTo>
                  <a:lnTo>
                    <a:pt x="142" y="14"/>
                  </a:lnTo>
                  <a:lnTo>
                    <a:pt x="142" y="28"/>
                  </a:lnTo>
                  <a:lnTo>
                    <a:pt x="142" y="31"/>
                  </a:lnTo>
                  <a:lnTo>
                    <a:pt x="142" y="43"/>
                  </a:lnTo>
                  <a:lnTo>
                    <a:pt x="142" y="57"/>
                  </a:lnTo>
                  <a:lnTo>
                    <a:pt x="142" y="71"/>
                  </a:lnTo>
                  <a:lnTo>
                    <a:pt x="125" y="71"/>
                  </a:lnTo>
                  <a:lnTo>
                    <a:pt x="121" y="71"/>
                  </a:lnTo>
                  <a:lnTo>
                    <a:pt x="109" y="71"/>
                  </a:lnTo>
                  <a:lnTo>
                    <a:pt x="92" y="71"/>
                  </a:lnTo>
                  <a:lnTo>
                    <a:pt x="92" y="71"/>
                  </a:lnTo>
                  <a:lnTo>
                    <a:pt x="78" y="71"/>
                  </a:lnTo>
                  <a:lnTo>
                    <a:pt x="71" y="71"/>
                  </a:lnTo>
                  <a:lnTo>
                    <a:pt x="69" y="71"/>
                  </a:lnTo>
                  <a:lnTo>
                    <a:pt x="69" y="71"/>
                  </a:lnTo>
                  <a:lnTo>
                    <a:pt x="69" y="71"/>
                  </a:lnTo>
                  <a:lnTo>
                    <a:pt x="69" y="73"/>
                  </a:lnTo>
                  <a:lnTo>
                    <a:pt x="69" y="73"/>
                  </a:lnTo>
                  <a:lnTo>
                    <a:pt x="69" y="73"/>
                  </a:lnTo>
                  <a:lnTo>
                    <a:pt x="66" y="73"/>
                  </a:lnTo>
                  <a:lnTo>
                    <a:pt x="66" y="73"/>
                  </a:lnTo>
                  <a:lnTo>
                    <a:pt x="64" y="73"/>
                  </a:lnTo>
                  <a:lnTo>
                    <a:pt x="64" y="73"/>
                  </a:lnTo>
                  <a:lnTo>
                    <a:pt x="61" y="71"/>
                  </a:lnTo>
                  <a:lnTo>
                    <a:pt x="61" y="71"/>
                  </a:lnTo>
                  <a:lnTo>
                    <a:pt x="61" y="71"/>
                  </a:lnTo>
                  <a:lnTo>
                    <a:pt x="59" y="71"/>
                  </a:lnTo>
                  <a:lnTo>
                    <a:pt x="59" y="71"/>
                  </a:lnTo>
                  <a:lnTo>
                    <a:pt x="59" y="71"/>
                  </a:lnTo>
                  <a:lnTo>
                    <a:pt x="59" y="71"/>
                  </a:lnTo>
                  <a:lnTo>
                    <a:pt x="57" y="69"/>
                  </a:lnTo>
                  <a:lnTo>
                    <a:pt x="57" y="69"/>
                  </a:lnTo>
                  <a:lnTo>
                    <a:pt x="57" y="66"/>
                  </a:lnTo>
                  <a:lnTo>
                    <a:pt x="52" y="66"/>
                  </a:lnTo>
                  <a:lnTo>
                    <a:pt x="52" y="66"/>
                  </a:lnTo>
                  <a:lnTo>
                    <a:pt x="52" y="69"/>
                  </a:lnTo>
                  <a:lnTo>
                    <a:pt x="52" y="69"/>
                  </a:lnTo>
                  <a:lnTo>
                    <a:pt x="50" y="69"/>
                  </a:lnTo>
                  <a:lnTo>
                    <a:pt x="50" y="69"/>
                  </a:lnTo>
                  <a:lnTo>
                    <a:pt x="50" y="69"/>
                  </a:lnTo>
                  <a:lnTo>
                    <a:pt x="47" y="69"/>
                  </a:lnTo>
                  <a:lnTo>
                    <a:pt x="47" y="71"/>
                  </a:lnTo>
                  <a:lnTo>
                    <a:pt x="47" y="71"/>
                  </a:lnTo>
                  <a:lnTo>
                    <a:pt x="47" y="73"/>
                  </a:lnTo>
                  <a:lnTo>
                    <a:pt x="47" y="73"/>
                  </a:lnTo>
                  <a:lnTo>
                    <a:pt x="47" y="73"/>
                  </a:lnTo>
                  <a:lnTo>
                    <a:pt x="47" y="73"/>
                  </a:lnTo>
                  <a:lnTo>
                    <a:pt x="47" y="76"/>
                  </a:lnTo>
                  <a:lnTo>
                    <a:pt x="50" y="80"/>
                  </a:lnTo>
                  <a:lnTo>
                    <a:pt x="50" y="88"/>
                  </a:lnTo>
                  <a:lnTo>
                    <a:pt x="50" y="90"/>
                  </a:lnTo>
                  <a:lnTo>
                    <a:pt x="50" y="90"/>
                  </a:lnTo>
                  <a:lnTo>
                    <a:pt x="50" y="92"/>
                  </a:lnTo>
                  <a:lnTo>
                    <a:pt x="50" y="92"/>
                  </a:lnTo>
                  <a:lnTo>
                    <a:pt x="50" y="95"/>
                  </a:lnTo>
                  <a:lnTo>
                    <a:pt x="50" y="95"/>
                  </a:lnTo>
                  <a:lnTo>
                    <a:pt x="50" y="95"/>
                  </a:lnTo>
                  <a:lnTo>
                    <a:pt x="47" y="97"/>
                  </a:lnTo>
                  <a:lnTo>
                    <a:pt x="47" y="97"/>
                  </a:lnTo>
                  <a:lnTo>
                    <a:pt x="50" y="99"/>
                  </a:lnTo>
                  <a:lnTo>
                    <a:pt x="47" y="99"/>
                  </a:lnTo>
                  <a:lnTo>
                    <a:pt x="47" y="97"/>
                  </a:lnTo>
                  <a:lnTo>
                    <a:pt x="47" y="97"/>
                  </a:lnTo>
                  <a:lnTo>
                    <a:pt x="47" y="95"/>
                  </a:lnTo>
                  <a:lnTo>
                    <a:pt x="47" y="95"/>
                  </a:lnTo>
                  <a:lnTo>
                    <a:pt x="47" y="92"/>
                  </a:lnTo>
                  <a:lnTo>
                    <a:pt x="47" y="92"/>
                  </a:lnTo>
                  <a:lnTo>
                    <a:pt x="47" y="92"/>
                  </a:lnTo>
                  <a:lnTo>
                    <a:pt x="47" y="92"/>
                  </a:lnTo>
                  <a:lnTo>
                    <a:pt x="45" y="92"/>
                  </a:lnTo>
                  <a:lnTo>
                    <a:pt x="45" y="95"/>
                  </a:lnTo>
                  <a:lnTo>
                    <a:pt x="45" y="92"/>
                  </a:lnTo>
                  <a:lnTo>
                    <a:pt x="45" y="92"/>
                  </a:lnTo>
                  <a:lnTo>
                    <a:pt x="43" y="92"/>
                  </a:lnTo>
                  <a:lnTo>
                    <a:pt x="40" y="92"/>
                  </a:lnTo>
                  <a:lnTo>
                    <a:pt x="43" y="90"/>
                  </a:lnTo>
                  <a:lnTo>
                    <a:pt x="43" y="90"/>
                  </a:lnTo>
                  <a:lnTo>
                    <a:pt x="45" y="90"/>
                  </a:lnTo>
                  <a:lnTo>
                    <a:pt x="45" y="90"/>
                  </a:lnTo>
                  <a:lnTo>
                    <a:pt x="47" y="90"/>
                  </a:lnTo>
                  <a:lnTo>
                    <a:pt x="45" y="88"/>
                  </a:lnTo>
                  <a:lnTo>
                    <a:pt x="45" y="88"/>
                  </a:lnTo>
                  <a:lnTo>
                    <a:pt x="45" y="88"/>
                  </a:lnTo>
                  <a:lnTo>
                    <a:pt x="43" y="88"/>
                  </a:lnTo>
                  <a:lnTo>
                    <a:pt x="43" y="88"/>
                  </a:lnTo>
                  <a:lnTo>
                    <a:pt x="40" y="88"/>
                  </a:lnTo>
                  <a:lnTo>
                    <a:pt x="40" y="90"/>
                  </a:lnTo>
                  <a:lnTo>
                    <a:pt x="40" y="90"/>
                  </a:lnTo>
                  <a:lnTo>
                    <a:pt x="40" y="90"/>
                  </a:lnTo>
                  <a:lnTo>
                    <a:pt x="38" y="90"/>
                  </a:lnTo>
                  <a:lnTo>
                    <a:pt x="38" y="88"/>
                  </a:lnTo>
                  <a:lnTo>
                    <a:pt x="38" y="90"/>
                  </a:lnTo>
                  <a:lnTo>
                    <a:pt x="38" y="90"/>
                  </a:lnTo>
                  <a:lnTo>
                    <a:pt x="35" y="90"/>
                  </a:lnTo>
                  <a:lnTo>
                    <a:pt x="35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0"/>
                  </a:lnTo>
                  <a:lnTo>
                    <a:pt x="33" y="95"/>
                  </a:lnTo>
                  <a:lnTo>
                    <a:pt x="33" y="95"/>
                  </a:lnTo>
                  <a:lnTo>
                    <a:pt x="33" y="95"/>
                  </a:lnTo>
                  <a:lnTo>
                    <a:pt x="33" y="95"/>
                  </a:lnTo>
                  <a:lnTo>
                    <a:pt x="35" y="95"/>
                  </a:lnTo>
                  <a:lnTo>
                    <a:pt x="35" y="97"/>
                  </a:lnTo>
                  <a:lnTo>
                    <a:pt x="38" y="97"/>
                  </a:lnTo>
                  <a:lnTo>
                    <a:pt x="38" y="99"/>
                  </a:lnTo>
                  <a:lnTo>
                    <a:pt x="40" y="104"/>
                  </a:lnTo>
                  <a:lnTo>
                    <a:pt x="43" y="104"/>
                  </a:lnTo>
                  <a:lnTo>
                    <a:pt x="43" y="106"/>
                  </a:lnTo>
                  <a:lnTo>
                    <a:pt x="43" y="106"/>
                  </a:lnTo>
                  <a:lnTo>
                    <a:pt x="43" y="109"/>
                  </a:lnTo>
                  <a:lnTo>
                    <a:pt x="43" y="109"/>
                  </a:lnTo>
                  <a:lnTo>
                    <a:pt x="45" y="106"/>
                  </a:lnTo>
                  <a:lnTo>
                    <a:pt x="45" y="106"/>
                  </a:lnTo>
                  <a:lnTo>
                    <a:pt x="45" y="106"/>
                  </a:lnTo>
                  <a:lnTo>
                    <a:pt x="45" y="106"/>
                  </a:lnTo>
                  <a:lnTo>
                    <a:pt x="45" y="106"/>
                  </a:lnTo>
                  <a:lnTo>
                    <a:pt x="47" y="106"/>
                  </a:lnTo>
                  <a:lnTo>
                    <a:pt x="47" y="106"/>
                  </a:lnTo>
                  <a:lnTo>
                    <a:pt x="47" y="109"/>
                  </a:lnTo>
                  <a:lnTo>
                    <a:pt x="50" y="109"/>
                  </a:lnTo>
                  <a:lnTo>
                    <a:pt x="52" y="111"/>
                  </a:lnTo>
                  <a:lnTo>
                    <a:pt x="52" y="111"/>
                  </a:lnTo>
                  <a:lnTo>
                    <a:pt x="54" y="111"/>
                  </a:lnTo>
                  <a:lnTo>
                    <a:pt x="54" y="111"/>
                  </a:lnTo>
                  <a:lnTo>
                    <a:pt x="54" y="114"/>
                  </a:lnTo>
                  <a:lnTo>
                    <a:pt x="57" y="114"/>
                  </a:lnTo>
                  <a:lnTo>
                    <a:pt x="59" y="114"/>
                  </a:lnTo>
                  <a:lnTo>
                    <a:pt x="59" y="114"/>
                  </a:lnTo>
                  <a:lnTo>
                    <a:pt x="64" y="114"/>
                  </a:lnTo>
                  <a:lnTo>
                    <a:pt x="64" y="114"/>
                  </a:lnTo>
                  <a:lnTo>
                    <a:pt x="66" y="114"/>
                  </a:lnTo>
                  <a:lnTo>
                    <a:pt x="66" y="111"/>
                  </a:lnTo>
                  <a:lnTo>
                    <a:pt x="66" y="114"/>
                  </a:lnTo>
                  <a:lnTo>
                    <a:pt x="69" y="114"/>
                  </a:lnTo>
                  <a:lnTo>
                    <a:pt x="71" y="114"/>
                  </a:lnTo>
                  <a:lnTo>
                    <a:pt x="71" y="114"/>
                  </a:lnTo>
                  <a:lnTo>
                    <a:pt x="69" y="114"/>
                  </a:lnTo>
                  <a:lnTo>
                    <a:pt x="69" y="114"/>
                  </a:lnTo>
                  <a:lnTo>
                    <a:pt x="66" y="114"/>
                  </a:lnTo>
                  <a:lnTo>
                    <a:pt x="66" y="114"/>
                  </a:lnTo>
                  <a:lnTo>
                    <a:pt x="64" y="114"/>
                  </a:lnTo>
                  <a:lnTo>
                    <a:pt x="64" y="114"/>
                  </a:lnTo>
                  <a:lnTo>
                    <a:pt x="61" y="116"/>
                  </a:lnTo>
                  <a:lnTo>
                    <a:pt x="61" y="116"/>
                  </a:lnTo>
                  <a:lnTo>
                    <a:pt x="61" y="116"/>
                  </a:lnTo>
                  <a:lnTo>
                    <a:pt x="59" y="118"/>
                  </a:lnTo>
                  <a:lnTo>
                    <a:pt x="59" y="116"/>
                  </a:lnTo>
                  <a:lnTo>
                    <a:pt x="57" y="116"/>
                  </a:lnTo>
                  <a:lnTo>
                    <a:pt x="57" y="116"/>
                  </a:lnTo>
                  <a:lnTo>
                    <a:pt x="57" y="118"/>
                  </a:lnTo>
                  <a:lnTo>
                    <a:pt x="57" y="118"/>
                  </a:lnTo>
                  <a:lnTo>
                    <a:pt x="59" y="123"/>
                  </a:lnTo>
                  <a:lnTo>
                    <a:pt x="57" y="121"/>
                  </a:lnTo>
                  <a:lnTo>
                    <a:pt x="57" y="118"/>
                  </a:lnTo>
                  <a:lnTo>
                    <a:pt x="54" y="116"/>
                  </a:lnTo>
                  <a:lnTo>
                    <a:pt x="52" y="116"/>
                  </a:lnTo>
                  <a:lnTo>
                    <a:pt x="52" y="116"/>
                  </a:lnTo>
                  <a:lnTo>
                    <a:pt x="50" y="116"/>
                  </a:lnTo>
                  <a:lnTo>
                    <a:pt x="50" y="116"/>
                  </a:lnTo>
                  <a:lnTo>
                    <a:pt x="50" y="116"/>
                  </a:lnTo>
                  <a:lnTo>
                    <a:pt x="47" y="118"/>
                  </a:lnTo>
                  <a:lnTo>
                    <a:pt x="47" y="118"/>
                  </a:lnTo>
                  <a:lnTo>
                    <a:pt x="47" y="116"/>
                  </a:lnTo>
                  <a:lnTo>
                    <a:pt x="47" y="116"/>
                  </a:lnTo>
                  <a:lnTo>
                    <a:pt x="47" y="114"/>
                  </a:lnTo>
                  <a:lnTo>
                    <a:pt x="45" y="114"/>
                  </a:lnTo>
                  <a:lnTo>
                    <a:pt x="43" y="114"/>
                  </a:lnTo>
                  <a:lnTo>
                    <a:pt x="43" y="114"/>
                  </a:lnTo>
                  <a:lnTo>
                    <a:pt x="43" y="116"/>
                  </a:lnTo>
                  <a:lnTo>
                    <a:pt x="43" y="118"/>
                  </a:lnTo>
                  <a:lnTo>
                    <a:pt x="43" y="118"/>
                  </a:lnTo>
                  <a:lnTo>
                    <a:pt x="43" y="118"/>
                  </a:lnTo>
                  <a:lnTo>
                    <a:pt x="43" y="118"/>
                  </a:lnTo>
                  <a:lnTo>
                    <a:pt x="43" y="118"/>
                  </a:lnTo>
                  <a:lnTo>
                    <a:pt x="40" y="116"/>
                  </a:lnTo>
                  <a:lnTo>
                    <a:pt x="40" y="114"/>
                  </a:lnTo>
                  <a:lnTo>
                    <a:pt x="40" y="114"/>
                  </a:lnTo>
                  <a:lnTo>
                    <a:pt x="40" y="114"/>
                  </a:lnTo>
                  <a:lnTo>
                    <a:pt x="38" y="114"/>
                  </a:lnTo>
                  <a:lnTo>
                    <a:pt x="38" y="114"/>
                  </a:lnTo>
                  <a:lnTo>
                    <a:pt x="35" y="114"/>
                  </a:lnTo>
                  <a:lnTo>
                    <a:pt x="35" y="114"/>
                  </a:lnTo>
                  <a:lnTo>
                    <a:pt x="35" y="114"/>
                  </a:lnTo>
                  <a:lnTo>
                    <a:pt x="35" y="114"/>
                  </a:lnTo>
                  <a:lnTo>
                    <a:pt x="35" y="114"/>
                  </a:lnTo>
                  <a:lnTo>
                    <a:pt x="35" y="114"/>
                  </a:lnTo>
                  <a:lnTo>
                    <a:pt x="35" y="111"/>
                  </a:lnTo>
                  <a:lnTo>
                    <a:pt x="35" y="111"/>
                  </a:lnTo>
                  <a:lnTo>
                    <a:pt x="35" y="111"/>
                  </a:lnTo>
                  <a:lnTo>
                    <a:pt x="35" y="111"/>
                  </a:lnTo>
                  <a:lnTo>
                    <a:pt x="35" y="111"/>
                  </a:lnTo>
                  <a:lnTo>
                    <a:pt x="35" y="111"/>
                  </a:lnTo>
                  <a:lnTo>
                    <a:pt x="35" y="109"/>
                  </a:lnTo>
                  <a:lnTo>
                    <a:pt x="35" y="106"/>
                  </a:lnTo>
                  <a:lnTo>
                    <a:pt x="35" y="106"/>
                  </a:lnTo>
                  <a:lnTo>
                    <a:pt x="35" y="104"/>
                  </a:lnTo>
                  <a:lnTo>
                    <a:pt x="35" y="104"/>
                  </a:lnTo>
                  <a:lnTo>
                    <a:pt x="35" y="104"/>
                  </a:lnTo>
                  <a:lnTo>
                    <a:pt x="33" y="106"/>
                  </a:lnTo>
                  <a:lnTo>
                    <a:pt x="33" y="106"/>
                  </a:lnTo>
                  <a:lnTo>
                    <a:pt x="33" y="106"/>
                  </a:lnTo>
                  <a:lnTo>
                    <a:pt x="33" y="109"/>
                  </a:lnTo>
                  <a:lnTo>
                    <a:pt x="33" y="109"/>
                  </a:lnTo>
                  <a:lnTo>
                    <a:pt x="33" y="111"/>
                  </a:lnTo>
                  <a:lnTo>
                    <a:pt x="35" y="121"/>
                  </a:lnTo>
                  <a:lnTo>
                    <a:pt x="35" y="121"/>
                  </a:lnTo>
                  <a:lnTo>
                    <a:pt x="35" y="121"/>
                  </a:lnTo>
                  <a:lnTo>
                    <a:pt x="35" y="123"/>
                  </a:lnTo>
                  <a:lnTo>
                    <a:pt x="35" y="123"/>
                  </a:lnTo>
                  <a:lnTo>
                    <a:pt x="35" y="123"/>
                  </a:lnTo>
                  <a:lnTo>
                    <a:pt x="35" y="123"/>
                  </a:lnTo>
                  <a:lnTo>
                    <a:pt x="33" y="123"/>
                  </a:lnTo>
                  <a:lnTo>
                    <a:pt x="33" y="125"/>
                  </a:lnTo>
                  <a:lnTo>
                    <a:pt x="33" y="125"/>
                  </a:lnTo>
                  <a:lnTo>
                    <a:pt x="35" y="128"/>
                  </a:lnTo>
                  <a:lnTo>
                    <a:pt x="35" y="128"/>
                  </a:lnTo>
                  <a:lnTo>
                    <a:pt x="35" y="128"/>
                  </a:lnTo>
                  <a:lnTo>
                    <a:pt x="35" y="130"/>
                  </a:lnTo>
                  <a:lnTo>
                    <a:pt x="35" y="130"/>
                  </a:lnTo>
                  <a:lnTo>
                    <a:pt x="33" y="130"/>
                  </a:lnTo>
                  <a:lnTo>
                    <a:pt x="33" y="132"/>
                  </a:lnTo>
                  <a:lnTo>
                    <a:pt x="33" y="135"/>
                  </a:lnTo>
                  <a:lnTo>
                    <a:pt x="33" y="142"/>
                  </a:lnTo>
                  <a:lnTo>
                    <a:pt x="31" y="144"/>
                  </a:lnTo>
                  <a:lnTo>
                    <a:pt x="31" y="144"/>
                  </a:lnTo>
                  <a:lnTo>
                    <a:pt x="26" y="151"/>
                  </a:lnTo>
                  <a:lnTo>
                    <a:pt x="24" y="151"/>
                  </a:lnTo>
                  <a:lnTo>
                    <a:pt x="21" y="156"/>
                  </a:lnTo>
                  <a:lnTo>
                    <a:pt x="21" y="156"/>
                  </a:lnTo>
                  <a:lnTo>
                    <a:pt x="21" y="159"/>
                  </a:lnTo>
                  <a:lnTo>
                    <a:pt x="21" y="159"/>
                  </a:lnTo>
                  <a:lnTo>
                    <a:pt x="21" y="159"/>
                  </a:lnTo>
                  <a:lnTo>
                    <a:pt x="21" y="159"/>
                  </a:lnTo>
                  <a:lnTo>
                    <a:pt x="21" y="159"/>
                  </a:lnTo>
                  <a:lnTo>
                    <a:pt x="21" y="159"/>
                  </a:lnTo>
                  <a:lnTo>
                    <a:pt x="21" y="159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9" y="161"/>
                  </a:lnTo>
                  <a:lnTo>
                    <a:pt x="19" y="161"/>
                  </a:lnTo>
                  <a:lnTo>
                    <a:pt x="19" y="161"/>
                  </a:lnTo>
                  <a:lnTo>
                    <a:pt x="19" y="161"/>
                  </a:lnTo>
                  <a:lnTo>
                    <a:pt x="19" y="161"/>
                  </a:lnTo>
                  <a:lnTo>
                    <a:pt x="19" y="163"/>
                  </a:lnTo>
                  <a:lnTo>
                    <a:pt x="19" y="163"/>
                  </a:lnTo>
                  <a:lnTo>
                    <a:pt x="17" y="166"/>
                  </a:lnTo>
                  <a:lnTo>
                    <a:pt x="17" y="166"/>
                  </a:lnTo>
                  <a:lnTo>
                    <a:pt x="17" y="168"/>
                  </a:lnTo>
                  <a:lnTo>
                    <a:pt x="17" y="170"/>
                  </a:lnTo>
                  <a:lnTo>
                    <a:pt x="17" y="170"/>
                  </a:lnTo>
                  <a:lnTo>
                    <a:pt x="17" y="170"/>
                  </a:lnTo>
                  <a:lnTo>
                    <a:pt x="17" y="168"/>
                  </a:lnTo>
                  <a:lnTo>
                    <a:pt x="17" y="166"/>
                  </a:lnTo>
                  <a:lnTo>
                    <a:pt x="17" y="166"/>
                  </a:lnTo>
                  <a:lnTo>
                    <a:pt x="14" y="163"/>
                  </a:lnTo>
                  <a:lnTo>
                    <a:pt x="14" y="163"/>
                  </a:lnTo>
                  <a:lnTo>
                    <a:pt x="14" y="161"/>
                  </a:lnTo>
                  <a:lnTo>
                    <a:pt x="12" y="161"/>
                  </a:lnTo>
                  <a:lnTo>
                    <a:pt x="12" y="161"/>
                  </a:lnTo>
                  <a:lnTo>
                    <a:pt x="12" y="159"/>
                  </a:lnTo>
                  <a:lnTo>
                    <a:pt x="9" y="159"/>
                  </a:lnTo>
                  <a:lnTo>
                    <a:pt x="9" y="159"/>
                  </a:lnTo>
                  <a:lnTo>
                    <a:pt x="9" y="161"/>
                  </a:lnTo>
                  <a:lnTo>
                    <a:pt x="9" y="161"/>
                  </a:lnTo>
                  <a:lnTo>
                    <a:pt x="12" y="161"/>
                  </a:lnTo>
                  <a:lnTo>
                    <a:pt x="12" y="161"/>
                  </a:lnTo>
                  <a:lnTo>
                    <a:pt x="12" y="161"/>
                  </a:lnTo>
                  <a:lnTo>
                    <a:pt x="12" y="161"/>
                  </a:lnTo>
                  <a:lnTo>
                    <a:pt x="9" y="161"/>
                  </a:lnTo>
                  <a:lnTo>
                    <a:pt x="9" y="161"/>
                  </a:lnTo>
                  <a:lnTo>
                    <a:pt x="9" y="163"/>
                  </a:lnTo>
                  <a:lnTo>
                    <a:pt x="9" y="163"/>
                  </a:lnTo>
                  <a:lnTo>
                    <a:pt x="9" y="166"/>
                  </a:lnTo>
                  <a:lnTo>
                    <a:pt x="9" y="166"/>
                  </a:lnTo>
                  <a:lnTo>
                    <a:pt x="9" y="166"/>
                  </a:lnTo>
                  <a:lnTo>
                    <a:pt x="7" y="166"/>
                  </a:lnTo>
                  <a:lnTo>
                    <a:pt x="7" y="166"/>
                  </a:lnTo>
                  <a:lnTo>
                    <a:pt x="7" y="166"/>
                  </a:lnTo>
                  <a:lnTo>
                    <a:pt x="7" y="163"/>
                  </a:lnTo>
                  <a:lnTo>
                    <a:pt x="7" y="163"/>
                  </a:lnTo>
                  <a:lnTo>
                    <a:pt x="5" y="163"/>
                  </a:lnTo>
                  <a:lnTo>
                    <a:pt x="5" y="163"/>
                  </a:lnTo>
                  <a:lnTo>
                    <a:pt x="5" y="161"/>
                  </a:lnTo>
                  <a:lnTo>
                    <a:pt x="5" y="159"/>
                  </a:lnTo>
                  <a:lnTo>
                    <a:pt x="5" y="156"/>
                  </a:lnTo>
                  <a:lnTo>
                    <a:pt x="2" y="156"/>
                  </a:lnTo>
                  <a:lnTo>
                    <a:pt x="2" y="156"/>
                  </a:lnTo>
                  <a:lnTo>
                    <a:pt x="2" y="156"/>
                  </a:lnTo>
                  <a:lnTo>
                    <a:pt x="2" y="156"/>
                  </a:lnTo>
                  <a:lnTo>
                    <a:pt x="2" y="156"/>
                  </a:lnTo>
                  <a:lnTo>
                    <a:pt x="0" y="156"/>
                  </a:lnTo>
                  <a:lnTo>
                    <a:pt x="0" y="154"/>
                  </a:lnTo>
                  <a:lnTo>
                    <a:pt x="0" y="154"/>
                  </a:lnTo>
                  <a:lnTo>
                    <a:pt x="0" y="154"/>
                  </a:lnTo>
                  <a:lnTo>
                    <a:pt x="0" y="154"/>
                  </a:lnTo>
                  <a:lnTo>
                    <a:pt x="0" y="159"/>
                  </a:lnTo>
                  <a:lnTo>
                    <a:pt x="2" y="161"/>
                  </a:lnTo>
                  <a:lnTo>
                    <a:pt x="2" y="163"/>
                  </a:lnTo>
                  <a:lnTo>
                    <a:pt x="5" y="166"/>
                  </a:lnTo>
                  <a:lnTo>
                    <a:pt x="7" y="168"/>
                  </a:lnTo>
                  <a:lnTo>
                    <a:pt x="7" y="170"/>
                  </a:lnTo>
                  <a:lnTo>
                    <a:pt x="7" y="170"/>
                  </a:lnTo>
                  <a:lnTo>
                    <a:pt x="7" y="173"/>
                  </a:lnTo>
                  <a:lnTo>
                    <a:pt x="7" y="173"/>
                  </a:lnTo>
                  <a:lnTo>
                    <a:pt x="9" y="173"/>
                  </a:lnTo>
                  <a:lnTo>
                    <a:pt x="9" y="173"/>
                  </a:lnTo>
                  <a:lnTo>
                    <a:pt x="9" y="175"/>
                  </a:lnTo>
                  <a:lnTo>
                    <a:pt x="9" y="175"/>
                  </a:lnTo>
                  <a:lnTo>
                    <a:pt x="9" y="175"/>
                  </a:lnTo>
                  <a:lnTo>
                    <a:pt x="12" y="175"/>
                  </a:lnTo>
                  <a:lnTo>
                    <a:pt x="12" y="175"/>
                  </a:lnTo>
                  <a:lnTo>
                    <a:pt x="12" y="175"/>
                  </a:lnTo>
                  <a:lnTo>
                    <a:pt x="12" y="175"/>
                  </a:lnTo>
                  <a:lnTo>
                    <a:pt x="12" y="175"/>
                  </a:lnTo>
                  <a:lnTo>
                    <a:pt x="12" y="177"/>
                  </a:lnTo>
                  <a:lnTo>
                    <a:pt x="12" y="177"/>
                  </a:lnTo>
                  <a:lnTo>
                    <a:pt x="12" y="177"/>
                  </a:lnTo>
                  <a:lnTo>
                    <a:pt x="9" y="177"/>
                  </a:lnTo>
                  <a:lnTo>
                    <a:pt x="9" y="175"/>
                  </a:lnTo>
                  <a:lnTo>
                    <a:pt x="14" y="182"/>
                  </a:lnTo>
                  <a:lnTo>
                    <a:pt x="14" y="185"/>
                  </a:lnTo>
                  <a:lnTo>
                    <a:pt x="17" y="187"/>
                  </a:lnTo>
                  <a:lnTo>
                    <a:pt x="17" y="189"/>
                  </a:lnTo>
                  <a:lnTo>
                    <a:pt x="17" y="189"/>
                  </a:lnTo>
                  <a:lnTo>
                    <a:pt x="17" y="187"/>
                  </a:lnTo>
                  <a:lnTo>
                    <a:pt x="17" y="187"/>
                  </a:lnTo>
                  <a:lnTo>
                    <a:pt x="17" y="185"/>
                  </a:lnTo>
                  <a:lnTo>
                    <a:pt x="17" y="185"/>
                  </a:lnTo>
                  <a:lnTo>
                    <a:pt x="19" y="187"/>
                  </a:lnTo>
                  <a:lnTo>
                    <a:pt x="19" y="189"/>
                  </a:lnTo>
                  <a:lnTo>
                    <a:pt x="17" y="189"/>
                  </a:lnTo>
                  <a:lnTo>
                    <a:pt x="17" y="189"/>
                  </a:lnTo>
                  <a:lnTo>
                    <a:pt x="17" y="189"/>
                  </a:lnTo>
                  <a:lnTo>
                    <a:pt x="17" y="189"/>
                  </a:lnTo>
                  <a:lnTo>
                    <a:pt x="17" y="192"/>
                  </a:lnTo>
                  <a:lnTo>
                    <a:pt x="17" y="192"/>
                  </a:lnTo>
                  <a:lnTo>
                    <a:pt x="19" y="192"/>
                  </a:lnTo>
                  <a:lnTo>
                    <a:pt x="19" y="194"/>
                  </a:lnTo>
                  <a:lnTo>
                    <a:pt x="19" y="194"/>
                  </a:lnTo>
                  <a:lnTo>
                    <a:pt x="21" y="194"/>
                  </a:lnTo>
                  <a:lnTo>
                    <a:pt x="21" y="194"/>
                  </a:lnTo>
                  <a:lnTo>
                    <a:pt x="24" y="194"/>
                  </a:lnTo>
                  <a:lnTo>
                    <a:pt x="24" y="194"/>
                  </a:lnTo>
                  <a:lnTo>
                    <a:pt x="24" y="194"/>
                  </a:lnTo>
                  <a:lnTo>
                    <a:pt x="24" y="194"/>
                  </a:lnTo>
                  <a:lnTo>
                    <a:pt x="24" y="194"/>
                  </a:lnTo>
                  <a:lnTo>
                    <a:pt x="24" y="194"/>
                  </a:lnTo>
                  <a:lnTo>
                    <a:pt x="24" y="194"/>
                  </a:lnTo>
                  <a:lnTo>
                    <a:pt x="24" y="194"/>
                  </a:lnTo>
                  <a:lnTo>
                    <a:pt x="24" y="194"/>
                  </a:lnTo>
                  <a:lnTo>
                    <a:pt x="24" y="196"/>
                  </a:lnTo>
                  <a:lnTo>
                    <a:pt x="24" y="196"/>
                  </a:lnTo>
                  <a:lnTo>
                    <a:pt x="24" y="199"/>
                  </a:lnTo>
                  <a:lnTo>
                    <a:pt x="26" y="199"/>
                  </a:lnTo>
                  <a:lnTo>
                    <a:pt x="26" y="199"/>
                  </a:lnTo>
                  <a:lnTo>
                    <a:pt x="28" y="199"/>
                  </a:lnTo>
                  <a:lnTo>
                    <a:pt x="28" y="199"/>
                  </a:lnTo>
                  <a:lnTo>
                    <a:pt x="31" y="196"/>
                  </a:lnTo>
                  <a:lnTo>
                    <a:pt x="31" y="196"/>
                  </a:lnTo>
                  <a:lnTo>
                    <a:pt x="31" y="196"/>
                  </a:lnTo>
                  <a:lnTo>
                    <a:pt x="31" y="196"/>
                  </a:lnTo>
                  <a:lnTo>
                    <a:pt x="31" y="196"/>
                  </a:lnTo>
                  <a:lnTo>
                    <a:pt x="33" y="196"/>
                  </a:lnTo>
                  <a:lnTo>
                    <a:pt x="33" y="196"/>
                  </a:lnTo>
                  <a:lnTo>
                    <a:pt x="33" y="196"/>
                  </a:lnTo>
                  <a:lnTo>
                    <a:pt x="33" y="196"/>
                  </a:lnTo>
                  <a:lnTo>
                    <a:pt x="33" y="196"/>
                  </a:lnTo>
                  <a:lnTo>
                    <a:pt x="33" y="192"/>
                  </a:lnTo>
                  <a:lnTo>
                    <a:pt x="33" y="192"/>
                  </a:lnTo>
                  <a:lnTo>
                    <a:pt x="33" y="192"/>
                  </a:lnTo>
                  <a:lnTo>
                    <a:pt x="35" y="192"/>
                  </a:lnTo>
                  <a:lnTo>
                    <a:pt x="33" y="192"/>
                  </a:lnTo>
                  <a:lnTo>
                    <a:pt x="33" y="192"/>
                  </a:lnTo>
                  <a:lnTo>
                    <a:pt x="35" y="194"/>
                  </a:lnTo>
                  <a:lnTo>
                    <a:pt x="35" y="196"/>
                  </a:lnTo>
                  <a:lnTo>
                    <a:pt x="33" y="196"/>
                  </a:lnTo>
                  <a:lnTo>
                    <a:pt x="33" y="199"/>
                  </a:lnTo>
                  <a:lnTo>
                    <a:pt x="33" y="199"/>
                  </a:lnTo>
                  <a:lnTo>
                    <a:pt x="33" y="199"/>
                  </a:lnTo>
                  <a:lnTo>
                    <a:pt x="31" y="199"/>
                  </a:lnTo>
                  <a:lnTo>
                    <a:pt x="31" y="199"/>
                  </a:lnTo>
                  <a:lnTo>
                    <a:pt x="31" y="199"/>
                  </a:lnTo>
                  <a:lnTo>
                    <a:pt x="33" y="199"/>
                  </a:lnTo>
                  <a:lnTo>
                    <a:pt x="33" y="201"/>
                  </a:lnTo>
                  <a:lnTo>
                    <a:pt x="33" y="201"/>
                  </a:lnTo>
                  <a:lnTo>
                    <a:pt x="31" y="201"/>
                  </a:lnTo>
                  <a:lnTo>
                    <a:pt x="31" y="201"/>
                  </a:lnTo>
                  <a:lnTo>
                    <a:pt x="31" y="201"/>
                  </a:lnTo>
                  <a:lnTo>
                    <a:pt x="28" y="201"/>
                  </a:lnTo>
                  <a:lnTo>
                    <a:pt x="31" y="203"/>
                  </a:lnTo>
                  <a:lnTo>
                    <a:pt x="31" y="203"/>
                  </a:lnTo>
                  <a:lnTo>
                    <a:pt x="31" y="203"/>
                  </a:lnTo>
                  <a:lnTo>
                    <a:pt x="31" y="203"/>
                  </a:lnTo>
                  <a:lnTo>
                    <a:pt x="31" y="203"/>
                  </a:lnTo>
                  <a:lnTo>
                    <a:pt x="31" y="203"/>
                  </a:lnTo>
                  <a:lnTo>
                    <a:pt x="31" y="206"/>
                  </a:lnTo>
                  <a:lnTo>
                    <a:pt x="31" y="206"/>
                  </a:lnTo>
                  <a:lnTo>
                    <a:pt x="31" y="206"/>
                  </a:lnTo>
                  <a:lnTo>
                    <a:pt x="31" y="208"/>
                  </a:lnTo>
                  <a:lnTo>
                    <a:pt x="33" y="208"/>
                  </a:lnTo>
                  <a:lnTo>
                    <a:pt x="33" y="208"/>
                  </a:lnTo>
                  <a:lnTo>
                    <a:pt x="33" y="208"/>
                  </a:lnTo>
                  <a:lnTo>
                    <a:pt x="33" y="208"/>
                  </a:lnTo>
                  <a:lnTo>
                    <a:pt x="35" y="206"/>
                  </a:lnTo>
                  <a:lnTo>
                    <a:pt x="35" y="206"/>
                  </a:lnTo>
                  <a:lnTo>
                    <a:pt x="38" y="206"/>
                  </a:lnTo>
                  <a:lnTo>
                    <a:pt x="38" y="203"/>
                  </a:lnTo>
                  <a:lnTo>
                    <a:pt x="40" y="203"/>
                  </a:lnTo>
                  <a:lnTo>
                    <a:pt x="40" y="203"/>
                  </a:lnTo>
                  <a:lnTo>
                    <a:pt x="40" y="203"/>
                  </a:lnTo>
                  <a:lnTo>
                    <a:pt x="40" y="201"/>
                  </a:lnTo>
                  <a:lnTo>
                    <a:pt x="40" y="201"/>
                  </a:lnTo>
                  <a:lnTo>
                    <a:pt x="40" y="201"/>
                  </a:lnTo>
                  <a:lnTo>
                    <a:pt x="40" y="201"/>
                  </a:lnTo>
                  <a:lnTo>
                    <a:pt x="40" y="201"/>
                  </a:lnTo>
                  <a:lnTo>
                    <a:pt x="43" y="201"/>
                  </a:lnTo>
                  <a:lnTo>
                    <a:pt x="43" y="203"/>
                  </a:lnTo>
                  <a:lnTo>
                    <a:pt x="43" y="203"/>
                  </a:lnTo>
                  <a:lnTo>
                    <a:pt x="43" y="203"/>
                  </a:lnTo>
                  <a:lnTo>
                    <a:pt x="43" y="206"/>
                  </a:lnTo>
                  <a:lnTo>
                    <a:pt x="43" y="208"/>
                  </a:lnTo>
                  <a:lnTo>
                    <a:pt x="45" y="208"/>
                  </a:lnTo>
                  <a:lnTo>
                    <a:pt x="45" y="208"/>
                  </a:lnTo>
                  <a:lnTo>
                    <a:pt x="45" y="208"/>
                  </a:lnTo>
                  <a:lnTo>
                    <a:pt x="40" y="208"/>
                  </a:lnTo>
                  <a:lnTo>
                    <a:pt x="38" y="208"/>
                  </a:lnTo>
                  <a:lnTo>
                    <a:pt x="38" y="211"/>
                  </a:lnTo>
                  <a:lnTo>
                    <a:pt x="38" y="211"/>
                  </a:lnTo>
                  <a:lnTo>
                    <a:pt x="38" y="213"/>
                  </a:lnTo>
                  <a:lnTo>
                    <a:pt x="38" y="211"/>
                  </a:lnTo>
                  <a:lnTo>
                    <a:pt x="38" y="211"/>
                  </a:lnTo>
                  <a:lnTo>
                    <a:pt x="38" y="211"/>
                  </a:lnTo>
                  <a:lnTo>
                    <a:pt x="38" y="208"/>
                  </a:lnTo>
                  <a:lnTo>
                    <a:pt x="35" y="208"/>
                  </a:lnTo>
                  <a:lnTo>
                    <a:pt x="35" y="211"/>
                  </a:lnTo>
                  <a:lnTo>
                    <a:pt x="33" y="211"/>
                  </a:lnTo>
                  <a:lnTo>
                    <a:pt x="33" y="211"/>
                  </a:lnTo>
                  <a:lnTo>
                    <a:pt x="33" y="211"/>
                  </a:lnTo>
                  <a:lnTo>
                    <a:pt x="33" y="211"/>
                  </a:lnTo>
                  <a:lnTo>
                    <a:pt x="33" y="211"/>
                  </a:lnTo>
                  <a:lnTo>
                    <a:pt x="31" y="211"/>
                  </a:lnTo>
                  <a:lnTo>
                    <a:pt x="31" y="211"/>
                  </a:lnTo>
                  <a:lnTo>
                    <a:pt x="33" y="211"/>
                  </a:lnTo>
                  <a:lnTo>
                    <a:pt x="31" y="213"/>
                  </a:lnTo>
                  <a:lnTo>
                    <a:pt x="31" y="213"/>
                  </a:lnTo>
                  <a:lnTo>
                    <a:pt x="31" y="211"/>
                  </a:lnTo>
                  <a:lnTo>
                    <a:pt x="31" y="206"/>
                  </a:lnTo>
                  <a:lnTo>
                    <a:pt x="28" y="203"/>
                  </a:lnTo>
                  <a:lnTo>
                    <a:pt x="28" y="203"/>
                  </a:lnTo>
                  <a:lnTo>
                    <a:pt x="26" y="201"/>
                  </a:lnTo>
                  <a:lnTo>
                    <a:pt x="26" y="201"/>
                  </a:lnTo>
                  <a:lnTo>
                    <a:pt x="24" y="201"/>
                  </a:lnTo>
                  <a:lnTo>
                    <a:pt x="24" y="199"/>
                  </a:lnTo>
                  <a:lnTo>
                    <a:pt x="24" y="199"/>
                  </a:lnTo>
                  <a:lnTo>
                    <a:pt x="21" y="199"/>
                  </a:lnTo>
                  <a:lnTo>
                    <a:pt x="21" y="196"/>
                  </a:lnTo>
                  <a:lnTo>
                    <a:pt x="21" y="194"/>
                  </a:lnTo>
                  <a:lnTo>
                    <a:pt x="19" y="194"/>
                  </a:lnTo>
                  <a:lnTo>
                    <a:pt x="19" y="194"/>
                  </a:lnTo>
                  <a:lnTo>
                    <a:pt x="19" y="194"/>
                  </a:lnTo>
                  <a:lnTo>
                    <a:pt x="17" y="192"/>
                  </a:lnTo>
                  <a:lnTo>
                    <a:pt x="17" y="192"/>
                  </a:lnTo>
                  <a:lnTo>
                    <a:pt x="17" y="189"/>
                  </a:lnTo>
                  <a:lnTo>
                    <a:pt x="14" y="189"/>
                  </a:lnTo>
                  <a:lnTo>
                    <a:pt x="17" y="189"/>
                  </a:lnTo>
                  <a:lnTo>
                    <a:pt x="17" y="192"/>
                  </a:lnTo>
                  <a:lnTo>
                    <a:pt x="17" y="192"/>
                  </a:lnTo>
                  <a:lnTo>
                    <a:pt x="17" y="194"/>
                  </a:lnTo>
                  <a:lnTo>
                    <a:pt x="24" y="203"/>
                  </a:lnTo>
                  <a:lnTo>
                    <a:pt x="26" y="206"/>
                  </a:lnTo>
                  <a:lnTo>
                    <a:pt x="28" y="208"/>
                  </a:lnTo>
                  <a:lnTo>
                    <a:pt x="28" y="211"/>
                  </a:lnTo>
                  <a:lnTo>
                    <a:pt x="28" y="211"/>
                  </a:lnTo>
                  <a:lnTo>
                    <a:pt x="28" y="213"/>
                  </a:lnTo>
                  <a:lnTo>
                    <a:pt x="28" y="213"/>
                  </a:lnTo>
                  <a:lnTo>
                    <a:pt x="28" y="213"/>
                  </a:lnTo>
                  <a:lnTo>
                    <a:pt x="31" y="215"/>
                  </a:lnTo>
                  <a:lnTo>
                    <a:pt x="31" y="215"/>
                  </a:lnTo>
                  <a:lnTo>
                    <a:pt x="28" y="218"/>
                  </a:lnTo>
                  <a:lnTo>
                    <a:pt x="28" y="218"/>
                  </a:lnTo>
                  <a:lnTo>
                    <a:pt x="28" y="218"/>
                  </a:lnTo>
                  <a:lnTo>
                    <a:pt x="28" y="220"/>
                  </a:lnTo>
                  <a:lnTo>
                    <a:pt x="31" y="220"/>
                  </a:lnTo>
                  <a:lnTo>
                    <a:pt x="31" y="222"/>
                  </a:lnTo>
                  <a:lnTo>
                    <a:pt x="31" y="220"/>
                  </a:lnTo>
                  <a:lnTo>
                    <a:pt x="33" y="222"/>
                  </a:lnTo>
                  <a:lnTo>
                    <a:pt x="33" y="222"/>
                  </a:lnTo>
                  <a:lnTo>
                    <a:pt x="33" y="222"/>
                  </a:lnTo>
                  <a:lnTo>
                    <a:pt x="33" y="222"/>
                  </a:lnTo>
                  <a:lnTo>
                    <a:pt x="33" y="222"/>
                  </a:lnTo>
                  <a:lnTo>
                    <a:pt x="33" y="222"/>
                  </a:lnTo>
                  <a:lnTo>
                    <a:pt x="35" y="225"/>
                  </a:lnTo>
                  <a:lnTo>
                    <a:pt x="35" y="222"/>
                  </a:lnTo>
                  <a:lnTo>
                    <a:pt x="35" y="222"/>
                  </a:lnTo>
                  <a:lnTo>
                    <a:pt x="35" y="222"/>
                  </a:lnTo>
                  <a:lnTo>
                    <a:pt x="35" y="222"/>
                  </a:lnTo>
                  <a:lnTo>
                    <a:pt x="35" y="222"/>
                  </a:lnTo>
                  <a:lnTo>
                    <a:pt x="35" y="220"/>
                  </a:lnTo>
                  <a:lnTo>
                    <a:pt x="35" y="220"/>
                  </a:lnTo>
                  <a:lnTo>
                    <a:pt x="35" y="220"/>
                  </a:lnTo>
                  <a:lnTo>
                    <a:pt x="38" y="220"/>
                  </a:lnTo>
                  <a:lnTo>
                    <a:pt x="38" y="222"/>
                  </a:lnTo>
                  <a:lnTo>
                    <a:pt x="40" y="225"/>
                  </a:lnTo>
                  <a:lnTo>
                    <a:pt x="40" y="222"/>
                  </a:lnTo>
                  <a:lnTo>
                    <a:pt x="40" y="222"/>
                  </a:lnTo>
                  <a:lnTo>
                    <a:pt x="40" y="222"/>
                  </a:lnTo>
                  <a:lnTo>
                    <a:pt x="40" y="222"/>
                  </a:lnTo>
                  <a:lnTo>
                    <a:pt x="40" y="222"/>
                  </a:lnTo>
                  <a:lnTo>
                    <a:pt x="40" y="222"/>
                  </a:lnTo>
                  <a:lnTo>
                    <a:pt x="43" y="222"/>
                  </a:lnTo>
                  <a:lnTo>
                    <a:pt x="45" y="225"/>
                  </a:lnTo>
                  <a:lnTo>
                    <a:pt x="45" y="227"/>
                  </a:lnTo>
                  <a:lnTo>
                    <a:pt x="43" y="227"/>
                  </a:lnTo>
                  <a:lnTo>
                    <a:pt x="43" y="227"/>
                  </a:lnTo>
                  <a:lnTo>
                    <a:pt x="43" y="227"/>
                  </a:lnTo>
                  <a:lnTo>
                    <a:pt x="45" y="230"/>
                  </a:lnTo>
                  <a:lnTo>
                    <a:pt x="45" y="230"/>
                  </a:lnTo>
                  <a:lnTo>
                    <a:pt x="45" y="230"/>
                  </a:lnTo>
                  <a:lnTo>
                    <a:pt x="45" y="230"/>
                  </a:lnTo>
                  <a:lnTo>
                    <a:pt x="47" y="232"/>
                  </a:lnTo>
                  <a:lnTo>
                    <a:pt x="47" y="232"/>
                  </a:lnTo>
                  <a:lnTo>
                    <a:pt x="47" y="232"/>
                  </a:lnTo>
                  <a:lnTo>
                    <a:pt x="45" y="232"/>
                  </a:lnTo>
                  <a:lnTo>
                    <a:pt x="45" y="234"/>
                  </a:lnTo>
                  <a:lnTo>
                    <a:pt x="45" y="234"/>
                  </a:lnTo>
                  <a:lnTo>
                    <a:pt x="45" y="234"/>
                  </a:lnTo>
                  <a:lnTo>
                    <a:pt x="45" y="232"/>
                  </a:lnTo>
                  <a:lnTo>
                    <a:pt x="45" y="232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43" y="230"/>
                  </a:lnTo>
                  <a:lnTo>
                    <a:pt x="43" y="230"/>
                  </a:lnTo>
                  <a:lnTo>
                    <a:pt x="43" y="230"/>
                  </a:lnTo>
                  <a:lnTo>
                    <a:pt x="43" y="230"/>
                  </a:lnTo>
                  <a:lnTo>
                    <a:pt x="43" y="230"/>
                  </a:lnTo>
                  <a:lnTo>
                    <a:pt x="40" y="230"/>
                  </a:lnTo>
                  <a:lnTo>
                    <a:pt x="40" y="230"/>
                  </a:lnTo>
                  <a:lnTo>
                    <a:pt x="43" y="227"/>
                  </a:lnTo>
                  <a:lnTo>
                    <a:pt x="43" y="227"/>
                  </a:lnTo>
                  <a:lnTo>
                    <a:pt x="40" y="225"/>
                  </a:lnTo>
                  <a:lnTo>
                    <a:pt x="40" y="225"/>
                  </a:lnTo>
                  <a:lnTo>
                    <a:pt x="38" y="225"/>
                  </a:lnTo>
                  <a:lnTo>
                    <a:pt x="38" y="225"/>
                  </a:lnTo>
                  <a:lnTo>
                    <a:pt x="38" y="225"/>
                  </a:lnTo>
                  <a:lnTo>
                    <a:pt x="35" y="227"/>
                  </a:lnTo>
                  <a:lnTo>
                    <a:pt x="35" y="225"/>
                  </a:lnTo>
                  <a:lnTo>
                    <a:pt x="35" y="225"/>
                  </a:lnTo>
                  <a:lnTo>
                    <a:pt x="35" y="225"/>
                  </a:lnTo>
                  <a:lnTo>
                    <a:pt x="35" y="225"/>
                  </a:lnTo>
                  <a:lnTo>
                    <a:pt x="38" y="225"/>
                  </a:lnTo>
                  <a:lnTo>
                    <a:pt x="35" y="225"/>
                  </a:lnTo>
                  <a:lnTo>
                    <a:pt x="35" y="225"/>
                  </a:lnTo>
                  <a:lnTo>
                    <a:pt x="35" y="225"/>
                  </a:lnTo>
                  <a:lnTo>
                    <a:pt x="35" y="225"/>
                  </a:lnTo>
                  <a:lnTo>
                    <a:pt x="35" y="225"/>
                  </a:lnTo>
                  <a:lnTo>
                    <a:pt x="35" y="225"/>
                  </a:lnTo>
                  <a:lnTo>
                    <a:pt x="35" y="225"/>
                  </a:lnTo>
                  <a:lnTo>
                    <a:pt x="35" y="225"/>
                  </a:lnTo>
                  <a:lnTo>
                    <a:pt x="35" y="225"/>
                  </a:lnTo>
                  <a:lnTo>
                    <a:pt x="33" y="225"/>
                  </a:lnTo>
                  <a:lnTo>
                    <a:pt x="33" y="225"/>
                  </a:lnTo>
                  <a:lnTo>
                    <a:pt x="31" y="222"/>
                  </a:lnTo>
                  <a:lnTo>
                    <a:pt x="31" y="222"/>
                  </a:lnTo>
                  <a:lnTo>
                    <a:pt x="31" y="222"/>
                  </a:lnTo>
                  <a:lnTo>
                    <a:pt x="31" y="222"/>
                  </a:lnTo>
                  <a:lnTo>
                    <a:pt x="31" y="222"/>
                  </a:lnTo>
                  <a:lnTo>
                    <a:pt x="31" y="222"/>
                  </a:lnTo>
                  <a:lnTo>
                    <a:pt x="31" y="225"/>
                  </a:lnTo>
                  <a:lnTo>
                    <a:pt x="31" y="225"/>
                  </a:lnTo>
                  <a:lnTo>
                    <a:pt x="33" y="225"/>
                  </a:lnTo>
                  <a:lnTo>
                    <a:pt x="33" y="225"/>
                  </a:lnTo>
                  <a:lnTo>
                    <a:pt x="33" y="225"/>
                  </a:lnTo>
                  <a:lnTo>
                    <a:pt x="35" y="227"/>
                  </a:lnTo>
                  <a:lnTo>
                    <a:pt x="35" y="230"/>
                  </a:lnTo>
                  <a:lnTo>
                    <a:pt x="35" y="230"/>
                  </a:lnTo>
                  <a:lnTo>
                    <a:pt x="38" y="232"/>
                  </a:lnTo>
                  <a:lnTo>
                    <a:pt x="38" y="232"/>
                  </a:lnTo>
                  <a:lnTo>
                    <a:pt x="38" y="232"/>
                  </a:lnTo>
                  <a:lnTo>
                    <a:pt x="38" y="232"/>
                  </a:lnTo>
                  <a:lnTo>
                    <a:pt x="40" y="234"/>
                  </a:lnTo>
                  <a:lnTo>
                    <a:pt x="40" y="234"/>
                  </a:lnTo>
                  <a:lnTo>
                    <a:pt x="47" y="239"/>
                  </a:lnTo>
                  <a:lnTo>
                    <a:pt x="47" y="241"/>
                  </a:lnTo>
                  <a:lnTo>
                    <a:pt x="47" y="246"/>
                  </a:lnTo>
                  <a:lnTo>
                    <a:pt x="47" y="246"/>
                  </a:lnTo>
                  <a:lnTo>
                    <a:pt x="47" y="246"/>
                  </a:lnTo>
                  <a:lnTo>
                    <a:pt x="47" y="248"/>
                  </a:lnTo>
                  <a:lnTo>
                    <a:pt x="50" y="251"/>
                  </a:lnTo>
                  <a:lnTo>
                    <a:pt x="50" y="251"/>
                  </a:lnTo>
                  <a:lnTo>
                    <a:pt x="52" y="253"/>
                  </a:lnTo>
                  <a:lnTo>
                    <a:pt x="52" y="251"/>
                  </a:lnTo>
                  <a:lnTo>
                    <a:pt x="50" y="251"/>
                  </a:lnTo>
                  <a:lnTo>
                    <a:pt x="50" y="248"/>
                  </a:lnTo>
                  <a:lnTo>
                    <a:pt x="50" y="251"/>
                  </a:lnTo>
                  <a:lnTo>
                    <a:pt x="52" y="253"/>
                  </a:lnTo>
                  <a:lnTo>
                    <a:pt x="54" y="253"/>
                  </a:lnTo>
                  <a:lnTo>
                    <a:pt x="54" y="253"/>
                  </a:lnTo>
                  <a:lnTo>
                    <a:pt x="54" y="251"/>
                  </a:lnTo>
                  <a:lnTo>
                    <a:pt x="54" y="251"/>
                  </a:lnTo>
                  <a:lnTo>
                    <a:pt x="54" y="251"/>
                  </a:lnTo>
                  <a:lnTo>
                    <a:pt x="54" y="248"/>
                  </a:lnTo>
                  <a:lnTo>
                    <a:pt x="54" y="248"/>
                  </a:lnTo>
                  <a:lnTo>
                    <a:pt x="54" y="251"/>
                  </a:lnTo>
                  <a:lnTo>
                    <a:pt x="54" y="251"/>
                  </a:lnTo>
                  <a:lnTo>
                    <a:pt x="54" y="251"/>
                  </a:lnTo>
                  <a:lnTo>
                    <a:pt x="54" y="251"/>
                  </a:lnTo>
                  <a:lnTo>
                    <a:pt x="54" y="251"/>
                  </a:lnTo>
                  <a:lnTo>
                    <a:pt x="54" y="251"/>
                  </a:lnTo>
                  <a:lnTo>
                    <a:pt x="57" y="251"/>
                  </a:lnTo>
                  <a:lnTo>
                    <a:pt x="57" y="251"/>
                  </a:lnTo>
                  <a:lnTo>
                    <a:pt x="57" y="251"/>
                  </a:lnTo>
                  <a:lnTo>
                    <a:pt x="57" y="253"/>
                  </a:lnTo>
                  <a:lnTo>
                    <a:pt x="54" y="253"/>
                  </a:lnTo>
                  <a:lnTo>
                    <a:pt x="54" y="253"/>
                  </a:lnTo>
                  <a:lnTo>
                    <a:pt x="54" y="253"/>
                  </a:lnTo>
                  <a:lnTo>
                    <a:pt x="54" y="253"/>
                  </a:lnTo>
                  <a:lnTo>
                    <a:pt x="57" y="256"/>
                  </a:lnTo>
                  <a:lnTo>
                    <a:pt x="57" y="256"/>
                  </a:lnTo>
                  <a:lnTo>
                    <a:pt x="57" y="256"/>
                  </a:lnTo>
                  <a:lnTo>
                    <a:pt x="59" y="253"/>
                  </a:lnTo>
                  <a:lnTo>
                    <a:pt x="59" y="253"/>
                  </a:lnTo>
                  <a:lnTo>
                    <a:pt x="61" y="253"/>
                  </a:lnTo>
                  <a:lnTo>
                    <a:pt x="61" y="253"/>
                  </a:lnTo>
                  <a:lnTo>
                    <a:pt x="61" y="253"/>
                  </a:lnTo>
                  <a:lnTo>
                    <a:pt x="61" y="253"/>
                  </a:lnTo>
                  <a:lnTo>
                    <a:pt x="61" y="251"/>
                  </a:lnTo>
                  <a:lnTo>
                    <a:pt x="64" y="251"/>
                  </a:lnTo>
                  <a:lnTo>
                    <a:pt x="64" y="251"/>
                  </a:lnTo>
                  <a:lnTo>
                    <a:pt x="64" y="253"/>
                  </a:lnTo>
                  <a:lnTo>
                    <a:pt x="64" y="256"/>
                  </a:lnTo>
                  <a:lnTo>
                    <a:pt x="66" y="256"/>
                  </a:lnTo>
                  <a:lnTo>
                    <a:pt x="66" y="256"/>
                  </a:lnTo>
                  <a:lnTo>
                    <a:pt x="69" y="256"/>
                  </a:lnTo>
                  <a:lnTo>
                    <a:pt x="69" y="256"/>
                  </a:lnTo>
                  <a:lnTo>
                    <a:pt x="69" y="256"/>
                  </a:lnTo>
                  <a:lnTo>
                    <a:pt x="69" y="256"/>
                  </a:lnTo>
                  <a:lnTo>
                    <a:pt x="69" y="256"/>
                  </a:lnTo>
                  <a:lnTo>
                    <a:pt x="66" y="256"/>
                  </a:lnTo>
                  <a:lnTo>
                    <a:pt x="66" y="258"/>
                  </a:lnTo>
                  <a:lnTo>
                    <a:pt x="69" y="258"/>
                  </a:lnTo>
                  <a:lnTo>
                    <a:pt x="66" y="258"/>
                  </a:lnTo>
                  <a:lnTo>
                    <a:pt x="69" y="260"/>
                  </a:lnTo>
                  <a:lnTo>
                    <a:pt x="69" y="260"/>
                  </a:lnTo>
                  <a:lnTo>
                    <a:pt x="69" y="258"/>
                  </a:lnTo>
                  <a:lnTo>
                    <a:pt x="69" y="258"/>
                  </a:lnTo>
                  <a:lnTo>
                    <a:pt x="69" y="258"/>
                  </a:lnTo>
                  <a:lnTo>
                    <a:pt x="71" y="258"/>
                  </a:lnTo>
                  <a:lnTo>
                    <a:pt x="71" y="258"/>
                  </a:lnTo>
                  <a:lnTo>
                    <a:pt x="71" y="258"/>
                  </a:lnTo>
                  <a:lnTo>
                    <a:pt x="71" y="258"/>
                  </a:lnTo>
                  <a:lnTo>
                    <a:pt x="71" y="256"/>
                  </a:lnTo>
                  <a:lnTo>
                    <a:pt x="71" y="256"/>
                  </a:lnTo>
                  <a:lnTo>
                    <a:pt x="71" y="258"/>
                  </a:lnTo>
                  <a:lnTo>
                    <a:pt x="71" y="258"/>
                  </a:lnTo>
                  <a:lnTo>
                    <a:pt x="71" y="258"/>
                  </a:lnTo>
                  <a:lnTo>
                    <a:pt x="73" y="258"/>
                  </a:lnTo>
                  <a:lnTo>
                    <a:pt x="73" y="258"/>
                  </a:lnTo>
                  <a:lnTo>
                    <a:pt x="73" y="258"/>
                  </a:lnTo>
                  <a:lnTo>
                    <a:pt x="73" y="258"/>
                  </a:lnTo>
                  <a:lnTo>
                    <a:pt x="73" y="260"/>
                  </a:lnTo>
                  <a:lnTo>
                    <a:pt x="76" y="260"/>
                  </a:lnTo>
                  <a:lnTo>
                    <a:pt x="73" y="258"/>
                  </a:lnTo>
                  <a:lnTo>
                    <a:pt x="73" y="256"/>
                  </a:lnTo>
                  <a:lnTo>
                    <a:pt x="73" y="256"/>
                  </a:lnTo>
                  <a:lnTo>
                    <a:pt x="76" y="258"/>
                  </a:lnTo>
                  <a:lnTo>
                    <a:pt x="76" y="258"/>
                  </a:lnTo>
                  <a:lnTo>
                    <a:pt x="78" y="258"/>
                  </a:lnTo>
                  <a:lnTo>
                    <a:pt x="78" y="258"/>
                  </a:lnTo>
                  <a:lnTo>
                    <a:pt x="78" y="258"/>
                  </a:lnTo>
                  <a:lnTo>
                    <a:pt x="78" y="260"/>
                  </a:lnTo>
                  <a:lnTo>
                    <a:pt x="78" y="260"/>
                  </a:lnTo>
                  <a:lnTo>
                    <a:pt x="78" y="260"/>
                  </a:lnTo>
                  <a:lnTo>
                    <a:pt x="76" y="260"/>
                  </a:lnTo>
                  <a:lnTo>
                    <a:pt x="76" y="260"/>
                  </a:lnTo>
                  <a:lnTo>
                    <a:pt x="73" y="260"/>
                  </a:lnTo>
                  <a:lnTo>
                    <a:pt x="73" y="260"/>
                  </a:lnTo>
                  <a:lnTo>
                    <a:pt x="73" y="260"/>
                  </a:lnTo>
                  <a:lnTo>
                    <a:pt x="73" y="260"/>
                  </a:lnTo>
                  <a:lnTo>
                    <a:pt x="71" y="263"/>
                  </a:lnTo>
                  <a:lnTo>
                    <a:pt x="71" y="263"/>
                  </a:lnTo>
                  <a:lnTo>
                    <a:pt x="71" y="263"/>
                  </a:lnTo>
                  <a:lnTo>
                    <a:pt x="71" y="263"/>
                  </a:lnTo>
                  <a:lnTo>
                    <a:pt x="71" y="263"/>
                  </a:lnTo>
                  <a:lnTo>
                    <a:pt x="71" y="263"/>
                  </a:lnTo>
                  <a:lnTo>
                    <a:pt x="69" y="263"/>
                  </a:lnTo>
                  <a:lnTo>
                    <a:pt x="69" y="263"/>
                  </a:lnTo>
                  <a:lnTo>
                    <a:pt x="69" y="263"/>
                  </a:lnTo>
                  <a:lnTo>
                    <a:pt x="69" y="263"/>
                  </a:lnTo>
                  <a:lnTo>
                    <a:pt x="69" y="263"/>
                  </a:lnTo>
                  <a:lnTo>
                    <a:pt x="69" y="260"/>
                  </a:lnTo>
                  <a:lnTo>
                    <a:pt x="69" y="260"/>
                  </a:lnTo>
                  <a:lnTo>
                    <a:pt x="69" y="260"/>
                  </a:lnTo>
                  <a:lnTo>
                    <a:pt x="69" y="260"/>
                  </a:lnTo>
                  <a:lnTo>
                    <a:pt x="69" y="260"/>
                  </a:lnTo>
                  <a:lnTo>
                    <a:pt x="66" y="260"/>
                  </a:lnTo>
                  <a:lnTo>
                    <a:pt x="66" y="260"/>
                  </a:lnTo>
                  <a:lnTo>
                    <a:pt x="66" y="260"/>
                  </a:lnTo>
                  <a:lnTo>
                    <a:pt x="66" y="260"/>
                  </a:lnTo>
                  <a:lnTo>
                    <a:pt x="66" y="260"/>
                  </a:lnTo>
                  <a:lnTo>
                    <a:pt x="66" y="260"/>
                  </a:lnTo>
                  <a:lnTo>
                    <a:pt x="66" y="258"/>
                  </a:lnTo>
                  <a:lnTo>
                    <a:pt x="66" y="258"/>
                  </a:lnTo>
                  <a:lnTo>
                    <a:pt x="64" y="258"/>
                  </a:lnTo>
                  <a:lnTo>
                    <a:pt x="64" y="258"/>
                  </a:lnTo>
                  <a:lnTo>
                    <a:pt x="61" y="258"/>
                  </a:lnTo>
                  <a:lnTo>
                    <a:pt x="61" y="258"/>
                  </a:lnTo>
                  <a:lnTo>
                    <a:pt x="61" y="258"/>
                  </a:lnTo>
                  <a:lnTo>
                    <a:pt x="61" y="256"/>
                  </a:lnTo>
                  <a:lnTo>
                    <a:pt x="61" y="256"/>
                  </a:lnTo>
                  <a:lnTo>
                    <a:pt x="61" y="256"/>
                  </a:lnTo>
                  <a:lnTo>
                    <a:pt x="61" y="256"/>
                  </a:lnTo>
                  <a:lnTo>
                    <a:pt x="61" y="256"/>
                  </a:lnTo>
                  <a:lnTo>
                    <a:pt x="61" y="256"/>
                  </a:lnTo>
                  <a:lnTo>
                    <a:pt x="61" y="256"/>
                  </a:lnTo>
                  <a:lnTo>
                    <a:pt x="61" y="256"/>
                  </a:lnTo>
                  <a:lnTo>
                    <a:pt x="61" y="253"/>
                  </a:lnTo>
                  <a:lnTo>
                    <a:pt x="59" y="256"/>
                  </a:lnTo>
                  <a:lnTo>
                    <a:pt x="59" y="256"/>
                  </a:lnTo>
                  <a:lnTo>
                    <a:pt x="59" y="256"/>
                  </a:lnTo>
                  <a:lnTo>
                    <a:pt x="57" y="256"/>
                  </a:lnTo>
                  <a:lnTo>
                    <a:pt x="57" y="256"/>
                  </a:lnTo>
                  <a:lnTo>
                    <a:pt x="54" y="253"/>
                  </a:lnTo>
                  <a:lnTo>
                    <a:pt x="54" y="253"/>
                  </a:lnTo>
                  <a:lnTo>
                    <a:pt x="54" y="256"/>
                  </a:lnTo>
                  <a:lnTo>
                    <a:pt x="64" y="267"/>
                  </a:lnTo>
                  <a:lnTo>
                    <a:pt x="69" y="270"/>
                  </a:lnTo>
                  <a:lnTo>
                    <a:pt x="71" y="272"/>
                  </a:lnTo>
                  <a:lnTo>
                    <a:pt x="78" y="277"/>
                  </a:lnTo>
                  <a:lnTo>
                    <a:pt x="80" y="279"/>
                  </a:lnTo>
                  <a:lnTo>
                    <a:pt x="88" y="286"/>
                  </a:lnTo>
                  <a:lnTo>
                    <a:pt x="95" y="291"/>
                  </a:lnTo>
                  <a:lnTo>
                    <a:pt x="95" y="291"/>
                  </a:lnTo>
                  <a:lnTo>
                    <a:pt x="97" y="293"/>
                  </a:lnTo>
                  <a:lnTo>
                    <a:pt x="97" y="293"/>
                  </a:lnTo>
                  <a:lnTo>
                    <a:pt x="99" y="296"/>
                  </a:lnTo>
                  <a:lnTo>
                    <a:pt x="99" y="296"/>
                  </a:lnTo>
                  <a:lnTo>
                    <a:pt x="99" y="298"/>
                  </a:lnTo>
                  <a:lnTo>
                    <a:pt x="102" y="298"/>
                  </a:lnTo>
                  <a:lnTo>
                    <a:pt x="102" y="298"/>
                  </a:lnTo>
                  <a:lnTo>
                    <a:pt x="104" y="301"/>
                  </a:lnTo>
                  <a:lnTo>
                    <a:pt x="104" y="301"/>
                  </a:lnTo>
                  <a:lnTo>
                    <a:pt x="104" y="301"/>
                  </a:lnTo>
                  <a:lnTo>
                    <a:pt x="104" y="303"/>
                  </a:lnTo>
                  <a:lnTo>
                    <a:pt x="104" y="303"/>
                  </a:lnTo>
                  <a:lnTo>
                    <a:pt x="104" y="305"/>
                  </a:lnTo>
                  <a:lnTo>
                    <a:pt x="104" y="308"/>
                  </a:lnTo>
                  <a:lnTo>
                    <a:pt x="114" y="312"/>
                  </a:lnTo>
                  <a:lnTo>
                    <a:pt x="118" y="319"/>
                  </a:lnTo>
                  <a:lnTo>
                    <a:pt x="121" y="319"/>
                  </a:lnTo>
                  <a:lnTo>
                    <a:pt x="123" y="322"/>
                  </a:lnTo>
                  <a:lnTo>
                    <a:pt x="123" y="322"/>
                  </a:lnTo>
                  <a:lnTo>
                    <a:pt x="123" y="324"/>
                  </a:lnTo>
                  <a:lnTo>
                    <a:pt x="123" y="324"/>
                  </a:lnTo>
                  <a:lnTo>
                    <a:pt x="123" y="324"/>
                  </a:lnTo>
                  <a:lnTo>
                    <a:pt x="125" y="329"/>
                  </a:lnTo>
                  <a:lnTo>
                    <a:pt x="128" y="331"/>
                  </a:lnTo>
                  <a:lnTo>
                    <a:pt x="128" y="331"/>
                  </a:lnTo>
                  <a:lnTo>
                    <a:pt x="130" y="334"/>
                  </a:lnTo>
                  <a:lnTo>
                    <a:pt x="130" y="331"/>
                  </a:lnTo>
                  <a:lnTo>
                    <a:pt x="132" y="322"/>
                  </a:lnTo>
                  <a:lnTo>
                    <a:pt x="135" y="319"/>
                  </a:lnTo>
                  <a:lnTo>
                    <a:pt x="135" y="319"/>
                  </a:lnTo>
                  <a:lnTo>
                    <a:pt x="137" y="317"/>
                  </a:lnTo>
                  <a:lnTo>
                    <a:pt x="140" y="317"/>
                  </a:lnTo>
                  <a:lnTo>
                    <a:pt x="142" y="315"/>
                  </a:lnTo>
                  <a:lnTo>
                    <a:pt x="144" y="315"/>
                  </a:lnTo>
                  <a:lnTo>
                    <a:pt x="144" y="315"/>
                  </a:lnTo>
                  <a:lnTo>
                    <a:pt x="147" y="312"/>
                  </a:lnTo>
                  <a:lnTo>
                    <a:pt x="147" y="310"/>
                  </a:lnTo>
                  <a:lnTo>
                    <a:pt x="149" y="310"/>
                  </a:lnTo>
                  <a:lnTo>
                    <a:pt x="151" y="310"/>
                  </a:lnTo>
                  <a:lnTo>
                    <a:pt x="154" y="312"/>
                  </a:lnTo>
                  <a:lnTo>
                    <a:pt x="158" y="319"/>
                  </a:lnTo>
                  <a:lnTo>
                    <a:pt x="158" y="319"/>
                  </a:lnTo>
                  <a:lnTo>
                    <a:pt x="161" y="319"/>
                  </a:lnTo>
                  <a:lnTo>
                    <a:pt x="163" y="319"/>
                  </a:lnTo>
                  <a:lnTo>
                    <a:pt x="163" y="319"/>
                  </a:lnTo>
                  <a:lnTo>
                    <a:pt x="168" y="322"/>
                  </a:lnTo>
                  <a:lnTo>
                    <a:pt x="168" y="322"/>
                  </a:lnTo>
                  <a:lnTo>
                    <a:pt x="168" y="322"/>
                  </a:lnTo>
                  <a:lnTo>
                    <a:pt x="168" y="319"/>
                  </a:lnTo>
                  <a:lnTo>
                    <a:pt x="170" y="319"/>
                  </a:lnTo>
                  <a:lnTo>
                    <a:pt x="170" y="319"/>
                  </a:lnTo>
                  <a:lnTo>
                    <a:pt x="173" y="317"/>
                  </a:lnTo>
                  <a:lnTo>
                    <a:pt x="170" y="317"/>
                  </a:lnTo>
                  <a:lnTo>
                    <a:pt x="170" y="315"/>
                  </a:lnTo>
                  <a:lnTo>
                    <a:pt x="168" y="315"/>
                  </a:lnTo>
                  <a:lnTo>
                    <a:pt x="168" y="315"/>
                  </a:lnTo>
                  <a:lnTo>
                    <a:pt x="168" y="312"/>
                  </a:lnTo>
                  <a:lnTo>
                    <a:pt x="168" y="312"/>
                  </a:lnTo>
                  <a:lnTo>
                    <a:pt x="170" y="305"/>
                  </a:lnTo>
                  <a:lnTo>
                    <a:pt x="170" y="303"/>
                  </a:lnTo>
                  <a:lnTo>
                    <a:pt x="173" y="303"/>
                  </a:lnTo>
                  <a:lnTo>
                    <a:pt x="175" y="301"/>
                  </a:lnTo>
                  <a:lnTo>
                    <a:pt x="173" y="298"/>
                  </a:lnTo>
                  <a:lnTo>
                    <a:pt x="173" y="298"/>
                  </a:lnTo>
                  <a:lnTo>
                    <a:pt x="168" y="298"/>
                  </a:lnTo>
                  <a:lnTo>
                    <a:pt x="168" y="296"/>
                  </a:lnTo>
                  <a:lnTo>
                    <a:pt x="166" y="296"/>
                  </a:lnTo>
                  <a:lnTo>
                    <a:pt x="163" y="293"/>
                  </a:lnTo>
                  <a:lnTo>
                    <a:pt x="161" y="293"/>
                  </a:lnTo>
                  <a:lnTo>
                    <a:pt x="161" y="293"/>
                  </a:lnTo>
                  <a:lnTo>
                    <a:pt x="161" y="291"/>
                  </a:lnTo>
                  <a:lnTo>
                    <a:pt x="161" y="291"/>
                  </a:lnTo>
                  <a:lnTo>
                    <a:pt x="161" y="291"/>
                  </a:lnTo>
                  <a:lnTo>
                    <a:pt x="161" y="289"/>
                  </a:lnTo>
                  <a:lnTo>
                    <a:pt x="161" y="286"/>
                  </a:lnTo>
                  <a:lnTo>
                    <a:pt x="161" y="286"/>
                  </a:lnTo>
                  <a:lnTo>
                    <a:pt x="161" y="286"/>
                  </a:lnTo>
                  <a:lnTo>
                    <a:pt x="163" y="286"/>
                  </a:lnTo>
                  <a:lnTo>
                    <a:pt x="163" y="286"/>
                  </a:lnTo>
                  <a:lnTo>
                    <a:pt x="166" y="284"/>
                  </a:lnTo>
                  <a:lnTo>
                    <a:pt x="166" y="284"/>
                  </a:lnTo>
                  <a:lnTo>
                    <a:pt x="163" y="282"/>
                  </a:lnTo>
                  <a:lnTo>
                    <a:pt x="161" y="277"/>
                  </a:lnTo>
                  <a:lnTo>
                    <a:pt x="158" y="274"/>
                  </a:lnTo>
                  <a:lnTo>
                    <a:pt x="156" y="274"/>
                  </a:lnTo>
                  <a:lnTo>
                    <a:pt x="156" y="274"/>
                  </a:lnTo>
                  <a:lnTo>
                    <a:pt x="154" y="274"/>
                  </a:lnTo>
                  <a:lnTo>
                    <a:pt x="151" y="277"/>
                  </a:lnTo>
                  <a:lnTo>
                    <a:pt x="151" y="277"/>
                  </a:lnTo>
                  <a:lnTo>
                    <a:pt x="151" y="274"/>
                  </a:lnTo>
                  <a:lnTo>
                    <a:pt x="151" y="272"/>
                  </a:lnTo>
                  <a:lnTo>
                    <a:pt x="151" y="272"/>
                  </a:lnTo>
                  <a:lnTo>
                    <a:pt x="156" y="265"/>
                  </a:lnTo>
                  <a:lnTo>
                    <a:pt x="156" y="265"/>
                  </a:lnTo>
                  <a:lnTo>
                    <a:pt x="156" y="263"/>
                  </a:lnTo>
                  <a:lnTo>
                    <a:pt x="156" y="263"/>
                  </a:lnTo>
                  <a:lnTo>
                    <a:pt x="156" y="260"/>
                  </a:lnTo>
                  <a:lnTo>
                    <a:pt x="156" y="260"/>
                  </a:lnTo>
                  <a:lnTo>
                    <a:pt x="154" y="258"/>
                  </a:lnTo>
                  <a:lnTo>
                    <a:pt x="154" y="256"/>
                  </a:lnTo>
                  <a:lnTo>
                    <a:pt x="154" y="256"/>
                  </a:lnTo>
                  <a:lnTo>
                    <a:pt x="154" y="253"/>
                  </a:lnTo>
                  <a:lnTo>
                    <a:pt x="154" y="251"/>
                  </a:lnTo>
                  <a:lnTo>
                    <a:pt x="154" y="248"/>
                  </a:lnTo>
                  <a:lnTo>
                    <a:pt x="154" y="248"/>
                  </a:lnTo>
                  <a:lnTo>
                    <a:pt x="154" y="246"/>
                  </a:lnTo>
                  <a:lnTo>
                    <a:pt x="156" y="248"/>
                  </a:lnTo>
                  <a:lnTo>
                    <a:pt x="158" y="248"/>
                  </a:lnTo>
                  <a:lnTo>
                    <a:pt x="158" y="248"/>
                  </a:lnTo>
                  <a:lnTo>
                    <a:pt x="158" y="248"/>
                  </a:lnTo>
                  <a:lnTo>
                    <a:pt x="158" y="248"/>
                  </a:lnTo>
                  <a:lnTo>
                    <a:pt x="161" y="251"/>
                  </a:lnTo>
                  <a:lnTo>
                    <a:pt x="161" y="251"/>
                  </a:lnTo>
                  <a:lnTo>
                    <a:pt x="163" y="251"/>
                  </a:lnTo>
                  <a:lnTo>
                    <a:pt x="163" y="251"/>
                  </a:lnTo>
                  <a:lnTo>
                    <a:pt x="166" y="251"/>
                  </a:lnTo>
                  <a:lnTo>
                    <a:pt x="166" y="248"/>
                  </a:lnTo>
                  <a:lnTo>
                    <a:pt x="168" y="248"/>
                  </a:lnTo>
                  <a:lnTo>
                    <a:pt x="170" y="248"/>
                  </a:lnTo>
                  <a:lnTo>
                    <a:pt x="173" y="248"/>
                  </a:lnTo>
                  <a:lnTo>
                    <a:pt x="173" y="246"/>
                  </a:lnTo>
                  <a:lnTo>
                    <a:pt x="173" y="248"/>
                  </a:lnTo>
                  <a:lnTo>
                    <a:pt x="175" y="248"/>
                  </a:lnTo>
                  <a:lnTo>
                    <a:pt x="177" y="251"/>
                  </a:lnTo>
                  <a:lnTo>
                    <a:pt x="177" y="251"/>
                  </a:lnTo>
                  <a:lnTo>
                    <a:pt x="180" y="251"/>
                  </a:lnTo>
                  <a:lnTo>
                    <a:pt x="201" y="248"/>
                  </a:lnTo>
                  <a:lnTo>
                    <a:pt x="201" y="246"/>
                  </a:lnTo>
                  <a:lnTo>
                    <a:pt x="201" y="244"/>
                  </a:lnTo>
                  <a:lnTo>
                    <a:pt x="201" y="244"/>
                  </a:lnTo>
                  <a:lnTo>
                    <a:pt x="201" y="241"/>
                  </a:lnTo>
                  <a:lnTo>
                    <a:pt x="201" y="239"/>
                  </a:lnTo>
                  <a:lnTo>
                    <a:pt x="201" y="239"/>
                  </a:lnTo>
                  <a:lnTo>
                    <a:pt x="201" y="237"/>
                  </a:lnTo>
                  <a:lnTo>
                    <a:pt x="203" y="237"/>
                  </a:lnTo>
                  <a:lnTo>
                    <a:pt x="203" y="234"/>
                  </a:lnTo>
                  <a:lnTo>
                    <a:pt x="201" y="234"/>
                  </a:lnTo>
                  <a:lnTo>
                    <a:pt x="201" y="232"/>
                  </a:lnTo>
                  <a:lnTo>
                    <a:pt x="199" y="230"/>
                  </a:lnTo>
                  <a:lnTo>
                    <a:pt x="199" y="225"/>
                  </a:lnTo>
                  <a:lnTo>
                    <a:pt x="199" y="222"/>
                  </a:lnTo>
                  <a:lnTo>
                    <a:pt x="201" y="225"/>
                  </a:lnTo>
                  <a:lnTo>
                    <a:pt x="201" y="225"/>
                  </a:lnTo>
                  <a:lnTo>
                    <a:pt x="201" y="225"/>
                  </a:lnTo>
                  <a:lnTo>
                    <a:pt x="203" y="225"/>
                  </a:lnTo>
                  <a:lnTo>
                    <a:pt x="203" y="225"/>
                  </a:lnTo>
                  <a:lnTo>
                    <a:pt x="203" y="225"/>
                  </a:lnTo>
                  <a:lnTo>
                    <a:pt x="203" y="225"/>
                  </a:lnTo>
                  <a:lnTo>
                    <a:pt x="203" y="225"/>
                  </a:lnTo>
                  <a:lnTo>
                    <a:pt x="203" y="222"/>
                  </a:lnTo>
                  <a:lnTo>
                    <a:pt x="203" y="222"/>
                  </a:lnTo>
                  <a:lnTo>
                    <a:pt x="203" y="222"/>
                  </a:lnTo>
                  <a:lnTo>
                    <a:pt x="208" y="220"/>
                  </a:lnTo>
                  <a:lnTo>
                    <a:pt x="208" y="220"/>
                  </a:lnTo>
                  <a:lnTo>
                    <a:pt x="211" y="220"/>
                  </a:lnTo>
                  <a:lnTo>
                    <a:pt x="213" y="222"/>
                  </a:lnTo>
                  <a:lnTo>
                    <a:pt x="215" y="225"/>
                  </a:lnTo>
                  <a:lnTo>
                    <a:pt x="215" y="225"/>
                  </a:lnTo>
                  <a:lnTo>
                    <a:pt x="218" y="225"/>
                  </a:lnTo>
                  <a:lnTo>
                    <a:pt x="220" y="225"/>
                  </a:lnTo>
                  <a:lnTo>
                    <a:pt x="220" y="227"/>
                  </a:lnTo>
                  <a:lnTo>
                    <a:pt x="222" y="230"/>
                  </a:lnTo>
                  <a:lnTo>
                    <a:pt x="222" y="232"/>
                  </a:lnTo>
                  <a:lnTo>
                    <a:pt x="222" y="232"/>
                  </a:lnTo>
                  <a:lnTo>
                    <a:pt x="222" y="232"/>
                  </a:lnTo>
                  <a:lnTo>
                    <a:pt x="222" y="234"/>
                  </a:lnTo>
                  <a:lnTo>
                    <a:pt x="222" y="234"/>
                  </a:lnTo>
                  <a:lnTo>
                    <a:pt x="222" y="234"/>
                  </a:lnTo>
                  <a:lnTo>
                    <a:pt x="222" y="234"/>
                  </a:lnTo>
                  <a:lnTo>
                    <a:pt x="222" y="234"/>
                  </a:lnTo>
                  <a:lnTo>
                    <a:pt x="222" y="234"/>
                  </a:lnTo>
                  <a:lnTo>
                    <a:pt x="225" y="237"/>
                  </a:lnTo>
                  <a:lnTo>
                    <a:pt x="225" y="237"/>
                  </a:lnTo>
                  <a:lnTo>
                    <a:pt x="225" y="237"/>
                  </a:lnTo>
                  <a:lnTo>
                    <a:pt x="225" y="237"/>
                  </a:lnTo>
                  <a:lnTo>
                    <a:pt x="225" y="237"/>
                  </a:lnTo>
                  <a:lnTo>
                    <a:pt x="225" y="237"/>
                  </a:lnTo>
                  <a:lnTo>
                    <a:pt x="225" y="237"/>
                  </a:lnTo>
                  <a:lnTo>
                    <a:pt x="225" y="239"/>
                  </a:lnTo>
                  <a:lnTo>
                    <a:pt x="225" y="239"/>
                  </a:lnTo>
                  <a:lnTo>
                    <a:pt x="225" y="239"/>
                  </a:lnTo>
                  <a:lnTo>
                    <a:pt x="225" y="239"/>
                  </a:lnTo>
                  <a:lnTo>
                    <a:pt x="225" y="239"/>
                  </a:lnTo>
                  <a:lnTo>
                    <a:pt x="227" y="239"/>
                  </a:lnTo>
                  <a:lnTo>
                    <a:pt x="227" y="239"/>
                  </a:lnTo>
                  <a:lnTo>
                    <a:pt x="229" y="241"/>
                  </a:lnTo>
                  <a:lnTo>
                    <a:pt x="229" y="241"/>
                  </a:lnTo>
                  <a:lnTo>
                    <a:pt x="229" y="244"/>
                  </a:lnTo>
                  <a:lnTo>
                    <a:pt x="229" y="244"/>
                  </a:lnTo>
                  <a:lnTo>
                    <a:pt x="229" y="244"/>
                  </a:lnTo>
                  <a:lnTo>
                    <a:pt x="229" y="244"/>
                  </a:lnTo>
                  <a:lnTo>
                    <a:pt x="229" y="244"/>
                  </a:lnTo>
                  <a:lnTo>
                    <a:pt x="229" y="246"/>
                  </a:lnTo>
                  <a:lnTo>
                    <a:pt x="229" y="246"/>
                  </a:lnTo>
                  <a:lnTo>
                    <a:pt x="229" y="246"/>
                  </a:lnTo>
                  <a:lnTo>
                    <a:pt x="229" y="246"/>
                  </a:lnTo>
                  <a:lnTo>
                    <a:pt x="229" y="246"/>
                  </a:lnTo>
                  <a:lnTo>
                    <a:pt x="229" y="248"/>
                  </a:lnTo>
                  <a:lnTo>
                    <a:pt x="229" y="248"/>
                  </a:lnTo>
                  <a:lnTo>
                    <a:pt x="229" y="248"/>
                  </a:lnTo>
                  <a:lnTo>
                    <a:pt x="229" y="248"/>
                  </a:lnTo>
                  <a:lnTo>
                    <a:pt x="227" y="248"/>
                  </a:lnTo>
                  <a:lnTo>
                    <a:pt x="229" y="248"/>
                  </a:lnTo>
                  <a:lnTo>
                    <a:pt x="229" y="248"/>
                  </a:lnTo>
                  <a:lnTo>
                    <a:pt x="229" y="248"/>
                  </a:lnTo>
                  <a:lnTo>
                    <a:pt x="232" y="248"/>
                  </a:lnTo>
                  <a:lnTo>
                    <a:pt x="232" y="248"/>
                  </a:lnTo>
                  <a:lnTo>
                    <a:pt x="232" y="248"/>
                  </a:lnTo>
                  <a:lnTo>
                    <a:pt x="237" y="248"/>
                  </a:lnTo>
                  <a:lnTo>
                    <a:pt x="237" y="251"/>
                  </a:lnTo>
                  <a:lnTo>
                    <a:pt x="239" y="251"/>
                  </a:lnTo>
                  <a:lnTo>
                    <a:pt x="239" y="248"/>
                  </a:lnTo>
                  <a:lnTo>
                    <a:pt x="239" y="248"/>
                  </a:lnTo>
                  <a:lnTo>
                    <a:pt x="239" y="248"/>
                  </a:lnTo>
                  <a:lnTo>
                    <a:pt x="248" y="253"/>
                  </a:lnTo>
                  <a:lnTo>
                    <a:pt x="251" y="253"/>
                  </a:lnTo>
                  <a:lnTo>
                    <a:pt x="251" y="253"/>
                  </a:lnTo>
                  <a:lnTo>
                    <a:pt x="253" y="253"/>
                  </a:lnTo>
                  <a:lnTo>
                    <a:pt x="253" y="253"/>
                  </a:lnTo>
                  <a:lnTo>
                    <a:pt x="253" y="253"/>
                  </a:lnTo>
                  <a:lnTo>
                    <a:pt x="253" y="253"/>
                  </a:lnTo>
                  <a:lnTo>
                    <a:pt x="253" y="253"/>
                  </a:lnTo>
                  <a:lnTo>
                    <a:pt x="256" y="253"/>
                  </a:lnTo>
                  <a:lnTo>
                    <a:pt x="256" y="253"/>
                  </a:lnTo>
                  <a:lnTo>
                    <a:pt x="256" y="253"/>
                  </a:lnTo>
                  <a:lnTo>
                    <a:pt x="256" y="251"/>
                  </a:lnTo>
                  <a:lnTo>
                    <a:pt x="256" y="251"/>
                  </a:lnTo>
                  <a:lnTo>
                    <a:pt x="256" y="251"/>
                  </a:lnTo>
                  <a:lnTo>
                    <a:pt x="258" y="251"/>
                  </a:lnTo>
                  <a:lnTo>
                    <a:pt x="258" y="248"/>
                  </a:lnTo>
                  <a:lnTo>
                    <a:pt x="260" y="248"/>
                  </a:lnTo>
                  <a:lnTo>
                    <a:pt x="260" y="248"/>
                  </a:lnTo>
                  <a:lnTo>
                    <a:pt x="260" y="248"/>
                  </a:lnTo>
                  <a:lnTo>
                    <a:pt x="263" y="246"/>
                  </a:lnTo>
                  <a:lnTo>
                    <a:pt x="263" y="246"/>
                  </a:lnTo>
                  <a:lnTo>
                    <a:pt x="263" y="246"/>
                  </a:lnTo>
                  <a:lnTo>
                    <a:pt x="263" y="246"/>
                  </a:lnTo>
                  <a:lnTo>
                    <a:pt x="263" y="244"/>
                  </a:lnTo>
                  <a:lnTo>
                    <a:pt x="267" y="241"/>
                  </a:lnTo>
                  <a:lnTo>
                    <a:pt x="267" y="239"/>
                  </a:lnTo>
                  <a:lnTo>
                    <a:pt x="267" y="239"/>
                  </a:lnTo>
                  <a:lnTo>
                    <a:pt x="267" y="239"/>
                  </a:lnTo>
                  <a:lnTo>
                    <a:pt x="267" y="239"/>
                  </a:lnTo>
                  <a:lnTo>
                    <a:pt x="270" y="237"/>
                  </a:lnTo>
                  <a:lnTo>
                    <a:pt x="270" y="234"/>
                  </a:lnTo>
                  <a:lnTo>
                    <a:pt x="270" y="234"/>
                  </a:lnTo>
                  <a:lnTo>
                    <a:pt x="270" y="234"/>
                  </a:lnTo>
                  <a:lnTo>
                    <a:pt x="270" y="234"/>
                  </a:lnTo>
                  <a:lnTo>
                    <a:pt x="272" y="237"/>
                  </a:lnTo>
                  <a:lnTo>
                    <a:pt x="272" y="237"/>
                  </a:lnTo>
                  <a:lnTo>
                    <a:pt x="272" y="239"/>
                  </a:lnTo>
                  <a:lnTo>
                    <a:pt x="272" y="241"/>
                  </a:lnTo>
                  <a:lnTo>
                    <a:pt x="274" y="244"/>
                  </a:lnTo>
                  <a:lnTo>
                    <a:pt x="274" y="244"/>
                  </a:lnTo>
                  <a:lnTo>
                    <a:pt x="277" y="244"/>
                  </a:lnTo>
                  <a:lnTo>
                    <a:pt x="277" y="246"/>
                  </a:lnTo>
                  <a:lnTo>
                    <a:pt x="277" y="246"/>
                  </a:lnTo>
                  <a:lnTo>
                    <a:pt x="277" y="246"/>
                  </a:lnTo>
                  <a:lnTo>
                    <a:pt x="277" y="248"/>
                  </a:lnTo>
                  <a:lnTo>
                    <a:pt x="277" y="248"/>
                  </a:lnTo>
                  <a:lnTo>
                    <a:pt x="279" y="248"/>
                  </a:lnTo>
                  <a:lnTo>
                    <a:pt x="279" y="248"/>
                  </a:lnTo>
                  <a:lnTo>
                    <a:pt x="277" y="248"/>
                  </a:lnTo>
                  <a:lnTo>
                    <a:pt x="277" y="251"/>
                  </a:lnTo>
                  <a:lnTo>
                    <a:pt x="277" y="251"/>
                  </a:lnTo>
                  <a:lnTo>
                    <a:pt x="274" y="253"/>
                  </a:lnTo>
                  <a:lnTo>
                    <a:pt x="274" y="253"/>
                  </a:lnTo>
                  <a:lnTo>
                    <a:pt x="274" y="256"/>
                  </a:lnTo>
                  <a:lnTo>
                    <a:pt x="277" y="256"/>
                  </a:lnTo>
                  <a:lnTo>
                    <a:pt x="277" y="256"/>
                  </a:lnTo>
                  <a:lnTo>
                    <a:pt x="279" y="256"/>
                  </a:lnTo>
                  <a:lnTo>
                    <a:pt x="279" y="256"/>
                  </a:lnTo>
                  <a:lnTo>
                    <a:pt x="282" y="256"/>
                  </a:lnTo>
                  <a:lnTo>
                    <a:pt x="282" y="256"/>
                  </a:lnTo>
                  <a:lnTo>
                    <a:pt x="282" y="256"/>
                  </a:lnTo>
                  <a:lnTo>
                    <a:pt x="282" y="256"/>
                  </a:lnTo>
                  <a:lnTo>
                    <a:pt x="282" y="256"/>
                  </a:lnTo>
                  <a:lnTo>
                    <a:pt x="284" y="256"/>
                  </a:lnTo>
                  <a:lnTo>
                    <a:pt x="284" y="256"/>
                  </a:lnTo>
                  <a:lnTo>
                    <a:pt x="286" y="256"/>
                  </a:lnTo>
                  <a:lnTo>
                    <a:pt x="286" y="256"/>
                  </a:lnTo>
                  <a:lnTo>
                    <a:pt x="286" y="256"/>
                  </a:lnTo>
                  <a:lnTo>
                    <a:pt x="286" y="256"/>
                  </a:lnTo>
                  <a:lnTo>
                    <a:pt x="289" y="256"/>
                  </a:lnTo>
                  <a:lnTo>
                    <a:pt x="289" y="256"/>
                  </a:lnTo>
                  <a:lnTo>
                    <a:pt x="289" y="256"/>
                  </a:lnTo>
                  <a:lnTo>
                    <a:pt x="289" y="256"/>
                  </a:lnTo>
                  <a:lnTo>
                    <a:pt x="289" y="253"/>
                  </a:lnTo>
                  <a:lnTo>
                    <a:pt x="289" y="253"/>
                  </a:lnTo>
                  <a:lnTo>
                    <a:pt x="291" y="253"/>
                  </a:lnTo>
                  <a:lnTo>
                    <a:pt x="291" y="253"/>
                  </a:lnTo>
                  <a:lnTo>
                    <a:pt x="291" y="251"/>
                  </a:lnTo>
                  <a:lnTo>
                    <a:pt x="291" y="251"/>
                  </a:lnTo>
                  <a:lnTo>
                    <a:pt x="291" y="251"/>
                  </a:lnTo>
                  <a:lnTo>
                    <a:pt x="293" y="248"/>
                  </a:lnTo>
                  <a:lnTo>
                    <a:pt x="293" y="248"/>
                  </a:lnTo>
                  <a:lnTo>
                    <a:pt x="293" y="248"/>
                  </a:lnTo>
                  <a:lnTo>
                    <a:pt x="296" y="248"/>
                  </a:lnTo>
                  <a:lnTo>
                    <a:pt x="296" y="248"/>
                  </a:lnTo>
                  <a:lnTo>
                    <a:pt x="296" y="246"/>
                  </a:lnTo>
                  <a:lnTo>
                    <a:pt x="291" y="244"/>
                  </a:lnTo>
                  <a:lnTo>
                    <a:pt x="291" y="241"/>
                  </a:lnTo>
                  <a:lnTo>
                    <a:pt x="291" y="241"/>
                  </a:lnTo>
                  <a:lnTo>
                    <a:pt x="293" y="241"/>
                  </a:lnTo>
                  <a:lnTo>
                    <a:pt x="296" y="239"/>
                  </a:lnTo>
                  <a:lnTo>
                    <a:pt x="296" y="239"/>
                  </a:lnTo>
                  <a:lnTo>
                    <a:pt x="293" y="239"/>
                  </a:lnTo>
                  <a:lnTo>
                    <a:pt x="293" y="239"/>
                  </a:lnTo>
                  <a:lnTo>
                    <a:pt x="296" y="237"/>
                  </a:lnTo>
                  <a:lnTo>
                    <a:pt x="296" y="237"/>
                  </a:lnTo>
                  <a:lnTo>
                    <a:pt x="296" y="237"/>
                  </a:lnTo>
                  <a:lnTo>
                    <a:pt x="296" y="237"/>
                  </a:lnTo>
                  <a:lnTo>
                    <a:pt x="296" y="234"/>
                  </a:lnTo>
                  <a:lnTo>
                    <a:pt x="298" y="232"/>
                  </a:lnTo>
                  <a:lnTo>
                    <a:pt x="298" y="232"/>
                  </a:lnTo>
                  <a:lnTo>
                    <a:pt x="296" y="232"/>
                  </a:lnTo>
                  <a:lnTo>
                    <a:pt x="296" y="232"/>
                  </a:lnTo>
                  <a:lnTo>
                    <a:pt x="296" y="232"/>
                  </a:lnTo>
                  <a:lnTo>
                    <a:pt x="296" y="230"/>
                  </a:lnTo>
                  <a:lnTo>
                    <a:pt x="296" y="230"/>
                  </a:lnTo>
                  <a:lnTo>
                    <a:pt x="296" y="230"/>
                  </a:lnTo>
                  <a:lnTo>
                    <a:pt x="296" y="230"/>
                  </a:lnTo>
                  <a:lnTo>
                    <a:pt x="296" y="230"/>
                  </a:lnTo>
                  <a:lnTo>
                    <a:pt x="298" y="227"/>
                  </a:lnTo>
                  <a:lnTo>
                    <a:pt x="303" y="225"/>
                  </a:lnTo>
                  <a:lnTo>
                    <a:pt x="303" y="225"/>
                  </a:lnTo>
                  <a:lnTo>
                    <a:pt x="305" y="225"/>
                  </a:lnTo>
                  <a:lnTo>
                    <a:pt x="305" y="225"/>
                  </a:lnTo>
                  <a:lnTo>
                    <a:pt x="305" y="222"/>
                  </a:lnTo>
                  <a:lnTo>
                    <a:pt x="305" y="222"/>
                  </a:lnTo>
                  <a:lnTo>
                    <a:pt x="305" y="220"/>
                  </a:lnTo>
                  <a:lnTo>
                    <a:pt x="305" y="215"/>
                  </a:lnTo>
                  <a:lnTo>
                    <a:pt x="305" y="215"/>
                  </a:lnTo>
                  <a:lnTo>
                    <a:pt x="305" y="213"/>
                  </a:lnTo>
                  <a:lnTo>
                    <a:pt x="308" y="213"/>
                  </a:lnTo>
                  <a:lnTo>
                    <a:pt x="308" y="213"/>
                  </a:lnTo>
                  <a:lnTo>
                    <a:pt x="305" y="213"/>
                  </a:lnTo>
                  <a:lnTo>
                    <a:pt x="305" y="213"/>
                  </a:lnTo>
                  <a:lnTo>
                    <a:pt x="305" y="211"/>
                  </a:lnTo>
                  <a:lnTo>
                    <a:pt x="303" y="211"/>
                  </a:lnTo>
                  <a:lnTo>
                    <a:pt x="303" y="208"/>
                  </a:lnTo>
                  <a:lnTo>
                    <a:pt x="303" y="208"/>
                  </a:lnTo>
                  <a:lnTo>
                    <a:pt x="305" y="208"/>
                  </a:lnTo>
                  <a:lnTo>
                    <a:pt x="305" y="208"/>
                  </a:lnTo>
                  <a:lnTo>
                    <a:pt x="305" y="208"/>
                  </a:lnTo>
                  <a:lnTo>
                    <a:pt x="305" y="208"/>
                  </a:lnTo>
                  <a:lnTo>
                    <a:pt x="305" y="206"/>
                  </a:lnTo>
                  <a:lnTo>
                    <a:pt x="308" y="206"/>
                  </a:lnTo>
                  <a:lnTo>
                    <a:pt x="308" y="206"/>
                  </a:lnTo>
                  <a:lnTo>
                    <a:pt x="308" y="206"/>
                  </a:lnTo>
                  <a:lnTo>
                    <a:pt x="308" y="203"/>
                  </a:lnTo>
                  <a:lnTo>
                    <a:pt x="308" y="203"/>
                  </a:lnTo>
                  <a:lnTo>
                    <a:pt x="308" y="201"/>
                  </a:lnTo>
                  <a:lnTo>
                    <a:pt x="308" y="201"/>
                  </a:lnTo>
                  <a:lnTo>
                    <a:pt x="308" y="201"/>
                  </a:lnTo>
                  <a:lnTo>
                    <a:pt x="308" y="199"/>
                  </a:lnTo>
                  <a:lnTo>
                    <a:pt x="310" y="199"/>
                  </a:lnTo>
                  <a:lnTo>
                    <a:pt x="310" y="199"/>
                  </a:lnTo>
                  <a:lnTo>
                    <a:pt x="310" y="196"/>
                  </a:lnTo>
                  <a:lnTo>
                    <a:pt x="308" y="196"/>
                  </a:lnTo>
                  <a:lnTo>
                    <a:pt x="308" y="196"/>
                  </a:lnTo>
                  <a:lnTo>
                    <a:pt x="305" y="194"/>
                  </a:lnTo>
                  <a:lnTo>
                    <a:pt x="308" y="194"/>
                  </a:lnTo>
                  <a:lnTo>
                    <a:pt x="308" y="194"/>
                  </a:lnTo>
                  <a:lnTo>
                    <a:pt x="308" y="194"/>
                  </a:lnTo>
                  <a:lnTo>
                    <a:pt x="308" y="192"/>
                  </a:lnTo>
                  <a:lnTo>
                    <a:pt x="308" y="192"/>
                  </a:lnTo>
                  <a:lnTo>
                    <a:pt x="308" y="192"/>
                  </a:lnTo>
                  <a:lnTo>
                    <a:pt x="308" y="189"/>
                  </a:lnTo>
                  <a:lnTo>
                    <a:pt x="308" y="189"/>
                  </a:lnTo>
                  <a:lnTo>
                    <a:pt x="308" y="187"/>
                  </a:lnTo>
                  <a:lnTo>
                    <a:pt x="308" y="187"/>
                  </a:lnTo>
                  <a:lnTo>
                    <a:pt x="308" y="187"/>
                  </a:lnTo>
                  <a:lnTo>
                    <a:pt x="308" y="187"/>
                  </a:lnTo>
                  <a:lnTo>
                    <a:pt x="308" y="185"/>
                  </a:lnTo>
                  <a:lnTo>
                    <a:pt x="308" y="185"/>
                  </a:lnTo>
                  <a:lnTo>
                    <a:pt x="308" y="185"/>
                  </a:lnTo>
                  <a:lnTo>
                    <a:pt x="308" y="185"/>
                  </a:lnTo>
                  <a:lnTo>
                    <a:pt x="308" y="182"/>
                  </a:lnTo>
                  <a:lnTo>
                    <a:pt x="305" y="182"/>
                  </a:lnTo>
                  <a:lnTo>
                    <a:pt x="305" y="177"/>
                  </a:lnTo>
                  <a:lnTo>
                    <a:pt x="305" y="177"/>
                  </a:lnTo>
                  <a:lnTo>
                    <a:pt x="305" y="175"/>
                  </a:lnTo>
                  <a:lnTo>
                    <a:pt x="305" y="173"/>
                  </a:lnTo>
                  <a:lnTo>
                    <a:pt x="305" y="173"/>
                  </a:lnTo>
                  <a:lnTo>
                    <a:pt x="308" y="170"/>
                  </a:lnTo>
                  <a:lnTo>
                    <a:pt x="308" y="170"/>
                  </a:lnTo>
                  <a:lnTo>
                    <a:pt x="308" y="168"/>
                  </a:lnTo>
                  <a:lnTo>
                    <a:pt x="308" y="168"/>
                  </a:lnTo>
                  <a:lnTo>
                    <a:pt x="308" y="166"/>
                  </a:lnTo>
                  <a:lnTo>
                    <a:pt x="308" y="166"/>
                  </a:lnTo>
                  <a:lnTo>
                    <a:pt x="308" y="163"/>
                  </a:lnTo>
                  <a:lnTo>
                    <a:pt x="310" y="159"/>
                  </a:lnTo>
                  <a:close/>
                  <a:moveTo>
                    <a:pt x="38" y="80"/>
                  </a:moveTo>
                  <a:lnTo>
                    <a:pt x="35" y="80"/>
                  </a:lnTo>
                  <a:lnTo>
                    <a:pt x="35" y="80"/>
                  </a:lnTo>
                  <a:lnTo>
                    <a:pt x="38" y="80"/>
                  </a:lnTo>
                  <a:close/>
                  <a:moveTo>
                    <a:pt x="14" y="161"/>
                  </a:moveTo>
                  <a:lnTo>
                    <a:pt x="14" y="161"/>
                  </a:lnTo>
                  <a:lnTo>
                    <a:pt x="14" y="161"/>
                  </a:lnTo>
                  <a:lnTo>
                    <a:pt x="14" y="161"/>
                  </a:lnTo>
                  <a:lnTo>
                    <a:pt x="14" y="163"/>
                  </a:lnTo>
                  <a:lnTo>
                    <a:pt x="14" y="163"/>
                  </a:lnTo>
                  <a:lnTo>
                    <a:pt x="17" y="163"/>
                  </a:lnTo>
                  <a:lnTo>
                    <a:pt x="17" y="163"/>
                  </a:lnTo>
                  <a:lnTo>
                    <a:pt x="17" y="163"/>
                  </a:lnTo>
                  <a:lnTo>
                    <a:pt x="19" y="163"/>
                  </a:lnTo>
                  <a:lnTo>
                    <a:pt x="19" y="161"/>
                  </a:lnTo>
                  <a:lnTo>
                    <a:pt x="19" y="159"/>
                  </a:lnTo>
                  <a:lnTo>
                    <a:pt x="19" y="156"/>
                  </a:lnTo>
                  <a:lnTo>
                    <a:pt x="17" y="156"/>
                  </a:lnTo>
                  <a:lnTo>
                    <a:pt x="17" y="156"/>
                  </a:lnTo>
                  <a:lnTo>
                    <a:pt x="17" y="156"/>
                  </a:lnTo>
                  <a:lnTo>
                    <a:pt x="17" y="156"/>
                  </a:lnTo>
                  <a:lnTo>
                    <a:pt x="17" y="156"/>
                  </a:lnTo>
                  <a:lnTo>
                    <a:pt x="17" y="154"/>
                  </a:lnTo>
                  <a:lnTo>
                    <a:pt x="17" y="156"/>
                  </a:lnTo>
                  <a:lnTo>
                    <a:pt x="14" y="156"/>
                  </a:lnTo>
                  <a:lnTo>
                    <a:pt x="14" y="156"/>
                  </a:lnTo>
                  <a:lnTo>
                    <a:pt x="14" y="159"/>
                  </a:lnTo>
                  <a:lnTo>
                    <a:pt x="14" y="159"/>
                  </a:lnTo>
                  <a:lnTo>
                    <a:pt x="14" y="159"/>
                  </a:lnTo>
                  <a:lnTo>
                    <a:pt x="14" y="159"/>
                  </a:lnTo>
                  <a:lnTo>
                    <a:pt x="14" y="161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47">
              <a:extLst>
                <a:ext uri="{FF2B5EF4-FFF2-40B4-BE49-F238E27FC236}">
                  <a16:creationId xmlns:a16="http://schemas.microsoft.com/office/drawing/2014/main" id="{0D5F193D-AEFB-B619-FC81-6C6634541655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9477" y="2311563"/>
              <a:ext cx="1021327" cy="789555"/>
            </a:xfrm>
            <a:custGeom>
              <a:avLst/>
              <a:gdLst>
                <a:gd name="T0" fmla="*/ 689 w 802"/>
                <a:gd name="T1" fmla="*/ 353 h 620"/>
                <a:gd name="T2" fmla="*/ 613 w 802"/>
                <a:gd name="T3" fmla="*/ 329 h 620"/>
                <a:gd name="T4" fmla="*/ 556 w 802"/>
                <a:gd name="T5" fmla="*/ 298 h 620"/>
                <a:gd name="T6" fmla="*/ 544 w 802"/>
                <a:gd name="T7" fmla="*/ 272 h 620"/>
                <a:gd name="T8" fmla="*/ 518 w 802"/>
                <a:gd name="T9" fmla="*/ 237 h 620"/>
                <a:gd name="T10" fmla="*/ 528 w 802"/>
                <a:gd name="T11" fmla="*/ 218 h 620"/>
                <a:gd name="T12" fmla="*/ 516 w 802"/>
                <a:gd name="T13" fmla="*/ 208 h 620"/>
                <a:gd name="T14" fmla="*/ 487 w 802"/>
                <a:gd name="T15" fmla="*/ 213 h 620"/>
                <a:gd name="T16" fmla="*/ 471 w 802"/>
                <a:gd name="T17" fmla="*/ 208 h 620"/>
                <a:gd name="T18" fmla="*/ 480 w 802"/>
                <a:gd name="T19" fmla="*/ 166 h 620"/>
                <a:gd name="T20" fmla="*/ 476 w 802"/>
                <a:gd name="T21" fmla="*/ 107 h 620"/>
                <a:gd name="T22" fmla="*/ 407 w 802"/>
                <a:gd name="T23" fmla="*/ 38 h 620"/>
                <a:gd name="T24" fmla="*/ 369 w 802"/>
                <a:gd name="T25" fmla="*/ 26 h 620"/>
                <a:gd name="T26" fmla="*/ 345 w 802"/>
                <a:gd name="T27" fmla="*/ 21 h 620"/>
                <a:gd name="T28" fmla="*/ 322 w 802"/>
                <a:gd name="T29" fmla="*/ 14 h 620"/>
                <a:gd name="T30" fmla="*/ 300 w 802"/>
                <a:gd name="T31" fmla="*/ 26 h 620"/>
                <a:gd name="T32" fmla="*/ 282 w 802"/>
                <a:gd name="T33" fmla="*/ 17 h 620"/>
                <a:gd name="T34" fmla="*/ 265 w 802"/>
                <a:gd name="T35" fmla="*/ 7 h 620"/>
                <a:gd name="T36" fmla="*/ 246 w 802"/>
                <a:gd name="T37" fmla="*/ 38 h 620"/>
                <a:gd name="T38" fmla="*/ 237 w 802"/>
                <a:gd name="T39" fmla="*/ 33 h 620"/>
                <a:gd name="T40" fmla="*/ 220 w 802"/>
                <a:gd name="T41" fmla="*/ 31 h 620"/>
                <a:gd name="T42" fmla="*/ 206 w 802"/>
                <a:gd name="T43" fmla="*/ 31 h 620"/>
                <a:gd name="T44" fmla="*/ 185 w 802"/>
                <a:gd name="T45" fmla="*/ 52 h 620"/>
                <a:gd name="T46" fmla="*/ 168 w 802"/>
                <a:gd name="T47" fmla="*/ 107 h 620"/>
                <a:gd name="T48" fmla="*/ 144 w 802"/>
                <a:gd name="T49" fmla="*/ 123 h 620"/>
                <a:gd name="T50" fmla="*/ 128 w 802"/>
                <a:gd name="T51" fmla="*/ 149 h 620"/>
                <a:gd name="T52" fmla="*/ 111 w 802"/>
                <a:gd name="T53" fmla="*/ 168 h 620"/>
                <a:gd name="T54" fmla="*/ 102 w 802"/>
                <a:gd name="T55" fmla="*/ 215 h 620"/>
                <a:gd name="T56" fmla="*/ 95 w 802"/>
                <a:gd name="T57" fmla="*/ 230 h 620"/>
                <a:gd name="T58" fmla="*/ 69 w 802"/>
                <a:gd name="T59" fmla="*/ 239 h 620"/>
                <a:gd name="T60" fmla="*/ 59 w 802"/>
                <a:gd name="T61" fmla="*/ 341 h 620"/>
                <a:gd name="T62" fmla="*/ 35 w 802"/>
                <a:gd name="T63" fmla="*/ 353 h 620"/>
                <a:gd name="T64" fmla="*/ 21 w 802"/>
                <a:gd name="T65" fmla="*/ 350 h 620"/>
                <a:gd name="T66" fmla="*/ 9 w 802"/>
                <a:gd name="T67" fmla="*/ 355 h 620"/>
                <a:gd name="T68" fmla="*/ 9 w 802"/>
                <a:gd name="T69" fmla="*/ 362 h 620"/>
                <a:gd name="T70" fmla="*/ 2 w 802"/>
                <a:gd name="T71" fmla="*/ 374 h 620"/>
                <a:gd name="T72" fmla="*/ 7 w 802"/>
                <a:gd name="T73" fmla="*/ 386 h 620"/>
                <a:gd name="T74" fmla="*/ 26 w 802"/>
                <a:gd name="T75" fmla="*/ 388 h 620"/>
                <a:gd name="T76" fmla="*/ 45 w 802"/>
                <a:gd name="T77" fmla="*/ 398 h 620"/>
                <a:gd name="T78" fmla="*/ 64 w 802"/>
                <a:gd name="T79" fmla="*/ 424 h 620"/>
                <a:gd name="T80" fmla="*/ 83 w 802"/>
                <a:gd name="T81" fmla="*/ 438 h 620"/>
                <a:gd name="T82" fmla="*/ 92 w 802"/>
                <a:gd name="T83" fmla="*/ 447 h 620"/>
                <a:gd name="T84" fmla="*/ 106 w 802"/>
                <a:gd name="T85" fmla="*/ 481 h 620"/>
                <a:gd name="T86" fmla="*/ 118 w 802"/>
                <a:gd name="T87" fmla="*/ 507 h 620"/>
                <a:gd name="T88" fmla="*/ 132 w 802"/>
                <a:gd name="T89" fmla="*/ 511 h 620"/>
                <a:gd name="T90" fmla="*/ 151 w 802"/>
                <a:gd name="T91" fmla="*/ 525 h 620"/>
                <a:gd name="T92" fmla="*/ 161 w 802"/>
                <a:gd name="T93" fmla="*/ 563 h 620"/>
                <a:gd name="T94" fmla="*/ 213 w 802"/>
                <a:gd name="T95" fmla="*/ 568 h 620"/>
                <a:gd name="T96" fmla="*/ 239 w 802"/>
                <a:gd name="T97" fmla="*/ 585 h 620"/>
                <a:gd name="T98" fmla="*/ 289 w 802"/>
                <a:gd name="T99" fmla="*/ 608 h 620"/>
                <a:gd name="T100" fmla="*/ 300 w 802"/>
                <a:gd name="T101" fmla="*/ 608 h 620"/>
                <a:gd name="T102" fmla="*/ 326 w 802"/>
                <a:gd name="T103" fmla="*/ 613 h 620"/>
                <a:gd name="T104" fmla="*/ 350 w 802"/>
                <a:gd name="T105" fmla="*/ 618 h 620"/>
                <a:gd name="T106" fmla="*/ 383 w 802"/>
                <a:gd name="T107" fmla="*/ 587 h 620"/>
                <a:gd name="T108" fmla="*/ 423 w 802"/>
                <a:gd name="T109" fmla="*/ 580 h 620"/>
                <a:gd name="T110" fmla="*/ 464 w 802"/>
                <a:gd name="T111" fmla="*/ 589 h 620"/>
                <a:gd name="T112" fmla="*/ 497 w 802"/>
                <a:gd name="T113" fmla="*/ 578 h 620"/>
                <a:gd name="T114" fmla="*/ 554 w 802"/>
                <a:gd name="T115" fmla="*/ 547 h 620"/>
                <a:gd name="T116" fmla="*/ 613 w 802"/>
                <a:gd name="T117" fmla="*/ 537 h 620"/>
                <a:gd name="T118" fmla="*/ 662 w 802"/>
                <a:gd name="T119" fmla="*/ 514 h 620"/>
                <a:gd name="T120" fmla="*/ 722 w 802"/>
                <a:gd name="T121" fmla="*/ 450 h 620"/>
                <a:gd name="T122" fmla="*/ 764 w 802"/>
                <a:gd name="T123" fmla="*/ 410 h 6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02" h="620">
                  <a:moveTo>
                    <a:pt x="793" y="374"/>
                  </a:moveTo>
                  <a:lnTo>
                    <a:pt x="752" y="374"/>
                  </a:lnTo>
                  <a:lnTo>
                    <a:pt x="748" y="374"/>
                  </a:lnTo>
                  <a:lnTo>
                    <a:pt x="745" y="372"/>
                  </a:lnTo>
                  <a:lnTo>
                    <a:pt x="741" y="372"/>
                  </a:lnTo>
                  <a:lnTo>
                    <a:pt x="736" y="369"/>
                  </a:lnTo>
                  <a:lnTo>
                    <a:pt x="733" y="369"/>
                  </a:lnTo>
                  <a:lnTo>
                    <a:pt x="729" y="367"/>
                  </a:lnTo>
                  <a:lnTo>
                    <a:pt x="724" y="365"/>
                  </a:lnTo>
                  <a:lnTo>
                    <a:pt x="719" y="365"/>
                  </a:lnTo>
                  <a:lnTo>
                    <a:pt x="715" y="362"/>
                  </a:lnTo>
                  <a:lnTo>
                    <a:pt x="710" y="360"/>
                  </a:lnTo>
                  <a:lnTo>
                    <a:pt x="705" y="360"/>
                  </a:lnTo>
                  <a:lnTo>
                    <a:pt x="700" y="357"/>
                  </a:lnTo>
                  <a:lnTo>
                    <a:pt x="696" y="357"/>
                  </a:lnTo>
                  <a:lnTo>
                    <a:pt x="693" y="355"/>
                  </a:lnTo>
                  <a:lnTo>
                    <a:pt x="689" y="353"/>
                  </a:lnTo>
                  <a:lnTo>
                    <a:pt x="684" y="353"/>
                  </a:lnTo>
                  <a:lnTo>
                    <a:pt x="679" y="350"/>
                  </a:lnTo>
                  <a:lnTo>
                    <a:pt x="674" y="348"/>
                  </a:lnTo>
                  <a:lnTo>
                    <a:pt x="670" y="348"/>
                  </a:lnTo>
                  <a:lnTo>
                    <a:pt x="670" y="348"/>
                  </a:lnTo>
                  <a:lnTo>
                    <a:pt x="665" y="346"/>
                  </a:lnTo>
                  <a:lnTo>
                    <a:pt x="660" y="343"/>
                  </a:lnTo>
                  <a:lnTo>
                    <a:pt x="655" y="343"/>
                  </a:lnTo>
                  <a:lnTo>
                    <a:pt x="651" y="341"/>
                  </a:lnTo>
                  <a:lnTo>
                    <a:pt x="646" y="339"/>
                  </a:lnTo>
                  <a:lnTo>
                    <a:pt x="641" y="339"/>
                  </a:lnTo>
                  <a:lnTo>
                    <a:pt x="636" y="336"/>
                  </a:lnTo>
                  <a:lnTo>
                    <a:pt x="632" y="336"/>
                  </a:lnTo>
                  <a:lnTo>
                    <a:pt x="627" y="334"/>
                  </a:lnTo>
                  <a:lnTo>
                    <a:pt x="622" y="331"/>
                  </a:lnTo>
                  <a:lnTo>
                    <a:pt x="618" y="331"/>
                  </a:lnTo>
                  <a:lnTo>
                    <a:pt x="613" y="329"/>
                  </a:lnTo>
                  <a:lnTo>
                    <a:pt x="608" y="327"/>
                  </a:lnTo>
                  <a:lnTo>
                    <a:pt x="603" y="327"/>
                  </a:lnTo>
                  <a:lnTo>
                    <a:pt x="599" y="324"/>
                  </a:lnTo>
                  <a:lnTo>
                    <a:pt x="594" y="322"/>
                  </a:lnTo>
                  <a:lnTo>
                    <a:pt x="589" y="322"/>
                  </a:lnTo>
                  <a:lnTo>
                    <a:pt x="587" y="320"/>
                  </a:lnTo>
                  <a:lnTo>
                    <a:pt x="584" y="317"/>
                  </a:lnTo>
                  <a:lnTo>
                    <a:pt x="577" y="310"/>
                  </a:lnTo>
                  <a:lnTo>
                    <a:pt x="573" y="305"/>
                  </a:lnTo>
                  <a:lnTo>
                    <a:pt x="568" y="303"/>
                  </a:lnTo>
                  <a:lnTo>
                    <a:pt x="568" y="301"/>
                  </a:lnTo>
                  <a:lnTo>
                    <a:pt x="568" y="303"/>
                  </a:lnTo>
                  <a:lnTo>
                    <a:pt x="565" y="303"/>
                  </a:lnTo>
                  <a:lnTo>
                    <a:pt x="565" y="303"/>
                  </a:lnTo>
                  <a:lnTo>
                    <a:pt x="561" y="301"/>
                  </a:lnTo>
                  <a:lnTo>
                    <a:pt x="558" y="298"/>
                  </a:lnTo>
                  <a:lnTo>
                    <a:pt x="556" y="298"/>
                  </a:lnTo>
                  <a:lnTo>
                    <a:pt x="556" y="296"/>
                  </a:lnTo>
                  <a:lnTo>
                    <a:pt x="556" y="294"/>
                  </a:lnTo>
                  <a:lnTo>
                    <a:pt x="556" y="294"/>
                  </a:lnTo>
                  <a:lnTo>
                    <a:pt x="556" y="291"/>
                  </a:lnTo>
                  <a:lnTo>
                    <a:pt x="554" y="291"/>
                  </a:lnTo>
                  <a:lnTo>
                    <a:pt x="554" y="289"/>
                  </a:lnTo>
                  <a:lnTo>
                    <a:pt x="554" y="289"/>
                  </a:lnTo>
                  <a:lnTo>
                    <a:pt x="554" y="289"/>
                  </a:lnTo>
                  <a:lnTo>
                    <a:pt x="551" y="286"/>
                  </a:lnTo>
                  <a:lnTo>
                    <a:pt x="551" y="286"/>
                  </a:lnTo>
                  <a:lnTo>
                    <a:pt x="551" y="286"/>
                  </a:lnTo>
                  <a:lnTo>
                    <a:pt x="549" y="286"/>
                  </a:lnTo>
                  <a:lnTo>
                    <a:pt x="549" y="284"/>
                  </a:lnTo>
                  <a:lnTo>
                    <a:pt x="549" y="284"/>
                  </a:lnTo>
                  <a:lnTo>
                    <a:pt x="547" y="275"/>
                  </a:lnTo>
                  <a:lnTo>
                    <a:pt x="544" y="272"/>
                  </a:lnTo>
                  <a:lnTo>
                    <a:pt x="544" y="272"/>
                  </a:lnTo>
                  <a:lnTo>
                    <a:pt x="542" y="272"/>
                  </a:lnTo>
                  <a:lnTo>
                    <a:pt x="539" y="270"/>
                  </a:lnTo>
                  <a:lnTo>
                    <a:pt x="537" y="270"/>
                  </a:lnTo>
                  <a:lnTo>
                    <a:pt x="537" y="268"/>
                  </a:lnTo>
                  <a:lnTo>
                    <a:pt x="535" y="265"/>
                  </a:lnTo>
                  <a:lnTo>
                    <a:pt x="535" y="263"/>
                  </a:lnTo>
                  <a:lnTo>
                    <a:pt x="535" y="260"/>
                  </a:lnTo>
                  <a:lnTo>
                    <a:pt x="532" y="260"/>
                  </a:lnTo>
                  <a:lnTo>
                    <a:pt x="528" y="258"/>
                  </a:lnTo>
                  <a:lnTo>
                    <a:pt x="525" y="256"/>
                  </a:lnTo>
                  <a:lnTo>
                    <a:pt x="525" y="251"/>
                  </a:lnTo>
                  <a:lnTo>
                    <a:pt x="523" y="249"/>
                  </a:lnTo>
                  <a:lnTo>
                    <a:pt x="523" y="244"/>
                  </a:lnTo>
                  <a:lnTo>
                    <a:pt x="523" y="241"/>
                  </a:lnTo>
                  <a:lnTo>
                    <a:pt x="523" y="241"/>
                  </a:lnTo>
                  <a:lnTo>
                    <a:pt x="518" y="239"/>
                  </a:lnTo>
                  <a:lnTo>
                    <a:pt x="518" y="237"/>
                  </a:lnTo>
                  <a:lnTo>
                    <a:pt x="516" y="234"/>
                  </a:lnTo>
                  <a:lnTo>
                    <a:pt x="516" y="232"/>
                  </a:lnTo>
                  <a:lnTo>
                    <a:pt x="518" y="232"/>
                  </a:lnTo>
                  <a:lnTo>
                    <a:pt x="518" y="232"/>
                  </a:lnTo>
                  <a:lnTo>
                    <a:pt x="518" y="232"/>
                  </a:lnTo>
                  <a:lnTo>
                    <a:pt x="521" y="230"/>
                  </a:lnTo>
                  <a:lnTo>
                    <a:pt x="521" y="230"/>
                  </a:lnTo>
                  <a:lnTo>
                    <a:pt x="521" y="227"/>
                  </a:lnTo>
                  <a:lnTo>
                    <a:pt x="521" y="225"/>
                  </a:lnTo>
                  <a:lnTo>
                    <a:pt x="523" y="225"/>
                  </a:lnTo>
                  <a:lnTo>
                    <a:pt x="523" y="223"/>
                  </a:lnTo>
                  <a:lnTo>
                    <a:pt x="525" y="223"/>
                  </a:lnTo>
                  <a:lnTo>
                    <a:pt x="525" y="220"/>
                  </a:lnTo>
                  <a:lnTo>
                    <a:pt x="525" y="220"/>
                  </a:lnTo>
                  <a:lnTo>
                    <a:pt x="525" y="220"/>
                  </a:lnTo>
                  <a:lnTo>
                    <a:pt x="525" y="218"/>
                  </a:lnTo>
                  <a:lnTo>
                    <a:pt x="528" y="218"/>
                  </a:lnTo>
                  <a:lnTo>
                    <a:pt x="530" y="218"/>
                  </a:lnTo>
                  <a:lnTo>
                    <a:pt x="530" y="215"/>
                  </a:lnTo>
                  <a:lnTo>
                    <a:pt x="530" y="213"/>
                  </a:lnTo>
                  <a:lnTo>
                    <a:pt x="530" y="213"/>
                  </a:lnTo>
                  <a:lnTo>
                    <a:pt x="530" y="213"/>
                  </a:lnTo>
                  <a:lnTo>
                    <a:pt x="530" y="213"/>
                  </a:lnTo>
                  <a:lnTo>
                    <a:pt x="530" y="213"/>
                  </a:lnTo>
                  <a:lnTo>
                    <a:pt x="528" y="213"/>
                  </a:lnTo>
                  <a:lnTo>
                    <a:pt x="528" y="213"/>
                  </a:lnTo>
                  <a:lnTo>
                    <a:pt x="525" y="213"/>
                  </a:lnTo>
                  <a:lnTo>
                    <a:pt x="525" y="213"/>
                  </a:lnTo>
                  <a:lnTo>
                    <a:pt x="523" y="213"/>
                  </a:lnTo>
                  <a:lnTo>
                    <a:pt x="523" y="211"/>
                  </a:lnTo>
                  <a:lnTo>
                    <a:pt x="521" y="208"/>
                  </a:lnTo>
                  <a:lnTo>
                    <a:pt x="521" y="208"/>
                  </a:lnTo>
                  <a:lnTo>
                    <a:pt x="518" y="208"/>
                  </a:lnTo>
                  <a:lnTo>
                    <a:pt x="516" y="208"/>
                  </a:lnTo>
                  <a:lnTo>
                    <a:pt x="513" y="208"/>
                  </a:lnTo>
                  <a:lnTo>
                    <a:pt x="511" y="208"/>
                  </a:lnTo>
                  <a:lnTo>
                    <a:pt x="506" y="208"/>
                  </a:lnTo>
                  <a:lnTo>
                    <a:pt x="504" y="211"/>
                  </a:lnTo>
                  <a:lnTo>
                    <a:pt x="502" y="213"/>
                  </a:lnTo>
                  <a:lnTo>
                    <a:pt x="502" y="213"/>
                  </a:lnTo>
                  <a:lnTo>
                    <a:pt x="502" y="211"/>
                  </a:lnTo>
                  <a:lnTo>
                    <a:pt x="499" y="211"/>
                  </a:lnTo>
                  <a:lnTo>
                    <a:pt x="499" y="213"/>
                  </a:lnTo>
                  <a:lnTo>
                    <a:pt x="497" y="213"/>
                  </a:lnTo>
                  <a:lnTo>
                    <a:pt x="497" y="213"/>
                  </a:lnTo>
                  <a:lnTo>
                    <a:pt x="497" y="213"/>
                  </a:lnTo>
                  <a:lnTo>
                    <a:pt x="494" y="213"/>
                  </a:lnTo>
                  <a:lnTo>
                    <a:pt x="494" y="213"/>
                  </a:lnTo>
                  <a:lnTo>
                    <a:pt x="492" y="213"/>
                  </a:lnTo>
                  <a:lnTo>
                    <a:pt x="490" y="213"/>
                  </a:lnTo>
                  <a:lnTo>
                    <a:pt x="487" y="213"/>
                  </a:lnTo>
                  <a:lnTo>
                    <a:pt x="485" y="213"/>
                  </a:lnTo>
                  <a:lnTo>
                    <a:pt x="483" y="215"/>
                  </a:lnTo>
                  <a:lnTo>
                    <a:pt x="483" y="215"/>
                  </a:lnTo>
                  <a:lnTo>
                    <a:pt x="480" y="215"/>
                  </a:lnTo>
                  <a:lnTo>
                    <a:pt x="478" y="215"/>
                  </a:lnTo>
                  <a:lnTo>
                    <a:pt x="478" y="215"/>
                  </a:lnTo>
                  <a:lnTo>
                    <a:pt x="478" y="215"/>
                  </a:lnTo>
                  <a:lnTo>
                    <a:pt x="478" y="215"/>
                  </a:lnTo>
                  <a:lnTo>
                    <a:pt x="478" y="215"/>
                  </a:lnTo>
                  <a:lnTo>
                    <a:pt x="478" y="215"/>
                  </a:lnTo>
                  <a:lnTo>
                    <a:pt x="478" y="215"/>
                  </a:lnTo>
                  <a:lnTo>
                    <a:pt x="471" y="213"/>
                  </a:lnTo>
                  <a:lnTo>
                    <a:pt x="468" y="213"/>
                  </a:lnTo>
                  <a:lnTo>
                    <a:pt x="468" y="213"/>
                  </a:lnTo>
                  <a:lnTo>
                    <a:pt x="468" y="213"/>
                  </a:lnTo>
                  <a:lnTo>
                    <a:pt x="471" y="211"/>
                  </a:lnTo>
                  <a:lnTo>
                    <a:pt x="471" y="208"/>
                  </a:lnTo>
                  <a:lnTo>
                    <a:pt x="471" y="199"/>
                  </a:lnTo>
                  <a:lnTo>
                    <a:pt x="471" y="192"/>
                  </a:lnTo>
                  <a:lnTo>
                    <a:pt x="468" y="187"/>
                  </a:lnTo>
                  <a:lnTo>
                    <a:pt x="468" y="182"/>
                  </a:lnTo>
                  <a:lnTo>
                    <a:pt x="471" y="178"/>
                  </a:lnTo>
                  <a:lnTo>
                    <a:pt x="471" y="175"/>
                  </a:lnTo>
                  <a:lnTo>
                    <a:pt x="471" y="173"/>
                  </a:lnTo>
                  <a:lnTo>
                    <a:pt x="473" y="173"/>
                  </a:lnTo>
                  <a:lnTo>
                    <a:pt x="473" y="170"/>
                  </a:lnTo>
                  <a:lnTo>
                    <a:pt x="476" y="170"/>
                  </a:lnTo>
                  <a:lnTo>
                    <a:pt x="476" y="170"/>
                  </a:lnTo>
                  <a:lnTo>
                    <a:pt x="476" y="168"/>
                  </a:lnTo>
                  <a:lnTo>
                    <a:pt x="476" y="168"/>
                  </a:lnTo>
                  <a:lnTo>
                    <a:pt x="478" y="168"/>
                  </a:lnTo>
                  <a:lnTo>
                    <a:pt x="478" y="168"/>
                  </a:lnTo>
                  <a:lnTo>
                    <a:pt x="478" y="168"/>
                  </a:lnTo>
                  <a:lnTo>
                    <a:pt x="480" y="166"/>
                  </a:lnTo>
                  <a:lnTo>
                    <a:pt x="485" y="159"/>
                  </a:lnTo>
                  <a:lnTo>
                    <a:pt x="487" y="154"/>
                  </a:lnTo>
                  <a:lnTo>
                    <a:pt x="487" y="154"/>
                  </a:lnTo>
                  <a:lnTo>
                    <a:pt x="490" y="154"/>
                  </a:lnTo>
                  <a:lnTo>
                    <a:pt x="490" y="152"/>
                  </a:lnTo>
                  <a:lnTo>
                    <a:pt x="490" y="152"/>
                  </a:lnTo>
                  <a:lnTo>
                    <a:pt x="497" y="140"/>
                  </a:lnTo>
                  <a:lnTo>
                    <a:pt x="499" y="137"/>
                  </a:lnTo>
                  <a:lnTo>
                    <a:pt x="502" y="133"/>
                  </a:lnTo>
                  <a:lnTo>
                    <a:pt x="499" y="130"/>
                  </a:lnTo>
                  <a:lnTo>
                    <a:pt x="494" y="123"/>
                  </a:lnTo>
                  <a:lnTo>
                    <a:pt x="492" y="118"/>
                  </a:lnTo>
                  <a:lnTo>
                    <a:pt x="490" y="116"/>
                  </a:lnTo>
                  <a:lnTo>
                    <a:pt x="485" y="114"/>
                  </a:lnTo>
                  <a:lnTo>
                    <a:pt x="483" y="114"/>
                  </a:lnTo>
                  <a:lnTo>
                    <a:pt x="478" y="111"/>
                  </a:lnTo>
                  <a:lnTo>
                    <a:pt x="476" y="107"/>
                  </a:lnTo>
                  <a:lnTo>
                    <a:pt x="471" y="97"/>
                  </a:lnTo>
                  <a:lnTo>
                    <a:pt x="471" y="95"/>
                  </a:lnTo>
                  <a:lnTo>
                    <a:pt x="468" y="92"/>
                  </a:lnTo>
                  <a:lnTo>
                    <a:pt x="466" y="90"/>
                  </a:lnTo>
                  <a:lnTo>
                    <a:pt x="461" y="88"/>
                  </a:lnTo>
                  <a:lnTo>
                    <a:pt x="457" y="83"/>
                  </a:lnTo>
                  <a:lnTo>
                    <a:pt x="447" y="76"/>
                  </a:lnTo>
                  <a:lnTo>
                    <a:pt x="440" y="71"/>
                  </a:lnTo>
                  <a:lnTo>
                    <a:pt x="438" y="71"/>
                  </a:lnTo>
                  <a:lnTo>
                    <a:pt x="435" y="64"/>
                  </a:lnTo>
                  <a:lnTo>
                    <a:pt x="431" y="57"/>
                  </a:lnTo>
                  <a:lnTo>
                    <a:pt x="426" y="50"/>
                  </a:lnTo>
                  <a:lnTo>
                    <a:pt x="419" y="43"/>
                  </a:lnTo>
                  <a:lnTo>
                    <a:pt x="416" y="40"/>
                  </a:lnTo>
                  <a:lnTo>
                    <a:pt x="412" y="40"/>
                  </a:lnTo>
                  <a:lnTo>
                    <a:pt x="407" y="38"/>
                  </a:lnTo>
                  <a:lnTo>
                    <a:pt x="407" y="38"/>
                  </a:lnTo>
                  <a:lnTo>
                    <a:pt x="400" y="36"/>
                  </a:lnTo>
                  <a:lnTo>
                    <a:pt x="397" y="33"/>
                  </a:lnTo>
                  <a:lnTo>
                    <a:pt x="393" y="31"/>
                  </a:lnTo>
                  <a:lnTo>
                    <a:pt x="390" y="26"/>
                  </a:lnTo>
                  <a:lnTo>
                    <a:pt x="388" y="26"/>
                  </a:lnTo>
                  <a:lnTo>
                    <a:pt x="386" y="24"/>
                  </a:lnTo>
                  <a:lnTo>
                    <a:pt x="381" y="24"/>
                  </a:lnTo>
                  <a:lnTo>
                    <a:pt x="379" y="24"/>
                  </a:lnTo>
                  <a:lnTo>
                    <a:pt x="376" y="24"/>
                  </a:lnTo>
                  <a:lnTo>
                    <a:pt x="376" y="24"/>
                  </a:lnTo>
                  <a:lnTo>
                    <a:pt x="374" y="24"/>
                  </a:lnTo>
                  <a:lnTo>
                    <a:pt x="374" y="24"/>
                  </a:lnTo>
                  <a:lnTo>
                    <a:pt x="374" y="24"/>
                  </a:lnTo>
                  <a:lnTo>
                    <a:pt x="371" y="26"/>
                  </a:lnTo>
                  <a:lnTo>
                    <a:pt x="369" y="26"/>
                  </a:lnTo>
                  <a:lnTo>
                    <a:pt x="369" y="26"/>
                  </a:lnTo>
                  <a:lnTo>
                    <a:pt x="369" y="26"/>
                  </a:lnTo>
                  <a:lnTo>
                    <a:pt x="364" y="24"/>
                  </a:lnTo>
                  <a:lnTo>
                    <a:pt x="364" y="21"/>
                  </a:lnTo>
                  <a:lnTo>
                    <a:pt x="362" y="21"/>
                  </a:lnTo>
                  <a:lnTo>
                    <a:pt x="360" y="21"/>
                  </a:lnTo>
                  <a:lnTo>
                    <a:pt x="360" y="21"/>
                  </a:lnTo>
                  <a:lnTo>
                    <a:pt x="357" y="21"/>
                  </a:lnTo>
                  <a:lnTo>
                    <a:pt x="357" y="21"/>
                  </a:lnTo>
                  <a:lnTo>
                    <a:pt x="353" y="21"/>
                  </a:lnTo>
                  <a:lnTo>
                    <a:pt x="353" y="21"/>
                  </a:lnTo>
                  <a:lnTo>
                    <a:pt x="353" y="21"/>
                  </a:lnTo>
                  <a:lnTo>
                    <a:pt x="353" y="19"/>
                  </a:lnTo>
                  <a:lnTo>
                    <a:pt x="350" y="19"/>
                  </a:lnTo>
                  <a:lnTo>
                    <a:pt x="350" y="19"/>
                  </a:lnTo>
                  <a:lnTo>
                    <a:pt x="348" y="19"/>
                  </a:lnTo>
                  <a:lnTo>
                    <a:pt x="348" y="19"/>
                  </a:lnTo>
                  <a:lnTo>
                    <a:pt x="348" y="21"/>
                  </a:lnTo>
                  <a:lnTo>
                    <a:pt x="345" y="21"/>
                  </a:lnTo>
                  <a:lnTo>
                    <a:pt x="341" y="24"/>
                  </a:lnTo>
                  <a:lnTo>
                    <a:pt x="341" y="24"/>
                  </a:lnTo>
                  <a:lnTo>
                    <a:pt x="336" y="21"/>
                  </a:lnTo>
                  <a:lnTo>
                    <a:pt x="336" y="21"/>
                  </a:lnTo>
                  <a:lnTo>
                    <a:pt x="336" y="24"/>
                  </a:lnTo>
                  <a:lnTo>
                    <a:pt x="334" y="26"/>
                  </a:lnTo>
                  <a:lnTo>
                    <a:pt x="334" y="26"/>
                  </a:lnTo>
                  <a:lnTo>
                    <a:pt x="331" y="24"/>
                  </a:lnTo>
                  <a:lnTo>
                    <a:pt x="329" y="19"/>
                  </a:lnTo>
                  <a:lnTo>
                    <a:pt x="329" y="17"/>
                  </a:lnTo>
                  <a:lnTo>
                    <a:pt x="329" y="17"/>
                  </a:lnTo>
                  <a:lnTo>
                    <a:pt x="326" y="14"/>
                  </a:lnTo>
                  <a:lnTo>
                    <a:pt x="326" y="14"/>
                  </a:lnTo>
                  <a:lnTo>
                    <a:pt x="326" y="14"/>
                  </a:lnTo>
                  <a:lnTo>
                    <a:pt x="324" y="14"/>
                  </a:lnTo>
                  <a:lnTo>
                    <a:pt x="322" y="14"/>
                  </a:lnTo>
                  <a:lnTo>
                    <a:pt x="322" y="14"/>
                  </a:lnTo>
                  <a:lnTo>
                    <a:pt x="322" y="14"/>
                  </a:lnTo>
                  <a:lnTo>
                    <a:pt x="322" y="14"/>
                  </a:lnTo>
                  <a:lnTo>
                    <a:pt x="322" y="17"/>
                  </a:lnTo>
                  <a:lnTo>
                    <a:pt x="322" y="17"/>
                  </a:lnTo>
                  <a:lnTo>
                    <a:pt x="319" y="19"/>
                  </a:lnTo>
                  <a:lnTo>
                    <a:pt x="319" y="19"/>
                  </a:lnTo>
                  <a:lnTo>
                    <a:pt x="317" y="19"/>
                  </a:lnTo>
                  <a:lnTo>
                    <a:pt x="315" y="21"/>
                  </a:lnTo>
                  <a:lnTo>
                    <a:pt x="315" y="21"/>
                  </a:lnTo>
                  <a:lnTo>
                    <a:pt x="312" y="21"/>
                  </a:lnTo>
                  <a:lnTo>
                    <a:pt x="308" y="24"/>
                  </a:lnTo>
                  <a:lnTo>
                    <a:pt x="308" y="24"/>
                  </a:lnTo>
                  <a:lnTo>
                    <a:pt x="308" y="24"/>
                  </a:lnTo>
                  <a:lnTo>
                    <a:pt x="305" y="24"/>
                  </a:lnTo>
                  <a:lnTo>
                    <a:pt x="305" y="24"/>
                  </a:lnTo>
                  <a:lnTo>
                    <a:pt x="303" y="24"/>
                  </a:lnTo>
                  <a:lnTo>
                    <a:pt x="300" y="26"/>
                  </a:lnTo>
                  <a:lnTo>
                    <a:pt x="298" y="26"/>
                  </a:lnTo>
                  <a:lnTo>
                    <a:pt x="293" y="26"/>
                  </a:lnTo>
                  <a:lnTo>
                    <a:pt x="291" y="26"/>
                  </a:lnTo>
                  <a:lnTo>
                    <a:pt x="291" y="26"/>
                  </a:lnTo>
                  <a:lnTo>
                    <a:pt x="291" y="26"/>
                  </a:lnTo>
                  <a:lnTo>
                    <a:pt x="291" y="26"/>
                  </a:lnTo>
                  <a:lnTo>
                    <a:pt x="289" y="26"/>
                  </a:lnTo>
                  <a:lnTo>
                    <a:pt x="289" y="24"/>
                  </a:lnTo>
                  <a:lnTo>
                    <a:pt x="289" y="24"/>
                  </a:lnTo>
                  <a:lnTo>
                    <a:pt x="286" y="21"/>
                  </a:lnTo>
                  <a:lnTo>
                    <a:pt x="286" y="21"/>
                  </a:lnTo>
                  <a:lnTo>
                    <a:pt x="284" y="21"/>
                  </a:lnTo>
                  <a:lnTo>
                    <a:pt x="284" y="19"/>
                  </a:lnTo>
                  <a:lnTo>
                    <a:pt x="284" y="17"/>
                  </a:lnTo>
                  <a:lnTo>
                    <a:pt x="284" y="17"/>
                  </a:lnTo>
                  <a:lnTo>
                    <a:pt x="284" y="17"/>
                  </a:lnTo>
                  <a:lnTo>
                    <a:pt x="282" y="17"/>
                  </a:lnTo>
                  <a:lnTo>
                    <a:pt x="282" y="17"/>
                  </a:lnTo>
                  <a:lnTo>
                    <a:pt x="282" y="14"/>
                  </a:lnTo>
                  <a:lnTo>
                    <a:pt x="282" y="14"/>
                  </a:lnTo>
                  <a:lnTo>
                    <a:pt x="282" y="14"/>
                  </a:lnTo>
                  <a:lnTo>
                    <a:pt x="282" y="12"/>
                  </a:lnTo>
                  <a:lnTo>
                    <a:pt x="279" y="12"/>
                  </a:lnTo>
                  <a:lnTo>
                    <a:pt x="279" y="12"/>
                  </a:lnTo>
                  <a:lnTo>
                    <a:pt x="279" y="12"/>
                  </a:lnTo>
                  <a:lnTo>
                    <a:pt x="274" y="12"/>
                  </a:lnTo>
                  <a:lnTo>
                    <a:pt x="274" y="12"/>
                  </a:lnTo>
                  <a:lnTo>
                    <a:pt x="267" y="10"/>
                  </a:lnTo>
                  <a:lnTo>
                    <a:pt x="267" y="10"/>
                  </a:lnTo>
                  <a:lnTo>
                    <a:pt x="267" y="10"/>
                  </a:lnTo>
                  <a:lnTo>
                    <a:pt x="267" y="7"/>
                  </a:lnTo>
                  <a:lnTo>
                    <a:pt x="267" y="7"/>
                  </a:lnTo>
                  <a:lnTo>
                    <a:pt x="267" y="7"/>
                  </a:lnTo>
                  <a:lnTo>
                    <a:pt x="265" y="7"/>
                  </a:lnTo>
                  <a:lnTo>
                    <a:pt x="265" y="7"/>
                  </a:lnTo>
                  <a:lnTo>
                    <a:pt x="265" y="7"/>
                  </a:lnTo>
                  <a:lnTo>
                    <a:pt x="265" y="7"/>
                  </a:lnTo>
                  <a:lnTo>
                    <a:pt x="265" y="5"/>
                  </a:lnTo>
                  <a:lnTo>
                    <a:pt x="265" y="5"/>
                  </a:lnTo>
                  <a:lnTo>
                    <a:pt x="265" y="5"/>
                  </a:lnTo>
                  <a:lnTo>
                    <a:pt x="265" y="5"/>
                  </a:lnTo>
                  <a:lnTo>
                    <a:pt x="265" y="5"/>
                  </a:lnTo>
                  <a:lnTo>
                    <a:pt x="265" y="5"/>
                  </a:lnTo>
                  <a:lnTo>
                    <a:pt x="263" y="2"/>
                  </a:lnTo>
                  <a:lnTo>
                    <a:pt x="263" y="2"/>
                  </a:lnTo>
                  <a:lnTo>
                    <a:pt x="263" y="0"/>
                  </a:lnTo>
                  <a:lnTo>
                    <a:pt x="260" y="7"/>
                  </a:lnTo>
                  <a:lnTo>
                    <a:pt x="256" y="14"/>
                  </a:lnTo>
                  <a:lnTo>
                    <a:pt x="253" y="24"/>
                  </a:lnTo>
                  <a:lnTo>
                    <a:pt x="248" y="31"/>
                  </a:lnTo>
                  <a:lnTo>
                    <a:pt x="246" y="38"/>
                  </a:lnTo>
                  <a:lnTo>
                    <a:pt x="244" y="43"/>
                  </a:lnTo>
                  <a:lnTo>
                    <a:pt x="244" y="43"/>
                  </a:lnTo>
                  <a:lnTo>
                    <a:pt x="244" y="43"/>
                  </a:lnTo>
                  <a:lnTo>
                    <a:pt x="241" y="43"/>
                  </a:lnTo>
                  <a:lnTo>
                    <a:pt x="241" y="40"/>
                  </a:lnTo>
                  <a:lnTo>
                    <a:pt x="241" y="40"/>
                  </a:lnTo>
                  <a:lnTo>
                    <a:pt x="241" y="40"/>
                  </a:lnTo>
                  <a:lnTo>
                    <a:pt x="241" y="38"/>
                  </a:lnTo>
                  <a:lnTo>
                    <a:pt x="241" y="38"/>
                  </a:lnTo>
                  <a:lnTo>
                    <a:pt x="241" y="38"/>
                  </a:lnTo>
                  <a:lnTo>
                    <a:pt x="239" y="38"/>
                  </a:lnTo>
                  <a:lnTo>
                    <a:pt x="239" y="38"/>
                  </a:lnTo>
                  <a:lnTo>
                    <a:pt x="239" y="36"/>
                  </a:lnTo>
                  <a:lnTo>
                    <a:pt x="239" y="36"/>
                  </a:lnTo>
                  <a:lnTo>
                    <a:pt x="239" y="36"/>
                  </a:lnTo>
                  <a:lnTo>
                    <a:pt x="237" y="33"/>
                  </a:lnTo>
                  <a:lnTo>
                    <a:pt x="237" y="33"/>
                  </a:lnTo>
                  <a:lnTo>
                    <a:pt x="237" y="31"/>
                  </a:lnTo>
                  <a:lnTo>
                    <a:pt x="237" y="31"/>
                  </a:lnTo>
                  <a:lnTo>
                    <a:pt x="237" y="31"/>
                  </a:lnTo>
                  <a:lnTo>
                    <a:pt x="234" y="28"/>
                  </a:lnTo>
                  <a:lnTo>
                    <a:pt x="234" y="28"/>
                  </a:lnTo>
                  <a:lnTo>
                    <a:pt x="232" y="26"/>
                  </a:lnTo>
                  <a:lnTo>
                    <a:pt x="232" y="26"/>
                  </a:lnTo>
                  <a:lnTo>
                    <a:pt x="229" y="24"/>
                  </a:lnTo>
                  <a:lnTo>
                    <a:pt x="229" y="24"/>
                  </a:lnTo>
                  <a:lnTo>
                    <a:pt x="227" y="24"/>
                  </a:lnTo>
                  <a:lnTo>
                    <a:pt x="225" y="24"/>
                  </a:lnTo>
                  <a:lnTo>
                    <a:pt x="222" y="24"/>
                  </a:lnTo>
                  <a:lnTo>
                    <a:pt x="220" y="26"/>
                  </a:lnTo>
                  <a:lnTo>
                    <a:pt x="220" y="26"/>
                  </a:lnTo>
                  <a:lnTo>
                    <a:pt x="220" y="28"/>
                  </a:lnTo>
                  <a:lnTo>
                    <a:pt x="220" y="28"/>
                  </a:lnTo>
                  <a:lnTo>
                    <a:pt x="220" y="31"/>
                  </a:lnTo>
                  <a:lnTo>
                    <a:pt x="220" y="31"/>
                  </a:lnTo>
                  <a:lnTo>
                    <a:pt x="218" y="33"/>
                  </a:lnTo>
                  <a:lnTo>
                    <a:pt x="218" y="33"/>
                  </a:lnTo>
                  <a:lnTo>
                    <a:pt x="218" y="33"/>
                  </a:lnTo>
                  <a:lnTo>
                    <a:pt x="218" y="33"/>
                  </a:lnTo>
                  <a:lnTo>
                    <a:pt x="215" y="33"/>
                  </a:lnTo>
                  <a:lnTo>
                    <a:pt x="215" y="33"/>
                  </a:lnTo>
                  <a:lnTo>
                    <a:pt x="215" y="36"/>
                  </a:lnTo>
                  <a:lnTo>
                    <a:pt x="215" y="36"/>
                  </a:lnTo>
                  <a:lnTo>
                    <a:pt x="215" y="36"/>
                  </a:lnTo>
                  <a:lnTo>
                    <a:pt x="213" y="36"/>
                  </a:lnTo>
                  <a:lnTo>
                    <a:pt x="213" y="33"/>
                  </a:lnTo>
                  <a:lnTo>
                    <a:pt x="213" y="33"/>
                  </a:lnTo>
                  <a:lnTo>
                    <a:pt x="213" y="33"/>
                  </a:lnTo>
                  <a:lnTo>
                    <a:pt x="211" y="33"/>
                  </a:lnTo>
                  <a:lnTo>
                    <a:pt x="211" y="33"/>
                  </a:lnTo>
                  <a:lnTo>
                    <a:pt x="206" y="31"/>
                  </a:lnTo>
                  <a:lnTo>
                    <a:pt x="203" y="31"/>
                  </a:lnTo>
                  <a:lnTo>
                    <a:pt x="201" y="31"/>
                  </a:lnTo>
                  <a:lnTo>
                    <a:pt x="201" y="31"/>
                  </a:lnTo>
                  <a:lnTo>
                    <a:pt x="199" y="31"/>
                  </a:lnTo>
                  <a:lnTo>
                    <a:pt x="199" y="31"/>
                  </a:lnTo>
                  <a:lnTo>
                    <a:pt x="196" y="31"/>
                  </a:lnTo>
                  <a:lnTo>
                    <a:pt x="196" y="31"/>
                  </a:lnTo>
                  <a:lnTo>
                    <a:pt x="194" y="33"/>
                  </a:lnTo>
                  <a:lnTo>
                    <a:pt x="194" y="33"/>
                  </a:lnTo>
                  <a:lnTo>
                    <a:pt x="192" y="33"/>
                  </a:lnTo>
                  <a:lnTo>
                    <a:pt x="192" y="33"/>
                  </a:lnTo>
                  <a:lnTo>
                    <a:pt x="192" y="33"/>
                  </a:lnTo>
                  <a:lnTo>
                    <a:pt x="189" y="36"/>
                  </a:lnTo>
                  <a:lnTo>
                    <a:pt x="189" y="36"/>
                  </a:lnTo>
                  <a:lnTo>
                    <a:pt x="185" y="50"/>
                  </a:lnTo>
                  <a:lnTo>
                    <a:pt x="185" y="50"/>
                  </a:lnTo>
                  <a:lnTo>
                    <a:pt x="185" y="52"/>
                  </a:lnTo>
                  <a:lnTo>
                    <a:pt x="185" y="55"/>
                  </a:lnTo>
                  <a:lnTo>
                    <a:pt x="185" y="57"/>
                  </a:lnTo>
                  <a:lnTo>
                    <a:pt x="185" y="59"/>
                  </a:lnTo>
                  <a:lnTo>
                    <a:pt x="185" y="62"/>
                  </a:lnTo>
                  <a:lnTo>
                    <a:pt x="182" y="66"/>
                  </a:lnTo>
                  <a:lnTo>
                    <a:pt x="182" y="69"/>
                  </a:lnTo>
                  <a:lnTo>
                    <a:pt x="182" y="71"/>
                  </a:lnTo>
                  <a:lnTo>
                    <a:pt x="182" y="73"/>
                  </a:lnTo>
                  <a:lnTo>
                    <a:pt x="173" y="83"/>
                  </a:lnTo>
                  <a:lnTo>
                    <a:pt x="168" y="102"/>
                  </a:lnTo>
                  <a:lnTo>
                    <a:pt x="168" y="104"/>
                  </a:lnTo>
                  <a:lnTo>
                    <a:pt x="168" y="104"/>
                  </a:lnTo>
                  <a:lnTo>
                    <a:pt x="168" y="104"/>
                  </a:lnTo>
                  <a:lnTo>
                    <a:pt x="168" y="104"/>
                  </a:lnTo>
                  <a:lnTo>
                    <a:pt x="168" y="107"/>
                  </a:lnTo>
                  <a:lnTo>
                    <a:pt x="168" y="107"/>
                  </a:lnTo>
                  <a:lnTo>
                    <a:pt x="168" y="107"/>
                  </a:lnTo>
                  <a:lnTo>
                    <a:pt x="168" y="109"/>
                  </a:lnTo>
                  <a:lnTo>
                    <a:pt x="168" y="111"/>
                  </a:lnTo>
                  <a:lnTo>
                    <a:pt x="168" y="111"/>
                  </a:lnTo>
                  <a:lnTo>
                    <a:pt x="168" y="114"/>
                  </a:lnTo>
                  <a:lnTo>
                    <a:pt x="168" y="118"/>
                  </a:lnTo>
                  <a:lnTo>
                    <a:pt x="168" y="121"/>
                  </a:lnTo>
                  <a:lnTo>
                    <a:pt x="166" y="121"/>
                  </a:lnTo>
                  <a:lnTo>
                    <a:pt x="166" y="121"/>
                  </a:lnTo>
                  <a:lnTo>
                    <a:pt x="163" y="121"/>
                  </a:lnTo>
                  <a:lnTo>
                    <a:pt x="163" y="118"/>
                  </a:lnTo>
                  <a:lnTo>
                    <a:pt x="163" y="118"/>
                  </a:lnTo>
                  <a:lnTo>
                    <a:pt x="163" y="118"/>
                  </a:lnTo>
                  <a:lnTo>
                    <a:pt x="163" y="118"/>
                  </a:lnTo>
                  <a:lnTo>
                    <a:pt x="147" y="121"/>
                  </a:lnTo>
                  <a:lnTo>
                    <a:pt x="144" y="121"/>
                  </a:lnTo>
                  <a:lnTo>
                    <a:pt x="144" y="123"/>
                  </a:lnTo>
                  <a:lnTo>
                    <a:pt x="144" y="123"/>
                  </a:lnTo>
                  <a:lnTo>
                    <a:pt x="144" y="123"/>
                  </a:lnTo>
                  <a:lnTo>
                    <a:pt x="144" y="123"/>
                  </a:lnTo>
                  <a:lnTo>
                    <a:pt x="144" y="123"/>
                  </a:lnTo>
                  <a:lnTo>
                    <a:pt x="144" y="126"/>
                  </a:lnTo>
                  <a:lnTo>
                    <a:pt x="144" y="126"/>
                  </a:lnTo>
                  <a:lnTo>
                    <a:pt x="142" y="126"/>
                  </a:lnTo>
                  <a:lnTo>
                    <a:pt x="142" y="126"/>
                  </a:lnTo>
                  <a:lnTo>
                    <a:pt x="142" y="126"/>
                  </a:lnTo>
                  <a:lnTo>
                    <a:pt x="142" y="126"/>
                  </a:lnTo>
                  <a:lnTo>
                    <a:pt x="140" y="128"/>
                  </a:lnTo>
                  <a:lnTo>
                    <a:pt x="130" y="144"/>
                  </a:lnTo>
                  <a:lnTo>
                    <a:pt x="130" y="144"/>
                  </a:lnTo>
                  <a:lnTo>
                    <a:pt x="130" y="147"/>
                  </a:lnTo>
                  <a:lnTo>
                    <a:pt x="130" y="147"/>
                  </a:lnTo>
                  <a:lnTo>
                    <a:pt x="130" y="149"/>
                  </a:lnTo>
                  <a:lnTo>
                    <a:pt x="128" y="149"/>
                  </a:lnTo>
                  <a:lnTo>
                    <a:pt x="128" y="149"/>
                  </a:lnTo>
                  <a:lnTo>
                    <a:pt x="128" y="149"/>
                  </a:lnTo>
                  <a:lnTo>
                    <a:pt x="125" y="149"/>
                  </a:lnTo>
                  <a:lnTo>
                    <a:pt x="125" y="152"/>
                  </a:lnTo>
                  <a:lnTo>
                    <a:pt x="125" y="156"/>
                  </a:lnTo>
                  <a:lnTo>
                    <a:pt x="125" y="156"/>
                  </a:lnTo>
                  <a:lnTo>
                    <a:pt x="123" y="159"/>
                  </a:lnTo>
                  <a:lnTo>
                    <a:pt x="121" y="159"/>
                  </a:lnTo>
                  <a:lnTo>
                    <a:pt x="121" y="159"/>
                  </a:lnTo>
                  <a:lnTo>
                    <a:pt x="121" y="161"/>
                  </a:lnTo>
                  <a:lnTo>
                    <a:pt x="121" y="161"/>
                  </a:lnTo>
                  <a:lnTo>
                    <a:pt x="121" y="161"/>
                  </a:lnTo>
                  <a:lnTo>
                    <a:pt x="121" y="161"/>
                  </a:lnTo>
                  <a:lnTo>
                    <a:pt x="118" y="163"/>
                  </a:lnTo>
                  <a:lnTo>
                    <a:pt x="116" y="166"/>
                  </a:lnTo>
                  <a:lnTo>
                    <a:pt x="114" y="166"/>
                  </a:lnTo>
                  <a:lnTo>
                    <a:pt x="111" y="168"/>
                  </a:lnTo>
                  <a:lnTo>
                    <a:pt x="111" y="168"/>
                  </a:lnTo>
                  <a:lnTo>
                    <a:pt x="111" y="168"/>
                  </a:lnTo>
                  <a:lnTo>
                    <a:pt x="109" y="170"/>
                  </a:lnTo>
                  <a:lnTo>
                    <a:pt x="109" y="173"/>
                  </a:lnTo>
                  <a:lnTo>
                    <a:pt x="109" y="173"/>
                  </a:lnTo>
                  <a:lnTo>
                    <a:pt x="109" y="175"/>
                  </a:lnTo>
                  <a:lnTo>
                    <a:pt x="109" y="178"/>
                  </a:lnTo>
                  <a:lnTo>
                    <a:pt x="111" y="178"/>
                  </a:lnTo>
                  <a:lnTo>
                    <a:pt x="111" y="180"/>
                  </a:lnTo>
                  <a:lnTo>
                    <a:pt x="111" y="182"/>
                  </a:lnTo>
                  <a:lnTo>
                    <a:pt x="111" y="182"/>
                  </a:lnTo>
                  <a:lnTo>
                    <a:pt x="104" y="197"/>
                  </a:lnTo>
                  <a:lnTo>
                    <a:pt x="104" y="199"/>
                  </a:lnTo>
                  <a:lnTo>
                    <a:pt x="104" y="201"/>
                  </a:lnTo>
                  <a:lnTo>
                    <a:pt x="106" y="201"/>
                  </a:lnTo>
                  <a:lnTo>
                    <a:pt x="106" y="201"/>
                  </a:lnTo>
                  <a:lnTo>
                    <a:pt x="106" y="204"/>
                  </a:lnTo>
                  <a:lnTo>
                    <a:pt x="102" y="215"/>
                  </a:lnTo>
                  <a:lnTo>
                    <a:pt x="102" y="215"/>
                  </a:lnTo>
                  <a:lnTo>
                    <a:pt x="104" y="215"/>
                  </a:lnTo>
                  <a:lnTo>
                    <a:pt x="104" y="218"/>
                  </a:lnTo>
                  <a:lnTo>
                    <a:pt x="104" y="218"/>
                  </a:lnTo>
                  <a:lnTo>
                    <a:pt x="104" y="220"/>
                  </a:lnTo>
                  <a:lnTo>
                    <a:pt x="104" y="220"/>
                  </a:lnTo>
                  <a:lnTo>
                    <a:pt x="102" y="223"/>
                  </a:lnTo>
                  <a:lnTo>
                    <a:pt x="99" y="225"/>
                  </a:lnTo>
                  <a:lnTo>
                    <a:pt x="99" y="225"/>
                  </a:lnTo>
                  <a:lnTo>
                    <a:pt x="99" y="225"/>
                  </a:lnTo>
                  <a:lnTo>
                    <a:pt x="99" y="227"/>
                  </a:lnTo>
                  <a:lnTo>
                    <a:pt x="99" y="227"/>
                  </a:lnTo>
                  <a:lnTo>
                    <a:pt x="99" y="227"/>
                  </a:lnTo>
                  <a:lnTo>
                    <a:pt x="97" y="227"/>
                  </a:lnTo>
                  <a:lnTo>
                    <a:pt x="97" y="227"/>
                  </a:lnTo>
                  <a:lnTo>
                    <a:pt x="97" y="227"/>
                  </a:lnTo>
                  <a:lnTo>
                    <a:pt x="95" y="230"/>
                  </a:lnTo>
                  <a:lnTo>
                    <a:pt x="95" y="230"/>
                  </a:lnTo>
                  <a:lnTo>
                    <a:pt x="95" y="230"/>
                  </a:lnTo>
                  <a:lnTo>
                    <a:pt x="95" y="230"/>
                  </a:lnTo>
                  <a:lnTo>
                    <a:pt x="95" y="227"/>
                  </a:lnTo>
                  <a:lnTo>
                    <a:pt x="95" y="227"/>
                  </a:lnTo>
                  <a:lnTo>
                    <a:pt x="92" y="225"/>
                  </a:lnTo>
                  <a:lnTo>
                    <a:pt x="92" y="225"/>
                  </a:lnTo>
                  <a:lnTo>
                    <a:pt x="85" y="218"/>
                  </a:lnTo>
                  <a:lnTo>
                    <a:pt x="85" y="218"/>
                  </a:lnTo>
                  <a:lnTo>
                    <a:pt x="83" y="220"/>
                  </a:lnTo>
                  <a:lnTo>
                    <a:pt x="78" y="223"/>
                  </a:lnTo>
                  <a:lnTo>
                    <a:pt x="76" y="225"/>
                  </a:lnTo>
                  <a:lnTo>
                    <a:pt x="76" y="225"/>
                  </a:lnTo>
                  <a:lnTo>
                    <a:pt x="73" y="230"/>
                  </a:lnTo>
                  <a:lnTo>
                    <a:pt x="69" y="237"/>
                  </a:lnTo>
                  <a:lnTo>
                    <a:pt x="69" y="237"/>
                  </a:lnTo>
                  <a:lnTo>
                    <a:pt x="69" y="239"/>
                  </a:lnTo>
                  <a:lnTo>
                    <a:pt x="71" y="251"/>
                  </a:lnTo>
                  <a:lnTo>
                    <a:pt x="71" y="253"/>
                  </a:lnTo>
                  <a:lnTo>
                    <a:pt x="71" y="256"/>
                  </a:lnTo>
                  <a:lnTo>
                    <a:pt x="71" y="258"/>
                  </a:lnTo>
                  <a:lnTo>
                    <a:pt x="71" y="258"/>
                  </a:lnTo>
                  <a:lnTo>
                    <a:pt x="71" y="258"/>
                  </a:lnTo>
                  <a:lnTo>
                    <a:pt x="71" y="258"/>
                  </a:lnTo>
                  <a:lnTo>
                    <a:pt x="71" y="260"/>
                  </a:lnTo>
                  <a:lnTo>
                    <a:pt x="71" y="260"/>
                  </a:lnTo>
                  <a:lnTo>
                    <a:pt x="69" y="263"/>
                  </a:lnTo>
                  <a:lnTo>
                    <a:pt x="66" y="265"/>
                  </a:lnTo>
                  <a:lnTo>
                    <a:pt x="59" y="284"/>
                  </a:lnTo>
                  <a:lnTo>
                    <a:pt x="57" y="291"/>
                  </a:lnTo>
                  <a:lnTo>
                    <a:pt x="57" y="296"/>
                  </a:lnTo>
                  <a:lnTo>
                    <a:pt x="59" y="310"/>
                  </a:lnTo>
                  <a:lnTo>
                    <a:pt x="59" y="324"/>
                  </a:lnTo>
                  <a:lnTo>
                    <a:pt x="59" y="341"/>
                  </a:lnTo>
                  <a:lnTo>
                    <a:pt x="59" y="341"/>
                  </a:lnTo>
                  <a:lnTo>
                    <a:pt x="59" y="343"/>
                  </a:lnTo>
                  <a:lnTo>
                    <a:pt x="59" y="343"/>
                  </a:lnTo>
                  <a:lnTo>
                    <a:pt x="57" y="346"/>
                  </a:lnTo>
                  <a:lnTo>
                    <a:pt x="52" y="350"/>
                  </a:lnTo>
                  <a:lnTo>
                    <a:pt x="52" y="350"/>
                  </a:lnTo>
                  <a:lnTo>
                    <a:pt x="50" y="350"/>
                  </a:lnTo>
                  <a:lnTo>
                    <a:pt x="47" y="350"/>
                  </a:lnTo>
                  <a:lnTo>
                    <a:pt x="45" y="350"/>
                  </a:lnTo>
                  <a:lnTo>
                    <a:pt x="45" y="353"/>
                  </a:lnTo>
                  <a:lnTo>
                    <a:pt x="43" y="353"/>
                  </a:lnTo>
                  <a:lnTo>
                    <a:pt x="43" y="353"/>
                  </a:lnTo>
                  <a:lnTo>
                    <a:pt x="40" y="355"/>
                  </a:lnTo>
                  <a:lnTo>
                    <a:pt x="40" y="355"/>
                  </a:lnTo>
                  <a:lnTo>
                    <a:pt x="40" y="355"/>
                  </a:lnTo>
                  <a:lnTo>
                    <a:pt x="38" y="355"/>
                  </a:lnTo>
                  <a:lnTo>
                    <a:pt x="35" y="353"/>
                  </a:lnTo>
                  <a:lnTo>
                    <a:pt x="35" y="350"/>
                  </a:lnTo>
                  <a:lnTo>
                    <a:pt x="33" y="350"/>
                  </a:lnTo>
                  <a:lnTo>
                    <a:pt x="33" y="348"/>
                  </a:lnTo>
                  <a:lnTo>
                    <a:pt x="31" y="350"/>
                  </a:lnTo>
                  <a:lnTo>
                    <a:pt x="31" y="350"/>
                  </a:lnTo>
                  <a:lnTo>
                    <a:pt x="31" y="350"/>
                  </a:lnTo>
                  <a:lnTo>
                    <a:pt x="28" y="350"/>
                  </a:lnTo>
                  <a:lnTo>
                    <a:pt x="28" y="348"/>
                  </a:lnTo>
                  <a:lnTo>
                    <a:pt x="28" y="348"/>
                  </a:lnTo>
                  <a:lnTo>
                    <a:pt x="26" y="348"/>
                  </a:lnTo>
                  <a:lnTo>
                    <a:pt x="26" y="348"/>
                  </a:lnTo>
                  <a:lnTo>
                    <a:pt x="26" y="350"/>
                  </a:lnTo>
                  <a:lnTo>
                    <a:pt x="26" y="350"/>
                  </a:lnTo>
                  <a:lnTo>
                    <a:pt x="24" y="350"/>
                  </a:lnTo>
                  <a:lnTo>
                    <a:pt x="21" y="350"/>
                  </a:lnTo>
                  <a:lnTo>
                    <a:pt x="21" y="350"/>
                  </a:lnTo>
                  <a:lnTo>
                    <a:pt x="21" y="350"/>
                  </a:lnTo>
                  <a:lnTo>
                    <a:pt x="21" y="350"/>
                  </a:lnTo>
                  <a:lnTo>
                    <a:pt x="19" y="350"/>
                  </a:lnTo>
                  <a:lnTo>
                    <a:pt x="14" y="350"/>
                  </a:lnTo>
                  <a:lnTo>
                    <a:pt x="14" y="350"/>
                  </a:lnTo>
                  <a:lnTo>
                    <a:pt x="12" y="350"/>
                  </a:lnTo>
                  <a:lnTo>
                    <a:pt x="12" y="350"/>
                  </a:lnTo>
                  <a:lnTo>
                    <a:pt x="12" y="350"/>
                  </a:lnTo>
                  <a:lnTo>
                    <a:pt x="12" y="353"/>
                  </a:lnTo>
                  <a:lnTo>
                    <a:pt x="9" y="353"/>
                  </a:lnTo>
                  <a:lnTo>
                    <a:pt x="9" y="353"/>
                  </a:lnTo>
                  <a:lnTo>
                    <a:pt x="9" y="353"/>
                  </a:lnTo>
                  <a:lnTo>
                    <a:pt x="9" y="353"/>
                  </a:lnTo>
                  <a:lnTo>
                    <a:pt x="9" y="355"/>
                  </a:lnTo>
                  <a:lnTo>
                    <a:pt x="9" y="355"/>
                  </a:lnTo>
                  <a:lnTo>
                    <a:pt x="9" y="355"/>
                  </a:lnTo>
                  <a:lnTo>
                    <a:pt x="9" y="355"/>
                  </a:lnTo>
                  <a:lnTo>
                    <a:pt x="9" y="355"/>
                  </a:lnTo>
                  <a:lnTo>
                    <a:pt x="9" y="355"/>
                  </a:lnTo>
                  <a:lnTo>
                    <a:pt x="9" y="355"/>
                  </a:lnTo>
                  <a:lnTo>
                    <a:pt x="9" y="357"/>
                  </a:lnTo>
                  <a:lnTo>
                    <a:pt x="9" y="357"/>
                  </a:lnTo>
                  <a:lnTo>
                    <a:pt x="9" y="357"/>
                  </a:lnTo>
                  <a:lnTo>
                    <a:pt x="9" y="357"/>
                  </a:lnTo>
                  <a:lnTo>
                    <a:pt x="9" y="360"/>
                  </a:lnTo>
                  <a:lnTo>
                    <a:pt x="9" y="360"/>
                  </a:lnTo>
                  <a:lnTo>
                    <a:pt x="9" y="360"/>
                  </a:lnTo>
                  <a:lnTo>
                    <a:pt x="12" y="360"/>
                  </a:lnTo>
                  <a:lnTo>
                    <a:pt x="12" y="360"/>
                  </a:lnTo>
                  <a:lnTo>
                    <a:pt x="12" y="362"/>
                  </a:lnTo>
                  <a:lnTo>
                    <a:pt x="12" y="362"/>
                  </a:lnTo>
                  <a:lnTo>
                    <a:pt x="12" y="362"/>
                  </a:lnTo>
                  <a:lnTo>
                    <a:pt x="9" y="362"/>
                  </a:lnTo>
                  <a:lnTo>
                    <a:pt x="9" y="362"/>
                  </a:lnTo>
                  <a:lnTo>
                    <a:pt x="9" y="362"/>
                  </a:lnTo>
                  <a:lnTo>
                    <a:pt x="9" y="365"/>
                  </a:lnTo>
                  <a:lnTo>
                    <a:pt x="9" y="365"/>
                  </a:lnTo>
                  <a:lnTo>
                    <a:pt x="9" y="365"/>
                  </a:lnTo>
                  <a:lnTo>
                    <a:pt x="9" y="365"/>
                  </a:lnTo>
                  <a:lnTo>
                    <a:pt x="9" y="365"/>
                  </a:lnTo>
                  <a:lnTo>
                    <a:pt x="9" y="367"/>
                  </a:lnTo>
                  <a:lnTo>
                    <a:pt x="9" y="367"/>
                  </a:lnTo>
                  <a:lnTo>
                    <a:pt x="9" y="367"/>
                  </a:lnTo>
                  <a:lnTo>
                    <a:pt x="9" y="369"/>
                  </a:lnTo>
                  <a:lnTo>
                    <a:pt x="7" y="369"/>
                  </a:lnTo>
                  <a:lnTo>
                    <a:pt x="7" y="369"/>
                  </a:lnTo>
                  <a:lnTo>
                    <a:pt x="7" y="369"/>
                  </a:lnTo>
                  <a:lnTo>
                    <a:pt x="7" y="369"/>
                  </a:lnTo>
                  <a:lnTo>
                    <a:pt x="5" y="369"/>
                  </a:lnTo>
                  <a:lnTo>
                    <a:pt x="2" y="374"/>
                  </a:lnTo>
                  <a:lnTo>
                    <a:pt x="2" y="374"/>
                  </a:lnTo>
                  <a:lnTo>
                    <a:pt x="2" y="374"/>
                  </a:lnTo>
                  <a:lnTo>
                    <a:pt x="2" y="376"/>
                  </a:lnTo>
                  <a:lnTo>
                    <a:pt x="2" y="376"/>
                  </a:lnTo>
                  <a:lnTo>
                    <a:pt x="0" y="376"/>
                  </a:lnTo>
                  <a:lnTo>
                    <a:pt x="0" y="376"/>
                  </a:lnTo>
                  <a:lnTo>
                    <a:pt x="0" y="376"/>
                  </a:lnTo>
                  <a:lnTo>
                    <a:pt x="0" y="379"/>
                  </a:lnTo>
                  <a:lnTo>
                    <a:pt x="0" y="379"/>
                  </a:lnTo>
                  <a:lnTo>
                    <a:pt x="2" y="381"/>
                  </a:lnTo>
                  <a:lnTo>
                    <a:pt x="2" y="383"/>
                  </a:lnTo>
                  <a:lnTo>
                    <a:pt x="2" y="383"/>
                  </a:lnTo>
                  <a:lnTo>
                    <a:pt x="2" y="383"/>
                  </a:lnTo>
                  <a:lnTo>
                    <a:pt x="2" y="383"/>
                  </a:lnTo>
                  <a:lnTo>
                    <a:pt x="2" y="386"/>
                  </a:lnTo>
                  <a:lnTo>
                    <a:pt x="5" y="386"/>
                  </a:lnTo>
                  <a:lnTo>
                    <a:pt x="5" y="386"/>
                  </a:lnTo>
                  <a:lnTo>
                    <a:pt x="7" y="386"/>
                  </a:lnTo>
                  <a:lnTo>
                    <a:pt x="7" y="386"/>
                  </a:lnTo>
                  <a:lnTo>
                    <a:pt x="7" y="386"/>
                  </a:lnTo>
                  <a:lnTo>
                    <a:pt x="7" y="386"/>
                  </a:lnTo>
                  <a:lnTo>
                    <a:pt x="9" y="386"/>
                  </a:lnTo>
                  <a:lnTo>
                    <a:pt x="9" y="386"/>
                  </a:lnTo>
                  <a:lnTo>
                    <a:pt x="12" y="386"/>
                  </a:lnTo>
                  <a:lnTo>
                    <a:pt x="12" y="386"/>
                  </a:lnTo>
                  <a:lnTo>
                    <a:pt x="14" y="386"/>
                  </a:lnTo>
                  <a:lnTo>
                    <a:pt x="14" y="386"/>
                  </a:lnTo>
                  <a:lnTo>
                    <a:pt x="14" y="388"/>
                  </a:lnTo>
                  <a:lnTo>
                    <a:pt x="17" y="388"/>
                  </a:lnTo>
                  <a:lnTo>
                    <a:pt x="19" y="388"/>
                  </a:lnTo>
                  <a:lnTo>
                    <a:pt x="19" y="388"/>
                  </a:lnTo>
                  <a:lnTo>
                    <a:pt x="21" y="388"/>
                  </a:lnTo>
                  <a:lnTo>
                    <a:pt x="21" y="388"/>
                  </a:lnTo>
                  <a:lnTo>
                    <a:pt x="24" y="388"/>
                  </a:lnTo>
                  <a:lnTo>
                    <a:pt x="26" y="388"/>
                  </a:lnTo>
                  <a:lnTo>
                    <a:pt x="26" y="388"/>
                  </a:lnTo>
                  <a:lnTo>
                    <a:pt x="26" y="388"/>
                  </a:lnTo>
                  <a:lnTo>
                    <a:pt x="28" y="388"/>
                  </a:lnTo>
                  <a:lnTo>
                    <a:pt x="28" y="388"/>
                  </a:lnTo>
                  <a:lnTo>
                    <a:pt x="28" y="388"/>
                  </a:lnTo>
                  <a:lnTo>
                    <a:pt x="28" y="391"/>
                  </a:lnTo>
                  <a:lnTo>
                    <a:pt x="31" y="391"/>
                  </a:lnTo>
                  <a:lnTo>
                    <a:pt x="31" y="391"/>
                  </a:lnTo>
                  <a:lnTo>
                    <a:pt x="35" y="391"/>
                  </a:lnTo>
                  <a:lnTo>
                    <a:pt x="35" y="391"/>
                  </a:lnTo>
                  <a:lnTo>
                    <a:pt x="35" y="391"/>
                  </a:lnTo>
                  <a:lnTo>
                    <a:pt x="38" y="393"/>
                  </a:lnTo>
                  <a:lnTo>
                    <a:pt x="38" y="393"/>
                  </a:lnTo>
                  <a:lnTo>
                    <a:pt x="40" y="393"/>
                  </a:lnTo>
                  <a:lnTo>
                    <a:pt x="40" y="395"/>
                  </a:lnTo>
                  <a:lnTo>
                    <a:pt x="45" y="398"/>
                  </a:lnTo>
                  <a:lnTo>
                    <a:pt x="45" y="398"/>
                  </a:lnTo>
                  <a:lnTo>
                    <a:pt x="45" y="398"/>
                  </a:lnTo>
                  <a:lnTo>
                    <a:pt x="45" y="398"/>
                  </a:lnTo>
                  <a:lnTo>
                    <a:pt x="47" y="400"/>
                  </a:lnTo>
                  <a:lnTo>
                    <a:pt x="54" y="405"/>
                  </a:lnTo>
                  <a:lnTo>
                    <a:pt x="54" y="407"/>
                  </a:lnTo>
                  <a:lnTo>
                    <a:pt x="57" y="410"/>
                  </a:lnTo>
                  <a:lnTo>
                    <a:pt x="57" y="414"/>
                  </a:lnTo>
                  <a:lnTo>
                    <a:pt x="57" y="414"/>
                  </a:lnTo>
                  <a:lnTo>
                    <a:pt x="57" y="414"/>
                  </a:lnTo>
                  <a:lnTo>
                    <a:pt x="59" y="417"/>
                  </a:lnTo>
                  <a:lnTo>
                    <a:pt x="59" y="419"/>
                  </a:lnTo>
                  <a:lnTo>
                    <a:pt x="61" y="419"/>
                  </a:lnTo>
                  <a:lnTo>
                    <a:pt x="61" y="419"/>
                  </a:lnTo>
                  <a:lnTo>
                    <a:pt x="64" y="419"/>
                  </a:lnTo>
                  <a:lnTo>
                    <a:pt x="64" y="419"/>
                  </a:lnTo>
                  <a:lnTo>
                    <a:pt x="64" y="419"/>
                  </a:lnTo>
                  <a:lnTo>
                    <a:pt x="64" y="421"/>
                  </a:lnTo>
                  <a:lnTo>
                    <a:pt x="64" y="424"/>
                  </a:lnTo>
                  <a:lnTo>
                    <a:pt x="64" y="424"/>
                  </a:lnTo>
                  <a:lnTo>
                    <a:pt x="64" y="424"/>
                  </a:lnTo>
                  <a:lnTo>
                    <a:pt x="66" y="424"/>
                  </a:lnTo>
                  <a:lnTo>
                    <a:pt x="66" y="426"/>
                  </a:lnTo>
                  <a:lnTo>
                    <a:pt x="66" y="426"/>
                  </a:lnTo>
                  <a:lnTo>
                    <a:pt x="69" y="428"/>
                  </a:lnTo>
                  <a:lnTo>
                    <a:pt x="69" y="428"/>
                  </a:lnTo>
                  <a:lnTo>
                    <a:pt x="69" y="428"/>
                  </a:lnTo>
                  <a:lnTo>
                    <a:pt x="69" y="428"/>
                  </a:lnTo>
                  <a:lnTo>
                    <a:pt x="69" y="428"/>
                  </a:lnTo>
                  <a:lnTo>
                    <a:pt x="71" y="428"/>
                  </a:lnTo>
                  <a:lnTo>
                    <a:pt x="78" y="431"/>
                  </a:lnTo>
                  <a:lnTo>
                    <a:pt x="80" y="433"/>
                  </a:lnTo>
                  <a:lnTo>
                    <a:pt x="80" y="433"/>
                  </a:lnTo>
                  <a:lnTo>
                    <a:pt x="83" y="436"/>
                  </a:lnTo>
                  <a:lnTo>
                    <a:pt x="83" y="436"/>
                  </a:lnTo>
                  <a:lnTo>
                    <a:pt x="83" y="438"/>
                  </a:lnTo>
                  <a:lnTo>
                    <a:pt x="83" y="438"/>
                  </a:lnTo>
                  <a:lnTo>
                    <a:pt x="80" y="438"/>
                  </a:lnTo>
                  <a:lnTo>
                    <a:pt x="80" y="438"/>
                  </a:lnTo>
                  <a:lnTo>
                    <a:pt x="80" y="438"/>
                  </a:lnTo>
                  <a:lnTo>
                    <a:pt x="80" y="438"/>
                  </a:lnTo>
                  <a:lnTo>
                    <a:pt x="83" y="438"/>
                  </a:lnTo>
                  <a:lnTo>
                    <a:pt x="83" y="440"/>
                  </a:lnTo>
                  <a:lnTo>
                    <a:pt x="83" y="440"/>
                  </a:lnTo>
                  <a:lnTo>
                    <a:pt x="83" y="443"/>
                  </a:lnTo>
                  <a:lnTo>
                    <a:pt x="85" y="443"/>
                  </a:lnTo>
                  <a:lnTo>
                    <a:pt x="88" y="443"/>
                  </a:lnTo>
                  <a:lnTo>
                    <a:pt x="88" y="443"/>
                  </a:lnTo>
                  <a:lnTo>
                    <a:pt x="92" y="445"/>
                  </a:lnTo>
                  <a:lnTo>
                    <a:pt x="92" y="445"/>
                  </a:lnTo>
                  <a:lnTo>
                    <a:pt x="92" y="445"/>
                  </a:lnTo>
                  <a:lnTo>
                    <a:pt x="92" y="447"/>
                  </a:lnTo>
                  <a:lnTo>
                    <a:pt x="92" y="447"/>
                  </a:lnTo>
                  <a:lnTo>
                    <a:pt x="95" y="450"/>
                  </a:lnTo>
                  <a:lnTo>
                    <a:pt x="95" y="452"/>
                  </a:lnTo>
                  <a:lnTo>
                    <a:pt x="95" y="454"/>
                  </a:lnTo>
                  <a:lnTo>
                    <a:pt x="97" y="457"/>
                  </a:lnTo>
                  <a:lnTo>
                    <a:pt x="97" y="459"/>
                  </a:lnTo>
                  <a:lnTo>
                    <a:pt x="99" y="462"/>
                  </a:lnTo>
                  <a:lnTo>
                    <a:pt x="99" y="464"/>
                  </a:lnTo>
                  <a:lnTo>
                    <a:pt x="99" y="466"/>
                  </a:lnTo>
                  <a:lnTo>
                    <a:pt x="99" y="469"/>
                  </a:lnTo>
                  <a:lnTo>
                    <a:pt x="102" y="471"/>
                  </a:lnTo>
                  <a:lnTo>
                    <a:pt x="102" y="473"/>
                  </a:lnTo>
                  <a:lnTo>
                    <a:pt x="102" y="476"/>
                  </a:lnTo>
                  <a:lnTo>
                    <a:pt x="104" y="476"/>
                  </a:lnTo>
                  <a:lnTo>
                    <a:pt x="104" y="476"/>
                  </a:lnTo>
                  <a:lnTo>
                    <a:pt x="104" y="478"/>
                  </a:lnTo>
                  <a:lnTo>
                    <a:pt x="106" y="481"/>
                  </a:lnTo>
                  <a:lnTo>
                    <a:pt x="106" y="481"/>
                  </a:lnTo>
                  <a:lnTo>
                    <a:pt x="104" y="483"/>
                  </a:lnTo>
                  <a:lnTo>
                    <a:pt x="104" y="483"/>
                  </a:lnTo>
                  <a:lnTo>
                    <a:pt x="104" y="483"/>
                  </a:lnTo>
                  <a:lnTo>
                    <a:pt x="106" y="485"/>
                  </a:lnTo>
                  <a:lnTo>
                    <a:pt x="106" y="485"/>
                  </a:lnTo>
                  <a:lnTo>
                    <a:pt x="106" y="485"/>
                  </a:lnTo>
                  <a:lnTo>
                    <a:pt x="106" y="488"/>
                  </a:lnTo>
                  <a:lnTo>
                    <a:pt x="106" y="488"/>
                  </a:lnTo>
                  <a:lnTo>
                    <a:pt x="106" y="488"/>
                  </a:lnTo>
                  <a:lnTo>
                    <a:pt x="106" y="488"/>
                  </a:lnTo>
                  <a:lnTo>
                    <a:pt x="106" y="490"/>
                  </a:lnTo>
                  <a:lnTo>
                    <a:pt x="111" y="495"/>
                  </a:lnTo>
                  <a:lnTo>
                    <a:pt x="111" y="497"/>
                  </a:lnTo>
                  <a:lnTo>
                    <a:pt x="111" y="499"/>
                  </a:lnTo>
                  <a:lnTo>
                    <a:pt x="114" y="502"/>
                  </a:lnTo>
                  <a:lnTo>
                    <a:pt x="116" y="504"/>
                  </a:lnTo>
                  <a:lnTo>
                    <a:pt x="118" y="507"/>
                  </a:lnTo>
                  <a:lnTo>
                    <a:pt x="121" y="507"/>
                  </a:lnTo>
                  <a:lnTo>
                    <a:pt x="121" y="509"/>
                  </a:lnTo>
                  <a:lnTo>
                    <a:pt x="123" y="509"/>
                  </a:lnTo>
                  <a:lnTo>
                    <a:pt x="121" y="509"/>
                  </a:lnTo>
                  <a:lnTo>
                    <a:pt x="121" y="509"/>
                  </a:lnTo>
                  <a:lnTo>
                    <a:pt x="121" y="511"/>
                  </a:lnTo>
                  <a:lnTo>
                    <a:pt x="121" y="511"/>
                  </a:lnTo>
                  <a:lnTo>
                    <a:pt x="121" y="511"/>
                  </a:lnTo>
                  <a:lnTo>
                    <a:pt x="123" y="514"/>
                  </a:lnTo>
                  <a:lnTo>
                    <a:pt x="123" y="516"/>
                  </a:lnTo>
                  <a:lnTo>
                    <a:pt x="125" y="516"/>
                  </a:lnTo>
                  <a:lnTo>
                    <a:pt x="125" y="516"/>
                  </a:lnTo>
                  <a:lnTo>
                    <a:pt x="128" y="516"/>
                  </a:lnTo>
                  <a:lnTo>
                    <a:pt x="130" y="514"/>
                  </a:lnTo>
                  <a:lnTo>
                    <a:pt x="130" y="511"/>
                  </a:lnTo>
                  <a:lnTo>
                    <a:pt x="132" y="511"/>
                  </a:lnTo>
                  <a:lnTo>
                    <a:pt x="132" y="511"/>
                  </a:lnTo>
                  <a:lnTo>
                    <a:pt x="132" y="511"/>
                  </a:lnTo>
                  <a:lnTo>
                    <a:pt x="135" y="511"/>
                  </a:lnTo>
                  <a:lnTo>
                    <a:pt x="135" y="514"/>
                  </a:lnTo>
                  <a:lnTo>
                    <a:pt x="137" y="514"/>
                  </a:lnTo>
                  <a:lnTo>
                    <a:pt x="140" y="514"/>
                  </a:lnTo>
                  <a:lnTo>
                    <a:pt x="140" y="514"/>
                  </a:lnTo>
                  <a:lnTo>
                    <a:pt x="142" y="514"/>
                  </a:lnTo>
                  <a:lnTo>
                    <a:pt x="142" y="514"/>
                  </a:lnTo>
                  <a:lnTo>
                    <a:pt x="144" y="514"/>
                  </a:lnTo>
                  <a:lnTo>
                    <a:pt x="147" y="516"/>
                  </a:lnTo>
                  <a:lnTo>
                    <a:pt x="151" y="518"/>
                  </a:lnTo>
                  <a:lnTo>
                    <a:pt x="151" y="518"/>
                  </a:lnTo>
                  <a:lnTo>
                    <a:pt x="149" y="521"/>
                  </a:lnTo>
                  <a:lnTo>
                    <a:pt x="149" y="521"/>
                  </a:lnTo>
                  <a:lnTo>
                    <a:pt x="149" y="523"/>
                  </a:lnTo>
                  <a:lnTo>
                    <a:pt x="149" y="525"/>
                  </a:lnTo>
                  <a:lnTo>
                    <a:pt x="151" y="525"/>
                  </a:lnTo>
                  <a:lnTo>
                    <a:pt x="151" y="528"/>
                  </a:lnTo>
                  <a:lnTo>
                    <a:pt x="149" y="528"/>
                  </a:lnTo>
                  <a:lnTo>
                    <a:pt x="149" y="530"/>
                  </a:lnTo>
                  <a:lnTo>
                    <a:pt x="147" y="530"/>
                  </a:lnTo>
                  <a:lnTo>
                    <a:pt x="147" y="542"/>
                  </a:lnTo>
                  <a:lnTo>
                    <a:pt x="149" y="544"/>
                  </a:lnTo>
                  <a:lnTo>
                    <a:pt x="149" y="547"/>
                  </a:lnTo>
                  <a:lnTo>
                    <a:pt x="156" y="554"/>
                  </a:lnTo>
                  <a:lnTo>
                    <a:pt x="156" y="556"/>
                  </a:lnTo>
                  <a:lnTo>
                    <a:pt x="158" y="556"/>
                  </a:lnTo>
                  <a:lnTo>
                    <a:pt x="158" y="559"/>
                  </a:lnTo>
                  <a:lnTo>
                    <a:pt x="158" y="559"/>
                  </a:lnTo>
                  <a:lnTo>
                    <a:pt x="158" y="561"/>
                  </a:lnTo>
                  <a:lnTo>
                    <a:pt x="158" y="561"/>
                  </a:lnTo>
                  <a:lnTo>
                    <a:pt x="158" y="561"/>
                  </a:lnTo>
                  <a:lnTo>
                    <a:pt x="161" y="563"/>
                  </a:lnTo>
                  <a:lnTo>
                    <a:pt x="161" y="563"/>
                  </a:lnTo>
                  <a:lnTo>
                    <a:pt x="163" y="563"/>
                  </a:lnTo>
                  <a:lnTo>
                    <a:pt x="163" y="563"/>
                  </a:lnTo>
                  <a:lnTo>
                    <a:pt x="170" y="563"/>
                  </a:lnTo>
                  <a:lnTo>
                    <a:pt x="173" y="563"/>
                  </a:lnTo>
                  <a:lnTo>
                    <a:pt x="173" y="563"/>
                  </a:lnTo>
                  <a:lnTo>
                    <a:pt x="175" y="563"/>
                  </a:lnTo>
                  <a:lnTo>
                    <a:pt x="175" y="563"/>
                  </a:lnTo>
                  <a:lnTo>
                    <a:pt x="175" y="566"/>
                  </a:lnTo>
                  <a:lnTo>
                    <a:pt x="185" y="563"/>
                  </a:lnTo>
                  <a:lnTo>
                    <a:pt x="194" y="563"/>
                  </a:lnTo>
                  <a:lnTo>
                    <a:pt x="194" y="563"/>
                  </a:lnTo>
                  <a:lnTo>
                    <a:pt x="196" y="566"/>
                  </a:lnTo>
                  <a:lnTo>
                    <a:pt x="196" y="566"/>
                  </a:lnTo>
                  <a:lnTo>
                    <a:pt x="196" y="566"/>
                  </a:lnTo>
                  <a:lnTo>
                    <a:pt x="206" y="566"/>
                  </a:lnTo>
                  <a:lnTo>
                    <a:pt x="208" y="566"/>
                  </a:lnTo>
                  <a:lnTo>
                    <a:pt x="213" y="568"/>
                  </a:lnTo>
                  <a:lnTo>
                    <a:pt x="215" y="568"/>
                  </a:lnTo>
                  <a:lnTo>
                    <a:pt x="215" y="568"/>
                  </a:lnTo>
                  <a:lnTo>
                    <a:pt x="218" y="570"/>
                  </a:lnTo>
                  <a:lnTo>
                    <a:pt x="218" y="570"/>
                  </a:lnTo>
                  <a:lnTo>
                    <a:pt x="218" y="570"/>
                  </a:lnTo>
                  <a:lnTo>
                    <a:pt x="218" y="570"/>
                  </a:lnTo>
                  <a:lnTo>
                    <a:pt x="218" y="570"/>
                  </a:lnTo>
                  <a:lnTo>
                    <a:pt x="220" y="570"/>
                  </a:lnTo>
                  <a:lnTo>
                    <a:pt x="220" y="573"/>
                  </a:lnTo>
                  <a:lnTo>
                    <a:pt x="220" y="573"/>
                  </a:lnTo>
                  <a:lnTo>
                    <a:pt x="220" y="573"/>
                  </a:lnTo>
                  <a:lnTo>
                    <a:pt x="220" y="573"/>
                  </a:lnTo>
                  <a:lnTo>
                    <a:pt x="220" y="573"/>
                  </a:lnTo>
                  <a:lnTo>
                    <a:pt x="222" y="575"/>
                  </a:lnTo>
                  <a:lnTo>
                    <a:pt x="229" y="578"/>
                  </a:lnTo>
                  <a:lnTo>
                    <a:pt x="234" y="582"/>
                  </a:lnTo>
                  <a:lnTo>
                    <a:pt x="239" y="585"/>
                  </a:lnTo>
                  <a:lnTo>
                    <a:pt x="244" y="587"/>
                  </a:lnTo>
                  <a:lnTo>
                    <a:pt x="248" y="592"/>
                  </a:lnTo>
                  <a:lnTo>
                    <a:pt x="256" y="594"/>
                  </a:lnTo>
                  <a:lnTo>
                    <a:pt x="260" y="599"/>
                  </a:lnTo>
                  <a:lnTo>
                    <a:pt x="265" y="601"/>
                  </a:lnTo>
                  <a:lnTo>
                    <a:pt x="267" y="601"/>
                  </a:lnTo>
                  <a:lnTo>
                    <a:pt x="267" y="604"/>
                  </a:lnTo>
                  <a:lnTo>
                    <a:pt x="270" y="606"/>
                  </a:lnTo>
                  <a:lnTo>
                    <a:pt x="270" y="606"/>
                  </a:lnTo>
                  <a:lnTo>
                    <a:pt x="270" y="606"/>
                  </a:lnTo>
                  <a:lnTo>
                    <a:pt x="272" y="608"/>
                  </a:lnTo>
                  <a:lnTo>
                    <a:pt x="274" y="608"/>
                  </a:lnTo>
                  <a:lnTo>
                    <a:pt x="274" y="608"/>
                  </a:lnTo>
                  <a:lnTo>
                    <a:pt x="274" y="608"/>
                  </a:lnTo>
                  <a:lnTo>
                    <a:pt x="277" y="608"/>
                  </a:lnTo>
                  <a:lnTo>
                    <a:pt x="284" y="608"/>
                  </a:lnTo>
                  <a:lnTo>
                    <a:pt x="289" y="608"/>
                  </a:lnTo>
                  <a:lnTo>
                    <a:pt x="291" y="608"/>
                  </a:lnTo>
                  <a:lnTo>
                    <a:pt x="293" y="608"/>
                  </a:lnTo>
                  <a:lnTo>
                    <a:pt x="293" y="608"/>
                  </a:lnTo>
                  <a:lnTo>
                    <a:pt x="293" y="606"/>
                  </a:lnTo>
                  <a:lnTo>
                    <a:pt x="293" y="606"/>
                  </a:lnTo>
                  <a:lnTo>
                    <a:pt x="296" y="606"/>
                  </a:lnTo>
                  <a:lnTo>
                    <a:pt x="296" y="606"/>
                  </a:lnTo>
                  <a:lnTo>
                    <a:pt x="296" y="608"/>
                  </a:lnTo>
                  <a:lnTo>
                    <a:pt x="296" y="608"/>
                  </a:lnTo>
                  <a:lnTo>
                    <a:pt x="296" y="608"/>
                  </a:lnTo>
                  <a:lnTo>
                    <a:pt x="298" y="608"/>
                  </a:lnTo>
                  <a:lnTo>
                    <a:pt x="298" y="608"/>
                  </a:lnTo>
                  <a:lnTo>
                    <a:pt x="298" y="608"/>
                  </a:lnTo>
                  <a:lnTo>
                    <a:pt x="298" y="608"/>
                  </a:lnTo>
                  <a:lnTo>
                    <a:pt x="300" y="608"/>
                  </a:lnTo>
                  <a:lnTo>
                    <a:pt x="300" y="608"/>
                  </a:lnTo>
                  <a:lnTo>
                    <a:pt x="300" y="608"/>
                  </a:lnTo>
                  <a:lnTo>
                    <a:pt x="300" y="608"/>
                  </a:lnTo>
                  <a:lnTo>
                    <a:pt x="303" y="608"/>
                  </a:lnTo>
                  <a:lnTo>
                    <a:pt x="303" y="608"/>
                  </a:lnTo>
                  <a:lnTo>
                    <a:pt x="303" y="608"/>
                  </a:lnTo>
                  <a:lnTo>
                    <a:pt x="303" y="608"/>
                  </a:lnTo>
                  <a:lnTo>
                    <a:pt x="305" y="611"/>
                  </a:lnTo>
                  <a:lnTo>
                    <a:pt x="305" y="611"/>
                  </a:lnTo>
                  <a:lnTo>
                    <a:pt x="308" y="611"/>
                  </a:lnTo>
                  <a:lnTo>
                    <a:pt x="312" y="613"/>
                  </a:lnTo>
                  <a:lnTo>
                    <a:pt x="315" y="613"/>
                  </a:lnTo>
                  <a:lnTo>
                    <a:pt x="317" y="613"/>
                  </a:lnTo>
                  <a:lnTo>
                    <a:pt x="319" y="613"/>
                  </a:lnTo>
                  <a:lnTo>
                    <a:pt x="319" y="613"/>
                  </a:lnTo>
                  <a:lnTo>
                    <a:pt x="322" y="613"/>
                  </a:lnTo>
                  <a:lnTo>
                    <a:pt x="322" y="613"/>
                  </a:lnTo>
                  <a:lnTo>
                    <a:pt x="324" y="613"/>
                  </a:lnTo>
                  <a:lnTo>
                    <a:pt x="326" y="613"/>
                  </a:lnTo>
                  <a:lnTo>
                    <a:pt x="326" y="613"/>
                  </a:lnTo>
                  <a:lnTo>
                    <a:pt x="331" y="615"/>
                  </a:lnTo>
                  <a:lnTo>
                    <a:pt x="334" y="615"/>
                  </a:lnTo>
                  <a:lnTo>
                    <a:pt x="336" y="615"/>
                  </a:lnTo>
                  <a:lnTo>
                    <a:pt x="336" y="615"/>
                  </a:lnTo>
                  <a:lnTo>
                    <a:pt x="338" y="615"/>
                  </a:lnTo>
                  <a:lnTo>
                    <a:pt x="338" y="615"/>
                  </a:lnTo>
                  <a:lnTo>
                    <a:pt x="338" y="615"/>
                  </a:lnTo>
                  <a:lnTo>
                    <a:pt x="338" y="615"/>
                  </a:lnTo>
                  <a:lnTo>
                    <a:pt x="345" y="615"/>
                  </a:lnTo>
                  <a:lnTo>
                    <a:pt x="345" y="618"/>
                  </a:lnTo>
                  <a:lnTo>
                    <a:pt x="348" y="618"/>
                  </a:lnTo>
                  <a:lnTo>
                    <a:pt x="348" y="618"/>
                  </a:lnTo>
                  <a:lnTo>
                    <a:pt x="348" y="620"/>
                  </a:lnTo>
                  <a:lnTo>
                    <a:pt x="348" y="620"/>
                  </a:lnTo>
                  <a:lnTo>
                    <a:pt x="350" y="620"/>
                  </a:lnTo>
                  <a:lnTo>
                    <a:pt x="350" y="618"/>
                  </a:lnTo>
                  <a:lnTo>
                    <a:pt x="353" y="615"/>
                  </a:lnTo>
                  <a:lnTo>
                    <a:pt x="353" y="613"/>
                  </a:lnTo>
                  <a:lnTo>
                    <a:pt x="357" y="611"/>
                  </a:lnTo>
                  <a:lnTo>
                    <a:pt x="362" y="606"/>
                  </a:lnTo>
                  <a:lnTo>
                    <a:pt x="362" y="604"/>
                  </a:lnTo>
                  <a:lnTo>
                    <a:pt x="362" y="604"/>
                  </a:lnTo>
                  <a:lnTo>
                    <a:pt x="364" y="599"/>
                  </a:lnTo>
                  <a:lnTo>
                    <a:pt x="367" y="596"/>
                  </a:lnTo>
                  <a:lnTo>
                    <a:pt x="367" y="594"/>
                  </a:lnTo>
                  <a:lnTo>
                    <a:pt x="371" y="592"/>
                  </a:lnTo>
                  <a:lnTo>
                    <a:pt x="376" y="589"/>
                  </a:lnTo>
                  <a:lnTo>
                    <a:pt x="381" y="587"/>
                  </a:lnTo>
                  <a:lnTo>
                    <a:pt x="383" y="587"/>
                  </a:lnTo>
                  <a:lnTo>
                    <a:pt x="383" y="587"/>
                  </a:lnTo>
                  <a:lnTo>
                    <a:pt x="383" y="587"/>
                  </a:lnTo>
                  <a:lnTo>
                    <a:pt x="383" y="587"/>
                  </a:lnTo>
                  <a:lnTo>
                    <a:pt x="383" y="587"/>
                  </a:lnTo>
                  <a:lnTo>
                    <a:pt x="383" y="587"/>
                  </a:lnTo>
                  <a:lnTo>
                    <a:pt x="386" y="587"/>
                  </a:lnTo>
                  <a:lnTo>
                    <a:pt x="386" y="587"/>
                  </a:lnTo>
                  <a:lnTo>
                    <a:pt x="390" y="585"/>
                  </a:lnTo>
                  <a:lnTo>
                    <a:pt x="395" y="582"/>
                  </a:lnTo>
                  <a:lnTo>
                    <a:pt x="395" y="582"/>
                  </a:lnTo>
                  <a:lnTo>
                    <a:pt x="395" y="582"/>
                  </a:lnTo>
                  <a:lnTo>
                    <a:pt x="395" y="582"/>
                  </a:lnTo>
                  <a:lnTo>
                    <a:pt x="402" y="578"/>
                  </a:lnTo>
                  <a:lnTo>
                    <a:pt x="407" y="578"/>
                  </a:lnTo>
                  <a:lnTo>
                    <a:pt x="412" y="575"/>
                  </a:lnTo>
                  <a:lnTo>
                    <a:pt x="416" y="573"/>
                  </a:lnTo>
                  <a:lnTo>
                    <a:pt x="416" y="575"/>
                  </a:lnTo>
                  <a:lnTo>
                    <a:pt x="421" y="575"/>
                  </a:lnTo>
                  <a:lnTo>
                    <a:pt x="421" y="578"/>
                  </a:lnTo>
                  <a:lnTo>
                    <a:pt x="421" y="580"/>
                  </a:lnTo>
                  <a:lnTo>
                    <a:pt x="423" y="580"/>
                  </a:lnTo>
                  <a:lnTo>
                    <a:pt x="423" y="580"/>
                  </a:lnTo>
                  <a:lnTo>
                    <a:pt x="426" y="582"/>
                  </a:lnTo>
                  <a:lnTo>
                    <a:pt x="428" y="582"/>
                  </a:lnTo>
                  <a:lnTo>
                    <a:pt x="428" y="582"/>
                  </a:lnTo>
                  <a:lnTo>
                    <a:pt x="433" y="587"/>
                  </a:lnTo>
                  <a:lnTo>
                    <a:pt x="435" y="589"/>
                  </a:lnTo>
                  <a:lnTo>
                    <a:pt x="438" y="592"/>
                  </a:lnTo>
                  <a:lnTo>
                    <a:pt x="440" y="592"/>
                  </a:lnTo>
                  <a:lnTo>
                    <a:pt x="445" y="592"/>
                  </a:lnTo>
                  <a:lnTo>
                    <a:pt x="452" y="589"/>
                  </a:lnTo>
                  <a:lnTo>
                    <a:pt x="454" y="589"/>
                  </a:lnTo>
                  <a:lnTo>
                    <a:pt x="454" y="589"/>
                  </a:lnTo>
                  <a:lnTo>
                    <a:pt x="459" y="589"/>
                  </a:lnTo>
                  <a:lnTo>
                    <a:pt x="461" y="589"/>
                  </a:lnTo>
                  <a:lnTo>
                    <a:pt x="461" y="589"/>
                  </a:lnTo>
                  <a:lnTo>
                    <a:pt x="464" y="589"/>
                  </a:lnTo>
                  <a:lnTo>
                    <a:pt x="464" y="589"/>
                  </a:lnTo>
                  <a:lnTo>
                    <a:pt x="466" y="587"/>
                  </a:lnTo>
                  <a:lnTo>
                    <a:pt x="468" y="589"/>
                  </a:lnTo>
                  <a:lnTo>
                    <a:pt x="471" y="589"/>
                  </a:lnTo>
                  <a:lnTo>
                    <a:pt x="473" y="589"/>
                  </a:lnTo>
                  <a:lnTo>
                    <a:pt x="476" y="589"/>
                  </a:lnTo>
                  <a:lnTo>
                    <a:pt x="476" y="587"/>
                  </a:lnTo>
                  <a:lnTo>
                    <a:pt x="478" y="587"/>
                  </a:lnTo>
                  <a:lnTo>
                    <a:pt x="478" y="587"/>
                  </a:lnTo>
                  <a:lnTo>
                    <a:pt x="478" y="585"/>
                  </a:lnTo>
                  <a:lnTo>
                    <a:pt x="478" y="585"/>
                  </a:lnTo>
                  <a:lnTo>
                    <a:pt x="478" y="582"/>
                  </a:lnTo>
                  <a:lnTo>
                    <a:pt x="483" y="580"/>
                  </a:lnTo>
                  <a:lnTo>
                    <a:pt x="485" y="578"/>
                  </a:lnTo>
                  <a:lnTo>
                    <a:pt x="487" y="578"/>
                  </a:lnTo>
                  <a:lnTo>
                    <a:pt x="490" y="578"/>
                  </a:lnTo>
                  <a:lnTo>
                    <a:pt x="494" y="578"/>
                  </a:lnTo>
                  <a:lnTo>
                    <a:pt x="497" y="578"/>
                  </a:lnTo>
                  <a:lnTo>
                    <a:pt x="504" y="575"/>
                  </a:lnTo>
                  <a:lnTo>
                    <a:pt x="511" y="575"/>
                  </a:lnTo>
                  <a:lnTo>
                    <a:pt x="521" y="573"/>
                  </a:lnTo>
                  <a:lnTo>
                    <a:pt x="523" y="573"/>
                  </a:lnTo>
                  <a:lnTo>
                    <a:pt x="525" y="573"/>
                  </a:lnTo>
                  <a:lnTo>
                    <a:pt x="528" y="570"/>
                  </a:lnTo>
                  <a:lnTo>
                    <a:pt x="528" y="570"/>
                  </a:lnTo>
                  <a:lnTo>
                    <a:pt x="530" y="568"/>
                  </a:lnTo>
                  <a:lnTo>
                    <a:pt x="530" y="566"/>
                  </a:lnTo>
                  <a:lnTo>
                    <a:pt x="532" y="563"/>
                  </a:lnTo>
                  <a:lnTo>
                    <a:pt x="532" y="561"/>
                  </a:lnTo>
                  <a:lnTo>
                    <a:pt x="532" y="561"/>
                  </a:lnTo>
                  <a:lnTo>
                    <a:pt x="532" y="561"/>
                  </a:lnTo>
                  <a:lnTo>
                    <a:pt x="537" y="556"/>
                  </a:lnTo>
                  <a:lnTo>
                    <a:pt x="542" y="554"/>
                  </a:lnTo>
                  <a:lnTo>
                    <a:pt x="547" y="552"/>
                  </a:lnTo>
                  <a:lnTo>
                    <a:pt x="554" y="547"/>
                  </a:lnTo>
                  <a:lnTo>
                    <a:pt x="561" y="544"/>
                  </a:lnTo>
                  <a:lnTo>
                    <a:pt x="563" y="542"/>
                  </a:lnTo>
                  <a:lnTo>
                    <a:pt x="570" y="542"/>
                  </a:lnTo>
                  <a:lnTo>
                    <a:pt x="573" y="540"/>
                  </a:lnTo>
                  <a:lnTo>
                    <a:pt x="580" y="540"/>
                  </a:lnTo>
                  <a:lnTo>
                    <a:pt x="580" y="540"/>
                  </a:lnTo>
                  <a:lnTo>
                    <a:pt x="584" y="537"/>
                  </a:lnTo>
                  <a:lnTo>
                    <a:pt x="587" y="537"/>
                  </a:lnTo>
                  <a:lnTo>
                    <a:pt x="589" y="537"/>
                  </a:lnTo>
                  <a:lnTo>
                    <a:pt x="594" y="537"/>
                  </a:lnTo>
                  <a:lnTo>
                    <a:pt x="596" y="537"/>
                  </a:lnTo>
                  <a:lnTo>
                    <a:pt x="599" y="537"/>
                  </a:lnTo>
                  <a:lnTo>
                    <a:pt x="601" y="537"/>
                  </a:lnTo>
                  <a:lnTo>
                    <a:pt x="603" y="537"/>
                  </a:lnTo>
                  <a:lnTo>
                    <a:pt x="606" y="537"/>
                  </a:lnTo>
                  <a:lnTo>
                    <a:pt x="610" y="537"/>
                  </a:lnTo>
                  <a:lnTo>
                    <a:pt x="613" y="537"/>
                  </a:lnTo>
                  <a:lnTo>
                    <a:pt x="615" y="540"/>
                  </a:lnTo>
                  <a:lnTo>
                    <a:pt x="618" y="540"/>
                  </a:lnTo>
                  <a:lnTo>
                    <a:pt x="620" y="540"/>
                  </a:lnTo>
                  <a:lnTo>
                    <a:pt x="620" y="540"/>
                  </a:lnTo>
                  <a:lnTo>
                    <a:pt x="625" y="540"/>
                  </a:lnTo>
                  <a:lnTo>
                    <a:pt x="627" y="540"/>
                  </a:lnTo>
                  <a:lnTo>
                    <a:pt x="629" y="540"/>
                  </a:lnTo>
                  <a:lnTo>
                    <a:pt x="632" y="540"/>
                  </a:lnTo>
                  <a:lnTo>
                    <a:pt x="634" y="540"/>
                  </a:lnTo>
                  <a:lnTo>
                    <a:pt x="636" y="540"/>
                  </a:lnTo>
                  <a:lnTo>
                    <a:pt x="639" y="540"/>
                  </a:lnTo>
                  <a:lnTo>
                    <a:pt x="644" y="535"/>
                  </a:lnTo>
                  <a:lnTo>
                    <a:pt x="644" y="535"/>
                  </a:lnTo>
                  <a:lnTo>
                    <a:pt x="646" y="530"/>
                  </a:lnTo>
                  <a:lnTo>
                    <a:pt x="653" y="525"/>
                  </a:lnTo>
                  <a:lnTo>
                    <a:pt x="658" y="518"/>
                  </a:lnTo>
                  <a:lnTo>
                    <a:pt x="662" y="514"/>
                  </a:lnTo>
                  <a:lnTo>
                    <a:pt x="670" y="507"/>
                  </a:lnTo>
                  <a:lnTo>
                    <a:pt x="670" y="507"/>
                  </a:lnTo>
                  <a:lnTo>
                    <a:pt x="674" y="499"/>
                  </a:lnTo>
                  <a:lnTo>
                    <a:pt x="681" y="495"/>
                  </a:lnTo>
                  <a:lnTo>
                    <a:pt x="686" y="488"/>
                  </a:lnTo>
                  <a:lnTo>
                    <a:pt x="693" y="481"/>
                  </a:lnTo>
                  <a:lnTo>
                    <a:pt x="696" y="478"/>
                  </a:lnTo>
                  <a:lnTo>
                    <a:pt x="698" y="476"/>
                  </a:lnTo>
                  <a:lnTo>
                    <a:pt x="703" y="471"/>
                  </a:lnTo>
                  <a:lnTo>
                    <a:pt x="705" y="469"/>
                  </a:lnTo>
                  <a:lnTo>
                    <a:pt x="707" y="464"/>
                  </a:lnTo>
                  <a:lnTo>
                    <a:pt x="712" y="462"/>
                  </a:lnTo>
                  <a:lnTo>
                    <a:pt x="715" y="457"/>
                  </a:lnTo>
                  <a:lnTo>
                    <a:pt x="719" y="454"/>
                  </a:lnTo>
                  <a:lnTo>
                    <a:pt x="722" y="452"/>
                  </a:lnTo>
                  <a:lnTo>
                    <a:pt x="722" y="452"/>
                  </a:lnTo>
                  <a:lnTo>
                    <a:pt x="722" y="450"/>
                  </a:lnTo>
                  <a:lnTo>
                    <a:pt x="724" y="447"/>
                  </a:lnTo>
                  <a:lnTo>
                    <a:pt x="729" y="445"/>
                  </a:lnTo>
                  <a:lnTo>
                    <a:pt x="729" y="445"/>
                  </a:lnTo>
                  <a:lnTo>
                    <a:pt x="731" y="443"/>
                  </a:lnTo>
                  <a:lnTo>
                    <a:pt x="733" y="440"/>
                  </a:lnTo>
                  <a:lnTo>
                    <a:pt x="736" y="438"/>
                  </a:lnTo>
                  <a:lnTo>
                    <a:pt x="738" y="436"/>
                  </a:lnTo>
                  <a:lnTo>
                    <a:pt x="741" y="433"/>
                  </a:lnTo>
                  <a:lnTo>
                    <a:pt x="745" y="428"/>
                  </a:lnTo>
                  <a:lnTo>
                    <a:pt x="748" y="426"/>
                  </a:lnTo>
                  <a:lnTo>
                    <a:pt x="750" y="424"/>
                  </a:lnTo>
                  <a:lnTo>
                    <a:pt x="752" y="421"/>
                  </a:lnTo>
                  <a:lnTo>
                    <a:pt x="755" y="419"/>
                  </a:lnTo>
                  <a:lnTo>
                    <a:pt x="757" y="417"/>
                  </a:lnTo>
                  <a:lnTo>
                    <a:pt x="759" y="414"/>
                  </a:lnTo>
                  <a:lnTo>
                    <a:pt x="762" y="412"/>
                  </a:lnTo>
                  <a:lnTo>
                    <a:pt x="764" y="410"/>
                  </a:lnTo>
                  <a:lnTo>
                    <a:pt x="767" y="407"/>
                  </a:lnTo>
                  <a:lnTo>
                    <a:pt x="771" y="405"/>
                  </a:lnTo>
                  <a:lnTo>
                    <a:pt x="774" y="402"/>
                  </a:lnTo>
                  <a:lnTo>
                    <a:pt x="776" y="400"/>
                  </a:lnTo>
                  <a:lnTo>
                    <a:pt x="778" y="398"/>
                  </a:lnTo>
                  <a:lnTo>
                    <a:pt x="778" y="398"/>
                  </a:lnTo>
                  <a:lnTo>
                    <a:pt x="781" y="395"/>
                  </a:lnTo>
                  <a:lnTo>
                    <a:pt x="783" y="393"/>
                  </a:lnTo>
                  <a:lnTo>
                    <a:pt x="786" y="388"/>
                  </a:lnTo>
                  <a:lnTo>
                    <a:pt x="788" y="386"/>
                  </a:lnTo>
                  <a:lnTo>
                    <a:pt x="790" y="383"/>
                  </a:lnTo>
                  <a:lnTo>
                    <a:pt x="793" y="381"/>
                  </a:lnTo>
                  <a:lnTo>
                    <a:pt x="797" y="379"/>
                  </a:lnTo>
                  <a:lnTo>
                    <a:pt x="800" y="376"/>
                  </a:lnTo>
                  <a:lnTo>
                    <a:pt x="802" y="374"/>
                  </a:lnTo>
                  <a:lnTo>
                    <a:pt x="793" y="374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48">
              <a:extLst>
                <a:ext uri="{FF2B5EF4-FFF2-40B4-BE49-F238E27FC236}">
                  <a16:creationId xmlns:a16="http://schemas.microsoft.com/office/drawing/2014/main" id="{83CEE013-9883-64D4-6F18-6EA07A1B9E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05069" y="2091253"/>
              <a:ext cx="454631" cy="398598"/>
            </a:xfrm>
            <a:custGeom>
              <a:avLst/>
              <a:gdLst>
                <a:gd name="T0" fmla="*/ 189 w 357"/>
                <a:gd name="T1" fmla="*/ 130 h 313"/>
                <a:gd name="T2" fmla="*/ 194 w 357"/>
                <a:gd name="T3" fmla="*/ 135 h 313"/>
                <a:gd name="T4" fmla="*/ 205 w 357"/>
                <a:gd name="T5" fmla="*/ 135 h 313"/>
                <a:gd name="T6" fmla="*/ 208 w 357"/>
                <a:gd name="T7" fmla="*/ 130 h 313"/>
                <a:gd name="T8" fmla="*/ 203 w 357"/>
                <a:gd name="T9" fmla="*/ 130 h 313"/>
                <a:gd name="T10" fmla="*/ 196 w 357"/>
                <a:gd name="T11" fmla="*/ 123 h 313"/>
                <a:gd name="T12" fmla="*/ 189 w 357"/>
                <a:gd name="T13" fmla="*/ 119 h 313"/>
                <a:gd name="T14" fmla="*/ 189 w 357"/>
                <a:gd name="T15" fmla="*/ 123 h 313"/>
                <a:gd name="T16" fmla="*/ 196 w 357"/>
                <a:gd name="T17" fmla="*/ 114 h 313"/>
                <a:gd name="T18" fmla="*/ 191 w 357"/>
                <a:gd name="T19" fmla="*/ 107 h 313"/>
                <a:gd name="T20" fmla="*/ 354 w 357"/>
                <a:gd name="T21" fmla="*/ 287 h 313"/>
                <a:gd name="T22" fmla="*/ 347 w 357"/>
                <a:gd name="T23" fmla="*/ 287 h 313"/>
                <a:gd name="T24" fmla="*/ 338 w 357"/>
                <a:gd name="T25" fmla="*/ 284 h 313"/>
                <a:gd name="T26" fmla="*/ 326 w 357"/>
                <a:gd name="T27" fmla="*/ 265 h 313"/>
                <a:gd name="T28" fmla="*/ 317 w 357"/>
                <a:gd name="T29" fmla="*/ 261 h 313"/>
                <a:gd name="T30" fmla="*/ 305 w 357"/>
                <a:gd name="T31" fmla="*/ 242 h 313"/>
                <a:gd name="T32" fmla="*/ 309 w 357"/>
                <a:gd name="T33" fmla="*/ 246 h 313"/>
                <a:gd name="T34" fmla="*/ 302 w 357"/>
                <a:gd name="T35" fmla="*/ 242 h 313"/>
                <a:gd name="T36" fmla="*/ 293 w 357"/>
                <a:gd name="T37" fmla="*/ 230 h 313"/>
                <a:gd name="T38" fmla="*/ 276 w 357"/>
                <a:gd name="T39" fmla="*/ 218 h 313"/>
                <a:gd name="T40" fmla="*/ 262 w 357"/>
                <a:gd name="T41" fmla="*/ 201 h 313"/>
                <a:gd name="T42" fmla="*/ 238 w 357"/>
                <a:gd name="T43" fmla="*/ 185 h 313"/>
                <a:gd name="T44" fmla="*/ 229 w 357"/>
                <a:gd name="T45" fmla="*/ 178 h 313"/>
                <a:gd name="T46" fmla="*/ 222 w 357"/>
                <a:gd name="T47" fmla="*/ 171 h 313"/>
                <a:gd name="T48" fmla="*/ 217 w 357"/>
                <a:gd name="T49" fmla="*/ 168 h 313"/>
                <a:gd name="T50" fmla="*/ 215 w 357"/>
                <a:gd name="T51" fmla="*/ 166 h 313"/>
                <a:gd name="T52" fmla="*/ 205 w 357"/>
                <a:gd name="T53" fmla="*/ 171 h 313"/>
                <a:gd name="T54" fmla="*/ 196 w 357"/>
                <a:gd name="T55" fmla="*/ 164 h 313"/>
                <a:gd name="T56" fmla="*/ 194 w 357"/>
                <a:gd name="T57" fmla="*/ 154 h 313"/>
                <a:gd name="T58" fmla="*/ 191 w 357"/>
                <a:gd name="T59" fmla="*/ 147 h 313"/>
                <a:gd name="T60" fmla="*/ 179 w 357"/>
                <a:gd name="T61" fmla="*/ 145 h 313"/>
                <a:gd name="T62" fmla="*/ 182 w 357"/>
                <a:gd name="T63" fmla="*/ 157 h 313"/>
                <a:gd name="T64" fmla="*/ 175 w 357"/>
                <a:gd name="T65" fmla="*/ 161 h 313"/>
                <a:gd name="T66" fmla="*/ 168 w 357"/>
                <a:gd name="T67" fmla="*/ 138 h 313"/>
                <a:gd name="T68" fmla="*/ 163 w 357"/>
                <a:gd name="T69" fmla="*/ 133 h 313"/>
                <a:gd name="T70" fmla="*/ 160 w 357"/>
                <a:gd name="T71" fmla="*/ 123 h 313"/>
                <a:gd name="T72" fmla="*/ 146 w 357"/>
                <a:gd name="T73" fmla="*/ 93 h 313"/>
                <a:gd name="T74" fmla="*/ 144 w 357"/>
                <a:gd name="T75" fmla="*/ 81 h 313"/>
                <a:gd name="T76" fmla="*/ 137 w 357"/>
                <a:gd name="T77" fmla="*/ 50 h 313"/>
                <a:gd name="T78" fmla="*/ 118 w 357"/>
                <a:gd name="T79" fmla="*/ 7 h 313"/>
                <a:gd name="T80" fmla="*/ 94 w 357"/>
                <a:gd name="T81" fmla="*/ 29 h 313"/>
                <a:gd name="T82" fmla="*/ 87 w 357"/>
                <a:gd name="T83" fmla="*/ 26 h 313"/>
                <a:gd name="T84" fmla="*/ 56 w 357"/>
                <a:gd name="T85" fmla="*/ 38 h 313"/>
                <a:gd name="T86" fmla="*/ 35 w 357"/>
                <a:gd name="T87" fmla="*/ 55 h 313"/>
                <a:gd name="T88" fmla="*/ 28 w 357"/>
                <a:gd name="T89" fmla="*/ 59 h 313"/>
                <a:gd name="T90" fmla="*/ 23 w 357"/>
                <a:gd name="T91" fmla="*/ 76 h 313"/>
                <a:gd name="T92" fmla="*/ 28 w 357"/>
                <a:gd name="T93" fmla="*/ 95 h 313"/>
                <a:gd name="T94" fmla="*/ 4 w 357"/>
                <a:gd name="T95" fmla="*/ 154 h 313"/>
                <a:gd name="T96" fmla="*/ 9 w 357"/>
                <a:gd name="T97" fmla="*/ 206 h 313"/>
                <a:gd name="T98" fmla="*/ 30 w 357"/>
                <a:gd name="T99" fmla="*/ 209 h 313"/>
                <a:gd name="T100" fmla="*/ 40 w 357"/>
                <a:gd name="T101" fmla="*/ 197 h 313"/>
                <a:gd name="T102" fmla="*/ 54 w 357"/>
                <a:gd name="T103" fmla="*/ 211 h 313"/>
                <a:gd name="T104" fmla="*/ 75 w 357"/>
                <a:gd name="T105" fmla="*/ 180 h 313"/>
                <a:gd name="T106" fmla="*/ 82 w 357"/>
                <a:gd name="T107" fmla="*/ 180 h 313"/>
                <a:gd name="T108" fmla="*/ 99 w 357"/>
                <a:gd name="T109" fmla="*/ 190 h 313"/>
                <a:gd name="T110" fmla="*/ 118 w 357"/>
                <a:gd name="T111" fmla="*/ 197 h 313"/>
                <a:gd name="T112" fmla="*/ 137 w 357"/>
                <a:gd name="T113" fmla="*/ 187 h 313"/>
                <a:gd name="T114" fmla="*/ 156 w 357"/>
                <a:gd name="T115" fmla="*/ 197 h 313"/>
                <a:gd name="T116" fmla="*/ 179 w 357"/>
                <a:gd name="T117" fmla="*/ 194 h 313"/>
                <a:gd name="T118" fmla="*/ 208 w 357"/>
                <a:gd name="T119" fmla="*/ 204 h 313"/>
                <a:gd name="T120" fmla="*/ 281 w 357"/>
                <a:gd name="T121" fmla="*/ 263 h 313"/>
                <a:gd name="T122" fmla="*/ 324 w 357"/>
                <a:gd name="T123" fmla="*/ 303 h 313"/>
                <a:gd name="T124" fmla="*/ 345 w 357"/>
                <a:gd name="T125" fmla="*/ 299 h 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57" h="313">
                  <a:moveTo>
                    <a:pt x="186" y="126"/>
                  </a:moveTo>
                  <a:lnTo>
                    <a:pt x="189" y="126"/>
                  </a:lnTo>
                  <a:lnTo>
                    <a:pt x="191" y="126"/>
                  </a:lnTo>
                  <a:lnTo>
                    <a:pt x="191" y="128"/>
                  </a:lnTo>
                  <a:lnTo>
                    <a:pt x="194" y="128"/>
                  </a:lnTo>
                  <a:lnTo>
                    <a:pt x="194" y="130"/>
                  </a:lnTo>
                  <a:lnTo>
                    <a:pt x="191" y="130"/>
                  </a:lnTo>
                  <a:lnTo>
                    <a:pt x="191" y="130"/>
                  </a:lnTo>
                  <a:lnTo>
                    <a:pt x="191" y="130"/>
                  </a:lnTo>
                  <a:lnTo>
                    <a:pt x="191" y="130"/>
                  </a:lnTo>
                  <a:lnTo>
                    <a:pt x="189" y="130"/>
                  </a:lnTo>
                  <a:lnTo>
                    <a:pt x="189" y="130"/>
                  </a:lnTo>
                  <a:lnTo>
                    <a:pt x="189" y="130"/>
                  </a:lnTo>
                  <a:lnTo>
                    <a:pt x="189" y="130"/>
                  </a:lnTo>
                  <a:lnTo>
                    <a:pt x="189" y="130"/>
                  </a:lnTo>
                  <a:lnTo>
                    <a:pt x="189" y="130"/>
                  </a:lnTo>
                  <a:lnTo>
                    <a:pt x="189" y="130"/>
                  </a:lnTo>
                  <a:lnTo>
                    <a:pt x="186" y="130"/>
                  </a:lnTo>
                  <a:lnTo>
                    <a:pt x="186" y="128"/>
                  </a:lnTo>
                  <a:lnTo>
                    <a:pt x="186" y="128"/>
                  </a:lnTo>
                  <a:lnTo>
                    <a:pt x="186" y="128"/>
                  </a:lnTo>
                  <a:lnTo>
                    <a:pt x="186" y="128"/>
                  </a:lnTo>
                  <a:lnTo>
                    <a:pt x="186" y="128"/>
                  </a:lnTo>
                  <a:lnTo>
                    <a:pt x="186" y="128"/>
                  </a:lnTo>
                  <a:lnTo>
                    <a:pt x="189" y="133"/>
                  </a:lnTo>
                  <a:lnTo>
                    <a:pt x="189" y="133"/>
                  </a:lnTo>
                  <a:lnTo>
                    <a:pt x="189" y="133"/>
                  </a:lnTo>
                  <a:lnTo>
                    <a:pt x="189" y="133"/>
                  </a:lnTo>
                  <a:lnTo>
                    <a:pt x="189" y="133"/>
                  </a:lnTo>
                  <a:lnTo>
                    <a:pt x="191" y="133"/>
                  </a:lnTo>
                  <a:lnTo>
                    <a:pt x="191" y="133"/>
                  </a:lnTo>
                  <a:lnTo>
                    <a:pt x="194" y="135"/>
                  </a:lnTo>
                  <a:lnTo>
                    <a:pt x="194" y="135"/>
                  </a:lnTo>
                  <a:lnTo>
                    <a:pt x="196" y="135"/>
                  </a:lnTo>
                  <a:lnTo>
                    <a:pt x="196" y="135"/>
                  </a:lnTo>
                  <a:lnTo>
                    <a:pt x="196" y="133"/>
                  </a:lnTo>
                  <a:lnTo>
                    <a:pt x="196" y="133"/>
                  </a:lnTo>
                  <a:lnTo>
                    <a:pt x="196" y="133"/>
                  </a:lnTo>
                  <a:lnTo>
                    <a:pt x="196" y="133"/>
                  </a:lnTo>
                  <a:lnTo>
                    <a:pt x="196" y="133"/>
                  </a:lnTo>
                  <a:lnTo>
                    <a:pt x="198" y="135"/>
                  </a:lnTo>
                  <a:lnTo>
                    <a:pt x="198" y="135"/>
                  </a:lnTo>
                  <a:lnTo>
                    <a:pt x="198" y="135"/>
                  </a:lnTo>
                  <a:lnTo>
                    <a:pt x="198" y="135"/>
                  </a:lnTo>
                  <a:lnTo>
                    <a:pt x="201" y="135"/>
                  </a:lnTo>
                  <a:lnTo>
                    <a:pt x="203" y="135"/>
                  </a:lnTo>
                  <a:lnTo>
                    <a:pt x="203" y="135"/>
                  </a:lnTo>
                  <a:lnTo>
                    <a:pt x="205" y="135"/>
                  </a:lnTo>
                  <a:lnTo>
                    <a:pt x="205" y="135"/>
                  </a:lnTo>
                  <a:lnTo>
                    <a:pt x="208" y="135"/>
                  </a:lnTo>
                  <a:lnTo>
                    <a:pt x="210" y="135"/>
                  </a:lnTo>
                  <a:lnTo>
                    <a:pt x="210" y="135"/>
                  </a:lnTo>
                  <a:lnTo>
                    <a:pt x="210" y="135"/>
                  </a:lnTo>
                  <a:lnTo>
                    <a:pt x="210" y="135"/>
                  </a:lnTo>
                  <a:lnTo>
                    <a:pt x="212" y="135"/>
                  </a:lnTo>
                  <a:lnTo>
                    <a:pt x="212" y="135"/>
                  </a:lnTo>
                  <a:lnTo>
                    <a:pt x="212" y="133"/>
                  </a:lnTo>
                  <a:lnTo>
                    <a:pt x="210" y="133"/>
                  </a:lnTo>
                  <a:lnTo>
                    <a:pt x="210" y="133"/>
                  </a:lnTo>
                  <a:lnTo>
                    <a:pt x="210" y="133"/>
                  </a:lnTo>
                  <a:lnTo>
                    <a:pt x="208" y="130"/>
                  </a:lnTo>
                  <a:lnTo>
                    <a:pt x="208" y="130"/>
                  </a:lnTo>
                  <a:lnTo>
                    <a:pt x="208" y="130"/>
                  </a:lnTo>
                  <a:lnTo>
                    <a:pt x="208" y="130"/>
                  </a:lnTo>
                  <a:lnTo>
                    <a:pt x="208" y="130"/>
                  </a:lnTo>
                  <a:lnTo>
                    <a:pt x="208" y="128"/>
                  </a:lnTo>
                  <a:lnTo>
                    <a:pt x="208" y="128"/>
                  </a:lnTo>
                  <a:lnTo>
                    <a:pt x="205" y="128"/>
                  </a:lnTo>
                  <a:lnTo>
                    <a:pt x="205" y="128"/>
                  </a:lnTo>
                  <a:lnTo>
                    <a:pt x="205" y="128"/>
                  </a:lnTo>
                  <a:lnTo>
                    <a:pt x="205" y="128"/>
                  </a:lnTo>
                  <a:lnTo>
                    <a:pt x="203" y="128"/>
                  </a:lnTo>
                  <a:lnTo>
                    <a:pt x="203" y="128"/>
                  </a:lnTo>
                  <a:lnTo>
                    <a:pt x="203" y="128"/>
                  </a:lnTo>
                  <a:lnTo>
                    <a:pt x="201" y="130"/>
                  </a:lnTo>
                  <a:lnTo>
                    <a:pt x="201" y="130"/>
                  </a:lnTo>
                  <a:lnTo>
                    <a:pt x="203" y="130"/>
                  </a:lnTo>
                  <a:lnTo>
                    <a:pt x="203" y="130"/>
                  </a:lnTo>
                  <a:lnTo>
                    <a:pt x="203" y="130"/>
                  </a:lnTo>
                  <a:lnTo>
                    <a:pt x="203" y="130"/>
                  </a:lnTo>
                  <a:lnTo>
                    <a:pt x="203" y="130"/>
                  </a:lnTo>
                  <a:lnTo>
                    <a:pt x="203" y="133"/>
                  </a:lnTo>
                  <a:lnTo>
                    <a:pt x="198" y="133"/>
                  </a:lnTo>
                  <a:lnTo>
                    <a:pt x="198" y="133"/>
                  </a:lnTo>
                  <a:lnTo>
                    <a:pt x="198" y="130"/>
                  </a:lnTo>
                  <a:lnTo>
                    <a:pt x="198" y="130"/>
                  </a:lnTo>
                  <a:lnTo>
                    <a:pt x="198" y="130"/>
                  </a:lnTo>
                  <a:lnTo>
                    <a:pt x="196" y="128"/>
                  </a:lnTo>
                  <a:lnTo>
                    <a:pt x="196" y="128"/>
                  </a:lnTo>
                  <a:lnTo>
                    <a:pt x="198" y="123"/>
                  </a:lnTo>
                  <a:lnTo>
                    <a:pt x="198" y="123"/>
                  </a:lnTo>
                  <a:lnTo>
                    <a:pt x="196" y="123"/>
                  </a:lnTo>
                  <a:lnTo>
                    <a:pt x="196" y="123"/>
                  </a:lnTo>
                  <a:lnTo>
                    <a:pt x="196" y="123"/>
                  </a:lnTo>
                  <a:lnTo>
                    <a:pt x="196" y="123"/>
                  </a:lnTo>
                  <a:lnTo>
                    <a:pt x="196" y="123"/>
                  </a:lnTo>
                  <a:lnTo>
                    <a:pt x="196" y="123"/>
                  </a:lnTo>
                  <a:lnTo>
                    <a:pt x="196" y="123"/>
                  </a:lnTo>
                  <a:lnTo>
                    <a:pt x="196" y="123"/>
                  </a:lnTo>
                  <a:lnTo>
                    <a:pt x="196" y="123"/>
                  </a:lnTo>
                  <a:lnTo>
                    <a:pt x="196" y="123"/>
                  </a:lnTo>
                  <a:lnTo>
                    <a:pt x="194" y="123"/>
                  </a:lnTo>
                  <a:lnTo>
                    <a:pt x="194" y="123"/>
                  </a:lnTo>
                  <a:lnTo>
                    <a:pt x="196" y="123"/>
                  </a:lnTo>
                  <a:lnTo>
                    <a:pt x="196" y="121"/>
                  </a:lnTo>
                  <a:lnTo>
                    <a:pt x="196" y="121"/>
                  </a:lnTo>
                  <a:lnTo>
                    <a:pt x="196" y="121"/>
                  </a:lnTo>
                  <a:lnTo>
                    <a:pt x="194" y="121"/>
                  </a:lnTo>
                  <a:lnTo>
                    <a:pt x="194" y="121"/>
                  </a:lnTo>
                  <a:lnTo>
                    <a:pt x="194" y="119"/>
                  </a:lnTo>
                  <a:lnTo>
                    <a:pt x="191" y="119"/>
                  </a:lnTo>
                  <a:lnTo>
                    <a:pt x="189" y="119"/>
                  </a:lnTo>
                  <a:lnTo>
                    <a:pt x="186" y="119"/>
                  </a:lnTo>
                  <a:lnTo>
                    <a:pt x="186" y="119"/>
                  </a:lnTo>
                  <a:lnTo>
                    <a:pt x="189" y="119"/>
                  </a:lnTo>
                  <a:lnTo>
                    <a:pt x="189" y="119"/>
                  </a:lnTo>
                  <a:lnTo>
                    <a:pt x="191" y="119"/>
                  </a:lnTo>
                  <a:lnTo>
                    <a:pt x="191" y="119"/>
                  </a:lnTo>
                  <a:lnTo>
                    <a:pt x="191" y="119"/>
                  </a:lnTo>
                  <a:lnTo>
                    <a:pt x="191" y="121"/>
                  </a:lnTo>
                  <a:lnTo>
                    <a:pt x="191" y="121"/>
                  </a:lnTo>
                  <a:lnTo>
                    <a:pt x="191" y="121"/>
                  </a:lnTo>
                  <a:lnTo>
                    <a:pt x="191" y="121"/>
                  </a:lnTo>
                  <a:lnTo>
                    <a:pt x="191" y="121"/>
                  </a:lnTo>
                  <a:lnTo>
                    <a:pt x="191" y="121"/>
                  </a:lnTo>
                  <a:lnTo>
                    <a:pt x="189" y="121"/>
                  </a:lnTo>
                  <a:lnTo>
                    <a:pt x="189" y="123"/>
                  </a:lnTo>
                  <a:lnTo>
                    <a:pt x="189" y="123"/>
                  </a:lnTo>
                  <a:lnTo>
                    <a:pt x="189" y="123"/>
                  </a:lnTo>
                  <a:lnTo>
                    <a:pt x="189" y="123"/>
                  </a:lnTo>
                  <a:lnTo>
                    <a:pt x="189" y="123"/>
                  </a:lnTo>
                  <a:lnTo>
                    <a:pt x="189" y="126"/>
                  </a:lnTo>
                  <a:lnTo>
                    <a:pt x="189" y="126"/>
                  </a:lnTo>
                  <a:lnTo>
                    <a:pt x="189" y="123"/>
                  </a:lnTo>
                  <a:lnTo>
                    <a:pt x="186" y="123"/>
                  </a:lnTo>
                  <a:lnTo>
                    <a:pt x="186" y="123"/>
                  </a:lnTo>
                  <a:lnTo>
                    <a:pt x="186" y="123"/>
                  </a:lnTo>
                  <a:lnTo>
                    <a:pt x="186" y="126"/>
                  </a:lnTo>
                  <a:lnTo>
                    <a:pt x="186" y="126"/>
                  </a:lnTo>
                  <a:lnTo>
                    <a:pt x="186" y="126"/>
                  </a:lnTo>
                  <a:close/>
                  <a:moveTo>
                    <a:pt x="191" y="112"/>
                  </a:moveTo>
                  <a:lnTo>
                    <a:pt x="194" y="112"/>
                  </a:lnTo>
                  <a:lnTo>
                    <a:pt x="196" y="114"/>
                  </a:lnTo>
                  <a:lnTo>
                    <a:pt x="196" y="114"/>
                  </a:lnTo>
                  <a:lnTo>
                    <a:pt x="196" y="112"/>
                  </a:lnTo>
                  <a:lnTo>
                    <a:pt x="196" y="112"/>
                  </a:lnTo>
                  <a:lnTo>
                    <a:pt x="194" y="112"/>
                  </a:lnTo>
                  <a:lnTo>
                    <a:pt x="194" y="112"/>
                  </a:lnTo>
                  <a:lnTo>
                    <a:pt x="194" y="112"/>
                  </a:lnTo>
                  <a:lnTo>
                    <a:pt x="194" y="109"/>
                  </a:lnTo>
                  <a:lnTo>
                    <a:pt x="196" y="109"/>
                  </a:lnTo>
                  <a:lnTo>
                    <a:pt x="196" y="109"/>
                  </a:lnTo>
                  <a:lnTo>
                    <a:pt x="196" y="109"/>
                  </a:lnTo>
                  <a:lnTo>
                    <a:pt x="196" y="107"/>
                  </a:lnTo>
                  <a:lnTo>
                    <a:pt x="196" y="107"/>
                  </a:lnTo>
                  <a:lnTo>
                    <a:pt x="194" y="107"/>
                  </a:lnTo>
                  <a:lnTo>
                    <a:pt x="194" y="107"/>
                  </a:lnTo>
                  <a:lnTo>
                    <a:pt x="194" y="107"/>
                  </a:lnTo>
                  <a:lnTo>
                    <a:pt x="191" y="107"/>
                  </a:lnTo>
                  <a:lnTo>
                    <a:pt x="191" y="107"/>
                  </a:lnTo>
                  <a:lnTo>
                    <a:pt x="191" y="107"/>
                  </a:lnTo>
                  <a:lnTo>
                    <a:pt x="191" y="109"/>
                  </a:lnTo>
                  <a:lnTo>
                    <a:pt x="191" y="109"/>
                  </a:lnTo>
                  <a:lnTo>
                    <a:pt x="191" y="109"/>
                  </a:lnTo>
                  <a:lnTo>
                    <a:pt x="191" y="109"/>
                  </a:lnTo>
                  <a:lnTo>
                    <a:pt x="189" y="109"/>
                  </a:lnTo>
                  <a:lnTo>
                    <a:pt x="189" y="109"/>
                  </a:lnTo>
                  <a:lnTo>
                    <a:pt x="189" y="112"/>
                  </a:lnTo>
                  <a:lnTo>
                    <a:pt x="189" y="112"/>
                  </a:lnTo>
                  <a:lnTo>
                    <a:pt x="191" y="112"/>
                  </a:lnTo>
                  <a:close/>
                  <a:moveTo>
                    <a:pt x="354" y="289"/>
                  </a:moveTo>
                  <a:lnTo>
                    <a:pt x="354" y="289"/>
                  </a:lnTo>
                  <a:lnTo>
                    <a:pt x="354" y="287"/>
                  </a:lnTo>
                  <a:lnTo>
                    <a:pt x="354" y="287"/>
                  </a:lnTo>
                  <a:lnTo>
                    <a:pt x="354" y="287"/>
                  </a:lnTo>
                  <a:lnTo>
                    <a:pt x="354" y="287"/>
                  </a:lnTo>
                  <a:lnTo>
                    <a:pt x="352" y="284"/>
                  </a:lnTo>
                  <a:lnTo>
                    <a:pt x="352" y="284"/>
                  </a:lnTo>
                  <a:lnTo>
                    <a:pt x="352" y="284"/>
                  </a:lnTo>
                  <a:lnTo>
                    <a:pt x="352" y="284"/>
                  </a:lnTo>
                  <a:lnTo>
                    <a:pt x="350" y="282"/>
                  </a:lnTo>
                  <a:lnTo>
                    <a:pt x="350" y="282"/>
                  </a:lnTo>
                  <a:lnTo>
                    <a:pt x="350" y="282"/>
                  </a:lnTo>
                  <a:lnTo>
                    <a:pt x="350" y="284"/>
                  </a:lnTo>
                  <a:lnTo>
                    <a:pt x="350" y="284"/>
                  </a:lnTo>
                  <a:lnTo>
                    <a:pt x="350" y="284"/>
                  </a:lnTo>
                  <a:lnTo>
                    <a:pt x="350" y="284"/>
                  </a:lnTo>
                  <a:lnTo>
                    <a:pt x="350" y="284"/>
                  </a:lnTo>
                  <a:lnTo>
                    <a:pt x="350" y="287"/>
                  </a:lnTo>
                  <a:lnTo>
                    <a:pt x="350" y="287"/>
                  </a:lnTo>
                  <a:lnTo>
                    <a:pt x="347" y="287"/>
                  </a:lnTo>
                  <a:lnTo>
                    <a:pt x="347" y="287"/>
                  </a:lnTo>
                  <a:lnTo>
                    <a:pt x="347" y="287"/>
                  </a:lnTo>
                  <a:lnTo>
                    <a:pt x="347" y="287"/>
                  </a:lnTo>
                  <a:lnTo>
                    <a:pt x="347" y="289"/>
                  </a:lnTo>
                  <a:lnTo>
                    <a:pt x="347" y="289"/>
                  </a:lnTo>
                  <a:lnTo>
                    <a:pt x="345" y="289"/>
                  </a:lnTo>
                  <a:lnTo>
                    <a:pt x="347" y="287"/>
                  </a:lnTo>
                  <a:lnTo>
                    <a:pt x="347" y="287"/>
                  </a:lnTo>
                  <a:lnTo>
                    <a:pt x="345" y="287"/>
                  </a:lnTo>
                  <a:lnTo>
                    <a:pt x="343" y="287"/>
                  </a:lnTo>
                  <a:lnTo>
                    <a:pt x="343" y="287"/>
                  </a:lnTo>
                  <a:lnTo>
                    <a:pt x="340" y="284"/>
                  </a:lnTo>
                  <a:lnTo>
                    <a:pt x="340" y="284"/>
                  </a:lnTo>
                  <a:lnTo>
                    <a:pt x="340" y="284"/>
                  </a:lnTo>
                  <a:lnTo>
                    <a:pt x="340" y="284"/>
                  </a:lnTo>
                  <a:lnTo>
                    <a:pt x="338" y="284"/>
                  </a:lnTo>
                  <a:lnTo>
                    <a:pt x="338" y="284"/>
                  </a:lnTo>
                  <a:lnTo>
                    <a:pt x="338" y="284"/>
                  </a:lnTo>
                  <a:lnTo>
                    <a:pt x="338" y="282"/>
                  </a:lnTo>
                  <a:lnTo>
                    <a:pt x="338" y="282"/>
                  </a:lnTo>
                  <a:lnTo>
                    <a:pt x="336" y="280"/>
                  </a:lnTo>
                  <a:lnTo>
                    <a:pt x="336" y="275"/>
                  </a:lnTo>
                  <a:lnTo>
                    <a:pt x="336" y="275"/>
                  </a:lnTo>
                  <a:lnTo>
                    <a:pt x="336" y="275"/>
                  </a:lnTo>
                  <a:lnTo>
                    <a:pt x="336" y="275"/>
                  </a:lnTo>
                  <a:lnTo>
                    <a:pt x="333" y="272"/>
                  </a:lnTo>
                  <a:lnTo>
                    <a:pt x="333" y="272"/>
                  </a:lnTo>
                  <a:lnTo>
                    <a:pt x="331" y="272"/>
                  </a:lnTo>
                  <a:lnTo>
                    <a:pt x="331" y="270"/>
                  </a:lnTo>
                  <a:lnTo>
                    <a:pt x="326" y="268"/>
                  </a:lnTo>
                  <a:lnTo>
                    <a:pt x="326" y="268"/>
                  </a:lnTo>
                  <a:lnTo>
                    <a:pt x="326" y="265"/>
                  </a:lnTo>
                  <a:lnTo>
                    <a:pt x="326" y="265"/>
                  </a:lnTo>
                  <a:lnTo>
                    <a:pt x="326" y="265"/>
                  </a:lnTo>
                  <a:lnTo>
                    <a:pt x="326" y="265"/>
                  </a:lnTo>
                  <a:lnTo>
                    <a:pt x="326" y="265"/>
                  </a:lnTo>
                  <a:lnTo>
                    <a:pt x="326" y="265"/>
                  </a:lnTo>
                  <a:lnTo>
                    <a:pt x="326" y="263"/>
                  </a:lnTo>
                  <a:lnTo>
                    <a:pt x="324" y="263"/>
                  </a:lnTo>
                  <a:lnTo>
                    <a:pt x="324" y="265"/>
                  </a:lnTo>
                  <a:lnTo>
                    <a:pt x="324" y="265"/>
                  </a:lnTo>
                  <a:lnTo>
                    <a:pt x="324" y="265"/>
                  </a:lnTo>
                  <a:lnTo>
                    <a:pt x="321" y="265"/>
                  </a:lnTo>
                  <a:lnTo>
                    <a:pt x="319" y="265"/>
                  </a:lnTo>
                  <a:lnTo>
                    <a:pt x="319" y="265"/>
                  </a:lnTo>
                  <a:lnTo>
                    <a:pt x="317" y="265"/>
                  </a:lnTo>
                  <a:lnTo>
                    <a:pt x="317" y="265"/>
                  </a:lnTo>
                  <a:lnTo>
                    <a:pt x="317" y="265"/>
                  </a:lnTo>
                  <a:lnTo>
                    <a:pt x="317" y="261"/>
                  </a:lnTo>
                  <a:lnTo>
                    <a:pt x="317" y="261"/>
                  </a:lnTo>
                  <a:lnTo>
                    <a:pt x="314" y="254"/>
                  </a:lnTo>
                  <a:lnTo>
                    <a:pt x="314" y="254"/>
                  </a:lnTo>
                  <a:lnTo>
                    <a:pt x="314" y="251"/>
                  </a:lnTo>
                  <a:lnTo>
                    <a:pt x="314" y="251"/>
                  </a:lnTo>
                  <a:lnTo>
                    <a:pt x="314" y="251"/>
                  </a:lnTo>
                  <a:lnTo>
                    <a:pt x="312" y="249"/>
                  </a:lnTo>
                  <a:lnTo>
                    <a:pt x="312" y="246"/>
                  </a:lnTo>
                  <a:lnTo>
                    <a:pt x="312" y="246"/>
                  </a:lnTo>
                  <a:lnTo>
                    <a:pt x="312" y="244"/>
                  </a:lnTo>
                  <a:lnTo>
                    <a:pt x="309" y="244"/>
                  </a:lnTo>
                  <a:lnTo>
                    <a:pt x="309" y="242"/>
                  </a:lnTo>
                  <a:lnTo>
                    <a:pt x="307" y="239"/>
                  </a:lnTo>
                  <a:lnTo>
                    <a:pt x="305" y="239"/>
                  </a:lnTo>
                  <a:lnTo>
                    <a:pt x="305" y="242"/>
                  </a:lnTo>
                  <a:lnTo>
                    <a:pt x="305" y="242"/>
                  </a:lnTo>
                  <a:lnTo>
                    <a:pt x="305" y="242"/>
                  </a:lnTo>
                  <a:lnTo>
                    <a:pt x="307" y="242"/>
                  </a:lnTo>
                  <a:lnTo>
                    <a:pt x="307" y="242"/>
                  </a:lnTo>
                  <a:lnTo>
                    <a:pt x="309" y="242"/>
                  </a:lnTo>
                  <a:lnTo>
                    <a:pt x="309" y="244"/>
                  </a:lnTo>
                  <a:lnTo>
                    <a:pt x="307" y="244"/>
                  </a:lnTo>
                  <a:lnTo>
                    <a:pt x="307" y="244"/>
                  </a:lnTo>
                  <a:lnTo>
                    <a:pt x="307" y="244"/>
                  </a:lnTo>
                  <a:lnTo>
                    <a:pt x="307" y="244"/>
                  </a:lnTo>
                  <a:lnTo>
                    <a:pt x="307" y="244"/>
                  </a:lnTo>
                  <a:lnTo>
                    <a:pt x="307" y="244"/>
                  </a:lnTo>
                  <a:lnTo>
                    <a:pt x="307" y="244"/>
                  </a:lnTo>
                  <a:lnTo>
                    <a:pt x="307" y="244"/>
                  </a:lnTo>
                  <a:lnTo>
                    <a:pt x="309" y="246"/>
                  </a:lnTo>
                  <a:lnTo>
                    <a:pt x="309" y="246"/>
                  </a:lnTo>
                  <a:lnTo>
                    <a:pt x="309" y="246"/>
                  </a:lnTo>
                  <a:lnTo>
                    <a:pt x="309" y="246"/>
                  </a:lnTo>
                  <a:lnTo>
                    <a:pt x="307" y="246"/>
                  </a:lnTo>
                  <a:lnTo>
                    <a:pt x="307" y="246"/>
                  </a:lnTo>
                  <a:lnTo>
                    <a:pt x="307" y="246"/>
                  </a:lnTo>
                  <a:lnTo>
                    <a:pt x="307" y="244"/>
                  </a:lnTo>
                  <a:lnTo>
                    <a:pt x="307" y="244"/>
                  </a:lnTo>
                  <a:lnTo>
                    <a:pt x="307" y="244"/>
                  </a:lnTo>
                  <a:lnTo>
                    <a:pt x="305" y="242"/>
                  </a:lnTo>
                  <a:lnTo>
                    <a:pt x="305" y="242"/>
                  </a:lnTo>
                  <a:lnTo>
                    <a:pt x="305" y="242"/>
                  </a:lnTo>
                  <a:lnTo>
                    <a:pt x="305" y="242"/>
                  </a:lnTo>
                  <a:lnTo>
                    <a:pt x="305" y="242"/>
                  </a:lnTo>
                  <a:lnTo>
                    <a:pt x="305" y="242"/>
                  </a:lnTo>
                  <a:lnTo>
                    <a:pt x="302" y="242"/>
                  </a:lnTo>
                  <a:lnTo>
                    <a:pt x="302" y="242"/>
                  </a:lnTo>
                  <a:lnTo>
                    <a:pt x="302" y="242"/>
                  </a:lnTo>
                  <a:lnTo>
                    <a:pt x="302" y="239"/>
                  </a:lnTo>
                  <a:lnTo>
                    <a:pt x="302" y="239"/>
                  </a:lnTo>
                  <a:lnTo>
                    <a:pt x="302" y="239"/>
                  </a:lnTo>
                  <a:lnTo>
                    <a:pt x="300" y="239"/>
                  </a:lnTo>
                  <a:lnTo>
                    <a:pt x="300" y="239"/>
                  </a:lnTo>
                  <a:lnTo>
                    <a:pt x="300" y="237"/>
                  </a:lnTo>
                  <a:lnTo>
                    <a:pt x="300" y="237"/>
                  </a:lnTo>
                  <a:lnTo>
                    <a:pt x="300" y="237"/>
                  </a:lnTo>
                  <a:lnTo>
                    <a:pt x="298" y="235"/>
                  </a:lnTo>
                  <a:lnTo>
                    <a:pt x="295" y="235"/>
                  </a:lnTo>
                  <a:lnTo>
                    <a:pt x="295" y="232"/>
                  </a:lnTo>
                  <a:lnTo>
                    <a:pt x="295" y="232"/>
                  </a:lnTo>
                  <a:lnTo>
                    <a:pt x="295" y="230"/>
                  </a:lnTo>
                  <a:lnTo>
                    <a:pt x="295" y="230"/>
                  </a:lnTo>
                  <a:lnTo>
                    <a:pt x="295" y="230"/>
                  </a:lnTo>
                  <a:lnTo>
                    <a:pt x="293" y="230"/>
                  </a:lnTo>
                  <a:lnTo>
                    <a:pt x="291" y="228"/>
                  </a:lnTo>
                  <a:lnTo>
                    <a:pt x="291" y="230"/>
                  </a:lnTo>
                  <a:lnTo>
                    <a:pt x="291" y="230"/>
                  </a:lnTo>
                  <a:lnTo>
                    <a:pt x="291" y="230"/>
                  </a:lnTo>
                  <a:lnTo>
                    <a:pt x="288" y="230"/>
                  </a:lnTo>
                  <a:lnTo>
                    <a:pt x="288" y="228"/>
                  </a:lnTo>
                  <a:lnTo>
                    <a:pt x="288" y="228"/>
                  </a:lnTo>
                  <a:lnTo>
                    <a:pt x="286" y="225"/>
                  </a:lnTo>
                  <a:lnTo>
                    <a:pt x="286" y="225"/>
                  </a:lnTo>
                  <a:lnTo>
                    <a:pt x="286" y="225"/>
                  </a:lnTo>
                  <a:lnTo>
                    <a:pt x="283" y="228"/>
                  </a:lnTo>
                  <a:lnTo>
                    <a:pt x="283" y="228"/>
                  </a:lnTo>
                  <a:lnTo>
                    <a:pt x="279" y="225"/>
                  </a:lnTo>
                  <a:lnTo>
                    <a:pt x="279" y="225"/>
                  </a:lnTo>
                  <a:lnTo>
                    <a:pt x="279" y="223"/>
                  </a:lnTo>
                  <a:lnTo>
                    <a:pt x="276" y="218"/>
                  </a:lnTo>
                  <a:lnTo>
                    <a:pt x="276" y="218"/>
                  </a:lnTo>
                  <a:lnTo>
                    <a:pt x="274" y="216"/>
                  </a:lnTo>
                  <a:lnTo>
                    <a:pt x="274" y="216"/>
                  </a:lnTo>
                  <a:lnTo>
                    <a:pt x="272" y="216"/>
                  </a:lnTo>
                  <a:lnTo>
                    <a:pt x="272" y="216"/>
                  </a:lnTo>
                  <a:lnTo>
                    <a:pt x="272" y="213"/>
                  </a:lnTo>
                  <a:lnTo>
                    <a:pt x="272" y="213"/>
                  </a:lnTo>
                  <a:lnTo>
                    <a:pt x="272" y="211"/>
                  </a:lnTo>
                  <a:lnTo>
                    <a:pt x="269" y="211"/>
                  </a:lnTo>
                  <a:lnTo>
                    <a:pt x="269" y="209"/>
                  </a:lnTo>
                  <a:lnTo>
                    <a:pt x="267" y="206"/>
                  </a:lnTo>
                  <a:lnTo>
                    <a:pt x="265" y="206"/>
                  </a:lnTo>
                  <a:lnTo>
                    <a:pt x="265" y="204"/>
                  </a:lnTo>
                  <a:lnTo>
                    <a:pt x="265" y="201"/>
                  </a:lnTo>
                  <a:lnTo>
                    <a:pt x="265" y="201"/>
                  </a:lnTo>
                  <a:lnTo>
                    <a:pt x="262" y="201"/>
                  </a:lnTo>
                  <a:lnTo>
                    <a:pt x="262" y="201"/>
                  </a:lnTo>
                  <a:lnTo>
                    <a:pt x="262" y="199"/>
                  </a:lnTo>
                  <a:lnTo>
                    <a:pt x="260" y="199"/>
                  </a:lnTo>
                  <a:lnTo>
                    <a:pt x="260" y="197"/>
                  </a:lnTo>
                  <a:lnTo>
                    <a:pt x="260" y="194"/>
                  </a:lnTo>
                  <a:lnTo>
                    <a:pt x="257" y="194"/>
                  </a:lnTo>
                  <a:lnTo>
                    <a:pt x="257" y="192"/>
                  </a:lnTo>
                  <a:lnTo>
                    <a:pt x="255" y="192"/>
                  </a:lnTo>
                  <a:lnTo>
                    <a:pt x="253" y="190"/>
                  </a:lnTo>
                  <a:lnTo>
                    <a:pt x="253" y="187"/>
                  </a:lnTo>
                  <a:lnTo>
                    <a:pt x="253" y="187"/>
                  </a:lnTo>
                  <a:lnTo>
                    <a:pt x="253" y="187"/>
                  </a:lnTo>
                  <a:lnTo>
                    <a:pt x="246" y="185"/>
                  </a:lnTo>
                  <a:lnTo>
                    <a:pt x="241" y="185"/>
                  </a:lnTo>
                  <a:lnTo>
                    <a:pt x="241" y="185"/>
                  </a:lnTo>
                  <a:lnTo>
                    <a:pt x="238" y="185"/>
                  </a:lnTo>
                  <a:lnTo>
                    <a:pt x="236" y="183"/>
                  </a:lnTo>
                  <a:lnTo>
                    <a:pt x="234" y="183"/>
                  </a:lnTo>
                  <a:lnTo>
                    <a:pt x="234" y="183"/>
                  </a:lnTo>
                  <a:lnTo>
                    <a:pt x="234" y="183"/>
                  </a:lnTo>
                  <a:lnTo>
                    <a:pt x="231" y="183"/>
                  </a:lnTo>
                  <a:lnTo>
                    <a:pt x="231" y="183"/>
                  </a:lnTo>
                  <a:lnTo>
                    <a:pt x="231" y="183"/>
                  </a:lnTo>
                  <a:lnTo>
                    <a:pt x="231" y="185"/>
                  </a:lnTo>
                  <a:lnTo>
                    <a:pt x="231" y="183"/>
                  </a:lnTo>
                  <a:lnTo>
                    <a:pt x="231" y="183"/>
                  </a:lnTo>
                  <a:lnTo>
                    <a:pt x="229" y="180"/>
                  </a:lnTo>
                  <a:lnTo>
                    <a:pt x="229" y="180"/>
                  </a:lnTo>
                  <a:lnTo>
                    <a:pt x="229" y="180"/>
                  </a:lnTo>
                  <a:lnTo>
                    <a:pt x="229" y="178"/>
                  </a:lnTo>
                  <a:lnTo>
                    <a:pt x="229" y="178"/>
                  </a:lnTo>
                  <a:lnTo>
                    <a:pt x="229" y="178"/>
                  </a:lnTo>
                  <a:lnTo>
                    <a:pt x="229" y="175"/>
                  </a:lnTo>
                  <a:lnTo>
                    <a:pt x="229" y="175"/>
                  </a:lnTo>
                  <a:lnTo>
                    <a:pt x="229" y="175"/>
                  </a:lnTo>
                  <a:lnTo>
                    <a:pt x="229" y="175"/>
                  </a:lnTo>
                  <a:lnTo>
                    <a:pt x="227" y="173"/>
                  </a:lnTo>
                  <a:lnTo>
                    <a:pt x="227" y="173"/>
                  </a:lnTo>
                  <a:lnTo>
                    <a:pt x="227" y="173"/>
                  </a:lnTo>
                  <a:lnTo>
                    <a:pt x="227" y="173"/>
                  </a:lnTo>
                  <a:lnTo>
                    <a:pt x="227" y="173"/>
                  </a:lnTo>
                  <a:lnTo>
                    <a:pt x="227" y="173"/>
                  </a:lnTo>
                  <a:lnTo>
                    <a:pt x="224" y="173"/>
                  </a:lnTo>
                  <a:lnTo>
                    <a:pt x="224" y="173"/>
                  </a:lnTo>
                  <a:lnTo>
                    <a:pt x="224" y="173"/>
                  </a:lnTo>
                  <a:lnTo>
                    <a:pt x="224" y="173"/>
                  </a:lnTo>
                  <a:lnTo>
                    <a:pt x="224" y="173"/>
                  </a:lnTo>
                  <a:lnTo>
                    <a:pt x="222" y="171"/>
                  </a:lnTo>
                  <a:lnTo>
                    <a:pt x="222" y="171"/>
                  </a:lnTo>
                  <a:lnTo>
                    <a:pt x="222" y="171"/>
                  </a:lnTo>
                  <a:lnTo>
                    <a:pt x="222" y="171"/>
                  </a:lnTo>
                  <a:lnTo>
                    <a:pt x="220" y="171"/>
                  </a:lnTo>
                  <a:lnTo>
                    <a:pt x="220" y="171"/>
                  </a:lnTo>
                  <a:lnTo>
                    <a:pt x="220" y="171"/>
                  </a:lnTo>
                  <a:lnTo>
                    <a:pt x="220" y="171"/>
                  </a:lnTo>
                  <a:lnTo>
                    <a:pt x="220" y="168"/>
                  </a:lnTo>
                  <a:lnTo>
                    <a:pt x="220" y="168"/>
                  </a:lnTo>
                  <a:lnTo>
                    <a:pt x="220" y="168"/>
                  </a:lnTo>
                  <a:lnTo>
                    <a:pt x="220" y="168"/>
                  </a:lnTo>
                  <a:lnTo>
                    <a:pt x="217" y="168"/>
                  </a:lnTo>
                  <a:lnTo>
                    <a:pt x="217" y="166"/>
                  </a:lnTo>
                  <a:lnTo>
                    <a:pt x="217" y="166"/>
                  </a:lnTo>
                  <a:lnTo>
                    <a:pt x="217" y="166"/>
                  </a:lnTo>
                  <a:lnTo>
                    <a:pt x="217" y="168"/>
                  </a:lnTo>
                  <a:lnTo>
                    <a:pt x="217" y="168"/>
                  </a:lnTo>
                  <a:lnTo>
                    <a:pt x="217" y="168"/>
                  </a:lnTo>
                  <a:lnTo>
                    <a:pt x="217" y="168"/>
                  </a:lnTo>
                  <a:lnTo>
                    <a:pt x="217" y="168"/>
                  </a:lnTo>
                  <a:lnTo>
                    <a:pt x="217" y="168"/>
                  </a:lnTo>
                  <a:lnTo>
                    <a:pt x="217" y="168"/>
                  </a:lnTo>
                  <a:lnTo>
                    <a:pt x="215" y="168"/>
                  </a:lnTo>
                  <a:lnTo>
                    <a:pt x="215" y="168"/>
                  </a:lnTo>
                  <a:lnTo>
                    <a:pt x="215" y="168"/>
                  </a:lnTo>
                  <a:lnTo>
                    <a:pt x="215" y="168"/>
                  </a:lnTo>
                  <a:lnTo>
                    <a:pt x="215" y="168"/>
                  </a:lnTo>
                  <a:lnTo>
                    <a:pt x="215" y="168"/>
                  </a:lnTo>
                  <a:lnTo>
                    <a:pt x="215" y="168"/>
                  </a:lnTo>
                  <a:lnTo>
                    <a:pt x="215" y="168"/>
                  </a:lnTo>
                  <a:lnTo>
                    <a:pt x="215" y="166"/>
                  </a:lnTo>
                  <a:lnTo>
                    <a:pt x="215" y="166"/>
                  </a:lnTo>
                  <a:lnTo>
                    <a:pt x="212" y="166"/>
                  </a:lnTo>
                  <a:lnTo>
                    <a:pt x="212" y="168"/>
                  </a:lnTo>
                  <a:lnTo>
                    <a:pt x="212" y="168"/>
                  </a:lnTo>
                  <a:lnTo>
                    <a:pt x="212" y="168"/>
                  </a:lnTo>
                  <a:lnTo>
                    <a:pt x="212" y="168"/>
                  </a:lnTo>
                  <a:lnTo>
                    <a:pt x="210" y="168"/>
                  </a:lnTo>
                  <a:lnTo>
                    <a:pt x="210" y="168"/>
                  </a:lnTo>
                  <a:lnTo>
                    <a:pt x="210" y="168"/>
                  </a:lnTo>
                  <a:lnTo>
                    <a:pt x="210" y="166"/>
                  </a:lnTo>
                  <a:lnTo>
                    <a:pt x="210" y="168"/>
                  </a:lnTo>
                  <a:lnTo>
                    <a:pt x="210" y="168"/>
                  </a:lnTo>
                  <a:lnTo>
                    <a:pt x="208" y="171"/>
                  </a:lnTo>
                  <a:lnTo>
                    <a:pt x="208" y="171"/>
                  </a:lnTo>
                  <a:lnTo>
                    <a:pt x="205" y="171"/>
                  </a:lnTo>
                  <a:lnTo>
                    <a:pt x="205" y="173"/>
                  </a:lnTo>
                  <a:lnTo>
                    <a:pt x="205" y="171"/>
                  </a:lnTo>
                  <a:lnTo>
                    <a:pt x="205" y="171"/>
                  </a:lnTo>
                  <a:lnTo>
                    <a:pt x="203" y="171"/>
                  </a:lnTo>
                  <a:lnTo>
                    <a:pt x="201" y="168"/>
                  </a:lnTo>
                  <a:lnTo>
                    <a:pt x="198" y="168"/>
                  </a:lnTo>
                  <a:lnTo>
                    <a:pt x="198" y="168"/>
                  </a:lnTo>
                  <a:lnTo>
                    <a:pt x="198" y="166"/>
                  </a:lnTo>
                  <a:lnTo>
                    <a:pt x="198" y="166"/>
                  </a:lnTo>
                  <a:lnTo>
                    <a:pt x="198" y="166"/>
                  </a:lnTo>
                  <a:lnTo>
                    <a:pt x="198" y="166"/>
                  </a:lnTo>
                  <a:lnTo>
                    <a:pt x="198" y="166"/>
                  </a:lnTo>
                  <a:lnTo>
                    <a:pt x="198" y="166"/>
                  </a:lnTo>
                  <a:lnTo>
                    <a:pt x="198" y="164"/>
                  </a:lnTo>
                  <a:lnTo>
                    <a:pt x="198" y="164"/>
                  </a:lnTo>
                  <a:lnTo>
                    <a:pt x="196" y="164"/>
                  </a:lnTo>
                  <a:lnTo>
                    <a:pt x="196" y="164"/>
                  </a:lnTo>
                  <a:lnTo>
                    <a:pt x="196" y="164"/>
                  </a:lnTo>
                  <a:lnTo>
                    <a:pt x="196" y="164"/>
                  </a:lnTo>
                  <a:lnTo>
                    <a:pt x="196" y="161"/>
                  </a:lnTo>
                  <a:lnTo>
                    <a:pt x="196" y="161"/>
                  </a:lnTo>
                  <a:lnTo>
                    <a:pt x="196" y="161"/>
                  </a:lnTo>
                  <a:lnTo>
                    <a:pt x="196" y="161"/>
                  </a:lnTo>
                  <a:lnTo>
                    <a:pt x="194" y="159"/>
                  </a:lnTo>
                  <a:lnTo>
                    <a:pt x="194" y="159"/>
                  </a:lnTo>
                  <a:lnTo>
                    <a:pt x="194" y="157"/>
                  </a:lnTo>
                  <a:lnTo>
                    <a:pt x="194" y="157"/>
                  </a:lnTo>
                  <a:lnTo>
                    <a:pt x="191" y="157"/>
                  </a:lnTo>
                  <a:lnTo>
                    <a:pt x="191" y="157"/>
                  </a:lnTo>
                  <a:lnTo>
                    <a:pt x="191" y="157"/>
                  </a:lnTo>
                  <a:lnTo>
                    <a:pt x="191" y="157"/>
                  </a:lnTo>
                  <a:lnTo>
                    <a:pt x="191" y="157"/>
                  </a:lnTo>
                  <a:lnTo>
                    <a:pt x="194" y="154"/>
                  </a:lnTo>
                  <a:lnTo>
                    <a:pt x="194" y="154"/>
                  </a:lnTo>
                  <a:lnTo>
                    <a:pt x="194" y="154"/>
                  </a:lnTo>
                  <a:lnTo>
                    <a:pt x="191" y="154"/>
                  </a:lnTo>
                  <a:lnTo>
                    <a:pt x="191" y="154"/>
                  </a:lnTo>
                  <a:lnTo>
                    <a:pt x="191" y="154"/>
                  </a:lnTo>
                  <a:lnTo>
                    <a:pt x="191" y="152"/>
                  </a:lnTo>
                  <a:lnTo>
                    <a:pt x="191" y="152"/>
                  </a:lnTo>
                  <a:lnTo>
                    <a:pt x="194" y="152"/>
                  </a:lnTo>
                  <a:lnTo>
                    <a:pt x="194" y="149"/>
                  </a:lnTo>
                  <a:lnTo>
                    <a:pt x="194" y="149"/>
                  </a:lnTo>
                  <a:lnTo>
                    <a:pt x="194" y="149"/>
                  </a:lnTo>
                  <a:lnTo>
                    <a:pt x="194" y="149"/>
                  </a:lnTo>
                  <a:lnTo>
                    <a:pt x="194" y="147"/>
                  </a:lnTo>
                  <a:lnTo>
                    <a:pt x="194" y="147"/>
                  </a:lnTo>
                  <a:lnTo>
                    <a:pt x="194" y="147"/>
                  </a:lnTo>
                  <a:lnTo>
                    <a:pt x="191" y="147"/>
                  </a:lnTo>
                  <a:lnTo>
                    <a:pt x="191" y="147"/>
                  </a:lnTo>
                  <a:lnTo>
                    <a:pt x="191" y="147"/>
                  </a:lnTo>
                  <a:lnTo>
                    <a:pt x="184" y="142"/>
                  </a:lnTo>
                  <a:lnTo>
                    <a:pt x="184" y="140"/>
                  </a:lnTo>
                  <a:lnTo>
                    <a:pt x="184" y="140"/>
                  </a:lnTo>
                  <a:lnTo>
                    <a:pt x="182" y="140"/>
                  </a:lnTo>
                  <a:lnTo>
                    <a:pt x="182" y="142"/>
                  </a:lnTo>
                  <a:lnTo>
                    <a:pt x="182" y="142"/>
                  </a:lnTo>
                  <a:lnTo>
                    <a:pt x="182" y="142"/>
                  </a:lnTo>
                  <a:lnTo>
                    <a:pt x="182" y="140"/>
                  </a:lnTo>
                  <a:lnTo>
                    <a:pt x="182" y="140"/>
                  </a:lnTo>
                  <a:lnTo>
                    <a:pt x="182" y="142"/>
                  </a:lnTo>
                  <a:lnTo>
                    <a:pt x="182" y="142"/>
                  </a:lnTo>
                  <a:lnTo>
                    <a:pt x="179" y="142"/>
                  </a:lnTo>
                  <a:lnTo>
                    <a:pt x="179" y="142"/>
                  </a:lnTo>
                  <a:lnTo>
                    <a:pt x="179" y="142"/>
                  </a:lnTo>
                  <a:lnTo>
                    <a:pt x="179" y="145"/>
                  </a:lnTo>
                  <a:lnTo>
                    <a:pt x="179" y="145"/>
                  </a:lnTo>
                  <a:lnTo>
                    <a:pt x="177" y="145"/>
                  </a:lnTo>
                  <a:lnTo>
                    <a:pt x="177" y="145"/>
                  </a:lnTo>
                  <a:lnTo>
                    <a:pt x="177" y="145"/>
                  </a:lnTo>
                  <a:lnTo>
                    <a:pt x="177" y="147"/>
                  </a:lnTo>
                  <a:lnTo>
                    <a:pt x="177" y="147"/>
                  </a:lnTo>
                  <a:lnTo>
                    <a:pt x="177" y="147"/>
                  </a:lnTo>
                  <a:lnTo>
                    <a:pt x="177" y="152"/>
                  </a:lnTo>
                  <a:lnTo>
                    <a:pt x="177" y="152"/>
                  </a:lnTo>
                  <a:lnTo>
                    <a:pt x="179" y="154"/>
                  </a:lnTo>
                  <a:lnTo>
                    <a:pt x="179" y="152"/>
                  </a:lnTo>
                  <a:lnTo>
                    <a:pt x="179" y="152"/>
                  </a:lnTo>
                  <a:lnTo>
                    <a:pt x="179" y="152"/>
                  </a:lnTo>
                  <a:lnTo>
                    <a:pt x="179" y="152"/>
                  </a:lnTo>
                  <a:lnTo>
                    <a:pt x="182" y="154"/>
                  </a:lnTo>
                  <a:lnTo>
                    <a:pt x="182" y="157"/>
                  </a:lnTo>
                  <a:lnTo>
                    <a:pt x="182" y="157"/>
                  </a:lnTo>
                  <a:lnTo>
                    <a:pt x="182" y="159"/>
                  </a:lnTo>
                  <a:lnTo>
                    <a:pt x="179" y="159"/>
                  </a:lnTo>
                  <a:lnTo>
                    <a:pt x="179" y="161"/>
                  </a:lnTo>
                  <a:lnTo>
                    <a:pt x="179" y="161"/>
                  </a:lnTo>
                  <a:lnTo>
                    <a:pt x="179" y="161"/>
                  </a:lnTo>
                  <a:lnTo>
                    <a:pt x="179" y="161"/>
                  </a:lnTo>
                  <a:lnTo>
                    <a:pt x="179" y="164"/>
                  </a:lnTo>
                  <a:lnTo>
                    <a:pt x="179" y="164"/>
                  </a:lnTo>
                  <a:lnTo>
                    <a:pt x="179" y="164"/>
                  </a:lnTo>
                  <a:lnTo>
                    <a:pt x="177" y="164"/>
                  </a:lnTo>
                  <a:lnTo>
                    <a:pt x="177" y="164"/>
                  </a:lnTo>
                  <a:lnTo>
                    <a:pt x="177" y="161"/>
                  </a:lnTo>
                  <a:lnTo>
                    <a:pt x="175" y="164"/>
                  </a:lnTo>
                  <a:lnTo>
                    <a:pt x="175" y="164"/>
                  </a:lnTo>
                  <a:lnTo>
                    <a:pt x="175" y="161"/>
                  </a:lnTo>
                  <a:lnTo>
                    <a:pt x="175" y="161"/>
                  </a:lnTo>
                  <a:lnTo>
                    <a:pt x="175" y="161"/>
                  </a:lnTo>
                  <a:lnTo>
                    <a:pt x="175" y="161"/>
                  </a:lnTo>
                  <a:lnTo>
                    <a:pt x="175" y="161"/>
                  </a:lnTo>
                  <a:lnTo>
                    <a:pt x="175" y="157"/>
                  </a:lnTo>
                  <a:lnTo>
                    <a:pt x="175" y="152"/>
                  </a:lnTo>
                  <a:lnTo>
                    <a:pt x="175" y="152"/>
                  </a:lnTo>
                  <a:lnTo>
                    <a:pt x="175" y="152"/>
                  </a:lnTo>
                  <a:lnTo>
                    <a:pt x="172" y="149"/>
                  </a:lnTo>
                  <a:lnTo>
                    <a:pt x="172" y="149"/>
                  </a:lnTo>
                  <a:lnTo>
                    <a:pt x="172" y="149"/>
                  </a:lnTo>
                  <a:lnTo>
                    <a:pt x="172" y="149"/>
                  </a:lnTo>
                  <a:lnTo>
                    <a:pt x="172" y="149"/>
                  </a:lnTo>
                  <a:lnTo>
                    <a:pt x="170" y="140"/>
                  </a:lnTo>
                  <a:lnTo>
                    <a:pt x="168" y="138"/>
                  </a:lnTo>
                  <a:lnTo>
                    <a:pt x="168" y="138"/>
                  </a:lnTo>
                  <a:lnTo>
                    <a:pt x="165" y="138"/>
                  </a:lnTo>
                  <a:lnTo>
                    <a:pt x="165" y="138"/>
                  </a:lnTo>
                  <a:lnTo>
                    <a:pt x="165" y="138"/>
                  </a:lnTo>
                  <a:lnTo>
                    <a:pt x="163" y="138"/>
                  </a:lnTo>
                  <a:lnTo>
                    <a:pt x="163" y="138"/>
                  </a:lnTo>
                  <a:lnTo>
                    <a:pt x="160" y="138"/>
                  </a:lnTo>
                  <a:lnTo>
                    <a:pt x="160" y="138"/>
                  </a:lnTo>
                  <a:lnTo>
                    <a:pt x="160" y="138"/>
                  </a:lnTo>
                  <a:lnTo>
                    <a:pt x="160" y="135"/>
                  </a:lnTo>
                  <a:lnTo>
                    <a:pt x="160" y="135"/>
                  </a:lnTo>
                  <a:lnTo>
                    <a:pt x="160" y="133"/>
                  </a:lnTo>
                  <a:lnTo>
                    <a:pt x="160" y="133"/>
                  </a:lnTo>
                  <a:lnTo>
                    <a:pt x="160" y="133"/>
                  </a:lnTo>
                  <a:lnTo>
                    <a:pt x="163" y="133"/>
                  </a:lnTo>
                  <a:lnTo>
                    <a:pt x="163" y="133"/>
                  </a:lnTo>
                  <a:lnTo>
                    <a:pt x="163" y="133"/>
                  </a:lnTo>
                  <a:lnTo>
                    <a:pt x="160" y="133"/>
                  </a:lnTo>
                  <a:lnTo>
                    <a:pt x="160" y="133"/>
                  </a:lnTo>
                  <a:lnTo>
                    <a:pt x="160" y="133"/>
                  </a:lnTo>
                  <a:lnTo>
                    <a:pt x="160" y="133"/>
                  </a:lnTo>
                  <a:lnTo>
                    <a:pt x="160" y="130"/>
                  </a:lnTo>
                  <a:lnTo>
                    <a:pt x="160" y="130"/>
                  </a:lnTo>
                  <a:lnTo>
                    <a:pt x="163" y="130"/>
                  </a:lnTo>
                  <a:lnTo>
                    <a:pt x="160" y="128"/>
                  </a:lnTo>
                  <a:lnTo>
                    <a:pt x="160" y="128"/>
                  </a:lnTo>
                  <a:lnTo>
                    <a:pt x="160" y="126"/>
                  </a:lnTo>
                  <a:lnTo>
                    <a:pt x="160" y="126"/>
                  </a:lnTo>
                  <a:lnTo>
                    <a:pt x="158" y="126"/>
                  </a:lnTo>
                  <a:lnTo>
                    <a:pt x="158" y="126"/>
                  </a:lnTo>
                  <a:lnTo>
                    <a:pt x="158" y="123"/>
                  </a:lnTo>
                  <a:lnTo>
                    <a:pt x="160" y="123"/>
                  </a:lnTo>
                  <a:lnTo>
                    <a:pt x="160" y="123"/>
                  </a:lnTo>
                  <a:lnTo>
                    <a:pt x="160" y="123"/>
                  </a:lnTo>
                  <a:lnTo>
                    <a:pt x="158" y="121"/>
                  </a:lnTo>
                  <a:lnTo>
                    <a:pt x="158" y="121"/>
                  </a:lnTo>
                  <a:lnTo>
                    <a:pt x="156" y="121"/>
                  </a:lnTo>
                  <a:lnTo>
                    <a:pt x="156" y="121"/>
                  </a:lnTo>
                  <a:lnTo>
                    <a:pt x="153" y="119"/>
                  </a:lnTo>
                  <a:lnTo>
                    <a:pt x="151" y="116"/>
                  </a:lnTo>
                  <a:lnTo>
                    <a:pt x="151" y="109"/>
                  </a:lnTo>
                  <a:lnTo>
                    <a:pt x="149" y="107"/>
                  </a:lnTo>
                  <a:lnTo>
                    <a:pt x="149" y="104"/>
                  </a:lnTo>
                  <a:lnTo>
                    <a:pt x="149" y="102"/>
                  </a:lnTo>
                  <a:lnTo>
                    <a:pt x="146" y="95"/>
                  </a:lnTo>
                  <a:lnTo>
                    <a:pt x="146" y="95"/>
                  </a:lnTo>
                  <a:lnTo>
                    <a:pt x="146" y="93"/>
                  </a:lnTo>
                  <a:lnTo>
                    <a:pt x="146" y="93"/>
                  </a:lnTo>
                  <a:lnTo>
                    <a:pt x="146" y="93"/>
                  </a:lnTo>
                  <a:lnTo>
                    <a:pt x="146" y="90"/>
                  </a:lnTo>
                  <a:lnTo>
                    <a:pt x="146" y="90"/>
                  </a:lnTo>
                  <a:lnTo>
                    <a:pt x="146" y="90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6" y="86"/>
                  </a:lnTo>
                  <a:lnTo>
                    <a:pt x="146" y="86"/>
                  </a:lnTo>
                  <a:lnTo>
                    <a:pt x="146" y="86"/>
                  </a:lnTo>
                  <a:lnTo>
                    <a:pt x="146" y="86"/>
                  </a:lnTo>
                  <a:lnTo>
                    <a:pt x="146" y="83"/>
                  </a:lnTo>
                  <a:lnTo>
                    <a:pt x="146" y="83"/>
                  </a:lnTo>
                  <a:lnTo>
                    <a:pt x="144" y="83"/>
                  </a:lnTo>
                  <a:lnTo>
                    <a:pt x="144" y="83"/>
                  </a:lnTo>
                  <a:lnTo>
                    <a:pt x="144" y="81"/>
                  </a:lnTo>
                  <a:lnTo>
                    <a:pt x="144" y="83"/>
                  </a:lnTo>
                  <a:lnTo>
                    <a:pt x="144" y="81"/>
                  </a:lnTo>
                  <a:lnTo>
                    <a:pt x="144" y="78"/>
                  </a:lnTo>
                  <a:lnTo>
                    <a:pt x="144" y="78"/>
                  </a:lnTo>
                  <a:lnTo>
                    <a:pt x="144" y="76"/>
                  </a:lnTo>
                  <a:lnTo>
                    <a:pt x="144" y="74"/>
                  </a:lnTo>
                  <a:lnTo>
                    <a:pt x="144" y="71"/>
                  </a:lnTo>
                  <a:lnTo>
                    <a:pt x="144" y="71"/>
                  </a:lnTo>
                  <a:lnTo>
                    <a:pt x="144" y="69"/>
                  </a:lnTo>
                  <a:lnTo>
                    <a:pt x="141" y="64"/>
                  </a:lnTo>
                  <a:lnTo>
                    <a:pt x="141" y="64"/>
                  </a:lnTo>
                  <a:lnTo>
                    <a:pt x="141" y="62"/>
                  </a:lnTo>
                  <a:lnTo>
                    <a:pt x="139" y="59"/>
                  </a:lnTo>
                  <a:lnTo>
                    <a:pt x="139" y="57"/>
                  </a:lnTo>
                  <a:lnTo>
                    <a:pt x="139" y="55"/>
                  </a:lnTo>
                  <a:lnTo>
                    <a:pt x="139" y="55"/>
                  </a:lnTo>
                  <a:lnTo>
                    <a:pt x="137" y="52"/>
                  </a:lnTo>
                  <a:lnTo>
                    <a:pt x="137" y="50"/>
                  </a:lnTo>
                  <a:lnTo>
                    <a:pt x="137" y="48"/>
                  </a:lnTo>
                  <a:lnTo>
                    <a:pt x="137" y="45"/>
                  </a:lnTo>
                  <a:lnTo>
                    <a:pt x="134" y="45"/>
                  </a:lnTo>
                  <a:lnTo>
                    <a:pt x="134" y="43"/>
                  </a:lnTo>
                  <a:lnTo>
                    <a:pt x="134" y="41"/>
                  </a:lnTo>
                  <a:lnTo>
                    <a:pt x="134" y="38"/>
                  </a:lnTo>
                  <a:lnTo>
                    <a:pt x="132" y="33"/>
                  </a:lnTo>
                  <a:lnTo>
                    <a:pt x="130" y="29"/>
                  </a:lnTo>
                  <a:lnTo>
                    <a:pt x="125" y="19"/>
                  </a:lnTo>
                  <a:lnTo>
                    <a:pt x="120" y="12"/>
                  </a:lnTo>
                  <a:lnTo>
                    <a:pt x="120" y="10"/>
                  </a:lnTo>
                  <a:lnTo>
                    <a:pt x="120" y="10"/>
                  </a:lnTo>
                  <a:lnTo>
                    <a:pt x="118" y="10"/>
                  </a:lnTo>
                  <a:lnTo>
                    <a:pt x="118" y="7"/>
                  </a:lnTo>
                  <a:lnTo>
                    <a:pt x="118" y="7"/>
                  </a:lnTo>
                  <a:lnTo>
                    <a:pt x="118" y="7"/>
                  </a:lnTo>
                  <a:lnTo>
                    <a:pt x="115" y="3"/>
                  </a:lnTo>
                  <a:lnTo>
                    <a:pt x="115" y="3"/>
                  </a:lnTo>
                  <a:lnTo>
                    <a:pt x="115" y="0"/>
                  </a:lnTo>
                  <a:lnTo>
                    <a:pt x="115" y="0"/>
                  </a:lnTo>
                  <a:lnTo>
                    <a:pt x="108" y="7"/>
                  </a:lnTo>
                  <a:lnTo>
                    <a:pt x="106" y="10"/>
                  </a:lnTo>
                  <a:lnTo>
                    <a:pt x="104" y="17"/>
                  </a:lnTo>
                  <a:lnTo>
                    <a:pt x="101" y="19"/>
                  </a:lnTo>
                  <a:lnTo>
                    <a:pt x="101" y="22"/>
                  </a:lnTo>
                  <a:lnTo>
                    <a:pt x="97" y="22"/>
                  </a:lnTo>
                  <a:lnTo>
                    <a:pt x="97" y="24"/>
                  </a:lnTo>
                  <a:lnTo>
                    <a:pt x="97" y="24"/>
                  </a:lnTo>
                  <a:lnTo>
                    <a:pt x="97" y="26"/>
                  </a:lnTo>
                  <a:lnTo>
                    <a:pt x="97" y="26"/>
                  </a:lnTo>
                  <a:lnTo>
                    <a:pt x="94" y="26"/>
                  </a:lnTo>
                  <a:lnTo>
                    <a:pt x="94" y="29"/>
                  </a:lnTo>
                  <a:lnTo>
                    <a:pt x="94" y="26"/>
                  </a:lnTo>
                  <a:lnTo>
                    <a:pt x="92" y="26"/>
                  </a:lnTo>
                  <a:lnTo>
                    <a:pt x="92" y="26"/>
                  </a:lnTo>
                  <a:lnTo>
                    <a:pt x="89" y="26"/>
                  </a:lnTo>
                  <a:lnTo>
                    <a:pt x="89" y="26"/>
                  </a:lnTo>
                  <a:lnTo>
                    <a:pt x="89" y="26"/>
                  </a:lnTo>
                  <a:lnTo>
                    <a:pt x="89" y="26"/>
                  </a:lnTo>
                  <a:lnTo>
                    <a:pt x="89" y="26"/>
                  </a:lnTo>
                  <a:lnTo>
                    <a:pt x="89" y="29"/>
                  </a:lnTo>
                  <a:lnTo>
                    <a:pt x="89" y="29"/>
                  </a:lnTo>
                  <a:lnTo>
                    <a:pt x="87" y="31"/>
                  </a:lnTo>
                  <a:lnTo>
                    <a:pt x="87" y="31"/>
                  </a:lnTo>
                  <a:lnTo>
                    <a:pt x="87" y="29"/>
                  </a:lnTo>
                  <a:lnTo>
                    <a:pt x="87" y="29"/>
                  </a:lnTo>
                  <a:lnTo>
                    <a:pt x="87" y="26"/>
                  </a:lnTo>
                  <a:lnTo>
                    <a:pt x="87" y="26"/>
                  </a:lnTo>
                  <a:lnTo>
                    <a:pt x="85" y="26"/>
                  </a:lnTo>
                  <a:lnTo>
                    <a:pt x="85" y="26"/>
                  </a:lnTo>
                  <a:lnTo>
                    <a:pt x="85" y="26"/>
                  </a:lnTo>
                  <a:lnTo>
                    <a:pt x="80" y="29"/>
                  </a:lnTo>
                  <a:lnTo>
                    <a:pt x="78" y="31"/>
                  </a:lnTo>
                  <a:lnTo>
                    <a:pt x="78" y="31"/>
                  </a:lnTo>
                  <a:lnTo>
                    <a:pt x="75" y="33"/>
                  </a:lnTo>
                  <a:lnTo>
                    <a:pt x="75" y="31"/>
                  </a:lnTo>
                  <a:lnTo>
                    <a:pt x="73" y="31"/>
                  </a:lnTo>
                  <a:lnTo>
                    <a:pt x="73" y="31"/>
                  </a:lnTo>
                  <a:lnTo>
                    <a:pt x="71" y="31"/>
                  </a:lnTo>
                  <a:lnTo>
                    <a:pt x="68" y="36"/>
                  </a:lnTo>
                  <a:lnTo>
                    <a:pt x="66" y="36"/>
                  </a:lnTo>
                  <a:lnTo>
                    <a:pt x="63" y="36"/>
                  </a:lnTo>
                  <a:lnTo>
                    <a:pt x="56" y="38"/>
                  </a:lnTo>
                  <a:lnTo>
                    <a:pt x="56" y="38"/>
                  </a:lnTo>
                  <a:lnTo>
                    <a:pt x="56" y="41"/>
                  </a:lnTo>
                  <a:lnTo>
                    <a:pt x="56" y="43"/>
                  </a:lnTo>
                  <a:lnTo>
                    <a:pt x="56" y="43"/>
                  </a:lnTo>
                  <a:lnTo>
                    <a:pt x="56" y="45"/>
                  </a:lnTo>
                  <a:lnTo>
                    <a:pt x="56" y="48"/>
                  </a:lnTo>
                  <a:lnTo>
                    <a:pt x="54" y="50"/>
                  </a:lnTo>
                  <a:lnTo>
                    <a:pt x="54" y="50"/>
                  </a:lnTo>
                  <a:lnTo>
                    <a:pt x="54" y="52"/>
                  </a:lnTo>
                  <a:lnTo>
                    <a:pt x="52" y="55"/>
                  </a:lnTo>
                  <a:lnTo>
                    <a:pt x="47" y="52"/>
                  </a:lnTo>
                  <a:lnTo>
                    <a:pt x="44" y="55"/>
                  </a:lnTo>
                  <a:lnTo>
                    <a:pt x="42" y="55"/>
                  </a:lnTo>
                  <a:lnTo>
                    <a:pt x="40" y="55"/>
                  </a:lnTo>
                  <a:lnTo>
                    <a:pt x="40" y="55"/>
                  </a:lnTo>
                  <a:lnTo>
                    <a:pt x="37" y="55"/>
                  </a:lnTo>
                  <a:lnTo>
                    <a:pt x="35" y="55"/>
                  </a:lnTo>
                  <a:lnTo>
                    <a:pt x="35" y="55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28" y="52"/>
                  </a:lnTo>
                  <a:lnTo>
                    <a:pt x="28" y="52"/>
                  </a:lnTo>
                  <a:lnTo>
                    <a:pt x="28" y="52"/>
                  </a:lnTo>
                  <a:lnTo>
                    <a:pt x="28" y="55"/>
                  </a:lnTo>
                  <a:lnTo>
                    <a:pt x="28" y="55"/>
                  </a:lnTo>
                  <a:lnTo>
                    <a:pt x="28" y="55"/>
                  </a:lnTo>
                  <a:lnTo>
                    <a:pt x="30" y="57"/>
                  </a:lnTo>
                  <a:lnTo>
                    <a:pt x="28" y="57"/>
                  </a:lnTo>
                  <a:lnTo>
                    <a:pt x="28" y="59"/>
                  </a:lnTo>
                  <a:lnTo>
                    <a:pt x="28" y="59"/>
                  </a:lnTo>
                  <a:lnTo>
                    <a:pt x="28" y="62"/>
                  </a:lnTo>
                  <a:lnTo>
                    <a:pt x="28" y="62"/>
                  </a:lnTo>
                  <a:lnTo>
                    <a:pt x="28" y="62"/>
                  </a:lnTo>
                  <a:lnTo>
                    <a:pt x="28" y="64"/>
                  </a:lnTo>
                  <a:lnTo>
                    <a:pt x="28" y="64"/>
                  </a:lnTo>
                  <a:lnTo>
                    <a:pt x="30" y="64"/>
                  </a:lnTo>
                  <a:lnTo>
                    <a:pt x="30" y="64"/>
                  </a:lnTo>
                  <a:lnTo>
                    <a:pt x="30" y="67"/>
                  </a:lnTo>
                  <a:lnTo>
                    <a:pt x="28" y="67"/>
                  </a:lnTo>
                  <a:lnTo>
                    <a:pt x="28" y="67"/>
                  </a:lnTo>
                  <a:lnTo>
                    <a:pt x="28" y="69"/>
                  </a:lnTo>
                  <a:lnTo>
                    <a:pt x="28" y="74"/>
                  </a:lnTo>
                  <a:lnTo>
                    <a:pt x="26" y="74"/>
                  </a:lnTo>
                  <a:lnTo>
                    <a:pt x="26" y="76"/>
                  </a:lnTo>
                  <a:lnTo>
                    <a:pt x="23" y="76"/>
                  </a:lnTo>
                  <a:lnTo>
                    <a:pt x="23" y="76"/>
                  </a:lnTo>
                  <a:lnTo>
                    <a:pt x="23" y="78"/>
                  </a:lnTo>
                  <a:lnTo>
                    <a:pt x="23" y="78"/>
                  </a:lnTo>
                  <a:lnTo>
                    <a:pt x="23" y="81"/>
                  </a:lnTo>
                  <a:lnTo>
                    <a:pt x="23" y="83"/>
                  </a:lnTo>
                  <a:lnTo>
                    <a:pt x="23" y="83"/>
                  </a:lnTo>
                  <a:lnTo>
                    <a:pt x="23" y="86"/>
                  </a:lnTo>
                  <a:lnTo>
                    <a:pt x="23" y="86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6" y="90"/>
                  </a:lnTo>
                  <a:lnTo>
                    <a:pt x="26" y="90"/>
                  </a:lnTo>
                  <a:lnTo>
                    <a:pt x="26" y="93"/>
                  </a:lnTo>
                  <a:lnTo>
                    <a:pt x="26" y="93"/>
                  </a:lnTo>
                  <a:lnTo>
                    <a:pt x="28" y="95"/>
                  </a:lnTo>
                  <a:lnTo>
                    <a:pt x="28" y="97"/>
                  </a:lnTo>
                  <a:lnTo>
                    <a:pt x="26" y="97"/>
                  </a:lnTo>
                  <a:lnTo>
                    <a:pt x="23" y="100"/>
                  </a:lnTo>
                  <a:lnTo>
                    <a:pt x="23" y="102"/>
                  </a:lnTo>
                  <a:lnTo>
                    <a:pt x="21" y="107"/>
                  </a:lnTo>
                  <a:lnTo>
                    <a:pt x="18" y="114"/>
                  </a:lnTo>
                  <a:lnTo>
                    <a:pt x="16" y="121"/>
                  </a:lnTo>
                  <a:lnTo>
                    <a:pt x="16" y="123"/>
                  </a:lnTo>
                  <a:lnTo>
                    <a:pt x="11" y="126"/>
                  </a:lnTo>
                  <a:lnTo>
                    <a:pt x="11" y="128"/>
                  </a:lnTo>
                  <a:lnTo>
                    <a:pt x="9" y="138"/>
                  </a:lnTo>
                  <a:lnTo>
                    <a:pt x="9" y="140"/>
                  </a:lnTo>
                  <a:lnTo>
                    <a:pt x="9" y="142"/>
                  </a:lnTo>
                  <a:lnTo>
                    <a:pt x="7" y="145"/>
                  </a:lnTo>
                  <a:lnTo>
                    <a:pt x="7" y="145"/>
                  </a:lnTo>
                  <a:lnTo>
                    <a:pt x="4" y="154"/>
                  </a:lnTo>
                  <a:lnTo>
                    <a:pt x="2" y="154"/>
                  </a:lnTo>
                  <a:lnTo>
                    <a:pt x="0" y="159"/>
                  </a:lnTo>
                  <a:lnTo>
                    <a:pt x="0" y="159"/>
                  </a:lnTo>
                  <a:lnTo>
                    <a:pt x="0" y="161"/>
                  </a:lnTo>
                  <a:lnTo>
                    <a:pt x="0" y="166"/>
                  </a:lnTo>
                  <a:lnTo>
                    <a:pt x="0" y="175"/>
                  </a:lnTo>
                  <a:lnTo>
                    <a:pt x="0" y="178"/>
                  </a:lnTo>
                  <a:lnTo>
                    <a:pt x="2" y="185"/>
                  </a:lnTo>
                  <a:lnTo>
                    <a:pt x="2" y="190"/>
                  </a:lnTo>
                  <a:lnTo>
                    <a:pt x="2" y="197"/>
                  </a:lnTo>
                  <a:lnTo>
                    <a:pt x="4" y="209"/>
                  </a:lnTo>
                  <a:lnTo>
                    <a:pt x="4" y="209"/>
                  </a:lnTo>
                  <a:lnTo>
                    <a:pt x="7" y="206"/>
                  </a:lnTo>
                  <a:lnTo>
                    <a:pt x="7" y="206"/>
                  </a:lnTo>
                  <a:lnTo>
                    <a:pt x="7" y="206"/>
                  </a:lnTo>
                  <a:lnTo>
                    <a:pt x="9" y="206"/>
                  </a:lnTo>
                  <a:lnTo>
                    <a:pt x="9" y="206"/>
                  </a:lnTo>
                  <a:lnTo>
                    <a:pt x="11" y="204"/>
                  </a:lnTo>
                  <a:lnTo>
                    <a:pt x="11" y="204"/>
                  </a:lnTo>
                  <a:lnTo>
                    <a:pt x="14" y="204"/>
                  </a:lnTo>
                  <a:lnTo>
                    <a:pt x="14" y="204"/>
                  </a:lnTo>
                  <a:lnTo>
                    <a:pt x="16" y="204"/>
                  </a:lnTo>
                  <a:lnTo>
                    <a:pt x="16" y="204"/>
                  </a:lnTo>
                  <a:lnTo>
                    <a:pt x="18" y="204"/>
                  </a:lnTo>
                  <a:lnTo>
                    <a:pt x="21" y="204"/>
                  </a:lnTo>
                  <a:lnTo>
                    <a:pt x="26" y="206"/>
                  </a:lnTo>
                  <a:lnTo>
                    <a:pt x="26" y="206"/>
                  </a:lnTo>
                  <a:lnTo>
                    <a:pt x="28" y="206"/>
                  </a:lnTo>
                  <a:lnTo>
                    <a:pt x="28" y="206"/>
                  </a:lnTo>
                  <a:lnTo>
                    <a:pt x="28" y="206"/>
                  </a:lnTo>
                  <a:lnTo>
                    <a:pt x="28" y="209"/>
                  </a:lnTo>
                  <a:lnTo>
                    <a:pt x="30" y="209"/>
                  </a:lnTo>
                  <a:lnTo>
                    <a:pt x="30" y="209"/>
                  </a:lnTo>
                  <a:lnTo>
                    <a:pt x="30" y="209"/>
                  </a:lnTo>
                  <a:lnTo>
                    <a:pt x="30" y="206"/>
                  </a:lnTo>
                  <a:lnTo>
                    <a:pt x="30" y="206"/>
                  </a:lnTo>
                  <a:lnTo>
                    <a:pt x="33" y="206"/>
                  </a:lnTo>
                  <a:lnTo>
                    <a:pt x="33" y="206"/>
                  </a:lnTo>
                  <a:lnTo>
                    <a:pt x="33" y="206"/>
                  </a:lnTo>
                  <a:lnTo>
                    <a:pt x="33" y="206"/>
                  </a:lnTo>
                  <a:lnTo>
                    <a:pt x="35" y="204"/>
                  </a:lnTo>
                  <a:lnTo>
                    <a:pt x="35" y="204"/>
                  </a:lnTo>
                  <a:lnTo>
                    <a:pt x="35" y="201"/>
                  </a:lnTo>
                  <a:lnTo>
                    <a:pt x="35" y="201"/>
                  </a:lnTo>
                  <a:lnTo>
                    <a:pt x="35" y="199"/>
                  </a:lnTo>
                  <a:lnTo>
                    <a:pt x="35" y="199"/>
                  </a:lnTo>
                  <a:lnTo>
                    <a:pt x="37" y="197"/>
                  </a:lnTo>
                  <a:lnTo>
                    <a:pt x="40" y="197"/>
                  </a:lnTo>
                  <a:lnTo>
                    <a:pt x="42" y="197"/>
                  </a:lnTo>
                  <a:lnTo>
                    <a:pt x="44" y="197"/>
                  </a:lnTo>
                  <a:lnTo>
                    <a:pt x="44" y="197"/>
                  </a:lnTo>
                  <a:lnTo>
                    <a:pt x="47" y="199"/>
                  </a:lnTo>
                  <a:lnTo>
                    <a:pt x="47" y="199"/>
                  </a:lnTo>
                  <a:lnTo>
                    <a:pt x="49" y="201"/>
                  </a:lnTo>
                  <a:lnTo>
                    <a:pt x="49" y="201"/>
                  </a:lnTo>
                  <a:lnTo>
                    <a:pt x="52" y="204"/>
                  </a:lnTo>
                  <a:lnTo>
                    <a:pt x="52" y="204"/>
                  </a:lnTo>
                  <a:lnTo>
                    <a:pt x="52" y="204"/>
                  </a:lnTo>
                  <a:lnTo>
                    <a:pt x="52" y="206"/>
                  </a:lnTo>
                  <a:lnTo>
                    <a:pt x="52" y="206"/>
                  </a:lnTo>
                  <a:lnTo>
                    <a:pt x="54" y="209"/>
                  </a:lnTo>
                  <a:lnTo>
                    <a:pt x="54" y="209"/>
                  </a:lnTo>
                  <a:lnTo>
                    <a:pt x="54" y="209"/>
                  </a:lnTo>
                  <a:lnTo>
                    <a:pt x="54" y="211"/>
                  </a:lnTo>
                  <a:lnTo>
                    <a:pt x="54" y="211"/>
                  </a:lnTo>
                  <a:lnTo>
                    <a:pt x="56" y="211"/>
                  </a:lnTo>
                  <a:lnTo>
                    <a:pt x="56" y="211"/>
                  </a:lnTo>
                  <a:lnTo>
                    <a:pt x="56" y="211"/>
                  </a:lnTo>
                  <a:lnTo>
                    <a:pt x="56" y="213"/>
                  </a:lnTo>
                  <a:lnTo>
                    <a:pt x="56" y="213"/>
                  </a:lnTo>
                  <a:lnTo>
                    <a:pt x="56" y="213"/>
                  </a:lnTo>
                  <a:lnTo>
                    <a:pt x="56" y="216"/>
                  </a:lnTo>
                  <a:lnTo>
                    <a:pt x="59" y="216"/>
                  </a:lnTo>
                  <a:lnTo>
                    <a:pt x="59" y="216"/>
                  </a:lnTo>
                  <a:lnTo>
                    <a:pt x="59" y="216"/>
                  </a:lnTo>
                  <a:lnTo>
                    <a:pt x="61" y="211"/>
                  </a:lnTo>
                  <a:lnTo>
                    <a:pt x="63" y="204"/>
                  </a:lnTo>
                  <a:lnTo>
                    <a:pt x="68" y="197"/>
                  </a:lnTo>
                  <a:lnTo>
                    <a:pt x="71" y="187"/>
                  </a:lnTo>
                  <a:lnTo>
                    <a:pt x="75" y="180"/>
                  </a:lnTo>
                  <a:lnTo>
                    <a:pt x="78" y="173"/>
                  </a:lnTo>
                  <a:lnTo>
                    <a:pt x="78" y="175"/>
                  </a:lnTo>
                  <a:lnTo>
                    <a:pt x="78" y="175"/>
                  </a:lnTo>
                  <a:lnTo>
                    <a:pt x="80" y="178"/>
                  </a:lnTo>
                  <a:lnTo>
                    <a:pt x="80" y="178"/>
                  </a:lnTo>
                  <a:lnTo>
                    <a:pt x="80" y="178"/>
                  </a:lnTo>
                  <a:lnTo>
                    <a:pt x="80" y="178"/>
                  </a:lnTo>
                  <a:lnTo>
                    <a:pt x="80" y="178"/>
                  </a:lnTo>
                  <a:lnTo>
                    <a:pt x="80" y="178"/>
                  </a:lnTo>
                  <a:lnTo>
                    <a:pt x="80" y="180"/>
                  </a:lnTo>
                  <a:lnTo>
                    <a:pt x="80" y="180"/>
                  </a:lnTo>
                  <a:lnTo>
                    <a:pt x="80" y="180"/>
                  </a:lnTo>
                  <a:lnTo>
                    <a:pt x="80" y="180"/>
                  </a:lnTo>
                  <a:lnTo>
                    <a:pt x="82" y="180"/>
                  </a:lnTo>
                  <a:lnTo>
                    <a:pt x="82" y="180"/>
                  </a:lnTo>
                  <a:lnTo>
                    <a:pt x="82" y="180"/>
                  </a:lnTo>
                  <a:lnTo>
                    <a:pt x="82" y="183"/>
                  </a:lnTo>
                  <a:lnTo>
                    <a:pt x="82" y="183"/>
                  </a:lnTo>
                  <a:lnTo>
                    <a:pt x="82" y="183"/>
                  </a:lnTo>
                  <a:lnTo>
                    <a:pt x="89" y="185"/>
                  </a:lnTo>
                  <a:lnTo>
                    <a:pt x="89" y="185"/>
                  </a:lnTo>
                  <a:lnTo>
                    <a:pt x="94" y="185"/>
                  </a:lnTo>
                  <a:lnTo>
                    <a:pt x="94" y="185"/>
                  </a:lnTo>
                  <a:lnTo>
                    <a:pt x="94" y="185"/>
                  </a:lnTo>
                  <a:lnTo>
                    <a:pt x="97" y="185"/>
                  </a:lnTo>
                  <a:lnTo>
                    <a:pt x="97" y="187"/>
                  </a:lnTo>
                  <a:lnTo>
                    <a:pt x="97" y="187"/>
                  </a:lnTo>
                  <a:lnTo>
                    <a:pt x="97" y="187"/>
                  </a:lnTo>
                  <a:lnTo>
                    <a:pt x="97" y="190"/>
                  </a:lnTo>
                  <a:lnTo>
                    <a:pt x="97" y="190"/>
                  </a:lnTo>
                  <a:lnTo>
                    <a:pt x="99" y="190"/>
                  </a:lnTo>
                  <a:lnTo>
                    <a:pt x="99" y="190"/>
                  </a:lnTo>
                  <a:lnTo>
                    <a:pt x="99" y="190"/>
                  </a:lnTo>
                  <a:lnTo>
                    <a:pt x="99" y="192"/>
                  </a:lnTo>
                  <a:lnTo>
                    <a:pt x="99" y="194"/>
                  </a:lnTo>
                  <a:lnTo>
                    <a:pt x="101" y="194"/>
                  </a:lnTo>
                  <a:lnTo>
                    <a:pt x="101" y="194"/>
                  </a:lnTo>
                  <a:lnTo>
                    <a:pt x="104" y="197"/>
                  </a:lnTo>
                  <a:lnTo>
                    <a:pt x="104" y="197"/>
                  </a:lnTo>
                  <a:lnTo>
                    <a:pt x="104" y="199"/>
                  </a:lnTo>
                  <a:lnTo>
                    <a:pt x="106" y="199"/>
                  </a:lnTo>
                  <a:lnTo>
                    <a:pt x="106" y="199"/>
                  </a:lnTo>
                  <a:lnTo>
                    <a:pt x="106" y="199"/>
                  </a:lnTo>
                  <a:lnTo>
                    <a:pt x="106" y="199"/>
                  </a:lnTo>
                  <a:lnTo>
                    <a:pt x="108" y="199"/>
                  </a:lnTo>
                  <a:lnTo>
                    <a:pt x="113" y="199"/>
                  </a:lnTo>
                  <a:lnTo>
                    <a:pt x="115" y="199"/>
                  </a:lnTo>
                  <a:lnTo>
                    <a:pt x="118" y="197"/>
                  </a:lnTo>
                  <a:lnTo>
                    <a:pt x="120" y="197"/>
                  </a:lnTo>
                  <a:lnTo>
                    <a:pt x="120" y="197"/>
                  </a:lnTo>
                  <a:lnTo>
                    <a:pt x="123" y="197"/>
                  </a:lnTo>
                  <a:lnTo>
                    <a:pt x="123" y="197"/>
                  </a:lnTo>
                  <a:lnTo>
                    <a:pt x="123" y="197"/>
                  </a:lnTo>
                  <a:lnTo>
                    <a:pt x="127" y="194"/>
                  </a:lnTo>
                  <a:lnTo>
                    <a:pt x="130" y="194"/>
                  </a:lnTo>
                  <a:lnTo>
                    <a:pt x="130" y="194"/>
                  </a:lnTo>
                  <a:lnTo>
                    <a:pt x="132" y="192"/>
                  </a:lnTo>
                  <a:lnTo>
                    <a:pt x="134" y="192"/>
                  </a:lnTo>
                  <a:lnTo>
                    <a:pt x="134" y="192"/>
                  </a:lnTo>
                  <a:lnTo>
                    <a:pt x="137" y="190"/>
                  </a:lnTo>
                  <a:lnTo>
                    <a:pt x="137" y="190"/>
                  </a:lnTo>
                  <a:lnTo>
                    <a:pt x="137" y="187"/>
                  </a:lnTo>
                  <a:lnTo>
                    <a:pt x="137" y="187"/>
                  </a:lnTo>
                  <a:lnTo>
                    <a:pt x="137" y="187"/>
                  </a:lnTo>
                  <a:lnTo>
                    <a:pt x="137" y="187"/>
                  </a:lnTo>
                  <a:lnTo>
                    <a:pt x="139" y="187"/>
                  </a:lnTo>
                  <a:lnTo>
                    <a:pt x="141" y="187"/>
                  </a:lnTo>
                  <a:lnTo>
                    <a:pt x="141" y="187"/>
                  </a:lnTo>
                  <a:lnTo>
                    <a:pt x="141" y="187"/>
                  </a:lnTo>
                  <a:lnTo>
                    <a:pt x="144" y="190"/>
                  </a:lnTo>
                  <a:lnTo>
                    <a:pt x="144" y="190"/>
                  </a:lnTo>
                  <a:lnTo>
                    <a:pt x="144" y="192"/>
                  </a:lnTo>
                  <a:lnTo>
                    <a:pt x="146" y="197"/>
                  </a:lnTo>
                  <a:lnTo>
                    <a:pt x="149" y="199"/>
                  </a:lnTo>
                  <a:lnTo>
                    <a:pt x="149" y="199"/>
                  </a:lnTo>
                  <a:lnTo>
                    <a:pt x="151" y="197"/>
                  </a:lnTo>
                  <a:lnTo>
                    <a:pt x="151" y="194"/>
                  </a:lnTo>
                  <a:lnTo>
                    <a:pt x="151" y="194"/>
                  </a:lnTo>
                  <a:lnTo>
                    <a:pt x="156" y="197"/>
                  </a:lnTo>
                  <a:lnTo>
                    <a:pt x="156" y="197"/>
                  </a:lnTo>
                  <a:lnTo>
                    <a:pt x="160" y="194"/>
                  </a:lnTo>
                  <a:lnTo>
                    <a:pt x="163" y="194"/>
                  </a:lnTo>
                  <a:lnTo>
                    <a:pt x="163" y="192"/>
                  </a:lnTo>
                  <a:lnTo>
                    <a:pt x="163" y="192"/>
                  </a:lnTo>
                  <a:lnTo>
                    <a:pt x="165" y="192"/>
                  </a:lnTo>
                  <a:lnTo>
                    <a:pt x="165" y="192"/>
                  </a:lnTo>
                  <a:lnTo>
                    <a:pt x="168" y="192"/>
                  </a:lnTo>
                  <a:lnTo>
                    <a:pt x="168" y="194"/>
                  </a:lnTo>
                  <a:lnTo>
                    <a:pt x="168" y="194"/>
                  </a:lnTo>
                  <a:lnTo>
                    <a:pt x="168" y="194"/>
                  </a:lnTo>
                  <a:lnTo>
                    <a:pt x="172" y="194"/>
                  </a:lnTo>
                  <a:lnTo>
                    <a:pt x="172" y="194"/>
                  </a:lnTo>
                  <a:lnTo>
                    <a:pt x="175" y="194"/>
                  </a:lnTo>
                  <a:lnTo>
                    <a:pt x="175" y="194"/>
                  </a:lnTo>
                  <a:lnTo>
                    <a:pt x="177" y="194"/>
                  </a:lnTo>
                  <a:lnTo>
                    <a:pt x="179" y="194"/>
                  </a:lnTo>
                  <a:lnTo>
                    <a:pt x="179" y="197"/>
                  </a:lnTo>
                  <a:lnTo>
                    <a:pt x="184" y="199"/>
                  </a:lnTo>
                  <a:lnTo>
                    <a:pt x="184" y="199"/>
                  </a:lnTo>
                  <a:lnTo>
                    <a:pt x="184" y="199"/>
                  </a:lnTo>
                  <a:lnTo>
                    <a:pt x="186" y="199"/>
                  </a:lnTo>
                  <a:lnTo>
                    <a:pt x="189" y="197"/>
                  </a:lnTo>
                  <a:lnTo>
                    <a:pt x="189" y="197"/>
                  </a:lnTo>
                  <a:lnTo>
                    <a:pt x="189" y="197"/>
                  </a:lnTo>
                  <a:lnTo>
                    <a:pt x="191" y="197"/>
                  </a:lnTo>
                  <a:lnTo>
                    <a:pt x="191" y="197"/>
                  </a:lnTo>
                  <a:lnTo>
                    <a:pt x="194" y="197"/>
                  </a:lnTo>
                  <a:lnTo>
                    <a:pt x="196" y="197"/>
                  </a:lnTo>
                  <a:lnTo>
                    <a:pt x="201" y="197"/>
                  </a:lnTo>
                  <a:lnTo>
                    <a:pt x="203" y="199"/>
                  </a:lnTo>
                  <a:lnTo>
                    <a:pt x="205" y="199"/>
                  </a:lnTo>
                  <a:lnTo>
                    <a:pt x="208" y="204"/>
                  </a:lnTo>
                  <a:lnTo>
                    <a:pt x="212" y="206"/>
                  </a:lnTo>
                  <a:lnTo>
                    <a:pt x="215" y="209"/>
                  </a:lnTo>
                  <a:lnTo>
                    <a:pt x="222" y="211"/>
                  </a:lnTo>
                  <a:lnTo>
                    <a:pt x="222" y="211"/>
                  </a:lnTo>
                  <a:lnTo>
                    <a:pt x="227" y="213"/>
                  </a:lnTo>
                  <a:lnTo>
                    <a:pt x="231" y="213"/>
                  </a:lnTo>
                  <a:lnTo>
                    <a:pt x="234" y="216"/>
                  </a:lnTo>
                  <a:lnTo>
                    <a:pt x="241" y="223"/>
                  </a:lnTo>
                  <a:lnTo>
                    <a:pt x="246" y="230"/>
                  </a:lnTo>
                  <a:lnTo>
                    <a:pt x="250" y="237"/>
                  </a:lnTo>
                  <a:lnTo>
                    <a:pt x="253" y="244"/>
                  </a:lnTo>
                  <a:lnTo>
                    <a:pt x="255" y="244"/>
                  </a:lnTo>
                  <a:lnTo>
                    <a:pt x="262" y="249"/>
                  </a:lnTo>
                  <a:lnTo>
                    <a:pt x="272" y="256"/>
                  </a:lnTo>
                  <a:lnTo>
                    <a:pt x="276" y="261"/>
                  </a:lnTo>
                  <a:lnTo>
                    <a:pt x="281" y="263"/>
                  </a:lnTo>
                  <a:lnTo>
                    <a:pt x="283" y="265"/>
                  </a:lnTo>
                  <a:lnTo>
                    <a:pt x="286" y="268"/>
                  </a:lnTo>
                  <a:lnTo>
                    <a:pt x="286" y="270"/>
                  </a:lnTo>
                  <a:lnTo>
                    <a:pt x="291" y="280"/>
                  </a:lnTo>
                  <a:lnTo>
                    <a:pt x="293" y="284"/>
                  </a:lnTo>
                  <a:lnTo>
                    <a:pt x="298" y="287"/>
                  </a:lnTo>
                  <a:lnTo>
                    <a:pt x="300" y="287"/>
                  </a:lnTo>
                  <a:lnTo>
                    <a:pt x="305" y="289"/>
                  </a:lnTo>
                  <a:lnTo>
                    <a:pt x="307" y="291"/>
                  </a:lnTo>
                  <a:lnTo>
                    <a:pt x="309" y="296"/>
                  </a:lnTo>
                  <a:lnTo>
                    <a:pt x="314" y="303"/>
                  </a:lnTo>
                  <a:lnTo>
                    <a:pt x="317" y="306"/>
                  </a:lnTo>
                  <a:lnTo>
                    <a:pt x="319" y="303"/>
                  </a:lnTo>
                  <a:lnTo>
                    <a:pt x="321" y="303"/>
                  </a:lnTo>
                  <a:lnTo>
                    <a:pt x="321" y="303"/>
                  </a:lnTo>
                  <a:lnTo>
                    <a:pt x="324" y="303"/>
                  </a:lnTo>
                  <a:lnTo>
                    <a:pt x="333" y="313"/>
                  </a:lnTo>
                  <a:lnTo>
                    <a:pt x="333" y="310"/>
                  </a:lnTo>
                  <a:lnTo>
                    <a:pt x="333" y="310"/>
                  </a:lnTo>
                  <a:lnTo>
                    <a:pt x="336" y="310"/>
                  </a:lnTo>
                  <a:lnTo>
                    <a:pt x="336" y="308"/>
                  </a:lnTo>
                  <a:lnTo>
                    <a:pt x="338" y="308"/>
                  </a:lnTo>
                  <a:lnTo>
                    <a:pt x="338" y="308"/>
                  </a:lnTo>
                  <a:lnTo>
                    <a:pt x="340" y="308"/>
                  </a:lnTo>
                  <a:lnTo>
                    <a:pt x="340" y="306"/>
                  </a:lnTo>
                  <a:lnTo>
                    <a:pt x="338" y="306"/>
                  </a:lnTo>
                  <a:lnTo>
                    <a:pt x="338" y="303"/>
                  </a:lnTo>
                  <a:lnTo>
                    <a:pt x="340" y="301"/>
                  </a:lnTo>
                  <a:lnTo>
                    <a:pt x="343" y="299"/>
                  </a:lnTo>
                  <a:lnTo>
                    <a:pt x="343" y="296"/>
                  </a:lnTo>
                  <a:lnTo>
                    <a:pt x="343" y="296"/>
                  </a:lnTo>
                  <a:lnTo>
                    <a:pt x="345" y="299"/>
                  </a:lnTo>
                  <a:lnTo>
                    <a:pt x="345" y="299"/>
                  </a:lnTo>
                  <a:lnTo>
                    <a:pt x="357" y="294"/>
                  </a:lnTo>
                  <a:lnTo>
                    <a:pt x="357" y="291"/>
                  </a:lnTo>
                  <a:lnTo>
                    <a:pt x="354" y="289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49">
              <a:extLst>
                <a:ext uri="{FF2B5EF4-FFF2-40B4-BE49-F238E27FC236}">
                  <a16:creationId xmlns:a16="http://schemas.microsoft.com/office/drawing/2014/main" id="{CC3F223A-169E-F621-C4BA-25E389B7B5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03836" y="3074375"/>
              <a:ext cx="392230" cy="355300"/>
            </a:xfrm>
            <a:custGeom>
              <a:avLst/>
              <a:gdLst>
                <a:gd name="T0" fmla="*/ 178 w 308"/>
                <a:gd name="T1" fmla="*/ 2 h 279"/>
                <a:gd name="T2" fmla="*/ 173 w 308"/>
                <a:gd name="T3" fmla="*/ 2 h 279"/>
                <a:gd name="T4" fmla="*/ 168 w 308"/>
                <a:gd name="T5" fmla="*/ 2 h 279"/>
                <a:gd name="T6" fmla="*/ 164 w 308"/>
                <a:gd name="T7" fmla="*/ 2 h 279"/>
                <a:gd name="T8" fmla="*/ 161 w 308"/>
                <a:gd name="T9" fmla="*/ 14 h 279"/>
                <a:gd name="T10" fmla="*/ 159 w 308"/>
                <a:gd name="T11" fmla="*/ 16 h 279"/>
                <a:gd name="T12" fmla="*/ 157 w 308"/>
                <a:gd name="T13" fmla="*/ 16 h 279"/>
                <a:gd name="T14" fmla="*/ 154 w 308"/>
                <a:gd name="T15" fmla="*/ 19 h 279"/>
                <a:gd name="T16" fmla="*/ 152 w 308"/>
                <a:gd name="T17" fmla="*/ 24 h 279"/>
                <a:gd name="T18" fmla="*/ 152 w 308"/>
                <a:gd name="T19" fmla="*/ 26 h 279"/>
                <a:gd name="T20" fmla="*/ 157 w 308"/>
                <a:gd name="T21" fmla="*/ 28 h 279"/>
                <a:gd name="T22" fmla="*/ 159 w 308"/>
                <a:gd name="T23" fmla="*/ 31 h 279"/>
                <a:gd name="T24" fmla="*/ 164 w 308"/>
                <a:gd name="T25" fmla="*/ 31 h 279"/>
                <a:gd name="T26" fmla="*/ 166 w 308"/>
                <a:gd name="T27" fmla="*/ 31 h 279"/>
                <a:gd name="T28" fmla="*/ 171 w 308"/>
                <a:gd name="T29" fmla="*/ 24 h 279"/>
                <a:gd name="T30" fmla="*/ 173 w 308"/>
                <a:gd name="T31" fmla="*/ 19 h 279"/>
                <a:gd name="T32" fmla="*/ 175 w 308"/>
                <a:gd name="T33" fmla="*/ 14 h 279"/>
                <a:gd name="T34" fmla="*/ 180 w 308"/>
                <a:gd name="T35" fmla="*/ 9 h 279"/>
                <a:gd name="T36" fmla="*/ 180 w 308"/>
                <a:gd name="T37" fmla="*/ 7 h 279"/>
                <a:gd name="T38" fmla="*/ 0 w 308"/>
                <a:gd name="T39" fmla="*/ 277 h 279"/>
                <a:gd name="T40" fmla="*/ 0 w 308"/>
                <a:gd name="T41" fmla="*/ 279 h 279"/>
                <a:gd name="T42" fmla="*/ 3 w 308"/>
                <a:gd name="T43" fmla="*/ 277 h 279"/>
                <a:gd name="T44" fmla="*/ 308 w 308"/>
                <a:gd name="T45" fmla="*/ 121 h 279"/>
                <a:gd name="T46" fmla="*/ 306 w 308"/>
                <a:gd name="T47" fmla="*/ 87 h 279"/>
                <a:gd name="T48" fmla="*/ 258 w 308"/>
                <a:gd name="T49" fmla="*/ 87 h 279"/>
                <a:gd name="T50" fmla="*/ 235 w 308"/>
                <a:gd name="T51" fmla="*/ 85 h 279"/>
                <a:gd name="T52" fmla="*/ 227 w 308"/>
                <a:gd name="T53" fmla="*/ 83 h 279"/>
                <a:gd name="T54" fmla="*/ 225 w 308"/>
                <a:gd name="T55" fmla="*/ 78 h 279"/>
                <a:gd name="T56" fmla="*/ 223 w 308"/>
                <a:gd name="T57" fmla="*/ 78 h 279"/>
                <a:gd name="T58" fmla="*/ 223 w 308"/>
                <a:gd name="T59" fmla="*/ 90 h 279"/>
                <a:gd name="T60" fmla="*/ 223 w 308"/>
                <a:gd name="T61" fmla="*/ 90 h 279"/>
                <a:gd name="T62" fmla="*/ 225 w 308"/>
                <a:gd name="T63" fmla="*/ 97 h 279"/>
                <a:gd name="T64" fmla="*/ 223 w 308"/>
                <a:gd name="T65" fmla="*/ 104 h 279"/>
                <a:gd name="T66" fmla="*/ 223 w 308"/>
                <a:gd name="T67" fmla="*/ 104 h 279"/>
                <a:gd name="T68" fmla="*/ 220 w 308"/>
                <a:gd name="T69" fmla="*/ 106 h 279"/>
                <a:gd name="T70" fmla="*/ 218 w 308"/>
                <a:gd name="T71" fmla="*/ 109 h 279"/>
                <a:gd name="T72" fmla="*/ 216 w 308"/>
                <a:gd name="T73" fmla="*/ 113 h 279"/>
                <a:gd name="T74" fmla="*/ 220 w 308"/>
                <a:gd name="T75" fmla="*/ 116 h 279"/>
                <a:gd name="T76" fmla="*/ 218 w 308"/>
                <a:gd name="T77" fmla="*/ 118 h 279"/>
                <a:gd name="T78" fmla="*/ 216 w 308"/>
                <a:gd name="T79" fmla="*/ 118 h 279"/>
                <a:gd name="T80" fmla="*/ 213 w 308"/>
                <a:gd name="T81" fmla="*/ 121 h 279"/>
                <a:gd name="T82" fmla="*/ 211 w 308"/>
                <a:gd name="T83" fmla="*/ 123 h 279"/>
                <a:gd name="T84" fmla="*/ 206 w 308"/>
                <a:gd name="T85" fmla="*/ 128 h 279"/>
                <a:gd name="T86" fmla="*/ 206 w 308"/>
                <a:gd name="T87" fmla="*/ 132 h 279"/>
                <a:gd name="T88" fmla="*/ 201 w 308"/>
                <a:gd name="T89" fmla="*/ 137 h 279"/>
                <a:gd name="T90" fmla="*/ 201 w 308"/>
                <a:gd name="T91" fmla="*/ 139 h 279"/>
                <a:gd name="T92" fmla="*/ 204 w 308"/>
                <a:gd name="T93" fmla="*/ 142 h 279"/>
                <a:gd name="T94" fmla="*/ 209 w 308"/>
                <a:gd name="T95" fmla="*/ 142 h 279"/>
                <a:gd name="T96" fmla="*/ 211 w 308"/>
                <a:gd name="T97" fmla="*/ 142 h 279"/>
                <a:gd name="T98" fmla="*/ 213 w 308"/>
                <a:gd name="T99" fmla="*/ 147 h 279"/>
                <a:gd name="T100" fmla="*/ 218 w 308"/>
                <a:gd name="T101" fmla="*/ 144 h 279"/>
                <a:gd name="T102" fmla="*/ 220 w 308"/>
                <a:gd name="T103" fmla="*/ 142 h 279"/>
                <a:gd name="T104" fmla="*/ 220 w 308"/>
                <a:gd name="T105" fmla="*/ 144 h 279"/>
                <a:gd name="T106" fmla="*/ 225 w 308"/>
                <a:gd name="T107" fmla="*/ 144 h 279"/>
                <a:gd name="T108" fmla="*/ 227 w 308"/>
                <a:gd name="T109" fmla="*/ 144 h 279"/>
                <a:gd name="T110" fmla="*/ 225 w 308"/>
                <a:gd name="T111" fmla="*/ 144 h 279"/>
                <a:gd name="T112" fmla="*/ 225 w 308"/>
                <a:gd name="T113" fmla="*/ 149 h 279"/>
                <a:gd name="T114" fmla="*/ 227 w 308"/>
                <a:gd name="T115" fmla="*/ 149 h 279"/>
                <a:gd name="T116" fmla="*/ 232 w 308"/>
                <a:gd name="T117" fmla="*/ 151 h 279"/>
                <a:gd name="T118" fmla="*/ 235 w 308"/>
                <a:gd name="T119" fmla="*/ 149 h 279"/>
                <a:gd name="T120" fmla="*/ 244 w 308"/>
                <a:gd name="T121" fmla="*/ 149 h 279"/>
                <a:gd name="T122" fmla="*/ 287 w 308"/>
                <a:gd name="T123" fmla="*/ 149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" h="279">
                  <a:moveTo>
                    <a:pt x="180" y="5"/>
                  </a:moveTo>
                  <a:lnTo>
                    <a:pt x="178" y="2"/>
                  </a:lnTo>
                  <a:lnTo>
                    <a:pt x="178" y="2"/>
                  </a:lnTo>
                  <a:lnTo>
                    <a:pt x="178" y="2"/>
                  </a:lnTo>
                  <a:lnTo>
                    <a:pt x="178" y="2"/>
                  </a:lnTo>
                  <a:lnTo>
                    <a:pt x="175" y="2"/>
                  </a:lnTo>
                  <a:lnTo>
                    <a:pt x="173" y="2"/>
                  </a:lnTo>
                  <a:lnTo>
                    <a:pt x="173" y="2"/>
                  </a:lnTo>
                  <a:lnTo>
                    <a:pt x="171" y="2"/>
                  </a:lnTo>
                  <a:lnTo>
                    <a:pt x="171" y="2"/>
                  </a:lnTo>
                  <a:lnTo>
                    <a:pt x="171" y="2"/>
                  </a:lnTo>
                  <a:lnTo>
                    <a:pt x="168" y="2"/>
                  </a:lnTo>
                  <a:lnTo>
                    <a:pt x="168" y="2"/>
                  </a:lnTo>
                  <a:lnTo>
                    <a:pt x="168" y="0"/>
                  </a:lnTo>
                  <a:lnTo>
                    <a:pt x="166" y="2"/>
                  </a:lnTo>
                  <a:lnTo>
                    <a:pt x="164" y="2"/>
                  </a:lnTo>
                  <a:lnTo>
                    <a:pt x="164" y="5"/>
                  </a:lnTo>
                  <a:lnTo>
                    <a:pt x="161" y="7"/>
                  </a:lnTo>
                  <a:lnTo>
                    <a:pt x="161" y="12"/>
                  </a:lnTo>
                  <a:lnTo>
                    <a:pt x="161" y="14"/>
                  </a:lnTo>
                  <a:lnTo>
                    <a:pt x="161" y="14"/>
                  </a:lnTo>
                  <a:lnTo>
                    <a:pt x="159" y="14"/>
                  </a:lnTo>
                  <a:lnTo>
                    <a:pt x="159" y="14"/>
                  </a:lnTo>
                  <a:lnTo>
                    <a:pt x="159" y="16"/>
                  </a:lnTo>
                  <a:lnTo>
                    <a:pt x="159" y="16"/>
                  </a:lnTo>
                  <a:lnTo>
                    <a:pt x="159" y="16"/>
                  </a:lnTo>
                  <a:lnTo>
                    <a:pt x="159" y="19"/>
                  </a:lnTo>
                  <a:lnTo>
                    <a:pt x="157" y="16"/>
                  </a:lnTo>
                  <a:lnTo>
                    <a:pt x="157" y="16"/>
                  </a:lnTo>
                  <a:lnTo>
                    <a:pt x="154" y="19"/>
                  </a:lnTo>
                  <a:lnTo>
                    <a:pt x="154" y="16"/>
                  </a:lnTo>
                  <a:lnTo>
                    <a:pt x="154" y="19"/>
                  </a:lnTo>
                  <a:lnTo>
                    <a:pt x="152" y="19"/>
                  </a:lnTo>
                  <a:lnTo>
                    <a:pt x="152" y="21"/>
                  </a:lnTo>
                  <a:lnTo>
                    <a:pt x="152" y="24"/>
                  </a:lnTo>
                  <a:lnTo>
                    <a:pt x="152" y="24"/>
                  </a:lnTo>
                  <a:lnTo>
                    <a:pt x="152" y="24"/>
                  </a:lnTo>
                  <a:lnTo>
                    <a:pt x="152" y="24"/>
                  </a:lnTo>
                  <a:lnTo>
                    <a:pt x="152" y="26"/>
                  </a:lnTo>
                  <a:lnTo>
                    <a:pt x="152" y="26"/>
                  </a:lnTo>
                  <a:lnTo>
                    <a:pt x="152" y="28"/>
                  </a:lnTo>
                  <a:lnTo>
                    <a:pt x="154" y="28"/>
                  </a:lnTo>
                  <a:lnTo>
                    <a:pt x="154" y="28"/>
                  </a:lnTo>
                  <a:lnTo>
                    <a:pt x="157" y="28"/>
                  </a:lnTo>
                  <a:lnTo>
                    <a:pt x="157" y="28"/>
                  </a:lnTo>
                  <a:lnTo>
                    <a:pt x="159" y="31"/>
                  </a:lnTo>
                  <a:lnTo>
                    <a:pt x="159" y="31"/>
                  </a:lnTo>
                  <a:lnTo>
                    <a:pt x="159" y="31"/>
                  </a:lnTo>
                  <a:lnTo>
                    <a:pt x="161" y="31"/>
                  </a:lnTo>
                  <a:lnTo>
                    <a:pt x="161" y="28"/>
                  </a:lnTo>
                  <a:lnTo>
                    <a:pt x="161" y="31"/>
                  </a:lnTo>
                  <a:lnTo>
                    <a:pt x="164" y="31"/>
                  </a:lnTo>
                  <a:lnTo>
                    <a:pt x="164" y="31"/>
                  </a:lnTo>
                  <a:lnTo>
                    <a:pt x="164" y="31"/>
                  </a:lnTo>
                  <a:lnTo>
                    <a:pt x="166" y="31"/>
                  </a:lnTo>
                  <a:lnTo>
                    <a:pt x="166" y="31"/>
                  </a:lnTo>
                  <a:lnTo>
                    <a:pt x="166" y="31"/>
                  </a:lnTo>
                  <a:lnTo>
                    <a:pt x="168" y="28"/>
                  </a:lnTo>
                  <a:lnTo>
                    <a:pt x="171" y="26"/>
                  </a:lnTo>
                  <a:lnTo>
                    <a:pt x="171" y="24"/>
                  </a:lnTo>
                  <a:lnTo>
                    <a:pt x="171" y="21"/>
                  </a:lnTo>
                  <a:lnTo>
                    <a:pt x="171" y="21"/>
                  </a:lnTo>
                  <a:lnTo>
                    <a:pt x="173" y="21"/>
                  </a:lnTo>
                  <a:lnTo>
                    <a:pt x="173" y="19"/>
                  </a:lnTo>
                  <a:lnTo>
                    <a:pt x="173" y="19"/>
                  </a:lnTo>
                  <a:lnTo>
                    <a:pt x="173" y="19"/>
                  </a:lnTo>
                  <a:lnTo>
                    <a:pt x="173" y="19"/>
                  </a:lnTo>
                  <a:lnTo>
                    <a:pt x="175" y="14"/>
                  </a:lnTo>
                  <a:lnTo>
                    <a:pt x="175" y="14"/>
                  </a:lnTo>
                  <a:lnTo>
                    <a:pt x="178" y="12"/>
                  </a:lnTo>
                  <a:lnTo>
                    <a:pt x="178" y="12"/>
                  </a:lnTo>
                  <a:lnTo>
                    <a:pt x="180" y="9"/>
                  </a:lnTo>
                  <a:lnTo>
                    <a:pt x="180" y="9"/>
                  </a:lnTo>
                  <a:lnTo>
                    <a:pt x="180" y="7"/>
                  </a:lnTo>
                  <a:lnTo>
                    <a:pt x="180" y="7"/>
                  </a:lnTo>
                  <a:lnTo>
                    <a:pt x="180" y="7"/>
                  </a:lnTo>
                  <a:lnTo>
                    <a:pt x="180" y="5"/>
                  </a:lnTo>
                  <a:lnTo>
                    <a:pt x="180" y="5"/>
                  </a:lnTo>
                  <a:close/>
                  <a:moveTo>
                    <a:pt x="3" y="277"/>
                  </a:moveTo>
                  <a:lnTo>
                    <a:pt x="0" y="277"/>
                  </a:lnTo>
                  <a:lnTo>
                    <a:pt x="0" y="279"/>
                  </a:lnTo>
                  <a:lnTo>
                    <a:pt x="3" y="279"/>
                  </a:lnTo>
                  <a:lnTo>
                    <a:pt x="0" y="279"/>
                  </a:lnTo>
                  <a:lnTo>
                    <a:pt x="0" y="279"/>
                  </a:lnTo>
                  <a:lnTo>
                    <a:pt x="0" y="279"/>
                  </a:lnTo>
                  <a:lnTo>
                    <a:pt x="3" y="279"/>
                  </a:lnTo>
                  <a:lnTo>
                    <a:pt x="3" y="279"/>
                  </a:lnTo>
                  <a:lnTo>
                    <a:pt x="3" y="277"/>
                  </a:lnTo>
                  <a:lnTo>
                    <a:pt x="3" y="277"/>
                  </a:lnTo>
                  <a:lnTo>
                    <a:pt x="3" y="277"/>
                  </a:lnTo>
                  <a:close/>
                  <a:moveTo>
                    <a:pt x="308" y="135"/>
                  </a:moveTo>
                  <a:lnTo>
                    <a:pt x="308" y="121"/>
                  </a:lnTo>
                  <a:lnTo>
                    <a:pt x="308" y="109"/>
                  </a:lnTo>
                  <a:lnTo>
                    <a:pt x="308" y="106"/>
                  </a:lnTo>
                  <a:lnTo>
                    <a:pt x="308" y="92"/>
                  </a:lnTo>
                  <a:lnTo>
                    <a:pt x="306" y="87"/>
                  </a:lnTo>
                  <a:lnTo>
                    <a:pt x="306" y="87"/>
                  </a:lnTo>
                  <a:lnTo>
                    <a:pt x="291" y="87"/>
                  </a:lnTo>
                  <a:lnTo>
                    <a:pt x="275" y="87"/>
                  </a:lnTo>
                  <a:lnTo>
                    <a:pt x="258" y="87"/>
                  </a:lnTo>
                  <a:lnTo>
                    <a:pt x="246" y="87"/>
                  </a:lnTo>
                  <a:lnTo>
                    <a:pt x="242" y="87"/>
                  </a:lnTo>
                  <a:lnTo>
                    <a:pt x="235" y="87"/>
                  </a:lnTo>
                  <a:lnTo>
                    <a:pt x="235" y="85"/>
                  </a:lnTo>
                  <a:lnTo>
                    <a:pt x="230" y="85"/>
                  </a:lnTo>
                  <a:lnTo>
                    <a:pt x="230" y="85"/>
                  </a:lnTo>
                  <a:lnTo>
                    <a:pt x="230" y="85"/>
                  </a:lnTo>
                  <a:lnTo>
                    <a:pt x="227" y="83"/>
                  </a:lnTo>
                  <a:lnTo>
                    <a:pt x="225" y="83"/>
                  </a:lnTo>
                  <a:lnTo>
                    <a:pt x="225" y="80"/>
                  </a:lnTo>
                  <a:lnTo>
                    <a:pt x="225" y="80"/>
                  </a:lnTo>
                  <a:lnTo>
                    <a:pt x="225" y="78"/>
                  </a:lnTo>
                  <a:lnTo>
                    <a:pt x="225" y="78"/>
                  </a:lnTo>
                  <a:lnTo>
                    <a:pt x="225" y="78"/>
                  </a:lnTo>
                  <a:lnTo>
                    <a:pt x="223" y="78"/>
                  </a:lnTo>
                  <a:lnTo>
                    <a:pt x="223" y="78"/>
                  </a:lnTo>
                  <a:lnTo>
                    <a:pt x="223" y="80"/>
                  </a:lnTo>
                  <a:lnTo>
                    <a:pt x="225" y="80"/>
                  </a:lnTo>
                  <a:lnTo>
                    <a:pt x="225" y="83"/>
                  </a:lnTo>
                  <a:lnTo>
                    <a:pt x="223" y="90"/>
                  </a:lnTo>
                  <a:lnTo>
                    <a:pt x="223" y="90"/>
                  </a:lnTo>
                  <a:lnTo>
                    <a:pt x="223" y="90"/>
                  </a:lnTo>
                  <a:lnTo>
                    <a:pt x="223" y="90"/>
                  </a:lnTo>
                  <a:lnTo>
                    <a:pt x="223" y="90"/>
                  </a:lnTo>
                  <a:lnTo>
                    <a:pt x="223" y="90"/>
                  </a:lnTo>
                  <a:lnTo>
                    <a:pt x="223" y="92"/>
                  </a:lnTo>
                  <a:lnTo>
                    <a:pt x="223" y="92"/>
                  </a:lnTo>
                  <a:lnTo>
                    <a:pt x="225" y="97"/>
                  </a:lnTo>
                  <a:lnTo>
                    <a:pt x="225" y="99"/>
                  </a:lnTo>
                  <a:lnTo>
                    <a:pt x="225" y="102"/>
                  </a:lnTo>
                  <a:lnTo>
                    <a:pt x="223" y="102"/>
                  </a:lnTo>
                  <a:lnTo>
                    <a:pt x="223" y="104"/>
                  </a:lnTo>
                  <a:lnTo>
                    <a:pt x="223" y="104"/>
                  </a:lnTo>
                  <a:lnTo>
                    <a:pt x="223" y="104"/>
                  </a:lnTo>
                  <a:lnTo>
                    <a:pt x="223" y="104"/>
                  </a:lnTo>
                  <a:lnTo>
                    <a:pt x="223" y="104"/>
                  </a:lnTo>
                  <a:lnTo>
                    <a:pt x="223" y="106"/>
                  </a:lnTo>
                  <a:lnTo>
                    <a:pt x="220" y="106"/>
                  </a:lnTo>
                  <a:lnTo>
                    <a:pt x="220" y="106"/>
                  </a:lnTo>
                  <a:lnTo>
                    <a:pt x="220" y="106"/>
                  </a:lnTo>
                  <a:lnTo>
                    <a:pt x="220" y="106"/>
                  </a:lnTo>
                  <a:lnTo>
                    <a:pt x="220" y="109"/>
                  </a:lnTo>
                  <a:lnTo>
                    <a:pt x="218" y="109"/>
                  </a:lnTo>
                  <a:lnTo>
                    <a:pt x="218" y="109"/>
                  </a:lnTo>
                  <a:lnTo>
                    <a:pt x="218" y="109"/>
                  </a:lnTo>
                  <a:lnTo>
                    <a:pt x="218" y="109"/>
                  </a:lnTo>
                  <a:lnTo>
                    <a:pt x="216" y="113"/>
                  </a:lnTo>
                  <a:lnTo>
                    <a:pt x="216" y="113"/>
                  </a:lnTo>
                  <a:lnTo>
                    <a:pt x="216" y="116"/>
                  </a:lnTo>
                  <a:lnTo>
                    <a:pt x="218" y="118"/>
                  </a:lnTo>
                  <a:lnTo>
                    <a:pt x="218" y="118"/>
                  </a:lnTo>
                  <a:lnTo>
                    <a:pt x="220" y="116"/>
                  </a:lnTo>
                  <a:lnTo>
                    <a:pt x="223" y="116"/>
                  </a:lnTo>
                  <a:lnTo>
                    <a:pt x="220" y="118"/>
                  </a:lnTo>
                  <a:lnTo>
                    <a:pt x="220" y="118"/>
                  </a:lnTo>
                  <a:lnTo>
                    <a:pt x="218" y="118"/>
                  </a:lnTo>
                  <a:lnTo>
                    <a:pt x="218" y="118"/>
                  </a:lnTo>
                  <a:lnTo>
                    <a:pt x="216" y="118"/>
                  </a:lnTo>
                  <a:lnTo>
                    <a:pt x="216" y="118"/>
                  </a:lnTo>
                  <a:lnTo>
                    <a:pt x="216" y="118"/>
                  </a:lnTo>
                  <a:lnTo>
                    <a:pt x="213" y="118"/>
                  </a:lnTo>
                  <a:lnTo>
                    <a:pt x="213" y="121"/>
                  </a:lnTo>
                  <a:lnTo>
                    <a:pt x="213" y="121"/>
                  </a:lnTo>
                  <a:lnTo>
                    <a:pt x="213" y="121"/>
                  </a:lnTo>
                  <a:lnTo>
                    <a:pt x="211" y="123"/>
                  </a:lnTo>
                  <a:lnTo>
                    <a:pt x="211" y="123"/>
                  </a:lnTo>
                  <a:lnTo>
                    <a:pt x="211" y="123"/>
                  </a:lnTo>
                  <a:lnTo>
                    <a:pt x="211" y="123"/>
                  </a:lnTo>
                  <a:lnTo>
                    <a:pt x="211" y="123"/>
                  </a:lnTo>
                  <a:lnTo>
                    <a:pt x="209" y="125"/>
                  </a:lnTo>
                  <a:lnTo>
                    <a:pt x="206" y="125"/>
                  </a:lnTo>
                  <a:lnTo>
                    <a:pt x="206" y="128"/>
                  </a:lnTo>
                  <a:lnTo>
                    <a:pt x="206" y="130"/>
                  </a:lnTo>
                  <a:lnTo>
                    <a:pt x="206" y="130"/>
                  </a:lnTo>
                  <a:lnTo>
                    <a:pt x="206" y="132"/>
                  </a:lnTo>
                  <a:lnTo>
                    <a:pt x="206" y="132"/>
                  </a:lnTo>
                  <a:lnTo>
                    <a:pt x="204" y="132"/>
                  </a:lnTo>
                  <a:lnTo>
                    <a:pt x="204" y="132"/>
                  </a:lnTo>
                  <a:lnTo>
                    <a:pt x="204" y="135"/>
                  </a:lnTo>
                  <a:lnTo>
                    <a:pt x="201" y="137"/>
                  </a:lnTo>
                  <a:lnTo>
                    <a:pt x="201" y="137"/>
                  </a:lnTo>
                  <a:lnTo>
                    <a:pt x="201" y="139"/>
                  </a:lnTo>
                  <a:lnTo>
                    <a:pt x="201" y="139"/>
                  </a:lnTo>
                  <a:lnTo>
                    <a:pt x="201" y="139"/>
                  </a:lnTo>
                  <a:lnTo>
                    <a:pt x="201" y="139"/>
                  </a:lnTo>
                  <a:lnTo>
                    <a:pt x="201" y="139"/>
                  </a:lnTo>
                  <a:lnTo>
                    <a:pt x="201" y="142"/>
                  </a:lnTo>
                  <a:lnTo>
                    <a:pt x="204" y="142"/>
                  </a:lnTo>
                  <a:lnTo>
                    <a:pt x="204" y="142"/>
                  </a:lnTo>
                  <a:lnTo>
                    <a:pt x="204" y="142"/>
                  </a:lnTo>
                  <a:lnTo>
                    <a:pt x="206" y="142"/>
                  </a:lnTo>
                  <a:lnTo>
                    <a:pt x="209" y="142"/>
                  </a:lnTo>
                  <a:lnTo>
                    <a:pt x="209" y="142"/>
                  </a:lnTo>
                  <a:lnTo>
                    <a:pt x="209" y="142"/>
                  </a:lnTo>
                  <a:lnTo>
                    <a:pt x="211" y="142"/>
                  </a:lnTo>
                  <a:lnTo>
                    <a:pt x="211" y="142"/>
                  </a:lnTo>
                  <a:lnTo>
                    <a:pt x="211" y="142"/>
                  </a:lnTo>
                  <a:lnTo>
                    <a:pt x="211" y="142"/>
                  </a:lnTo>
                  <a:lnTo>
                    <a:pt x="213" y="147"/>
                  </a:lnTo>
                  <a:lnTo>
                    <a:pt x="213" y="147"/>
                  </a:lnTo>
                  <a:lnTo>
                    <a:pt x="216" y="147"/>
                  </a:lnTo>
                  <a:lnTo>
                    <a:pt x="216" y="144"/>
                  </a:lnTo>
                  <a:lnTo>
                    <a:pt x="218" y="144"/>
                  </a:lnTo>
                  <a:lnTo>
                    <a:pt x="218" y="144"/>
                  </a:lnTo>
                  <a:lnTo>
                    <a:pt x="218" y="142"/>
                  </a:lnTo>
                  <a:lnTo>
                    <a:pt x="220" y="142"/>
                  </a:lnTo>
                  <a:lnTo>
                    <a:pt x="220" y="142"/>
                  </a:lnTo>
                  <a:lnTo>
                    <a:pt x="220" y="142"/>
                  </a:lnTo>
                  <a:lnTo>
                    <a:pt x="220" y="142"/>
                  </a:lnTo>
                  <a:lnTo>
                    <a:pt x="220" y="142"/>
                  </a:lnTo>
                  <a:lnTo>
                    <a:pt x="220" y="144"/>
                  </a:lnTo>
                  <a:lnTo>
                    <a:pt x="220" y="144"/>
                  </a:lnTo>
                  <a:lnTo>
                    <a:pt x="223" y="142"/>
                  </a:lnTo>
                  <a:lnTo>
                    <a:pt x="223" y="142"/>
                  </a:lnTo>
                  <a:lnTo>
                    <a:pt x="225" y="144"/>
                  </a:lnTo>
                  <a:lnTo>
                    <a:pt x="225" y="144"/>
                  </a:lnTo>
                  <a:lnTo>
                    <a:pt x="225" y="144"/>
                  </a:lnTo>
                  <a:lnTo>
                    <a:pt x="227" y="144"/>
                  </a:lnTo>
                  <a:lnTo>
                    <a:pt x="227" y="144"/>
                  </a:lnTo>
                  <a:lnTo>
                    <a:pt x="227" y="144"/>
                  </a:lnTo>
                  <a:lnTo>
                    <a:pt x="227" y="144"/>
                  </a:lnTo>
                  <a:lnTo>
                    <a:pt x="225" y="144"/>
                  </a:lnTo>
                  <a:lnTo>
                    <a:pt x="225" y="144"/>
                  </a:lnTo>
                  <a:lnTo>
                    <a:pt x="225" y="144"/>
                  </a:lnTo>
                  <a:lnTo>
                    <a:pt x="225" y="147"/>
                  </a:lnTo>
                  <a:lnTo>
                    <a:pt x="225" y="147"/>
                  </a:lnTo>
                  <a:lnTo>
                    <a:pt x="225" y="149"/>
                  </a:lnTo>
                  <a:lnTo>
                    <a:pt x="225" y="149"/>
                  </a:lnTo>
                  <a:lnTo>
                    <a:pt x="225" y="149"/>
                  </a:lnTo>
                  <a:lnTo>
                    <a:pt x="227" y="149"/>
                  </a:lnTo>
                  <a:lnTo>
                    <a:pt x="227" y="149"/>
                  </a:lnTo>
                  <a:lnTo>
                    <a:pt x="227" y="149"/>
                  </a:lnTo>
                  <a:lnTo>
                    <a:pt x="230" y="151"/>
                  </a:lnTo>
                  <a:lnTo>
                    <a:pt x="230" y="151"/>
                  </a:lnTo>
                  <a:lnTo>
                    <a:pt x="232" y="151"/>
                  </a:lnTo>
                  <a:lnTo>
                    <a:pt x="232" y="151"/>
                  </a:lnTo>
                  <a:lnTo>
                    <a:pt x="235" y="151"/>
                  </a:lnTo>
                  <a:lnTo>
                    <a:pt x="235" y="151"/>
                  </a:lnTo>
                  <a:lnTo>
                    <a:pt x="235" y="151"/>
                  </a:lnTo>
                  <a:lnTo>
                    <a:pt x="235" y="149"/>
                  </a:lnTo>
                  <a:lnTo>
                    <a:pt x="235" y="149"/>
                  </a:lnTo>
                  <a:lnTo>
                    <a:pt x="235" y="149"/>
                  </a:lnTo>
                  <a:lnTo>
                    <a:pt x="237" y="149"/>
                  </a:lnTo>
                  <a:lnTo>
                    <a:pt x="244" y="149"/>
                  </a:lnTo>
                  <a:lnTo>
                    <a:pt x="258" y="149"/>
                  </a:lnTo>
                  <a:lnTo>
                    <a:pt x="258" y="149"/>
                  </a:lnTo>
                  <a:lnTo>
                    <a:pt x="275" y="149"/>
                  </a:lnTo>
                  <a:lnTo>
                    <a:pt x="287" y="149"/>
                  </a:lnTo>
                  <a:lnTo>
                    <a:pt x="291" y="149"/>
                  </a:lnTo>
                  <a:lnTo>
                    <a:pt x="308" y="149"/>
                  </a:lnTo>
                  <a:lnTo>
                    <a:pt x="308" y="135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50">
              <a:extLst>
                <a:ext uri="{FF2B5EF4-FFF2-40B4-BE49-F238E27FC236}">
                  <a16:creationId xmlns:a16="http://schemas.microsoft.com/office/drawing/2014/main" id="{90ED432A-EACD-E330-967B-A7812BD975F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02780" y="1069926"/>
              <a:ext cx="831580" cy="734795"/>
            </a:xfrm>
            <a:custGeom>
              <a:avLst/>
              <a:gdLst>
                <a:gd name="T0" fmla="*/ 622 w 653"/>
                <a:gd name="T1" fmla="*/ 549 h 577"/>
                <a:gd name="T2" fmla="*/ 592 w 653"/>
                <a:gd name="T3" fmla="*/ 525 h 577"/>
                <a:gd name="T4" fmla="*/ 577 w 653"/>
                <a:gd name="T5" fmla="*/ 473 h 577"/>
                <a:gd name="T6" fmla="*/ 592 w 653"/>
                <a:gd name="T7" fmla="*/ 462 h 577"/>
                <a:gd name="T8" fmla="*/ 556 w 653"/>
                <a:gd name="T9" fmla="*/ 417 h 577"/>
                <a:gd name="T10" fmla="*/ 521 w 653"/>
                <a:gd name="T11" fmla="*/ 350 h 577"/>
                <a:gd name="T12" fmla="*/ 499 w 653"/>
                <a:gd name="T13" fmla="*/ 293 h 577"/>
                <a:gd name="T14" fmla="*/ 490 w 653"/>
                <a:gd name="T15" fmla="*/ 267 h 577"/>
                <a:gd name="T16" fmla="*/ 476 w 653"/>
                <a:gd name="T17" fmla="*/ 244 h 577"/>
                <a:gd name="T18" fmla="*/ 471 w 653"/>
                <a:gd name="T19" fmla="*/ 234 h 577"/>
                <a:gd name="T20" fmla="*/ 462 w 653"/>
                <a:gd name="T21" fmla="*/ 215 h 577"/>
                <a:gd name="T22" fmla="*/ 445 w 653"/>
                <a:gd name="T23" fmla="*/ 194 h 577"/>
                <a:gd name="T24" fmla="*/ 428 w 653"/>
                <a:gd name="T25" fmla="*/ 156 h 577"/>
                <a:gd name="T26" fmla="*/ 419 w 653"/>
                <a:gd name="T27" fmla="*/ 111 h 577"/>
                <a:gd name="T28" fmla="*/ 421 w 653"/>
                <a:gd name="T29" fmla="*/ 104 h 577"/>
                <a:gd name="T30" fmla="*/ 428 w 653"/>
                <a:gd name="T31" fmla="*/ 123 h 577"/>
                <a:gd name="T32" fmla="*/ 435 w 653"/>
                <a:gd name="T33" fmla="*/ 142 h 577"/>
                <a:gd name="T34" fmla="*/ 452 w 653"/>
                <a:gd name="T35" fmla="*/ 161 h 577"/>
                <a:gd name="T36" fmla="*/ 457 w 653"/>
                <a:gd name="T37" fmla="*/ 185 h 577"/>
                <a:gd name="T38" fmla="*/ 478 w 653"/>
                <a:gd name="T39" fmla="*/ 211 h 577"/>
                <a:gd name="T40" fmla="*/ 490 w 653"/>
                <a:gd name="T41" fmla="*/ 227 h 577"/>
                <a:gd name="T42" fmla="*/ 511 w 653"/>
                <a:gd name="T43" fmla="*/ 239 h 577"/>
                <a:gd name="T44" fmla="*/ 518 w 653"/>
                <a:gd name="T45" fmla="*/ 230 h 577"/>
                <a:gd name="T46" fmla="*/ 521 w 653"/>
                <a:gd name="T47" fmla="*/ 206 h 577"/>
                <a:gd name="T48" fmla="*/ 533 w 653"/>
                <a:gd name="T49" fmla="*/ 180 h 577"/>
                <a:gd name="T50" fmla="*/ 535 w 653"/>
                <a:gd name="T51" fmla="*/ 156 h 577"/>
                <a:gd name="T52" fmla="*/ 544 w 653"/>
                <a:gd name="T53" fmla="*/ 137 h 577"/>
                <a:gd name="T54" fmla="*/ 528 w 653"/>
                <a:gd name="T55" fmla="*/ 78 h 577"/>
                <a:gd name="T56" fmla="*/ 471 w 653"/>
                <a:gd name="T57" fmla="*/ 33 h 577"/>
                <a:gd name="T58" fmla="*/ 457 w 653"/>
                <a:gd name="T59" fmla="*/ 36 h 577"/>
                <a:gd name="T60" fmla="*/ 452 w 653"/>
                <a:gd name="T61" fmla="*/ 28 h 577"/>
                <a:gd name="T62" fmla="*/ 445 w 653"/>
                <a:gd name="T63" fmla="*/ 36 h 577"/>
                <a:gd name="T64" fmla="*/ 433 w 653"/>
                <a:gd name="T65" fmla="*/ 38 h 577"/>
                <a:gd name="T66" fmla="*/ 417 w 653"/>
                <a:gd name="T67" fmla="*/ 31 h 577"/>
                <a:gd name="T68" fmla="*/ 407 w 653"/>
                <a:gd name="T69" fmla="*/ 31 h 577"/>
                <a:gd name="T70" fmla="*/ 398 w 653"/>
                <a:gd name="T71" fmla="*/ 36 h 577"/>
                <a:gd name="T72" fmla="*/ 395 w 653"/>
                <a:gd name="T73" fmla="*/ 31 h 577"/>
                <a:gd name="T74" fmla="*/ 391 w 653"/>
                <a:gd name="T75" fmla="*/ 28 h 577"/>
                <a:gd name="T76" fmla="*/ 386 w 653"/>
                <a:gd name="T77" fmla="*/ 26 h 577"/>
                <a:gd name="T78" fmla="*/ 381 w 653"/>
                <a:gd name="T79" fmla="*/ 19 h 577"/>
                <a:gd name="T80" fmla="*/ 383 w 653"/>
                <a:gd name="T81" fmla="*/ 14 h 577"/>
                <a:gd name="T82" fmla="*/ 383 w 653"/>
                <a:gd name="T83" fmla="*/ 9 h 577"/>
                <a:gd name="T84" fmla="*/ 395 w 653"/>
                <a:gd name="T85" fmla="*/ 17 h 577"/>
                <a:gd name="T86" fmla="*/ 386 w 653"/>
                <a:gd name="T87" fmla="*/ 7 h 577"/>
                <a:gd name="T88" fmla="*/ 343 w 653"/>
                <a:gd name="T89" fmla="*/ 9 h 577"/>
                <a:gd name="T90" fmla="*/ 331 w 653"/>
                <a:gd name="T91" fmla="*/ 14 h 577"/>
                <a:gd name="T92" fmla="*/ 315 w 653"/>
                <a:gd name="T93" fmla="*/ 17 h 577"/>
                <a:gd name="T94" fmla="*/ 303 w 653"/>
                <a:gd name="T95" fmla="*/ 12 h 577"/>
                <a:gd name="T96" fmla="*/ 298 w 653"/>
                <a:gd name="T97" fmla="*/ 24 h 577"/>
                <a:gd name="T98" fmla="*/ 289 w 653"/>
                <a:gd name="T99" fmla="*/ 19 h 577"/>
                <a:gd name="T100" fmla="*/ 265 w 653"/>
                <a:gd name="T101" fmla="*/ 40 h 577"/>
                <a:gd name="T102" fmla="*/ 197 w 653"/>
                <a:gd name="T103" fmla="*/ 38 h 577"/>
                <a:gd name="T104" fmla="*/ 149 w 653"/>
                <a:gd name="T105" fmla="*/ 26 h 577"/>
                <a:gd name="T106" fmla="*/ 126 w 653"/>
                <a:gd name="T107" fmla="*/ 14 h 577"/>
                <a:gd name="T108" fmla="*/ 29 w 653"/>
                <a:gd name="T109" fmla="*/ 7 h 577"/>
                <a:gd name="T110" fmla="*/ 5 w 653"/>
                <a:gd name="T111" fmla="*/ 83 h 577"/>
                <a:gd name="T112" fmla="*/ 85 w 653"/>
                <a:gd name="T113" fmla="*/ 577 h 577"/>
                <a:gd name="T114" fmla="*/ 357 w 653"/>
                <a:gd name="T115" fmla="*/ 566 h 577"/>
                <a:gd name="T116" fmla="*/ 450 w 653"/>
                <a:gd name="T117" fmla="*/ 26 h 577"/>
                <a:gd name="T118" fmla="*/ 471 w 653"/>
                <a:gd name="T119" fmla="*/ 31 h 577"/>
                <a:gd name="T120" fmla="*/ 528 w 653"/>
                <a:gd name="T121" fmla="*/ 225 h 577"/>
                <a:gd name="T122" fmla="*/ 499 w 653"/>
                <a:gd name="T123" fmla="*/ 253 h 577"/>
                <a:gd name="T124" fmla="*/ 499 w 653"/>
                <a:gd name="T125" fmla="*/ 253 h 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53" h="577">
                  <a:moveTo>
                    <a:pt x="653" y="573"/>
                  </a:moveTo>
                  <a:lnTo>
                    <a:pt x="653" y="573"/>
                  </a:lnTo>
                  <a:lnTo>
                    <a:pt x="651" y="570"/>
                  </a:lnTo>
                  <a:lnTo>
                    <a:pt x="648" y="570"/>
                  </a:lnTo>
                  <a:lnTo>
                    <a:pt x="648" y="570"/>
                  </a:lnTo>
                  <a:lnTo>
                    <a:pt x="648" y="568"/>
                  </a:lnTo>
                  <a:lnTo>
                    <a:pt x="648" y="568"/>
                  </a:lnTo>
                  <a:lnTo>
                    <a:pt x="648" y="568"/>
                  </a:lnTo>
                  <a:lnTo>
                    <a:pt x="646" y="566"/>
                  </a:lnTo>
                  <a:lnTo>
                    <a:pt x="646" y="566"/>
                  </a:lnTo>
                  <a:lnTo>
                    <a:pt x="646" y="566"/>
                  </a:lnTo>
                  <a:lnTo>
                    <a:pt x="646" y="568"/>
                  </a:lnTo>
                  <a:lnTo>
                    <a:pt x="646" y="568"/>
                  </a:lnTo>
                  <a:lnTo>
                    <a:pt x="646" y="568"/>
                  </a:lnTo>
                  <a:lnTo>
                    <a:pt x="644" y="566"/>
                  </a:lnTo>
                  <a:lnTo>
                    <a:pt x="639" y="563"/>
                  </a:lnTo>
                  <a:lnTo>
                    <a:pt x="637" y="559"/>
                  </a:lnTo>
                  <a:lnTo>
                    <a:pt x="634" y="559"/>
                  </a:lnTo>
                  <a:lnTo>
                    <a:pt x="632" y="559"/>
                  </a:lnTo>
                  <a:lnTo>
                    <a:pt x="630" y="556"/>
                  </a:lnTo>
                  <a:lnTo>
                    <a:pt x="630" y="554"/>
                  </a:lnTo>
                  <a:lnTo>
                    <a:pt x="630" y="551"/>
                  </a:lnTo>
                  <a:lnTo>
                    <a:pt x="627" y="551"/>
                  </a:lnTo>
                  <a:lnTo>
                    <a:pt x="627" y="551"/>
                  </a:lnTo>
                  <a:lnTo>
                    <a:pt x="627" y="551"/>
                  </a:lnTo>
                  <a:lnTo>
                    <a:pt x="627" y="551"/>
                  </a:lnTo>
                  <a:lnTo>
                    <a:pt x="625" y="551"/>
                  </a:lnTo>
                  <a:lnTo>
                    <a:pt x="625" y="549"/>
                  </a:lnTo>
                  <a:lnTo>
                    <a:pt x="622" y="549"/>
                  </a:lnTo>
                  <a:lnTo>
                    <a:pt x="622" y="547"/>
                  </a:lnTo>
                  <a:lnTo>
                    <a:pt x="622" y="544"/>
                  </a:lnTo>
                  <a:lnTo>
                    <a:pt x="620" y="542"/>
                  </a:lnTo>
                  <a:lnTo>
                    <a:pt x="618" y="540"/>
                  </a:lnTo>
                  <a:lnTo>
                    <a:pt x="615" y="540"/>
                  </a:lnTo>
                  <a:lnTo>
                    <a:pt x="613" y="537"/>
                  </a:lnTo>
                  <a:lnTo>
                    <a:pt x="608" y="537"/>
                  </a:lnTo>
                  <a:lnTo>
                    <a:pt x="606" y="537"/>
                  </a:lnTo>
                  <a:lnTo>
                    <a:pt x="603" y="537"/>
                  </a:lnTo>
                  <a:lnTo>
                    <a:pt x="603" y="535"/>
                  </a:lnTo>
                  <a:lnTo>
                    <a:pt x="603" y="535"/>
                  </a:lnTo>
                  <a:lnTo>
                    <a:pt x="603" y="535"/>
                  </a:lnTo>
                  <a:lnTo>
                    <a:pt x="601" y="535"/>
                  </a:lnTo>
                  <a:lnTo>
                    <a:pt x="599" y="535"/>
                  </a:lnTo>
                  <a:lnTo>
                    <a:pt x="599" y="533"/>
                  </a:lnTo>
                  <a:lnTo>
                    <a:pt x="596" y="533"/>
                  </a:lnTo>
                  <a:lnTo>
                    <a:pt x="596" y="530"/>
                  </a:lnTo>
                  <a:lnTo>
                    <a:pt x="596" y="530"/>
                  </a:lnTo>
                  <a:lnTo>
                    <a:pt x="596" y="530"/>
                  </a:lnTo>
                  <a:lnTo>
                    <a:pt x="594" y="528"/>
                  </a:lnTo>
                  <a:lnTo>
                    <a:pt x="594" y="528"/>
                  </a:lnTo>
                  <a:lnTo>
                    <a:pt x="594" y="525"/>
                  </a:lnTo>
                  <a:lnTo>
                    <a:pt x="594" y="525"/>
                  </a:lnTo>
                  <a:lnTo>
                    <a:pt x="592" y="523"/>
                  </a:lnTo>
                  <a:lnTo>
                    <a:pt x="592" y="523"/>
                  </a:lnTo>
                  <a:lnTo>
                    <a:pt x="592" y="523"/>
                  </a:lnTo>
                  <a:lnTo>
                    <a:pt x="592" y="525"/>
                  </a:lnTo>
                  <a:lnTo>
                    <a:pt x="594" y="525"/>
                  </a:lnTo>
                  <a:lnTo>
                    <a:pt x="592" y="525"/>
                  </a:lnTo>
                  <a:lnTo>
                    <a:pt x="589" y="523"/>
                  </a:lnTo>
                  <a:lnTo>
                    <a:pt x="589" y="521"/>
                  </a:lnTo>
                  <a:lnTo>
                    <a:pt x="587" y="521"/>
                  </a:lnTo>
                  <a:lnTo>
                    <a:pt x="587" y="514"/>
                  </a:lnTo>
                  <a:lnTo>
                    <a:pt x="587" y="514"/>
                  </a:lnTo>
                  <a:lnTo>
                    <a:pt x="585" y="511"/>
                  </a:lnTo>
                  <a:lnTo>
                    <a:pt x="582" y="506"/>
                  </a:lnTo>
                  <a:lnTo>
                    <a:pt x="582" y="504"/>
                  </a:lnTo>
                  <a:lnTo>
                    <a:pt x="582" y="502"/>
                  </a:lnTo>
                  <a:lnTo>
                    <a:pt x="582" y="499"/>
                  </a:lnTo>
                  <a:lnTo>
                    <a:pt x="582" y="497"/>
                  </a:lnTo>
                  <a:lnTo>
                    <a:pt x="582" y="497"/>
                  </a:lnTo>
                  <a:lnTo>
                    <a:pt x="582" y="495"/>
                  </a:lnTo>
                  <a:lnTo>
                    <a:pt x="580" y="495"/>
                  </a:lnTo>
                  <a:lnTo>
                    <a:pt x="580" y="492"/>
                  </a:lnTo>
                  <a:lnTo>
                    <a:pt x="580" y="490"/>
                  </a:lnTo>
                  <a:lnTo>
                    <a:pt x="577" y="490"/>
                  </a:lnTo>
                  <a:lnTo>
                    <a:pt x="580" y="490"/>
                  </a:lnTo>
                  <a:lnTo>
                    <a:pt x="580" y="488"/>
                  </a:lnTo>
                  <a:lnTo>
                    <a:pt x="580" y="488"/>
                  </a:lnTo>
                  <a:lnTo>
                    <a:pt x="580" y="483"/>
                  </a:lnTo>
                  <a:lnTo>
                    <a:pt x="580" y="480"/>
                  </a:lnTo>
                  <a:lnTo>
                    <a:pt x="580" y="478"/>
                  </a:lnTo>
                  <a:lnTo>
                    <a:pt x="580" y="478"/>
                  </a:lnTo>
                  <a:lnTo>
                    <a:pt x="580" y="476"/>
                  </a:lnTo>
                  <a:lnTo>
                    <a:pt x="580" y="476"/>
                  </a:lnTo>
                  <a:lnTo>
                    <a:pt x="580" y="476"/>
                  </a:lnTo>
                  <a:lnTo>
                    <a:pt x="580" y="473"/>
                  </a:lnTo>
                  <a:lnTo>
                    <a:pt x="577" y="473"/>
                  </a:lnTo>
                  <a:lnTo>
                    <a:pt x="577" y="473"/>
                  </a:lnTo>
                  <a:lnTo>
                    <a:pt x="577" y="471"/>
                  </a:lnTo>
                  <a:lnTo>
                    <a:pt x="577" y="469"/>
                  </a:lnTo>
                  <a:lnTo>
                    <a:pt x="577" y="466"/>
                  </a:lnTo>
                  <a:lnTo>
                    <a:pt x="580" y="464"/>
                  </a:lnTo>
                  <a:lnTo>
                    <a:pt x="580" y="462"/>
                  </a:lnTo>
                  <a:lnTo>
                    <a:pt x="580" y="462"/>
                  </a:lnTo>
                  <a:lnTo>
                    <a:pt x="582" y="462"/>
                  </a:lnTo>
                  <a:lnTo>
                    <a:pt x="582" y="464"/>
                  </a:lnTo>
                  <a:lnTo>
                    <a:pt x="582" y="464"/>
                  </a:lnTo>
                  <a:lnTo>
                    <a:pt x="582" y="464"/>
                  </a:lnTo>
                  <a:lnTo>
                    <a:pt x="582" y="464"/>
                  </a:lnTo>
                  <a:lnTo>
                    <a:pt x="585" y="464"/>
                  </a:lnTo>
                  <a:lnTo>
                    <a:pt x="585" y="464"/>
                  </a:lnTo>
                  <a:lnTo>
                    <a:pt x="585" y="466"/>
                  </a:lnTo>
                  <a:lnTo>
                    <a:pt x="587" y="466"/>
                  </a:lnTo>
                  <a:lnTo>
                    <a:pt x="587" y="466"/>
                  </a:lnTo>
                  <a:lnTo>
                    <a:pt x="587" y="466"/>
                  </a:lnTo>
                  <a:lnTo>
                    <a:pt x="589" y="466"/>
                  </a:lnTo>
                  <a:lnTo>
                    <a:pt x="589" y="466"/>
                  </a:lnTo>
                  <a:lnTo>
                    <a:pt x="592" y="464"/>
                  </a:lnTo>
                  <a:lnTo>
                    <a:pt x="592" y="464"/>
                  </a:lnTo>
                  <a:lnTo>
                    <a:pt x="594" y="466"/>
                  </a:lnTo>
                  <a:lnTo>
                    <a:pt x="594" y="466"/>
                  </a:lnTo>
                  <a:lnTo>
                    <a:pt x="594" y="466"/>
                  </a:lnTo>
                  <a:lnTo>
                    <a:pt x="594" y="466"/>
                  </a:lnTo>
                  <a:lnTo>
                    <a:pt x="592" y="464"/>
                  </a:lnTo>
                  <a:lnTo>
                    <a:pt x="592" y="462"/>
                  </a:lnTo>
                  <a:lnTo>
                    <a:pt x="592" y="462"/>
                  </a:lnTo>
                  <a:lnTo>
                    <a:pt x="589" y="462"/>
                  </a:lnTo>
                  <a:lnTo>
                    <a:pt x="587" y="462"/>
                  </a:lnTo>
                  <a:lnTo>
                    <a:pt x="587" y="462"/>
                  </a:lnTo>
                  <a:lnTo>
                    <a:pt x="585" y="459"/>
                  </a:lnTo>
                  <a:lnTo>
                    <a:pt x="585" y="459"/>
                  </a:lnTo>
                  <a:lnTo>
                    <a:pt x="585" y="457"/>
                  </a:lnTo>
                  <a:lnTo>
                    <a:pt x="582" y="454"/>
                  </a:lnTo>
                  <a:lnTo>
                    <a:pt x="580" y="454"/>
                  </a:lnTo>
                  <a:lnTo>
                    <a:pt x="580" y="452"/>
                  </a:lnTo>
                  <a:lnTo>
                    <a:pt x="580" y="452"/>
                  </a:lnTo>
                  <a:lnTo>
                    <a:pt x="580" y="454"/>
                  </a:lnTo>
                  <a:lnTo>
                    <a:pt x="580" y="454"/>
                  </a:lnTo>
                  <a:lnTo>
                    <a:pt x="580" y="454"/>
                  </a:lnTo>
                  <a:lnTo>
                    <a:pt x="577" y="452"/>
                  </a:lnTo>
                  <a:lnTo>
                    <a:pt x="575" y="450"/>
                  </a:lnTo>
                  <a:lnTo>
                    <a:pt x="573" y="445"/>
                  </a:lnTo>
                  <a:lnTo>
                    <a:pt x="573" y="443"/>
                  </a:lnTo>
                  <a:lnTo>
                    <a:pt x="566" y="438"/>
                  </a:lnTo>
                  <a:lnTo>
                    <a:pt x="563" y="433"/>
                  </a:lnTo>
                  <a:lnTo>
                    <a:pt x="561" y="431"/>
                  </a:lnTo>
                  <a:lnTo>
                    <a:pt x="561" y="431"/>
                  </a:lnTo>
                  <a:lnTo>
                    <a:pt x="561" y="428"/>
                  </a:lnTo>
                  <a:lnTo>
                    <a:pt x="561" y="428"/>
                  </a:lnTo>
                  <a:lnTo>
                    <a:pt x="561" y="426"/>
                  </a:lnTo>
                  <a:lnTo>
                    <a:pt x="559" y="426"/>
                  </a:lnTo>
                  <a:lnTo>
                    <a:pt x="559" y="424"/>
                  </a:lnTo>
                  <a:lnTo>
                    <a:pt x="559" y="424"/>
                  </a:lnTo>
                  <a:lnTo>
                    <a:pt x="556" y="419"/>
                  </a:lnTo>
                  <a:lnTo>
                    <a:pt x="556" y="417"/>
                  </a:lnTo>
                  <a:lnTo>
                    <a:pt x="554" y="414"/>
                  </a:lnTo>
                  <a:lnTo>
                    <a:pt x="554" y="414"/>
                  </a:lnTo>
                  <a:lnTo>
                    <a:pt x="554" y="414"/>
                  </a:lnTo>
                  <a:lnTo>
                    <a:pt x="551" y="414"/>
                  </a:lnTo>
                  <a:lnTo>
                    <a:pt x="551" y="412"/>
                  </a:lnTo>
                  <a:lnTo>
                    <a:pt x="551" y="412"/>
                  </a:lnTo>
                  <a:lnTo>
                    <a:pt x="551" y="409"/>
                  </a:lnTo>
                  <a:lnTo>
                    <a:pt x="551" y="407"/>
                  </a:lnTo>
                  <a:lnTo>
                    <a:pt x="551" y="407"/>
                  </a:lnTo>
                  <a:lnTo>
                    <a:pt x="549" y="405"/>
                  </a:lnTo>
                  <a:lnTo>
                    <a:pt x="549" y="405"/>
                  </a:lnTo>
                  <a:lnTo>
                    <a:pt x="549" y="402"/>
                  </a:lnTo>
                  <a:lnTo>
                    <a:pt x="544" y="395"/>
                  </a:lnTo>
                  <a:lnTo>
                    <a:pt x="542" y="391"/>
                  </a:lnTo>
                  <a:lnTo>
                    <a:pt x="542" y="388"/>
                  </a:lnTo>
                  <a:lnTo>
                    <a:pt x="540" y="386"/>
                  </a:lnTo>
                  <a:lnTo>
                    <a:pt x="540" y="383"/>
                  </a:lnTo>
                  <a:lnTo>
                    <a:pt x="540" y="383"/>
                  </a:lnTo>
                  <a:lnTo>
                    <a:pt x="540" y="381"/>
                  </a:lnTo>
                  <a:lnTo>
                    <a:pt x="537" y="379"/>
                  </a:lnTo>
                  <a:lnTo>
                    <a:pt x="535" y="376"/>
                  </a:lnTo>
                  <a:lnTo>
                    <a:pt x="535" y="374"/>
                  </a:lnTo>
                  <a:lnTo>
                    <a:pt x="533" y="372"/>
                  </a:lnTo>
                  <a:lnTo>
                    <a:pt x="533" y="369"/>
                  </a:lnTo>
                  <a:lnTo>
                    <a:pt x="528" y="360"/>
                  </a:lnTo>
                  <a:lnTo>
                    <a:pt x="528" y="360"/>
                  </a:lnTo>
                  <a:lnTo>
                    <a:pt x="525" y="357"/>
                  </a:lnTo>
                  <a:lnTo>
                    <a:pt x="523" y="353"/>
                  </a:lnTo>
                  <a:lnTo>
                    <a:pt x="521" y="350"/>
                  </a:lnTo>
                  <a:lnTo>
                    <a:pt x="521" y="350"/>
                  </a:lnTo>
                  <a:lnTo>
                    <a:pt x="516" y="343"/>
                  </a:lnTo>
                  <a:lnTo>
                    <a:pt x="516" y="338"/>
                  </a:lnTo>
                  <a:lnTo>
                    <a:pt x="514" y="336"/>
                  </a:lnTo>
                  <a:lnTo>
                    <a:pt x="509" y="324"/>
                  </a:lnTo>
                  <a:lnTo>
                    <a:pt x="506" y="322"/>
                  </a:lnTo>
                  <a:lnTo>
                    <a:pt x="506" y="322"/>
                  </a:lnTo>
                  <a:lnTo>
                    <a:pt x="506" y="320"/>
                  </a:lnTo>
                  <a:lnTo>
                    <a:pt x="504" y="317"/>
                  </a:lnTo>
                  <a:lnTo>
                    <a:pt x="502" y="312"/>
                  </a:lnTo>
                  <a:lnTo>
                    <a:pt x="502" y="312"/>
                  </a:lnTo>
                  <a:lnTo>
                    <a:pt x="499" y="310"/>
                  </a:lnTo>
                  <a:lnTo>
                    <a:pt x="499" y="308"/>
                  </a:lnTo>
                  <a:lnTo>
                    <a:pt x="499" y="305"/>
                  </a:lnTo>
                  <a:lnTo>
                    <a:pt x="499" y="305"/>
                  </a:lnTo>
                  <a:lnTo>
                    <a:pt x="497" y="305"/>
                  </a:lnTo>
                  <a:lnTo>
                    <a:pt x="495" y="305"/>
                  </a:lnTo>
                  <a:lnTo>
                    <a:pt x="495" y="303"/>
                  </a:lnTo>
                  <a:lnTo>
                    <a:pt x="497" y="301"/>
                  </a:lnTo>
                  <a:lnTo>
                    <a:pt x="497" y="298"/>
                  </a:lnTo>
                  <a:lnTo>
                    <a:pt x="497" y="298"/>
                  </a:lnTo>
                  <a:lnTo>
                    <a:pt x="497" y="296"/>
                  </a:lnTo>
                  <a:lnTo>
                    <a:pt x="497" y="296"/>
                  </a:lnTo>
                  <a:lnTo>
                    <a:pt x="497" y="293"/>
                  </a:lnTo>
                  <a:lnTo>
                    <a:pt x="497" y="293"/>
                  </a:lnTo>
                  <a:lnTo>
                    <a:pt x="497" y="293"/>
                  </a:lnTo>
                  <a:lnTo>
                    <a:pt x="497" y="293"/>
                  </a:lnTo>
                  <a:lnTo>
                    <a:pt x="499" y="293"/>
                  </a:lnTo>
                  <a:lnTo>
                    <a:pt x="499" y="293"/>
                  </a:lnTo>
                  <a:lnTo>
                    <a:pt x="499" y="291"/>
                  </a:lnTo>
                  <a:lnTo>
                    <a:pt x="499" y="291"/>
                  </a:lnTo>
                  <a:lnTo>
                    <a:pt x="499" y="289"/>
                  </a:lnTo>
                  <a:lnTo>
                    <a:pt x="497" y="289"/>
                  </a:lnTo>
                  <a:lnTo>
                    <a:pt x="497" y="289"/>
                  </a:lnTo>
                  <a:lnTo>
                    <a:pt x="497" y="289"/>
                  </a:lnTo>
                  <a:lnTo>
                    <a:pt x="495" y="286"/>
                  </a:lnTo>
                  <a:lnTo>
                    <a:pt x="495" y="286"/>
                  </a:lnTo>
                  <a:lnTo>
                    <a:pt x="495" y="284"/>
                  </a:lnTo>
                  <a:lnTo>
                    <a:pt x="495" y="284"/>
                  </a:lnTo>
                  <a:lnTo>
                    <a:pt x="492" y="282"/>
                  </a:lnTo>
                  <a:lnTo>
                    <a:pt x="492" y="282"/>
                  </a:lnTo>
                  <a:lnTo>
                    <a:pt x="495" y="282"/>
                  </a:lnTo>
                  <a:lnTo>
                    <a:pt x="495" y="282"/>
                  </a:lnTo>
                  <a:lnTo>
                    <a:pt x="492" y="279"/>
                  </a:lnTo>
                  <a:lnTo>
                    <a:pt x="492" y="279"/>
                  </a:lnTo>
                  <a:lnTo>
                    <a:pt x="490" y="277"/>
                  </a:lnTo>
                  <a:lnTo>
                    <a:pt x="490" y="277"/>
                  </a:lnTo>
                  <a:lnTo>
                    <a:pt x="490" y="277"/>
                  </a:lnTo>
                  <a:lnTo>
                    <a:pt x="490" y="275"/>
                  </a:lnTo>
                  <a:lnTo>
                    <a:pt x="490" y="275"/>
                  </a:lnTo>
                  <a:lnTo>
                    <a:pt x="490" y="275"/>
                  </a:lnTo>
                  <a:lnTo>
                    <a:pt x="490" y="272"/>
                  </a:lnTo>
                  <a:lnTo>
                    <a:pt x="490" y="272"/>
                  </a:lnTo>
                  <a:lnTo>
                    <a:pt x="490" y="272"/>
                  </a:lnTo>
                  <a:lnTo>
                    <a:pt x="490" y="272"/>
                  </a:lnTo>
                  <a:lnTo>
                    <a:pt x="490" y="270"/>
                  </a:lnTo>
                  <a:lnTo>
                    <a:pt x="490" y="270"/>
                  </a:lnTo>
                  <a:lnTo>
                    <a:pt x="490" y="267"/>
                  </a:lnTo>
                  <a:lnTo>
                    <a:pt x="488" y="267"/>
                  </a:lnTo>
                  <a:lnTo>
                    <a:pt x="485" y="267"/>
                  </a:lnTo>
                  <a:lnTo>
                    <a:pt x="485" y="265"/>
                  </a:lnTo>
                  <a:lnTo>
                    <a:pt x="483" y="263"/>
                  </a:lnTo>
                  <a:lnTo>
                    <a:pt x="483" y="263"/>
                  </a:lnTo>
                  <a:lnTo>
                    <a:pt x="483" y="260"/>
                  </a:lnTo>
                  <a:lnTo>
                    <a:pt x="480" y="258"/>
                  </a:lnTo>
                  <a:lnTo>
                    <a:pt x="480" y="258"/>
                  </a:lnTo>
                  <a:lnTo>
                    <a:pt x="480" y="258"/>
                  </a:lnTo>
                  <a:lnTo>
                    <a:pt x="480" y="258"/>
                  </a:lnTo>
                  <a:lnTo>
                    <a:pt x="480" y="256"/>
                  </a:lnTo>
                  <a:lnTo>
                    <a:pt x="480" y="256"/>
                  </a:lnTo>
                  <a:lnTo>
                    <a:pt x="480" y="256"/>
                  </a:lnTo>
                  <a:lnTo>
                    <a:pt x="478" y="253"/>
                  </a:lnTo>
                  <a:lnTo>
                    <a:pt x="476" y="253"/>
                  </a:lnTo>
                  <a:lnTo>
                    <a:pt x="476" y="251"/>
                  </a:lnTo>
                  <a:lnTo>
                    <a:pt x="476" y="251"/>
                  </a:lnTo>
                  <a:lnTo>
                    <a:pt x="476" y="251"/>
                  </a:lnTo>
                  <a:lnTo>
                    <a:pt x="476" y="251"/>
                  </a:lnTo>
                  <a:lnTo>
                    <a:pt x="476" y="251"/>
                  </a:lnTo>
                  <a:lnTo>
                    <a:pt x="473" y="246"/>
                  </a:lnTo>
                  <a:lnTo>
                    <a:pt x="473" y="246"/>
                  </a:lnTo>
                  <a:lnTo>
                    <a:pt x="471" y="246"/>
                  </a:lnTo>
                  <a:lnTo>
                    <a:pt x="473" y="244"/>
                  </a:lnTo>
                  <a:lnTo>
                    <a:pt x="473" y="244"/>
                  </a:lnTo>
                  <a:lnTo>
                    <a:pt x="476" y="244"/>
                  </a:lnTo>
                  <a:lnTo>
                    <a:pt x="476" y="244"/>
                  </a:lnTo>
                  <a:lnTo>
                    <a:pt x="476" y="244"/>
                  </a:lnTo>
                  <a:lnTo>
                    <a:pt x="476" y="244"/>
                  </a:lnTo>
                  <a:lnTo>
                    <a:pt x="476" y="244"/>
                  </a:lnTo>
                  <a:lnTo>
                    <a:pt x="476" y="244"/>
                  </a:lnTo>
                  <a:lnTo>
                    <a:pt x="476" y="244"/>
                  </a:lnTo>
                  <a:lnTo>
                    <a:pt x="476" y="244"/>
                  </a:lnTo>
                  <a:lnTo>
                    <a:pt x="478" y="246"/>
                  </a:lnTo>
                  <a:lnTo>
                    <a:pt x="478" y="246"/>
                  </a:lnTo>
                  <a:lnTo>
                    <a:pt x="476" y="244"/>
                  </a:lnTo>
                  <a:lnTo>
                    <a:pt x="476" y="244"/>
                  </a:lnTo>
                  <a:lnTo>
                    <a:pt x="476" y="244"/>
                  </a:lnTo>
                  <a:lnTo>
                    <a:pt x="476" y="244"/>
                  </a:lnTo>
                  <a:lnTo>
                    <a:pt x="476" y="241"/>
                  </a:lnTo>
                  <a:lnTo>
                    <a:pt x="476" y="241"/>
                  </a:lnTo>
                  <a:lnTo>
                    <a:pt x="473" y="241"/>
                  </a:lnTo>
                  <a:lnTo>
                    <a:pt x="473" y="241"/>
                  </a:lnTo>
                  <a:lnTo>
                    <a:pt x="476" y="241"/>
                  </a:lnTo>
                  <a:lnTo>
                    <a:pt x="476" y="241"/>
                  </a:lnTo>
                  <a:lnTo>
                    <a:pt x="476" y="239"/>
                  </a:lnTo>
                  <a:lnTo>
                    <a:pt x="476" y="239"/>
                  </a:lnTo>
                  <a:lnTo>
                    <a:pt x="476" y="239"/>
                  </a:lnTo>
                  <a:lnTo>
                    <a:pt x="473" y="239"/>
                  </a:lnTo>
                  <a:lnTo>
                    <a:pt x="473" y="239"/>
                  </a:lnTo>
                  <a:lnTo>
                    <a:pt x="473" y="239"/>
                  </a:lnTo>
                  <a:lnTo>
                    <a:pt x="473" y="237"/>
                  </a:lnTo>
                  <a:lnTo>
                    <a:pt x="473" y="237"/>
                  </a:lnTo>
                  <a:lnTo>
                    <a:pt x="471" y="237"/>
                  </a:lnTo>
                  <a:lnTo>
                    <a:pt x="471" y="234"/>
                  </a:lnTo>
                  <a:lnTo>
                    <a:pt x="471" y="234"/>
                  </a:lnTo>
                  <a:lnTo>
                    <a:pt x="471" y="234"/>
                  </a:lnTo>
                  <a:lnTo>
                    <a:pt x="471" y="234"/>
                  </a:lnTo>
                  <a:lnTo>
                    <a:pt x="471" y="234"/>
                  </a:lnTo>
                  <a:lnTo>
                    <a:pt x="473" y="234"/>
                  </a:lnTo>
                  <a:lnTo>
                    <a:pt x="473" y="234"/>
                  </a:lnTo>
                  <a:lnTo>
                    <a:pt x="476" y="234"/>
                  </a:lnTo>
                  <a:lnTo>
                    <a:pt x="476" y="237"/>
                  </a:lnTo>
                  <a:lnTo>
                    <a:pt x="478" y="237"/>
                  </a:lnTo>
                  <a:lnTo>
                    <a:pt x="478" y="237"/>
                  </a:lnTo>
                  <a:lnTo>
                    <a:pt x="476" y="237"/>
                  </a:lnTo>
                  <a:lnTo>
                    <a:pt x="476" y="234"/>
                  </a:lnTo>
                  <a:lnTo>
                    <a:pt x="476" y="234"/>
                  </a:lnTo>
                  <a:lnTo>
                    <a:pt x="476" y="234"/>
                  </a:lnTo>
                  <a:lnTo>
                    <a:pt x="476" y="234"/>
                  </a:lnTo>
                  <a:lnTo>
                    <a:pt x="476" y="230"/>
                  </a:lnTo>
                  <a:lnTo>
                    <a:pt x="476" y="230"/>
                  </a:lnTo>
                  <a:lnTo>
                    <a:pt x="473" y="230"/>
                  </a:lnTo>
                  <a:lnTo>
                    <a:pt x="473" y="227"/>
                  </a:lnTo>
                  <a:lnTo>
                    <a:pt x="469" y="222"/>
                  </a:lnTo>
                  <a:lnTo>
                    <a:pt x="466" y="222"/>
                  </a:lnTo>
                  <a:lnTo>
                    <a:pt x="466" y="222"/>
                  </a:lnTo>
                  <a:lnTo>
                    <a:pt x="464" y="220"/>
                  </a:lnTo>
                  <a:lnTo>
                    <a:pt x="464" y="220"/>
                  </a:lnTo>
                  <a:lnTo>
                    <a:pt x="464" y="220"/>
                  </a:lnTo>
                  <a:lnTo>
                    <a:pt x="464" y="220"/>
                  </a:lnTo>
                  <a:lnTo>
                    <a:pt x="464" y="220"/>
                  </a:lnTo>
                  <a:lnTo>
                    <a:pt x="464" y="220"/>
                  </a:lnTo>
                  <a:lnTo>
                    <a:pt x="464" y="220"/>
                  </a:lnTo>
                  <a:lnTo>
                    <a:pt x="464" y="220"/>
                  </a:lnTo>
                  <a:lnTo>
                    <a:pt x="462" y="218"/>
                  </a:lnTo>
                  <a:lnTo>
                    <a:pt x="462" y="215"/>
                  </a:lnTo>
                  <a:lnTo>
                    <a:pt x="459" y="215"/>
                  </a:lnTo>
                  <a:lnTo>
                    <a:pt x="459" y="215"/>
                  </a:lnTo>
                  <a:lnTo>
                    <a:pt x="459" y="215"/>
                  </a:lnTo>
                  <a:lnTo>
                    <a:pt x="459" y="215"/>
                  </a:lnTo>
                  <a:lnTo>
                    <a:pt x="459" y="213"/>
                  </a:lnTo>
                  <a:lnTo>
                    <a:pt x="457" y="213"/>
                  </a:lnTo>
                  <a:lnTo>
                    <a:pt x="457" y="213"/>
                  </a:lnTo>
                  <a:lnTo>
                    <a:pt x="457" y="213"/>
                  </a:lnTo>
                  <a:lnTo>
                    <a:pt x="457" y="211"/>
                  </a:lnTo>
                  <a:lnTo>
                    <a:pt x="454" y="208"/>
                  </a:lnTo>
                  <a:lnTo>
                    <a:pt x="452" y="206"/>
                  </a:lnTo>
                  <a:lnTo>
                    <a:pt x="452" y="206"/>
                  </a:lnTo>
                  <a:lnTo>
                    <a:pt x="452" y="206"/>
                  </a:lnTo>
                  <a:lnTo>
                    <a:pt x="452" y="206"/>
                  </a:lnTo>
                  <a:lnTo>
                    <a:pt x="452" y="206"/>
                  </a:lnTo>
                  <a:lnTo>
                    <a:pt x="452" y="204"/>
                  </a:lnTo>
                  <a:lnTo>
                    <a:pt x="452" y="204"/>
                  </a:lnTo>
                  <a:lnTo>
                    <a:pt x="450" y="201"/>
                  </a:lnTo>
                  <a:lnTo>
                    <a:pt x="447" y="199"/>
                  </a:lnTo>
                  <a:lnTo>
                    <a:pt x="447" y="199"/>
                  </a:lnTo>
                  <a:lnTo>
                    <a:pt x="447" y="199"/>
                  </a:lnTo>
                  <a:lnTo>
                    <a:pt x="447" y="199"/>
                  </a:lnTo>
                  <a:lnTo>
                    <a:pt x="447" y="199"/>
                  </a:lnTo>
                  <a:lnTo>
                    <a:pt x="447" y="199"/>
                  </a:lnTo>
                  <a:lnTo>
                    <a:pt x="447" y="196"/>
                  </a:lnTo>
                  <a:lnTo>
                    <a:pt x="445" y="194"/>
                  </a:lnTo>
                  <a:lnTo>
                    <a:pt x="445" y="194"/>
                  </a:lnTo>
                  <a:lnTo>
                    <a:pt x="445" y="194"/>
                  </a:lnTo>
                  <a:lnTo>
                    <a:pt x="445" y="194"/>
                  </a:lnTo>
                  <a:lnTo>
                    <a:pt x="445" y="194"/>
                  </a:lnTo>
                  <a:lnTo>
                    <a:pt x="443" y="192"/>
                  </a:lnTo>
                  <a:lnTo>
                    <a:pt x="443" y="192"/>
                  </a:lnTo>
                  <a:lnTo>
                    <a:pt x="443" y="192"/>
                  </a:lnTo>
                  <a:lnTo>
                    <a:pt x="438" y="189"/>
                  </a:lnTo>
                  <a:lnTo>
                    <a:pt x="438" y="189"/>
                  </a:lnTo>
                  <a:lnTo>
                    <a:pt x="438" y="187"/>
                  </a:lnTo>
                  <a:lnTo>
                    <a:pt x="435" y="180"/>
                  </a:lnTo>
                  <a:lnTo>
                    <a:pt x="435" y="178"/>
                  </a:lnTo>
                  <a:lnTo>
                    <a:pt x="433" y="175"/>
                  </a:lnTo>
                  <a:lnTo>
                    <a:pt x="433" y="175"/>
                  </a:lnTo>
                  <a:lnTo>
                    <a:pt x="431" y="173"/>
                  </a:lnTo>
                  <a:lnTo>
                    <a:pt x="431" y="173"/>
                  </a:lnTo>
                  <a:lnTo>
                    <a:pt x="428" y="170"/>
                  </a:lnTo>
                  <a:lnTo>
                    <a:pt x="428" y="170"/>
                  </a:lnTo>
                  <a:lnTo>
                    <a:pt x="428" y="168"/>
                  </a:lnTo>
                  <a:lnTo>
                    <a:pt x="428" y="168"/>
                  </a:lnTo>
                  <a:lnTo>
                    <a:pt x="428" y="168"/>
                  </a:lnTo>
                  <a:lnTo>
                    <a:pt x="426" y="166"/>
                  </a:lnTo>
                  <a:lnTo>
                    <a:pt x="426" y="166"/>
                  </a:lnTo>
                  <a:lnTo>
                    <a:pt x="426" y="163"/>
                  </a:lnTo>
                  <a:lnTo>
                    <a:pt x="426" y="161"/>
                  </a:lnTo>
                  <a:lnTo>
                    <a:pt x="426" y="161"/>
                  </a:lnTo>
                  <a:lnTo>
                    <a:pt x="426" y="161"/>
                  </a:lnTo>
                  <a:lnTo>
                    <a:pt x="426" y="161"/>
                  </a:lnTo>
                  <a:lnTo>
                    <a:pt x="426" y="159"/>
                  </a:lnTo>
                  <a:lnTo>
                    <a:pt x="426" y="159"/>
                  </a:lnTo>
                  <a:lnTo>
                    <a:pt x="428" y="159"/>
                  </a:lnTo>
                  <a:lnTo>
                    <a:pt x="428" y="156"/>
                  </a:lnTo>
                  <a:lnTo>
                    <a:pt x="426" y="156"/>
                  </a:lnTo>
                  <a:lnTo>
                    <a:pt x="426" y="149"/>
                  </a:lnTo>
                  <a:lnTo>
                    <a:pt x="426" y="149"/>
                  </a:lnTo>
                  <a:lnTo>
                    <a:pt x="426" y="149"/>
                  </a:lnTo>
                  <a:lnTo>
                    <a:pt x="426" y="147"/>
                  </a:lnTo>
                  <a:lnTo>
                    <a:pt x="424" y="147"/>
                  </a:lnTo>
                  <a:lnTo>
                    <a:pt x="424" y="144"/>
                  </a:lnTo>
                  <a:lnTo>
                    <a:pt x="424" y="142"/>
                  </a:lnTo>
                  <a:lnTo>
                    <a:pt x="424" y="142"/>
                  </a:lnTo>
                  <a:lnTo>
                    <a:pt x="421" y="140"/>
                  </a:lnTo>
                  <a:lnTo>
                    <a:pt x="421" y="137"/>
                  </a:lnTo>
                  <a:lnTo>
                    <a:pt x="419" y="137"/>
                  </a:lnTo>
                  <a:lnTo>
                    <a:pt x="417" y="135"/>
                  </a:lnTo>
                  <a:lnTo>
                    <a:pt x="417" y="133"/>
                  </a:lnTo>
                  <a:lnTo>
                    <a:pt x="412" y="133"/>
                  </a:lnTo>
                  <a:lnTo>
                    <a:pt x="412" y="130"/>
                  </a:lnTo>
                  <a:lnTo>
                    <a:pt x="412" y="130"/>
                  </a:lnTo>
                  <a:lnTo>
                    <a:pt x="412" y="128"/>
                  </a:lnTo>
                  <a:lnTo>
                    <a:pt x="409" y="128"/>
                  </a:lnTo>
                  <a:lnTo>
                    <a:pt x="409" y="128"/>
                  </a:lnTo>
                  <a:lnTo>
                    <a:pt x="409" y="128"/>
                  </a:lnTo>
                  <a:lnTo>
                    <a:pt x="412" y="125"/>
                  </a:lnTo>
                  <a:lnTo>
                    <a:pt x="412" y="125"/>
                  </a:lnTo>
                  <a:lnTo>
                    <a:pt x="412" y="123"/>
                  </a:lnTo>
                  <a:lnTo>
                    <a:pt x="412" y="121"/>
                  </a:lnTo>
                  <a:lnTo>
                    <a:pt x="412" y="118"/>
                  </a:lnTo>
                  <a:lnTo>
                    <a:pt x="414" y="118"/>
                  </a:lnTo>
                  <a:lnTo>
                    <a:pt x="414" y="118"/>
                  </a:lnTo>
                  <a:lnTo>
                    <a:pt x="419" y="111"/>
                  </a:lnTo>
                  <a:lnTo>
                    <a:pt x="419" y="111"/>
                  </a:lnTo>
                  <a:lnTo>
                    <a:pt x="419" y="111"/>
                  </a:lnTo>
                  <a:lnTo>
                    <a:pt x="417" y="109"/>
                  </a:lnTo>
                  <a:lnTo>
                    <a:pt x="417" y="109"/>
                  </a:lnTo>
                  <a:lnTo>
                    <a:pt x="417" y="107"/>
                  </a:lnTo>
                  <a:lnTo>
                    <a:pt x="417" y="107"/>
                  </a:lnTo>
                  <a:lnTo>
                    <a:pt x="419" y="107"/>
                  </a:lnTo>
                  <a:lnTo>
                    <a:pt x="419" y="104"/>
                  </a:lnTo>
                  <a:lnTo>
                    <a:pt x="421" y="104"/>
                  </a:lnTo>
                  <a:lnTo>
                    <a:pt x="421" y="104"/>
                  </a:lnTo>
                  <a:lnTo>
                    <a:pt x="421" y="104"/>
                  </a:lnTo>
                  <a:lnTo>
                    <a:pt x="421" y="104"/>
                  </a:lnTo>
                  <a:lnTo>
                    <a:pt x="421" y="107"/>
                  </a:lnTo>
                  <a:lnTo>
                    <a:pt x="424" y="107"/>
                  </a:lnTo>
                  <a:lnTo>
                    <a:pt x="424" y="104"/>
                  </a:lnTo>
                  <a:lnTo>
                    <a:pt x="421" y="104"/>
                  </a:lnTo>
                  <a:lnTo>
                    <a:pt x="421" y="104"/>
                  </a:lnTo>
                  <a:lnTo>
                    <a:pt x="421" y="104"/>
                  </a:lnTo>
                  <a:lnTo>
                    <a:pt x="421" y="104"/>
                  </a:lnTo>
                  <a:lnTo>
                    <a:pt x="424" y="102"/>
                  </a:lnTo>
                  <a:lnTo>
                    <a:pt x="424" y="102"/>
                  </a:lnTo>
                  <a:lnTo>
                    <a:pt x="424" y="102"/>
                  </a:lnTo>
                  <a:lnTo>
                    <a:pt x="424" y="102"/>
                  </a:lnTo>
                  <a:lnTo>
                    <a:pt x="424" y="104"/>
                  </a:lnTo>
                  <a:lnTo>
                    <a:pt x="424" y="104"/>
                  </a:lnTo>
                  <a:lnTo>
                    <a:pt x="421" y="104"/>
                  </a:lnTo>
                  <a:lnTo>
                    <a:pt x="421" y="104"/>
                  </a:lnTo>
                  <a:lnTo>
                    <a:pt x="421" y="104"/>
                  </a:lnTo>
                  <a:lnTo>
                    <a:pt x="421" y="104"/>
                  </a:lnTo>
                  <a:lnTo>
                    <a:pt x="421" y="104"/>
                  </a:lnTo>
                  <a:lnTo>
                    <a:pt x="421" y="104"/>
                  </a:lnTo>
                  <a:lnTo>
                    <a:pt x="424" y="104"/>
                  </a:lnTo>
                  <a:lnTo>
                    <a:pt x="424" y="104"/>
                  </a:lnTo>
                  <a:lnTo>
                    <a:pt x="424" y="104"/>
                  </a:lnTo>
                  <a:lnTo>
                    <a:pt x="424" y="107"/>
                  </a:lnTo>
                  <a:lnTo>
                    <a:pt x="424" y="107"/>
                  </a:lnTo>
                  <a:lnTo>
                    <a:pt x="424" y="107"/>
                  </a:lnTo>
                  <a:lnTo>
                    <a:pt x="424" y="107"/>
                  </a:lnTo>
                  <a:lnTo>
                    <a:pt x="424" y="107"/>
                  </a:lnTo>
                  <a:lnTo>
                    <a:pt x="424" y="107"/>
                  </a:lnTo>
                  <a:lnTo>
                    <a:pt x="424" y="107"/>
                  </a:lnTo>
                  <a:lnTo>
                    <a:pt x="424" y="109"/>
                  </a:lnTo>
                  <a:lnTo>
                    <a:pt x="426" y="111"/>
                  </a:lnTo>
                  <a:lnTo>
                    <a:pt x="426" y="111"/>
                  </a:lnTo>
                  <a:lnTo>
                    <a:pt x="426" y="111"/>
                  </a:lnTo>
                  <a:lnTo>
                    <a:pt x="424" y="114"/>
                  </a:lnTo>
                  <a:lnTo>
                    <a:pt x="424" y="114"/>
                  </a:lnTo>
                  <a:lnTo>
                    <a:pt x="426" y="114"/>
                  </a:lnTo>
                  <a:lnTo>
                    <a:pt x="426" y="116"/>
                  </a:lnTo>
                  <a:lnTo>
                    <a:pt x="426" y="116"/>
                  </a:lnTo>
                  <a:lnTo>
                    <a:pt x="426" y="116"/>
                  </a:lnTo>
                  <a:lnTo>
                    <a:pt x="428" y="118"/>
                  </a:lnTo>
                  <a:lnTo>
                    <a:pt x="428" y="118"/>
                  </a:lnTo>
                  <a:lnTo>
                    <a:pt x="428" y="118"/>
                  </a:lnTo>
                  <a:lnTo>
                    <a:pt x="428" y="118"/>
                  </a:lnTo>
                  <a:lnTo>
                    <a:pt x="428" y="121"/>
                  </a:lnTo>
                  <a:lnTo>
                    <a:pt x="428" y="121"/>
                  </a:lnTo>
                  <a:lnTo>
                    <a:pt x="428" y="123"/>
                  </a:lnTo>
                  <a:lnTo>
                    <a:pt x="428" y="123"/>
                  </a:lnTo>
                  <a:lnTo>
                    <a:pt x="428" y="123"/>
                  </a:lnTo>
                  <a:lnTo>
                    <a:pt x="428" y="125"/>
                  </a:lnTo>
                  <a:lnTo>
                    <a:pt x="428" y="125"/>
                  </a:lnTo>
                  <a:lnTo>
                    <a:pt x="428" y="125"/>
                  </a:lnTo>
                  <a:lnTo>
                    <a:pt x="428" y="128"/>
                  </a:lnTo>
                  <a:lnTo>
                    <a:pt x="431" y="128"/>
                  </a:lnTo>
                  <a:lnTo>
                    <a:pt x="431" y="130"/>
                  </a:lnTo>
                  <a:lnTo>
                    <a:pt x="431" y="133"/>
                  </a:lnTo>
                  <a:lnTo>
                    <a:pt x="431" y="135"/>
                  </a:lnTo>
                  <a:lnTo>
                    <a:pt x="431" y="135"/>
                  </a:lnTo>
                  <a:lnTo>
                    <a:pt x="431" y="135"/>
                  </a:lnTo>
                  <a:lnTo>
                    <a:pt x="431" y="135"/>
                  </a:lnTo>
                  <a:lnTo>
                    <a:pt x="431" y="135"/>
                  </a:lnTo>
                  <a:lnTo>
                    <a:pt x="431" y="135"/>
                  </a:lnTo>
                  <a:lnTo>
                    <a:pt x="431" y="135"/>
                  </a:lnTo>
                  <a:lnTo>
                    <a:pt x="431" y="135"/>
                  </a:lnTo>
                  <a:lnTo>
                    <a:pt x="431" y="135"/>
                  </a:lnTo>
                  <a:lnTo>
                    <a:pt x="431" y="135"/>
                  </a:lnTo>
                  <a:lnTo>
                    <a:pt x="431" y="135"/>
                  </a:lnTo>
                  <a:lnTo>
                    <a:pt x="431" y="135"/>
                  </a:lnTo>
                  <a:lnTo>
                    <a:pt x="431" y="135"/>
                  </a:lnTo>
                  <a:lnTo>
                    <a:pt x="431" y="135"/>
                  </a:lnTo>
                  <a:lnTo>
                    <a:pt x="433" y="135"/>
                  </a:lnTo>
                  <a:lnTo>
                    <a:pt x="431" y="135"/>
                  </a:lnTo>
                  <a:lnTo>
                    <a:pt x="433" y="137"/>
                  </a:lnTo>
                  <a:lnTo>
                    <a:pt x="435" y="137"/>
                  </a:lnTo>
                  <a:lnTo>
                    <a:pt x="435" y="140"/>
                  </a:lnTo>
                  <a:lnTo>
                    <a:pt x="435" y="142"/>
                  </a:lnTo>
                  <a:lnTo>
                    <a:pt x="435" y="142"/>
                  </a:lnTo>
                  <a:lnTo>
                    <a:pt x="438" y="144"/>
                  </a:lnTo>
                  <a:lnTo>
                    <a:pt x="438" y="144"/>
                  </a:lnTo>
                  <a:lnTo>
                    <a:pt x="438" y="144"/>
                  </a:lnTo>
                  <a:lnTo>
                    <a:pt x="438" y="144"/>
                  </a:lnTo>
                  <a:lnTo>
                    <a:pt x="438" y="147"/>
                  </a:lnTo>
                  <a:lnTo>
                    <a:pt x="440" y="147"/>
                  </a:lnTo>
                  <a:lnTo>
                    <a:pt x="440" y="149"/>
                  </a:lnTo>
                  <a:lnTo>
                    <a:pt x="440" y="149"/>
                  </a:lnTo>
                  <a:lnTo>
                    <a:pt x="440" y="151"/>
                  </a:lnTo>
                  <a:lnTo>
                    <a:pt x="443" y="151"/>
                  </a:lnTo>
                  <a:lnTo>
                    <a:pt x="443" y="151"/>
                  </a:lnTo>
                  <a:lnTo>
                    <a:pt x="445" y="154"/>
                  </a:lnTo>
                  <a:lnTo>
                    <a:pt x="445" y="154"/>
                  </a:lnTo>
                  <a:lnTo>
                    <a:pt x="445" y="154"/>
                  </a:lnTo>
                  <a:lnTo>
                    <a:pt x="445" y="154"/>
                  </a:lnTo>
                  <a:lnTo>
                    <a:pt x="445" y="154"/>
                  </a:lnTo>
                  <a:lnTo>
                    <a:pt x="447" y="154"/>
                  </a:lnTo>
                  <a:lnTo>
                    <a:pt x="447" y="156"/>
                  </a:lnTo>
                  <a:lnTo>
                    <a:pt x="447" y="156"/>
                  </a:lnTo>
                  <a:lnTo>
                    <a:pt x="447" y="156"/>
                  </a:lnTo>
                  <a:lnTo>
                    <a:pt x="447" y="156"/>
                  </a:lnTo>
                  <a:lnTo>
                    <a:pt x="450" y="159"/>
                  </a:lnTo>
                  <a:lnTo>
                    <a:pt x="450" y="159"/>
                  </a:lnTo>
                  <a:lnTo>
                    <a:pt x="450" y="159"/>
                  </a:lnTo>
                  <a:lnTo>
                    <a:pt x="450" y="159"/>
                  </a:lnTo>
                  <a:lnTo>
                    <a:pt x="450" y="161"/>
                  </a:lnTo>
                  <a:lnTo>
                    <a:pt x="452" y="161"/>
                  </a:lnTo>
                  <a:lnTo>
                    <a:pt x="452" y="161"/>
                  </a:lnTo>
                  <a:lnTo>
                    <a:pt x="452" y="161"/>
                  </a:lnTo>
                  <a:lnTo>
                    <a:pt x="452" y="161"/>
                  </a:lnTo>
                  <a:lnTo>
                    <a:pt x="454" y="163"/>
                  </a:lnTo>
                  <a:lnTo>
                    <a:pt x="454" y="163"/>
                  </a:lnTo>
                  <a:lnTo>
                    <a:pt x="454" y="163"/>
                  </a:lnTo>
                  <a:lnTo>
                    <a:pt x="454" y="163"/>
                  </a:lnTo>
                  <a:lnTo>
                    <a:pt x="454" y="163"/>
                  </a:lnTo>
                  <a:lnTo>
                    <a:pt x="454" y="166"/>
                  </a:lnTo>
                  <a:lnTo>
                    <a:pt x="454" y="166"/>
                  </a:lnTo>
                  <a:lnTo>
                    <a:pt x="454" y="166"/>
                  </a:lnTo>
                  <a:lnTo>
                    <a:pt x="454" y="166"/>
                  </a:lnTo>
                  <a:lnTo>
                    <a:pt x="454" y="168"/>
                  </a:lnTo>
                  <a:lnTo>
                    <a:pt x="454" y="168"/>
                  </a:lnTo>
                  <a:lnTo>
                    <a:pt x="454" y="168"/>
                  </a:lnTo>
                  <a:lnTo>
                    <a:pt x="454" y="170"/>
                  </a:lnTo>
                  <a:lnTo>
                    <a:pt x="454" y="170"/>
                  </a:lnTo>
                  <a:lnTo>
                    <a:pt x="454" y="170"/>
                  </a:lnTo>
                  <a:lnTo>
                    <a:pt x="454" y="173"/>
                  </a:lnTo>
                  <a:lnTo>
                    <a:pt x="454" y="175"/>
                  </a:lnTo>
                  <a:lnTo>
                    <a:pt x="454" y="175"/>
                  </a:lnTo>
                  <a:lnTo>
                    <a:pt x="457" y="175"/>
                  </a:lnTo>
                  <a:lnTo>
                    <a:pt x="457" y="175"/>
                  </a:lnTo>
                  <a:lnTo>
                    <a:pt x="457" y="178"/>
                  </a:lnTo>
                  <a:lnTo>
                    <a:pt x="457" y="178"/>
                  </a:lnTo>
                  <a:lnTo>
                    <a:pt x="457" y="178"/>
                  </a:lnTo>
                  <a:lnTo>
                    <a:pt x="457" y="180"/>
                  </a:lnTo>
                  <a:lnTo>
                    <a:pt x="457" y="182"/>
                  </a:lnTo>
                  <a:lnTo>
                    <a:pt x="457" y="182"/>
                  </a:lnTo>
                  <a:lnTo>
                    <a:pt x="457" y="185"/>
                  </a:lnTo>
                  <a:lnTo>
                    <a:pt x="457" y="187"/>
                  </a:lnTo>
                  <a:lnTo>
                    <a:pt x="457" y="189"/>
                  </a:lnTo>
                  <a:lnTo>
                    <a:pt x="457" y="189"/>
                  </a:lnTo>
                  <a:lnTo>
                    <a:pt x="459" y="189"/>
                  </a:lnTo>
                  <a:lnTo>
                    <a:pt x="459" y="192"/>
                  </a:lnTo>
                  <a:lnTo>
                    <a:pt x="459" y="189"/>
                  </a:lnTo>
                  <a:lnTo>
                    <a:pt x="459" y="189"/>
                  </a:lnTo>
                  <a:lnTo>
                    <a:pt x="459" y="189"/>
                  </a:lnTo>
                  <a:lnTo>
                    <a:pt x="459" y="192"/>
                  </a:lnTo>
                  <a:lnTo>
                    <a:pt x="459" y="192"/>
                  </a:lnTo>
                  <a:lnTo>
                    <a:pt x="459" y="192"/>
                  </a:lnTo>
                  <a:lnTo>
                    <a:pt x="459" y="192"/>
                  </a:lnTo>
                  <a:lnTo>
                    <a:pt x="459" y="192"/>
                  </a:lnTo>
                  <a:lnTo>
                    <a:pt x="462" y="192"/>
                  </a:lnTo>
                  <a:lnTo>
                    <a:pt x="462" y="194"/>
                  </a:lnTo>
                  <a:lnTo>
                    <a:pt x="462" y="194"/>
                  </a:lnTo>
                  <a:lnTo>
                    <a:pt x="462" y="194"/>
                  </a:lnTo>
                  <a:lnTo>
                    <a:pt x="462" y="194"/>
                  </a:lnTo>
                  <a:lnTo>
                    <a:pt x="466" y="196"/>
                  </a:lnTo>
                  <a:lnTo>
                    <a:pt x="466" y="196"/>
                  </a:lnTo>
                  <a:lnTo>
                    <a:pt x="466" y="199"/>
                  </a:lnTo>
                  <a:lnTo>
                    <a:pt x="466" y="199"/>
                  </a:lnTo>
                  <a:lnTo>
                    <a:pt x="469" y="201"/>
                  </a:lnTo>
                  <a:lnTo>
                    <a:pt x="469" y="201"/>
                  </a:lnTo>
                  <a:lnTo>
                    <a:pt x="469" y="201"/>
                  </a:lnTo>
                  <a:lnTo>
                    <a:pt x="476" y="206"/>
                  </a:lnTo>
                  <a:lnTo>
                    <a:pt x="476" y="208"/>
                  </a:lnTo>
                  <a:lnTo>
                    <a:pt x="478" y="208"/>
                  </a:lnTo>
                  <a:lnTo>
                    <a:pt x="478" y="211"/>
                  </a:lnTo>
                  <a:lnTo>
                    <a:pt x="478" y="211"/>
                  </a:lnTo>
                  <a:lnTo>
                    <a:pt x="478" y="211"/>
                  </a:lnTo>
                  <a:lnTo>
                    <a:pt x="480" y="213"/>
                  </a:lnTo>
                  <a:lnTo>
                    <a:pt x="480" y="213"/>
                  </a:lnTo>
                  <a:lnTo>
                    <a:pt x="480" y="213"/>
                  </a:lnTo>
                  <a:lnTo>
                    <a:pt x="480" y="213"/>
                  </a:lnTo>
                  <a:lnTo>
                    <a:pt x="480" y="213"/>
                  </a:lnTo>
                  <a:lnTo>
                    <a:pt x="480" y="213"/>
                  </a:lnTo>
                  <a:lnTo>
                    <a:pt x="480" y="213"/>
                  </a:lnTo>
                  <a:lnTo>
                    <a:pt x="480" y="213"/>
                  </a:lnTo>
                  <a:lnTo>
                    <a:pt x="480" y="213"/>
                  </a:lnTo>
                  <a:lnTo>
                    <a:pt x="480" y="215"/>
                  </a:lnTo>
                  <a:lnTo>
                    <a:pt x="480" y="215"/>
                  </a:lnTo>
                  <a:lnTo>
                    <a:pt x="480" y="215"/>
                  </a:lnTo>
                  <a:lnTo>
                    <a:pt x="483" y="218"/>
                  </a:lnTo>
                  <a:lnTo>
                    <a:pt x="483" y="218"/>
                  </a:lnTo>
                  <a:lnTo>
                    <a:pt x="483" y="218"/>
                  </a:lnTo>
                  <a:lnTo>
                    <a:pt x="483" y="220"/>
                  </a:lnTo>
                  <a:lnTo>
                    <a:pt x="485" y="220"/>
                  </a:lnTo>
                  <a:lnTo>
                    <a:pt x="485" y="222"/>
                  </a:lnTo>
                  <a:lnTo>
                    <a:pt x="488" y="222"/>
                  </a:lnTo>
                  <a:lnTo>
                    <a:pt x="488" y="222"/>
                  </a:lnTo>
                  <a:lnTo>
                    <a:pt x="488" y="222"/>
                  </a:lnTo>
                  <a:lnTo>
                    <a:pt x="488" y="222"/>
                  </a:lnTo>
                  <a:lnTo>
                    <a:pt x="488" y="225"/>
                  </a:lnTo>
                  <a:lnTo>
                    <a:pt x="488" y="225"/>
                  </a:lnTo>
                  <a:lnTo>
                    <a:pt x="488" y="225"/>
                  </a:lnTo>
                  <a:lnTo>
                    <a:pt x="490" y="225"/>
                  </a:lnTo>
                  <a:lnTo>
                    <a:pt x="490" y="227"/>
                  </a:lnTo>
                  <a:lnTo>
                    <a:pt x="492" y="227"/>
                  </a:lnTo>
                  <a:lnTo>
                    <a:pt x="492" y="227"/>
                  </a:lnTo>
                  <a:lnTo>
                    <a:pt x="492" y="227"/>
                  </a:lnTo>
                  <a:lnTo>
                    <a:pt x="492" y="227"/>
                  </a:lnTo>
                  <a:lnTo>
                    <a:pt x="495" y="227"/>
                  </a:lnTo>
                  <a:lnTo>
                    <a:pt x="495" y="227"/>
                  </a:lnTo>
                  <a:lnTo>
                    <a:pt x="497" y="232"/>
                  </a:lnTo>
                  <a:lnTo>
                    <a:pt x="497" y="232"/>
                  </a:lnTo>
                  <a:lnTo>
                    <a:pt x="499" y="232"/>
                  </a:lnTo>
                  <a:lnTo>
                    <a:pt x="502" y="234"/>
                  </a:lnTo>
                  <a:lnTo>
                    <a:pt x="504" y="237"/>
                  </a:lnTo>
                  <a:lnTo>
                    <a:pt x="509" y="237"/>
                  </a:lnTo>
                  <a:lnTo>
                    <a:pt x="509" y="237"/>
                  </a:lnTo>
                  <a:lnTo>
                    <a:pt x="509" y="237"/>
                  </a:lnTo>
                  <a:lnTo>
                    <a:pt x="511" y="237"/>
                  </a:lnTo>
                  <a:lnTo>
                    <a:pt x="511" y="239"/>
                  </a:lnTo>
                  <a:lnTo>
                    <a:pt x="511" y="239"/>
                  </a:lnTo>
                  <a:lnTo>
                    <a:pt x="511" y="241"/>
                  </a:lnTo>
                  <a:lnTo>
                    <a:pt x="514" y="241"/>
                  </a:lnTo>
                  <a:lnTo>
                    <a:pt x="514" y="239"/>
                  </a:lnTo>
                  <a:lnTo>
                    <a:pt x="514" y="239"/>
                  </a:lnTo>
                  <a:lnTo>
                    <a:pt x="511" y="239"/>
                  </a:lnTo>
                  <a:lnTo>
                    <a:pt x="511" y="239"/>
                  </a:lnTo>
                  <a:lnTo>
                    <a:pt x="511" y="239"/>
                  </a:lnTo>
                  <a:lnTo>
                    <a:pt x="514" y="239"/>
                  </a:lnTo>
                  <a:lnTo>
                    <a:pt x="514" y="239"/>
                  </a:lnTo>
                  <a:lnTo>
                    <a:pt x="514" y="239"/>
                  </a:lnTo>
                  <a:lnTo>
                    <a:pt x="514" y="239"/>
                  </a:lnTo>
                  <a:lnTo>
                    <a:pt x="511" y="239"/>
                  </a:lnTo>
                  <a:lnTo>
                    <a:pt x="511" y="239"/>
                  </a:lnTo>
                  <a:lnTo>
                    <a:pt x="514" y="239"/>
                  </a:lnTo>
                  <a:lnTo>
                    <a:pt x="514" y="239"/>
                  </a:lnTo>
                  <a:lnTo>
                    <a:pt x="511" y="239"/>
                  </a:lnTo>
                  <a:lnTo>
                    <a:pt x="511" y="237"/>
                  </a:lnTo>
                  <a:lnTo>
                    <a:pt x="511" y="237"/>
                  </a:lnTo>
                  <a:lnTo>
                    <a:pt x="511" y="237"/>
                  </a:lnTo>
                  <a:lnTo>
                    <a:pt x="511" y="237"/>
                  </a:lnTo>
                  <a:lnTo>
                    <a:pt x="511" y="237"/>
                  </a:lnTo>
                  <a:lnTo>
                    <a:pt x="514" y="237"/>
                  </a:lnTo>
                  <a:lnTo>
                    <a:pt x="514" y="234"/>
                  </a:lnTo>
                  <a:lnTo>
                    <a:pt x="514" y="234"/>
                  </a:lnTo>
                  <a:lnTo>
                    <a:pt x="514" y="234"/>
                  </a:lnTo>
                  <a:lnTo>
                    <a:pt x="514" y="232"/>
                  </a:lnTo>
                  <a:lnTo>
                    <a:pt x="514" y="232"/>
                  </a:lnTo>
                  <a:lnTo>
                    <a:pt x="514" y="232"/>
                  </a:lnTo>
                  <a:lnTo>
                    <a:pt x="516" y="232"/>
                  </a:lnTo>
                  <a:lnTo>
                    <a:pt x="516" y="232"/>
                  </a:lnTo>
                  <a:lnTo>
                    <a:pt x="516" y="232"/>
                  </a:lnTo>
                  <a:lnTo>
                    <a:pt x="516" y="232"/>
                  </a:lnTo>
                  <a:lnTo>
                    <a:pt x="516" y="230"/>
                  </a:lnTo>
                  <a:lnTo>
                    <a:pt x="516" y="230"/>
                  </a:lnTo>
                  <a:lnTo>
                    <a:pt x="516" y="230"/>
                  </a:lnTo>
                  <a:lnTo>
                    <a:pt x="516" y="230"/>
                  </a:lnTo>
                  <a:lnTo>
                    <a:pt x="516" y="230"/>
                  </a:lnTo>
                  <a:lnTo>
                    <a:pt x="516" y="230"/>
                  </a:lnTo>
                  <a:lnTo>
                    <a:pt x="518" y="230"/>
                  </a:lnTo>
                  <a:lnTo>
                    <a:pt x="518" y="230"/>
                  </a:lnTo>
                  <a:lnTo>
                    <a:pt x="518" y="230"/>
                  </a:lnTo>
                  <a:lnTo>
                    <a:pt x="518" y="230"/>
                  </a:lnTo>
                  <a:lnTo>
                    <a:pt x="518" y="227"/>
                  </a:lnTo>
                  <a:lnTo>
                    <a:pt x="521" y="227"/>
                  </a:lnTo>
                  <a:lnTo>
                    <a:pt x="521" y="227"/>
                  </a:lnTo>
                  <a:lnTo>
                    <a:pt x="521" y="227"/>
                  </a:lnTo>
                  <a:lnTo>
                    <a:pt x="521" y="225"/>
                  </a:lnTo>
                  <a:lnTo>
                    <a:pt x="521" y="225"/>
                  </a:lnTo>
                  <a:lnTo>
                    <a:pt x="523" y="225"/>
                  </a:lnTo>
                  <a:lnTo>
                    <a:pt x="521" y="225"/>
                  </a:lnTo>
                  <a:lnTo>
                    <a:pt x="523" y="220"/>
                  </a:lnTo>
                  <a:lnTo>
                    <a:pt x="521" y="220"/>
                  </a:lnTo>
                  <a:lnTo>
                    <a:pt x="523" y="218"/>
                  </a:lnTo>
                  <a:lnTo>
                    <a:pt x="523" y="215"/>
                  </a:lnTo>
                  <a:lnTo>
                    <a:pt x="523" y="215"/>
                  </a:lnTo>
                  <a:lnTo>
                    <a:pt x="523" y="215"/>
                  </a:lnTo>
                  <a:lnTo>
                    <a:pt x="523" y="215"/>
                  </a:lnTo>
                  <a:lnTo>
                    <a:pt x="523" y="213"/>
                  </a:lnTo>
                  <a:lnTo>
                    <a:pt x="523" y="213"/>
                  </a:lnTo>
                  <a:lnTo>
                    <a:pt x="523" y="213"/>
                  </a:lnTo>
                  <a:lnTo>
                    <a:pt x="523" y="213"/>
                  </a:lnTo>
                  <a:lnTo>
                    <a:pt x="523" y="211"/>
                  </a:lnTo>
                  <a:lnTo>
                    <a:pt x="521" y="211"/>
                  </a:lnTo>
                  <a:lnTo>
                    <a:pt x="521" y="211"/>
                  </a:lnTo>
                  <a:lnTo>
                    <a:pt x="521" y="208"/>
                  </a:lnTo>
                  <a:lnTo>
                    <a:pt x="521" y="208"/>
                  </a:lnTo>
                  <a:lnTo>
                    <a:pt x="521" y="208"/>
                  </a:lnTo>
                  <a:lnTo>
                    <a:pt x="521" y="208"/>
                  </a:lnTo>
                  <a:lnTo>
                    <a:pt x="521" y="206"/>
                  </a:lnTo>
                  <a:lnTo>
                    <a:pt x="521" y="206"/>
                  </a:lnTo>
                  <a:lnTo>
                    <a:pt x="521" y="206"/>
                  </a:lnTo>
                  <a:lnTo>
                    <a:pt x="521" y="204"/>
                  </a:lnTo>
                  <a:lnTo>
                    <a:pt x="521" y="204"/>
                  </a:lnTo>
                  <a:lnTo>
                    <a:pt x="523" y="204"/>
                  </a:lnTo>
                  <a:lnTo>
                    <a:pt x="523" y="201"/>
                  </a:lnTo>
                  <a:lnTo>
                    <a:pt x="523" y="201"/>
                  </a:lnTo>
                  <a:lnTo>
                    <a:pt x="523" y="199"/>
                  </a:lnTo>
                  <a:lnTo>
                    <a:pt x="523" y="196"/>
                  </a:lnTo>
                  <a:lnTo>
                    <a:pt x="525" y="196"/>
                  </a:lnTo>
                  <a:lnTo>
                    <a:pt x="523" y="196"/>
                  </a:lnTo>
                  <a:lnTo>
                    <a:pt x="523" y="196"/>
                  </a:lnTo>
                  <a:lnTo>
                    <a:pt x="523" y="196"/>
                  </a:lnTo>
                  <a:lnTo>
                    <a:pt x="525" y="196"/>
                  </a:lnTo>
                  <a:lnTo>
                    <a:pt x="525" y="194"/>
                  </a:lnTo>
                  <a:lnTo>
                    <a:pt x="528" y="194"/>
                  </a:lnTo>
                  <a:lnTo>
                    <a:pt x="525" y="192"/>
                  </a:lnTo>
                  <a:lnTo>
                    <a:pt x="525" y="192"/>
                  </a:lnTo>
                  <a:lnTo>
                    <a:pt x="525" y="192"/>
                  </a:lnTo>
                  <a:lnTo>
                    <a:pt x="525" y="192"/>
                  </a:lnTo>
                  <a:lnTo>
                    <a:pt x="528" y="192"/>
                  </a:lnTo>
                  <a:lnTo>
                    <a:pt x="528" y="189"/>
                  </a:lnTo>
                  <a:lnTo>
                    <a:pt x="530" y="187"/>
                  </a:lnTo>
                  <a:lnTo>
                    <a:pt x="530" y="185"/>
                  </a:lnTo>
                  <a:lnTo>
                    <a:pt x="533" y="182"/>
                  </a:lnTo>
                  <a:lnTo>
                    <a:pt x="533" y="180"/>
                  </a:lnTo>
                  <a:lnTo>
                    <a:pt x="533" y="180"/>
                  </a:lnTo>
                  <a:lnTo>
                    <a:pt x="533" y="180"/>
                  </a:lnTo>
                  <a:lnTo>
                    <a:pt x="533" y="180"/>
                  </a:lnTo>
                  <a:lnTo>
                    <a:pt x="533" y="180"/>
                  </a:lnTo>
                  <a:lnTo>
                    <a:pt x="533" y="178"/>
                  </a:lnTo>
                  <a:lnTo>
                    <a:pt x="533" y="178"/>
                  </a:lnTo>
                  <a:lnTo>
                    <a:pt x="533" y="178"/>
                  </a:lnTo>
                  <a:lnTo>
                    <a:pt x="533" y="178"/>
                  </a:lnTo>
                  <a:lnTo>
                    <a:pt x="533" y="178"/>
                  </a:lnTo>
                  <a:lnTo>
                    <a:pt x="533" y="178"/>
                  </a:lnTo>
                  <a:lnTo>
                    <a:pt x="533" y="175"/>
                  </a:lnTo>
                  <a:lnTo>
                    <a:pt x="533" y="175"/>
                  </a:lnTo>
                  <a:lnTo>
                    <a:pt x="533" y="175"/>
                  </a:lnTo>
                  <a:lnTo>
                    <a:pt x="533" y="173"/>
                  </a:lnTo>
                  <a:lnTo>
                    <a:pt x="533" y="173"/>
                  </a:lnTo>
                  <a:lnTo>
                    <a:pt x="533" y="173"/>
                  </a:lnTo>
                  <a:lnTo>
                    <a:pt x="533" y="173"/>
                  </a:lnTo>
                  <a:lnTo>
                    <a:pt x="533" y="168"/>
                  </a:lnTo>
                  <a:lnTo>
                    <a:pt x="533" y="168"/>
                  </a:lnTo>
                  <a:lnTo>
                    <a:pt x="533" y="166"/>
                  </a:lnTo>
                  <a:lnTo>
                    <a:pt x="533" y="166"/>
                  </a:lnTo>
                  <a:lnTo>
                    <a:pt x="533" y="166"/>
                  </a:lnTo>
                  <a:lnTo>
                    <a:pt x="535" y="166"/>
                  </a:lnTo>
                  <a:lnTo>
                    <a:pt x="535" y="166"/>
                  </a:lnTo>
                  <a:lnTo>
                    <a:pt x="535" y="163"/>
                  </a:lnTo>
                  <a:lnTo>
                    <a:pt x="535" y="163"/>
                  </a:lnTo>
                  <a:lnTo>
                    <a:pt x="535" y="163"/>
                  </a:lnTo>
                  <a:lnTo>
                    <a:pt x="535" y="161"/>
                  </a:lnTo>
                  <a:lnTo>
                    <a:pt x="535" y="161"/>
                  </a:lnTo>
                  <a:lnTo>
                    <a:pt x="535" y="159"/>
                  </a:lnTo>
                  <a:lnTo>
                    <a:pt x="535" y="156"/>
                  </a:lnTo>
                  <a:lnTo>
                    <a:pt x="535" y="156"/>
                  </a:lnTo>
                  <a:lnTo>
                    <a:pt x="535" y="156"/>
                  </a:lnTo>
                  <a:lnTo>
                    <a:pt x="535" y="154"/>
                  </a:lnTo>
                  <a:lnTo>
                    <a:pt x="537" y="154"/>
                  </a:lnTo>
                  <a:lnTo>
                    <a:pt x="537" y="154"/>
                  </a:lnTo>
                  <a:lnTo>
                    <a:pt x="537" y="154"/>
                  </a:lnTo>
                  <a:lnTo>
                    <a:pt x="537" y="151"/>
                  </a:lnTo>
                  <a:lnTo>
                    <a:pt x="537" y="151"/>
                  </a:lnTo>
                  <a:lnTo>
                    <a:pt x="537" y="149"/>
                  </a:lnTo>
                  <a:lnTo>
                    <a:pt x="537" y="147"/>
                  </a:lnTo>
                  <a:lnTo>
                    <a:pt x="540" y="147"/>
                  </a:lnTo>
                  <a:lnTo>
                    <a:pt x="540" y="147"/>
                  </a:lnTo>
                  <a:lnTo>
                    <a:pt x="537" y="144"/>
                  </a:lnTo>
                  <a:lnTo>
                    <a:pt x="537" y="144"/>
                  </a:lnTo>
                  <a:lnTo>
                    <a:pt x="540" y="144"/>
                  </a:lnTo>
                  <a:lnTo>
                    <a:pt x="540" y="144"/>
                  </a:lnTo>
                  <a:lnTo>
                    <a:pt x="540" y="144"/>
                  </a:lnTo>
                  <a:lnTo>
                    <a:pt x="540" y="144"/>
                  </a:lnTo>
                  <a:lnTo>
                    <a:pt x="540" y="142"/>
                  </a:lnTo>
                  <a:lnTo>
                    <a:pt x="540" y="142"/>
                  </a:lnTo>
                  <a:lnTo>
                    <a:pt x="540" y="142"/>
                  </a:lnTo>
                  <a:lnTo>
                    <a:pt x="542" y="140"/>
                  </a:lnTo>
                  <a:lnTo>
                    <a:pt x="542" y="140"/>
                  </a:lnTo>
                  <a:lnTo>
                    <a:pt x="542" y="140"/>
                  </a:lnTo>
                  <a:lnTo>
                    <a:pt x="542" y="140"/>
                  </a:lnTo>
                  <a:lnTo>
                    <a:pt x="542" y="140"/>
                  </a:lnTo>
                  <a:lnTo>
                    <a:pt x="542" y="140"/>
                  </a:lnTo>
                  <a:lnTo>
                    <a:pt x="542" y="140"/>
                  </a:lnTo>
                  <a:lnTo>
                    <a:pt x="542" y="140"/>
                  </a:lnTo>
                  <a:lnTo>
                    <a:pt x="542" y="137"/>
                  </a:lnTo>
                  <a:lnTo>
                    <a:pt x="544" y="137"/>
                  </a:lnTo>
                  <a:lnTo>
                    <a:pt x="544" y="137"/>
                  </a:lnTo>
                  <a:lnTo>
                    <a:pt x="544" y="137"/>
                  </a:lnTo>
                  <a:lnTo>
                    <a:pt x="544" y="137"/>
                  </a:lnTo>
                  <a:lnTo>
                    <a:pt x="542" y="137"/>
                  </a:lnTo>
                  <a:lnTo>
                    <a:pt x="544" y="137"/>
                  </a:lnTo>
                  <a:lnTo>
                    <a:pt x="544" y="137"/>
                  </a:lnTo>
                  <a:lnTo>
                    <a:pt x="544" y="137"/>
                  </a:lnTo>
                  <a:lnTo>
                    <a:pt x="544" y="135"/>
                  </a:lnTo>
                  <a:lnTo>
                    <a:pt x="544" y="135"/>
                  </a:lnTo>
                  <a:lnTo>
                    <a:pt x="544" y="135"/>
                  </a:lnTo>
                  <a:lnTo>
                    <a:pt x="547" y="135"/>
                  </a:lnTo>
                  <a:lnTo>
                    <a:pt x="547" y="133"/>
                  </a:lnTo>
                  <a:lnTo>
                    <a:pt x="547" y="133"/>
                  </a:lnTo>
                  <a:lnTo>
                    <a:pt x="544" y="130"/>
                  </a:lnTo>
                  <a:lnTo>
                    <a:pt x="544" y="128"/>
                  </a:lnTo>
                  <a:lnTo>
                    <a:pt x="544" y="125"/>
                  </a:lnTo>
                  <a:lnTo>
                    <a:pt x="542" y="118"/>
                  </a:lnTo>
                  <a:lnTo>
                    <a:pt x="542" y="114"/>
                  </a:lnTo>
                  <a:lnTo>
                    <a:pt x="540" y="107"/>
                  </a:lnTo>
                  <a:lnTo>
                    <a:pt x="537" y="102"/>
                  </a:lnTo>
                  <a:lnTo>
                    <a:pt x="537" y="102"/>
                  </a:lnTo>
                  <a:lnTo>
                    <a:pt x="537" y="102"/>
                  </a:lnTo>
                  <a:lnTo>
                    <a:pt x="537" y="102"/>
                  </a:lnTo>
                  <a:lnTo>
                    <a:pt x="537" y="102"/>
                  </a:lnTo>
                  <a:lnTo>
                    <a:pt x="535" y="95"/>
                  </a:lnTo>
                  <a:lnTo>
                    <a:pt x="533" y="85"/>
                  </a:lnTo>
                  <a:lnTo>
                    <a:pt x="530" y="80"/>
                  </a:lnTo>
                  <a:lnTo>
                    <a:pt x="530" y="80"/>
                  </a:lnTo>
                  <a:lnTo>
                    <a:pt x="528" y="78"/>
                  </a:lnTo>
                  <a:lnTo>
                    <a:pt x="528" y="78"/>
                  </a:lnTo>
                  <a:lnTo>
                    <a:pt x="528" y="76"/>
                  </a:lnTo>
                  <a:lnTo>
                    <a:pt x="528" y="76"/>
                  </a:lnTo>
                  <a:lnTo>
                    <a:pt x="528" y="73"/>
                  </a:lnTo>
                  <a:lnTo>
                    <a:pt x="528" y="73"/>
                  </a:lnTo>
                  <a:lnTo>
                    <a:pt x="528" y="71"/>
                  </a:lnTo>
                  <a:lnTo>
                    <a:pt x="528" y="71"/>
                  </a:lnTo>
                  <a:lnTo>
                    <a:pt x="525" y="71"/>
                  </a:lnTo>
                  <a:lnTo>
                    <a:pt x="525" y="69"/>
                  </a:lnTo>
                  <a:lnTo>
                    <a:pt x="525" y="66"/>
                  </a:lnTo>
                  <a:lnTo>
                    <a:pt x="525" y="62"/>
                  </a:lnTo>
                  <a:lnTo>
                    <a:pt x="521" y="54"/>
                  </a:lnTo>
                  <a:lnTo>
                    <a:pt x="518" y="47"/>
                  </a:lnTo>
                  <a:lnTo>
                    <a:pt x="516" y="40"/>
                  </a:lnTo>
                  <a:lnTo>
                    <a:pt x="516" y="36"/>
                  </a:lnTo>
                  <a:lnTo>
                    <a:pt x="514" y="28"/>
                  </a:lnTo>
                  <a:lnTo>
                    <a:pt x="511" y="28"/>
                  </a:lnTo>
                  <a:lnTo>
                    <a:pt x="511" y="24"/>
                  </a:lnTo>
                  <a:lnTo>
                    <a:pt x="511" y="24"/>
                  </a:lnTo>
                  <a:lnTo>
                    <a:pt x="509" y="21"/>
                  </a:lnTo>
                  <a:lnTo>
                    <a:pt x="509" y="21"/>
                  </a:lnTo>
                  <a:lnTo>
                    <a:pt x="502" y="26"/>
                  </a:lnTo>
                  <a:lnTo>
                    <a:pt x="492" y="31"/>
                  </a:lnTo>
                  <a:lnTo>
                    <a:pt x="480" y="33"/>
                  </a:lnTo>
                  <a:lnTo>
                    <a:pt x="478" y="33"/>
                  </a:lnTo>
                  <a:lnTo>
                    <a:pt x="478" y="33"/>
                  </a:lnTo>
                  <a:lnTo>
                    <a:pt x="478" y="33"/>
                  </a:lnTo>
                  <a:lnTo>
                    <a:pt x="476" y="33"/>
                  </a:lnTo>
                  <a:lnTo>
                    <a:pt x="471" y="33"/>
                  </a:lnTo>
                  <a:lnTo>
                    <a:pt x="471" y="33"/>
                  </a:lnTo>
                  <a:lnTo>
                    <a:pt x="469" y="31"/>
                  </a:lnTo>
                  <a:lnTo>
                    <a:pt x="469" y="31"/>
                  </a:lnTo>
                  <a:lnTo>
                    <a:pt x="469" y="31"/>
                  </a:lnTo>
                  <a:lnTo>
                    <a:pt x="469" y="31"/>
                  </a:lnTo>
                  <a:lnTo>
                    <a:pt x="466" y="31"/>
                  </a:lnTo>
                  <a:lnTo>
                    <a:pt x="466" y="33"/>
                  </a:lnTo>
                  <a:lnTo>
                    <a:pt x="466" y="33"/>
                  </a:lnTo>
                  <a:lnTo>
                    <a:pt x="466" y="33"/>
                  </a:lnTo>
                  <a:lnTo>
                    <a:pt x="466" y="33"/>
                  </a:lnTo>
                  <a:lnTo>
                    <a:pt x="459" y="33"/>
                  </a:lnTo>
                  <a:lnTo>
                    <a:pt x="462" y="33"/>
                  </a:lnTo>
                  <a:lnTo>
                    <a:pt x="462" y="33"/>
                  </a:lnTo>
                  <a:lnTo>
                    <a:pt x="462" y="33"/>
                  </a:lnTo>
                  <a:lnTo>
                    <a:pt x="462" y="36"/>
                  </a:lnTo>
                  <a:lnTo>
                    <a:pt x="462" y="36"/>
                  </a:lnTo>
                  <a:lnTo>
                    <a:pt x="462" y="36"/>
                  </a:lnTo>
                  <a:lnTo>
                    <a:pt x="462" y="36"/>
                  </a:lnTo>
                  <a:lnTo>
                    <a:pt x="462" y="36"/>
                  </a:lnTo>
                  <a:lnTo>
                    <a:pt x="462" y="36"/>
                  </a:lnTo>
                  <a:lnTo>
                    <a:pt x="462" y="36"/>
                  </a:lnTo>
                  <a:lnTo>
                    <a:pt x="462" y="36"/>
                  </a:lnTo>
                  <a:lnTo>
                    <a:pt x="459" y="36"/>
                  </a:lnTo>
                  <a:lnTo>
                    <a:pt x="459" y="36"/>
                  </a:lnTo>
                  <a:lnTo>
                    <a:pt x="459" y="36"/>
                  </a:lnTo>
                  <a:lnTo>
                    <a:pt x="459" y="36"/>
                  </a:lnTo>
                  <a:lnTo>
                    <a:pt x="459" y="36"/>
                  </a:lnTo>
                  <a:lnTo>
                    <a:pt x="459" y="36"/>
                  </a:lnTo>
                  <a:lnTo>
                    <a:pt x="457" y="36"/>
                  </a:lnTo>
                  <a:lnTo>
                    <a:pt x="457" y="36"/>
                  </a:lnTo>
                  <a:lnTo>
                    <a:pt x="457" y="36"/>
                  </a:lnTo>
                  <a:lnTo>
                    <a:pt x="457" y="36"/>
                  </a:lnTo>
                  <a:lnTo>
                    <a:pt x="457" y="36"/>
                  </a:lnTo>
                  <a:lnTo>
                    <a:pt x="457" y="36"/>
                  </a:lnTo>
                  <a:lnTo>
                    <a:pt x="457" y="38"/>
                  </a:lnTo>
                  <a:lnTo>
                    <a:pt x="457" y="38"/>
                  </a:lnTo>
                  <a:lnTo>
                    <a:pt x="457" y="38"/>
                  </a:lnTo>
                  <a:lnTo>
                    <a:pt x="457" y="38"/>
                  </a:lnTo>
                  <a:lnTo>
                    <a:pt x="454" y="38"/>
                  </a:lnTo>
                  <a:lnTo>
                    <a:pt x="454" y="38"/>
                  </a:lnTo>
                  <a:lnTo>
                    <a:pt x="452" y="38"/>
                  </a:lnTo>
                  <a:lnTo>
                    <a:pt x="452" y="38"/>
                  </a:lnTo>
                  <a:lnTo>
                    <a:pt x="452" y="36"/>
                  </a:lnTo>
                  <a:lnTo>
                    <a:pt x="452" y="36"/>
                  </a:lnTo>
                  <a:lnTo>
                    <a:pt x="452" y="36"/>
                  </a:lnTo>
                  <a:lnTo>
                    <a:pt x="452" y="33"/>
                  </a:lnTo>
                  <a:lnTo>
                    <a:pt x="452" y="33"/>
                  </a:lnTo>
                  <a:lnTo>
                    <a:pt x="452" y="33"/>
                  </a:lnTo>
                  <a:lnTo>
                    <a:pt x="452" y="33"/>
                  </a:lnTo>
                  <a:lnTo>
                    <a:pt x="452" y="36"/>
                  </a:lnTo>
                  <a:lnTo>
                    <a:pt x="452" y="33"/>
                  </a:lnTo>
                  <a:lnTo>
                    <a:pt x="454" y="33"/>
                  </a:lnTo>
                  <a:lnTo>
                    <a:pt x="454" y="33"/>
                  </a:lnTo>
                  <a:lnTo>
                    <a:pt x="454" y="33"/>
                  </a:lnTo>
                  <a:lnTo>
                    <a:pt x="452" y="31"/>
                  </a:lnTo>
                  <a:lnTo>
                    <a:pt x="450" y="28"/>
                  </a:lnTo>
                  <a:lnTo>
                    <a:pt x="450" y="28"/>
                  </a:lnTo>
                  <a:lnTo>
                    <a:pt x="452" y="28"/>
                  </a:lnTo>
                  <a:lnTo>
                    <a:pt x="452" y="28"/>
                  </a:lnTo>
                  <a:lnTo>
                    <a:pt x="452" y="28"/>
                  </a:lnTo>
                  <a:lnTo>
                    <a:pt x="450" y="28"/>
                  </a:lnTo>
                  <a:lnTo>
                    <a:pt x="450" y="31"/>
                  </a:lnTo>
                  <a:lnTo>
                    <a:pt x="450" y="31"/>
                  </a:lnTo>
                  <a:lnTo>
                    <a:pt x="447" y="31"/>
                  </a:lnTo>
                  <a:lnTo>
                    <a:pt x="447" y="31"/>
                  </a:lnTo>
                  <a:lnTo>
                    <a:pt x="447" y="31"/>
                  </a:lnTo>
                  <a:lnTo>
                    <a:pt x="445" y="33"/>
                  </a:lnTo>
                  <a:lnTo>
                    <a:pt x="445" y="33"/>
                  </a:lnTo>
                  <a:lnTo>
                    <a:pt x="443" y="33"/>
                  </a:lnTo>
                  <a:lnTo>
                    <a:pt x="445" y="36"/>
                  </a:lnTo>
                  <a:lnTo>
                    <a:pt x="445" y="36"/>
                  </a:lnTo>
                  <a:lnTo>
                    <a:pt x="447" y="36"/>
                  </a:lnTo>
                  <a:lnTo>
                    <a:pt x="447" y="36"/>
                  </a:lnTo>
                  <a:lnTo>
                    <a:pt x="447" y="33"/>
                  </a:lnTo>
                  <a:lnTo>
                    <a:pt x="447" y="33"/>
                  </a:lnTo>
                  <a:lnTo>
                    <a:pt x="447" y="33"/>
                  </a:lnTo>
                  <a:lnTo>
                    <a:pt x="447" y="33"/>
                  </a:lnTo>
                  <a:lnTo>
                    <a:pt x="447" y="33"/>
                  </a:lnTo>
                  <a:lnTo>
                    <a:pt x="450" y="33"/>
                  </a:lnTo>
                  <a:lnTo>
                    <a:pt x="450" y="33"/>
                  </a:lnTo>
                  <a:lnTo>
                    <a:pt x="450" y="33"/>
                  </a:lnTo>
                  <a:lnTo>
                    <a:pt x="447" y="33"/>
                  </a:lnTo>
                  <a:lnTo>
                    <a:pt x="447" y="33"/>
                  </a:lnTo>
                  <a:lnTo>
                    <a:pt x="450" y="36"/>
                  </a:lnTo>
                  <a:lnTo>
                    <a:pt x="447" y="36"/>
                  </a:lnTo>
                  <a:lnTo>
                    <a:pt x="445" y="36"/>
                  </a:lnTo>
                  <a:lnTo>
                    <a:pt x="445" y="36"/>
                  </a:lnTo>
                  <a:lnTo>
                    <a:pt x="447" y="36"/>
                  </a:lnTo>
                  <a:lnTo>
                    <a:pt x="447" y="36"/>
                  </a:lnTo>
                  <a:lnTo>
                    <a:pt x="447" y="36"/>
                  </a:lnTo>
                  <a:lnTo>
                    <a:pt x="445" y="38"/>
                  </a:lnTo>
                  <a:lnTo>
                    <a:pt x="445" y="38"/>
                  </a:lnTo>
                  <a:lnTo>
                    <a:pt x="443" y="36"/>
                  </a:lnTo>
                  <a:lnTo>
                    <a:pt x="445" y="36"/>
                  </a:lnTo>
                  <a:lnTo>
                    <a:pt x="445" y="36"/>
                  </a:lnTo>
                  <a:lnTo>
                    <a:pt x="445" y="36"/>
                  </a:lnTo>
                  <a:lnTo>
                    <a:pt x="445" y="36"/>
                  </a:lnTo>
                  <a:lnTo>
                    <a:pt x="443" y="36"/>
                  </a:lnTo>
                  <a:lnTo>
                    <a:pt x="443" y="33"/>
                  </a:lnTo>
                  <a:lnTo>
                    <a:pt x="443" y="33"/>
                  </a:lnTo>
                  <a:lnTo>
                    <a:pt x="440" y="33"/>
                  </a:lnTo>
                  <a:lnTo>
                    <a:pt x="440" y="36"/>
                  </a:lnTo>
                  <a:lnTo>
                    <a:pt x="443" y="36"/>
                  </a:lnTo>
                  <a:lnTo>
                    <a:pt x="443" y="36"/>
                  </a:lnTo>
                  <a:lnTo>
                    <a:pt x="440" y="36"/>
                  </a:lnTo>
                  <a:lnTo>
                    <a:pt x="440" y="36"/>
                  </a:lnTo>
                  <a:lnTo>
                    <a:pt x="440" y="36"/>
                  </a:lnTo>
                  <a:lnTo>
                    <a:pt x="440" y="36"/>
                  </a:lnTo>
                  <a:lnTo>
                    <a:pt x="440" y="36"/>
                  </a:lnTo>
                  <a:lnTo>
                    <a:pt x="440" y="36"/>
                  </a:lnTo>
                  <a:lnTo>
                    <a:pt x="440" y="36"/>
                  </a:lnTo>
                  <a:lnTo>
                    <a:pt x="440" y="36"/>
                  </a:lnTo>
                  <a:lnTo>
                    <a:pt x="440" y="36"/>
                  </a:lnTo>
                  <a:lnTo>
                    <a:pt x="435" y="36"/>
                  </a:lnTo>
                  <a:lnTo>
                    <a:pt x="433" y="38"/>
                  </a:lnTo>
                  <a:lnTo>
                    <a:pt x="433" y="38"/>
                  </a:lnTo>
                  <a:lnTo>
                    <a:pt x="433" y="38"/>
                  </a:lnTo>
                  <a:lnTo>
                    <a:pt x="433" y="38"/>
                  </a:lnTo>
                  <a:lnTo>
                    <a:pt x="433" y="38"/>
                  </a:lnTo>
                  <a:lnTo>
                    <a:pt x="433" y="38"/>
                  </a:lnTo>
                  <a:lnTo>
                    <a:pt x="431" y="38"/>
                  </a:lnTo>
                  <a:lnTo>
                    <a:pt x="431" y="38"/>
                  </a:lnTo>
                  <a:lnTo>
                    <a:pt x="428" y="38"/>
                  </a:lnTo>
                  <a:lnTo>
                    <a:pt x="431" y="38"/>
                  </a:lnTo>
                  <a:lnTo>
                    <a:pt x="431" y="38"/>
                  </a:lnTo>
                  <a:lnTo>
                    <a:pt x="428" y="38"/>
                  </a:lnTo>
                  <a:lnTo>
                    <a:pt x="433" y="36"/>
                  </a:lnTo>
                  <a:lnTo>
                    <a:pt x="435" y="36"/>
                  </a:lnTo>
                  <a:lnTo>
                    <a:pt x="438" y="36"/>
                  </a:lnTo>
                  <a:lnTo>
                    <a:pt x="440" y="33"/>
                  </a:lnTo>
                  <a:lnTo>
                    <a:pt x="443" y="31"/>
                  </a:lnTo>
                  <a:lnTo>
                    <a:pt x="443" y="31"/>
                  </a:lnTo>
                  <a:lnTo>
                    <a:pt x="440" y="31"/>
                  </a:lnTo>
                  <a:lnTo>
                    <a:pt x="440" y="31"/>
                  </a:lnTo>
                  <a:lnTo>
                    <a:pt x="438" y="33"/>
                  </a:lnTo>
                  <a:lnTo>
                    <a:pt x="438" y="33"/>
                  </a:lnTo>
                  <a:lnTo>
                    <a:pt x="433" y="36"/>
                  </a:lnTo>
                  <a:lnTo>
                    <a:pt x="428" y="38"/>
                  </a:lnTo>
                  <a:lnTo>
                    <a:pt x="426" y="38"/>
                  </a:lnTo>
                  <a:lnTo>
                    <a:pt x="424" y="38"/>
                  </a:lnTo>
                  <a:lnTo>
                    <a:pt x="424" y="38"/>
                  </a:lnTo>
                  <a:lnTo>
                    <a:pt x="421" y="36"/>
                  </a:lnTo>
                  <a:lnTo>
                    <a:pt x="421" y="36"/>
                  </a:lnTo>
                  <a:lnTo>
                    <a:pt x="419" y="33"/>
                  </a:lnTo>
                  <a:lnTo>
                    <a:pt x="417" y="31"/>
                  </a:lnTo>
                  <a:lnTo>
                    <a:pt x="417" y="31"/>
                  </a:lnTo>
                  <a:lnTo>
                    <a:pt x="414" y="28"/>
                  </a:lnTo>
                  <a:lnTo>
                    <a:pt x="414" y="26"/>
                  </a:lnTo>
                  <a:lnTo>
                    <a:pt x="412" y="26"/>
                  </a:lnTo>
                  <a:lnTo>
                    <a:pt x="412" y="26"/>
                  </a:lnTo>
                  <a:lnTo>
                    <a:pt x="409" y="26"/>
                  </a:lnTo>
                  <a:lnTo>
                    <a:pt x="409" y="26"/>
                  </a:lnTo>
                  <a:lnTo>
                    <a:pt x="409" y="24"/>
                  </a:lnTo>
                  <a:lnTo>
                    <a:pt x="409" y="24"/>
                  </a:lnTo>
                  <a:lnTo>
                    <a:pt x="409" y="24"/>
                  </a:lnTo>
                  <a:lnTo>
                    <a:pt x="407" y="24"/>
                  </a:lnTo>
                  <a:lnTo>
                    <a:pt x="405" y="24"/>
                  </a:lnTo>
                  <a:lnTo>
                    <a:pt x="405" y="21"/>
                  </a:lnTo>
                  <a:lnTo>
                    <a:pt x="405" y="21"/>
                  </a:lnTo>
                  <a:lnTo>
                    <a:pt x="402" y="21"/>
                  </a:lnTo>
                  <a:lnTo>
                    <a:pt x="402" y="24"/>
                  </a:lnTo>
                  <a:lnTo>
                    <a:pt x="405" y="24"/>
                  </a:lnTo>
                  <a:lnTo>
                    <a:pt x="405" y="24"/>
                  </a:lnTo>
                  <a:lnTo>
                    <a:pt x="407" y="24"/>
                  </a:lnTo>
                  <a:lnTo>
                    <a:pt x="407" y="24"/>
                  </a:lnTo>
                  <a:lnTo>
                    <a:pt x="407" y="24"/>
                  </a:lnTo>
                  <a:lnTo>
                    <a:pt x="407" y="26"/>
                  </a:lnTo>
                  <a:lnTo>
                    <a:pt x="407" y="26"/>
                  </a:lnTo>
                  <a:lnTo>
                    <a:pt x="407" y="28"/>
                  </a:lnTo>
                  <a:lnTo>
                    <a:pt x="407" y="28"/>
                  </a:lnTo>
                  <a:lnTo>
                    <a:pt x="407" y="31"/>
                  </a:lnTo>
                  <a:lnTo>
                    <a:pt x="407" y="31"/>
                  </a:lnTo>
                  <a:lnTo>
                    <a:pt x="407" y="31"/>
                  </a:lnTo>
                  <a:lnTo>
                    <a:pt x="407" y="31"/>
                  </a:lnTo>
                  <a:lnTo>
                    <a:pt x="407" y="31"/>
                  </a:lnTo>
                  <a:lnTo>
                    <a:pt x="407" y="33"/>
                  </a:lnTo>
                  <a:lnTo>
                    <a:pt x="407" y="33"/>
                  </a:lnTo>
                  <a:lnTo>
                    <a:pt x="405" y="33"/>
                  </a:lnTo>
                  <a:lnTo>
                    <a:pt x="405" y="33"/>
                  </a:lnTo>
                  <a:lnTo>
                    <a:pt x="405" y="33"/>
                  </a:lnTo>
                  <a:lnTo>
                    <a:pt x="402" y="33"/>
                  </a:lnTo>
                  <a:lnTo>
                    <a:pt x="402" y="33"/>
                  </a:lnTo>
                  <a:lnTo>
                    <a:pt x="402" y="33"/>
                  </a:lnTo>
                  <a:lnTo>
                    <a:pt x="402" y="33"/>
                  </a:lnTo>
                  <a:lnTo>
                    <a:pt x="402" y="33"/>
                  </a:lnTo>
                  <a:lnTo>
                    <a:pt x="402" y="33"/>
                  </a:lnTo>
                  <a:lnTo>
                    <a:pt x="400" y="33"/>
                  </a:lnTo>
                  <a:lnTo>
                    <a:pt x="400" y="33"/>
                  </a:lnTo>
                  <a:lnTo>
                    <a:pt x="400" y="33"/>
                  </a:lnTo>
                  <a:lnTo>
                    <a:pt x="400" y="33"/>
                  </a:lnTo>
                  <a:lnTo>
                    <a:pt x="400" y="33"/>
                  </a:lnTo>
                  <a:lnTo>
                    <a:pt x="400" y="33"/>
                  </a:lnTo>
                  <a:lnTo>
                    <a:pt x="400" y="36"/>
                  </a:lnTo>
                  <a:lnTo>
                    <a:pt x="400" y="36"/>
                  </a:lnTo>
                  <a:lnTo>
                    <a:pt x="400" y="36"/>
                  </a:lnTo>
                  <a:lnTo>
                    <a:pt x="400" y="36"/>
                  </a:lnTo>
                  <a:lnTo>
                    <a:pt x="400" y="36"/>
                  </a:lnTo>
                  <a:lnTo>
                    <a:pt x="400" y="36"/>
                  </a:lnTo>
                  <a:lnTo>
                    <a:pt x="400" y="36"/>
                  </a:lnTo>
                  <a:lnTo>
                    <a:pt x="400" y="36"/>
                  </a:lnTo>
                  <a:lnTo>
                    <a:pt x="400" y="36"/>
                  </a:lnTo>
                  <a:lnTo>
                    <a:pt x="398" y="36"/>
                  </a:lnTo>
                  <a:lnTo>
                    <a:pt x="398" y="36"/>
                  </a:lnTo>
                  <a:lnTo>
                    <a:pt x="398" y="36"/>
                  </a:lnTo>
                  <a:lnTo>
                    <a:pt x="398" y="36"/>
                  </a:lnTo>
                  <a:lnTo>
                    <a:pt x="398" y="36"/>
                  </a:lnTo>
                  <a:lnTo>
                    <a:pt x="400" y="36"/>
                  </a:lnTo>
                  <a:lnTo>
                    <a:pt x="400" y="38"/>
                  </a:lnTo>
                  <a:lnTo>
                    <a:pt x="398" y="38"/>
                  </a:lnTo>
                  <a:lnTo>
                    <a:pt x="398" y="38"/>
                  </a:lnTo>
                  <a:lnTo>
                    <a:pt x="398" y="38"/>
                  </a:lnTo>
                  <a:lnTo>
                    <a:pt x="398" y="36"/>
                  </a:lnTo>
                  <a:lnTo>
                    <a:pt x="398" y="36"/>
                  </a:lnTo>
                  <a:lnTo>
                    <a:pt x="398" y="36"/>
                  </a:lnTo>
                  <a:lnTo>
                    <a:pt x="398" y="36"/>
                  </a:lnTo>
                  <a:lnTo>
                    <a:pt x="398" y="36"/>
                  </a:lnTo>
                  <a:lnTo>
                    <a:pt x="395" y="36"/>
                  </a:lnTo>
                  <a:lnTo>
                    <a:pt x="395" y="36"/>
                  </a:lnTo>
                  <a:lnTo>
                    <a:pt x="395" y="36"/>
                  </a:lnTo>
                  <a:lnTo>
                    <a:pt x="395" y="36"/>
                  </a:lnTo>
                  <a:lnTo>
                    <a:pt x="395" y="36"/>
                  </a:lnTo>
                  <a:lnTo>
                    <a:pt x="395" y="36"/>
                  </a:lnTo>
                  <a:lnTo>
                    <a:pt x="395" y="36"/>
                  </a:lnTo>
                  <a:lnTo>
                    <a:pt x="395" y="33"/>
                  </a:lnTo>
                  <a:lnTo>
                    <a:pt x="395" y="33"/>
                  </a:lnTo>
                  <a:lnTo>
                    <a:pt x="395" y="33"/>
                  </a:lnTo>
                  <a:lnTo>
                    <a:pt x="395" y="33"/>
                  </a:lnTo>
                  <a:lnTo>
                    <a:pt x="395" y="33"/>
                  </a:lnTo>
                  <a:lnTo>
                    <a:pt x="395" y="33"/>
                  </a:lnTo>
                  <a:lnTo>
                    <a:pt x="395" y="33"/>
                  </a:lnTo>
                  <a:lnTo>
                    <a:pt x="395" y="31"/>
                  </a:lnTo>
                  <a:lnTo>
                    <a:pt x="395" y="31"/>
                  </a:lnTo>
                  <a:lnTo>
                    <a:pt x="395" y="33"/>
                  </a:lnTo>
                  <a:lnTo>
                    <a:pt x="393" y="33"/>
                  </a:lnTo>
                  <a:lnTo>
                    <a:pt x="393" y="33"/>
                  </a:lnTo>
                  <a:lnTo>
                    <a:pt x="393" y="33"/>
                  </a:lnTo>
                  <a:lnTo>
                    <a:pt x="393" y="33"/>
                  </a:lnTo>
                  <a:lnTo>
                    <a:pt x="393" y="31"/>
                  </a:lnTo>
                  <a:lnTo>
                    <a:pt x="393" y="31"/>
                  </a:lnTo>
                  <a:lnTo>
                    <a:pt x="393" y="31"/>
                  </a:lnTo>
                  <a:lnTo>
                    <a:pt x="393" y="31"/>
                  </a:lnTo>
                  <a:lnTo>
                    <a:pt x="393" y="31"/>
                  </a:lnTo>
                  <a:lnTo>
                    <a:pt x="395" y="28"/>
                  </a:lnTo>
                  <a:lnTo>
                    <a:pt x="395" y="28"/>
                  </a:lnTo>
                  <a:lnTo>
                    <a:pt x="395" y="28"/>
                  </a:lnTo>
                  <a:lnTo>
                    <a:pt x="395" y="28"/>
                  </a:lnTo>
                  <a:lnTo>
                    <a:pt x="393" y="28"/>
                  </a:lnTo>
                  <a:lnTo>
                    <a:pt x="393" y="28"/>
                  </a:lnTo>
                  <a:lnTo>
                    <a:pt x="393" y="28"/>
                  </a:lnTo>
                  <a:lnTo>
                    <a:pt x="393" y="28"/>
                  </a:lnTo>
                  <a:lnTo>
                    <a:pt x="393" y="26"/>
                  </a:lnTo>
                  <a:lnTo>
                    <a:pt x="393" y="26"/>
                  </a:lnTo>
                  <a:lnTo>
                    <a:pt x="393" y="26"/>
                  </a:lnTo>
                  <a:lnTo>
                    <a:pt x="393" y="28"/>
                  </a:lnTo>
                  <a:lnTo>
                    <a:pt x="393" y="28"/>
                  </a:lnTo>
                  <a:lnTo>
                    <a:pt x="391" y="26"/>
                  </a:lnTo>
                  <a:lnTo>
                    <a:pt x="391" y="26"/>
                  </a:lnTo>
                  <a:lnTo>
                    <a:pt x="393" y="26"/>
                  </a:lnTo>
                  <a:lnTo>
                    <a:pt x="391" y="26"/>
                  </a:lnTo>
                  <a:lnTo>
                    <a:pt x="391" y="26"/>
                  </a:lnTo>
                  <a:lnTo>
                    <a:pt x="391" y="28"/>
                  </a:lnTo>
                  <a:lnTo>
                    <a:pt x="388" y="28"/>
                  </a:lnTo>
                  <a:lnTo>
                    <a:pt x="388" y="28"/>
                  </a:lnTo>
                  <a:lnTo>
                    <a:pt x="388" y="28"/>
                  </a:lnTo>
                  <a:lnTo>
                    <a:pt x="388" y="28"/>
                  </a:lnTo>
                  <a:lnTo>
                    <a:pt x="388" y="28"/>
                  </a:lnTo>
                  <a:lnTo>
                    <a:pt x="388" y="28"/>
                  </a:lnTo>
                  <a:lnTo>
                    <a:pt x="388" y="28"/>
                  </a:lnTo>
                  <a:lnTo>
                    <a:pt x="388" y="28"/>
                  </a:lnTo>
                  <a:lnTo>
                    <a:pt x="388" y="28"/>
                  </a:lnTo>
                  <a:lnTo>
                    <a:pt x="388" y="28"/>
                  </a:lnTo>
                  <a:lnTo>
                    <a:pt x="388" y="28"/>
                  </a:lnTo>
                  <a:lnTo>
                    <a:pt x="388" y="28"/>
                  </a:lnTo>
                  <a:lnTo>
                    <a:pt x="388" y="28"/>
                  </a:lnTo>
                  <a:lnTo>
                    <a:pt x="386" y="28"/>
                  </a:lnTo>
                  <a:lnTo>
                    <a:pt x="386" y="28"/>
                  </a:lnTo>
                  <a:lnTo>
                    <a:pt x="386" y="28"/>
                  </a:lnTo>
                  <a:lnTo>
                    <a:pt x="386" y="28"/>
                  </a:lnTo>
                  <a:lnTo>
                    <a:pt x="386" y="28"/>
                  </a:lnTo>
                  <a:lnTo>
                    <a:pt x="386" y="26"/>
                  </a:lnTo>
                  <a:lnTo>
                    <a:pt x="386" y="26"/>
                  </a:lnTo>
                  <a:lnTo>
                    <a:pt x="386" y="26"/>
                  </a:lnTo>
                  <a:lnTo>
                    <a:pt x="386" y="26"/>
                  </a:lnTo>
                  <a:lnTo>
                    <a:pt x="386" y="26"/>
                  </a:lnTo>
                  <a:lnTo>
                    <a:pt x="386" y="26"/>
                  </a:lnTo>
                  <a:lnTo>
                    <a:pt x="386" y="26"/>
                  </a:lnTo>
                  <a:lnTo>
                    <a:pt x="386" y="26"/>
                  </a:lnTo>
                  <a:lnTo>
                    <a:pt x="386" y="26"/>
                  </a:lnTo>
                  <a:lnTo>
                    <a:pt x="386" y="26"/>
                  </a:lnTo>
                  <a:lnTo>
                    <a:pt x="386" y="26"/>
                  </a:lnTo>
                  <a:lnTo>
                    <a:pt x="386" y="26"/>
                  </a:lnTo>
                  <a:lnTo>
                    <a:pt x="383" y="26"/>
                  </a:lnTo>
                  <a:lnTo>
                    <a:pt x="383" y="26"/>
                  </a:lnTo>
                  <a:lnTo>
                    <a:pt x="383" y="26"/>
                  </a:lnTo>
                  <a:lnTo>
                    <a:pt x="383" y="24"/>
                  </a:lnTo>
                  <a:lnTo>
                    <a:pt x="383" y="24"/>
                  </a:lnTo>
                  <a:lnTo>
                    <a:pt x="383" y="24"/>
                  </a:lnTo>
                  <a:lnTo>
                    <a:pt x="383" y="24"/>
                  </a:lnTo>
                  <a:lnTo>
                    <a:pt x="381" y="24"/>
                  </a:lnTo>
                  <a:lnTo>
                    <a:pt x="381" y="24"/>
                  </a:lnTo>
                  <a:lnTo>
                    <a:pt x="381" y="24"/>
                  </a:lnTo>
                  <a:lnTo>
                    <a:pt x="381" y="24"/>
                  </a:lnTo>
                  <a:lnTo>
                    <a:pt x="381" y="24"/>
                  </a:lnTo>
                  <a:lnTo>
                    <a:pt x="381" y="24"/>
                  </a:lnTo>
                  <a:lnTo>
                    <a:pt x="381" y="24"/>
                  </a:lnTo>
                  <a:lnTo>
                    <a:pt x="381" y="24"/>
                  </a:lnTo>
                  <a:lnTo>
                    <a:pt x="381" y="24"/>
                  </a:lnTo>
                  <a:lnTo>
                    <a:pt x="379" y="24"/>
                  </a:lnTo>
                  <a:lnTo>
                    <a:pt x="379" y="24"/>
                  </a:lnTo>
                  <a:lnTo>
                    <a:pt x="379" y="21"/>
                  </a:lnTo>
                  <a:lnTo>
                    <a:pt x="381" y="21"/>
                  </a:lnTo>
                  <a:lnTo>
                    <a:pt x="381" y="21"/>
                  </a:lnTo>
                  <a:lnTo>
                    <a:pt x="381" y="21"/>
                  </a:lnTo>
                  <a:lnTo>
                    <a:pt x="381" y="21"/>
                  </a:lnTo>
                  <a:lnTo>
                    <a:pt x="381" y="21"/>
                  </a:lnTo>
                  <a:lnTo>
                    <a:pt x="381" y="19"/>
                  </a:lnTo>
                  <a:lnTo>
                    <a:pt x="381" y="19"/>
                  </a:lnTo>
                  <a:lnTo>
                    <a:pt x="381" y="19"/>
                  </a:lnTo>
                  <a:lnTo>
                    <a:pt x="381" y="19"/>
                  </a:lnTo>
                  <a:lnTo>
                    <a:pt x="381" y="19"/>
                  </a:lnTo>
                  <a:lnTo>
                    <a:pt x="381" y="19"/>
                  </a:lnTo>
                  <a:lnTo>
                    <a:pt x="381" y="19"/>
                  </a:lnTo>
                  <a:lnTo>
                    <a:pt x="381" y="19"/>
                  </a:lnTo>
                  <a:lnTo>
                    <a:pt x="381" y="19"/>
                  </a:lnTo>
                  <a:lnTo>
                    <a:pt x="383" y="19"/>
                  </a:lnTo>
                  <a:lnTo>
                    <a:pt x="383" y="19"/>
                  </a:lnTo>
                  <a:lnTo>
                    <a:pt x="383" y="19"/>
                  </a:lnTo>
                  <a:lnTo>
                    <a:pt x="383" y="19"/>
                  </a:lnTo>
                  <a:lnTo>
                    <a:pt x="383" y="19"/>
                  </a:lnTo>
                  <a:lnTo>
                    <a:pt x="383" y="19"/>
                  </a:lnTo>
                  <a:lnTo>
                    <a:pt x="383" y="19"/>
                  </a:lnTo>
                  <a:lnTo>
                    <a:pt x="383" y="17"/>
                  </a:lnTo>
                  <a:lnTo>
                    <a:pt x="383" y="17"/>
                  </a:lnTo>
                  <a:lnTo>
                    <a:pt x="383" y="17"/>
                  </a:lnTo>
                  <a:lnTo>
                    <a:pt x="383" y="17"/>
                  </a:lnTo>
                  <a:lnTo>
                    <a:pt x="383" y="14"/>
                  </a:lnTo>
                  <a:lnTo>
                    <a:pt x="383" y="14"/>
                  </a:lnTo>
                  <a:lnTo>
                    <a:pt x="383" y="14"/>
                  </a:lnTo>
                  <a:lnTo>
                    <a:pt x="383" y="14"/>
                  </a:lnTo>
                  <a:lnTo>
                    <a:pt x="383" y="14"/>
                  </a:lnTo>
                  <a:lnTo>
                    <a:pt x="383" y="14"/>
                  </a:lnTo>
                  <a:lnTo>
                    <a:pt x="383" y="14"/>
                  </a:lnTo>
                  <a:lnTo>
                    <a:pt x="383" y="14"/>
                  </a:lnTo>
                  <a:lnTo>
                    <a:pt x="386" y="14"/>
                  </a:lnTo>
                  <a:lnTo>
                    <a:pt x="386" y="14"/>
                  </a:lnTo>
                  <a:lnTo>
                    <a:pt x="386" y="14"/>
                  </a:lnTo>
                  <a:lnTo>
                    <a:pt x="383" y="14"/>
                  </a:lnTo>
                  <a:lnTo>
                    <a:pt x="383" y="14"/>
                  </a:lnTo>
                  <a:lnTo>
                    <a:pt x="383" y="14"/>
                  </a:lnTo>
                  <a:lnTo>
                    <a:pt x="383" y="14"/>
                  </a:lnTo>
                  <a:lnTo>
                    <a:pt x="383" y="14"/>
                  </a:lnTo>
                  <a:lnTo>
                    <a:pt x="383" y="14"/>
                  </a:lnTo>
                  <a:lnTo>
                    <a:pt x="383" y="14"/>
                  </a:lnTo>
                  <a:lnTo>
                    <a:pt x="383" y="12"/>
                  </a:lnTo>
                  <a:lnTo>
                    <a:pt x="383" y="12"/>
                  </a:lnTo>
                  <a:lnTo>
                    <a:pt x="383" y="14"/>
                  </a:lnTo>
                  <a:lnTo>
                    <a:pt x="383" y="14"/>
                  </a:lnTo>
                  <a:lnTo>
                    <a:pt x="383" y="14"/>
                  </a:lnTo>
                  <a:lnTo>
                    <a:pt x="383" y="12"/>
                  </a:lnTo>
                  <a:lnTo>
                    <a:pt x="383" y="12"/>
                  </a:lnTo>
                  <a:lnTo>
                    <a:pt x="383" y="12"/>
                  </a:lnTo>
                  <a:lnTo>
                    <a:pt x="383" y="12"/>
                  </a:lnTo>
                  <a:lnTo>
                    <a:pt x="383" y="12"/>
                  </a:lnTo>
                  <a:lnTo>
                    <a:pt x="383" y="12"/>
                  </a:lnTo>
                  <a:lnTo>
                    <a:pt x="386" y="14"/>
                  </a:lnTo>
                  <a:lnTo>
                    <a:pt x="386" y="14"/>
                  </a:lnTo>
                  <a:lnTo>
                    <a:pt x="386" y="14"/>
                  </a:lnTo>
                  <a:lnTo>
                    <a:pt x="386" y="14"/>
                  </a:lnTo>
                  <a:lnTo>
                    <a:pt x="386" y="14"/>
                  </a:lnTo>
                  <a:lnTo>
                    <a:pt x="386" y="14"/>
                  </a:lnTo>
                  <a:lnTo>
                    <a:pt x="386" y="14"/>
                  </a:lnTo>
                  <a:lnTo>
                    <a:pt x="386" y="12"/>
                  </a:lnTo>
                  <a:lnTo>
                    <a:pt x="386" y="12"/>
                  </a:lnTo>
                  <a:lnTo>
                    <a:pt x="386" y="12"/>
                  </a:lnTo>
                  <a:lnTo>
                    <a:pt x="383" y="9"/>
                  </a:lnTo>
                  <a:lnTo>
                    <a:pt x="386" y="9"/>
                  </a:lnTo>
                  <a:lnTo>
                    <a:pt x="383" y="9"/>
                  </a:lnTo>
                  <a:lnTo>
                    <a:pt x="383" y="9"/>
                  </a:lnTo>
                  <a:lnTo>
                    <a:pt x="383" y="9"/>
                  </a:lnTo>
                  <a:lnTo>
                    <a:pt x="383" y="9"/>
                  </a:lnTo>
                  <a:lnTo>
                    <a:pt x="383" y="9"/>
                  </a:lnTo>
                  <a:lnTo>
                    <a:pt x="383" y="9"/>
                  </a:lnTo>
                  <a:lnTo>
                    <a:pt x="386" y="9"/>
                  </a:lnTo>
                  <a:lnTo>
                    <a:pt x="386" y="9"/>
                  </a:lnTo>
                  <a:lnTo>
                    <a:pt x="386" y="7"/>
                  </a:lnTo>
                  <a:lnTo>
                    <a:pt x="386" y="7"/>
                  </a:lnTo>
                  <a:lnTo>
                    <a:pt x="386" y="9"/>
                  </a:lnTo>
                  <a:lnTo>
                    <a:pt x="386" y="7"/>
                  </a:lnTo>
                  <a:lnTo>
                    <a:pt x="386" y="7"/>
                  </a:lnTo>
                  <a:lnTo>
                    <a:pt x="386" y="7"/>
                  </a:lnTo>
                  <a:lnTo>
                    <a:pt x="388" y="7"/>
                  </a:lnTo>
                  <a:lnTo>
                    <a:pt x="388" y="7"/>
                  </a:lnTo>
                  <a:lnTo>
                    <a:pt x="388" y="9"/>
                  </a:lnTo>
                  <a:lnTo>
                    <a:pt x="388" y="9"/>
                  </a:lnTo>
                  <a:lnTo>
                    <a:pt x="391" y="14"/>
                  </a:lnTo>
                  <a:lnTo>
                    <a:pt x="391" y="14"/>
                  </a:lnTo>
                  <a:lnTo>
                    <a:pt x="391" y="14"/>
                  </a:lnTo>
                  <a:lnTo>
                    <a:pt x="391" y="14"/>
                  </a:lnTo>
                  <a:lnTo>
                    <a:pt x="391" y="14"/>
                  </a:lnTo>
                  <a:lnTo>
                    <a:pt x="391" y="14"/>
                  </a:lnTo>
                  <a:lnTo>
                    <a:pt x="391" y="17"/>
                  </a:lnTo>
                  <a:lnTo>
                    <a:pt x="393" y="17"/>
                  </a:lnTo>
                  <a:lnTo>
                    <a:pt x="393" y="17"/>
                  </a:lnTo>
                  <a:lnTo>
                    <a:pt x="393" y="17"/>
                  </a:lnTo>
                  <a:lnTo>
                    <a:pt x="395" y="17"/>
                  </a:lnTo>
                  <a:lnTo>
                    <a:pt x="395" y="17"/>
                  </a:lnTo>
                  <a:lnTo>
                    <a:pt x="395" y="19"/>
                  </a:lnTo>
                  <a:lnTo>
                    <a:pt x="395" y="19"/>
                  </a:lnTo>
                  <a:lnTo>
                    <a:pt x="395" y="19"/>
                  </a:lnTo>
                  <a:lnTo>
                    <a:pt x="395" y="19"/>
                  </a:lnTo>
                  <a:lnTo>
                    <a:pt x="398" y="19"/>
                  </a:lnTo>
                  <a:lnTo>
                    <a:pt x="398" y="19"/>
                  </a:lnTo>
                  <a:lnTo>
                    <a:pt x="395" y="19"/>
                  </a:lnTo>
                  <a:lnTo>
                    <a:pt x="395" y="19"/>
                  </a:lnTo>
                  <a:lnTo>
                    <a:pt x="395" y="19"/>
                  </a:lnTo>
                  <a:lnTo>
                    <a:pt x="395" y="19"/>
                  </a:lnTo>
                  <a:lnTo>
                    <a:pt x="400" y="21"/>
                  </a:lnTo>
                  <a:lnTo>
                    <a:pt x="402" y="21"/>
                  </a:lnTo>
                  <a:lnTo>
                    <a:pt x="402" y="21"/>
                  </a:lnTo>
                  <a:lnTo>
                    <a:pt x="400" y="21"/>
                  </a:lnTo>
                  <a:lnTo>
                    <a:pt x="400" y="19"/>
                  </a:lnTo>
                  <a:lnTo>
                    <a:pt x="400" y="19"/>
                  </a:lnTo>
                  <a:lnTo>
                    <a:pt x="398" y="19"/>
                  </a:lnTo>
                  <a:lnTo>
                    <a:pt x="398" y="19"/>
                  </a:lnTo>
                  <a:lnTo>
                    <a:pt x="398" y="19"/>
                  </a:lnTo>
                  <a:lnTo>
                    <a:pt x="395" y="17"/>
                  </a:lnTo>
                  <a:lnTo>
                    <a:pt x="395" y="17"/>
                  </a:lnTo>
                  <a:lnTo>
                    <a:pt x="393" y="17"/>
                  </a:lnTo>
                  <a:lnTo>
                    <a:pt x="393" y="14"/>
                  </a:lnTo>
                  <a:lnTo>
                    <a:pt x="393" y="12"/>
                  </a:lnTo>
                  <a:lnTo>
                    <a:pt x="391" y="12"/>
                  </a:lnTo>
                  <a:lnTo>
                    <a:pt x="391" y="9"/>
                  </a:lnTo>
                  <a:lnTo>
                    <a:pt x="388" y="7"/>
                  </a:lnTo>
                  <a:lnTo>
                    <a:pt x="388" y="7"/>
                  </a:lnTo>
                  <a:lnTo>
                    <a:pt x="386" y="7"/>
                  </a:lnTo>
                  <a:lnTo>
                    <a:pt x="383" y="7"/>
                  </a:lnTo>
                  <a:lnTo>
                    <a:pt x="379" y="12"/>
                  </a:lnTo>
                  <a:lnTo>
                    <a:pt x="372" y="14"/>
                  </a:lnTo>
                  <a:lnTo>
                    <a:pt x="369" y="14"/>
                  </a:lnTo>
                  <a:lnTo>
                    <a:pt x="369" y="14"/>
                  </a:lnTo>
                  <a:lnTo>
                    <a:pt x="367" y="12"/>
                  </a:lnTo>
                  <a:lnTo>
                    <a:pt x="360" y="9"/>
                  </a:lnTo>
                  <a:lnTo>
                    <a:pt x="360" y="9"/>
                  </a:lnTo>
                  <a:lnTo>
                    <a:pt x="357" y="7"/>
                  </a:lnTo>
                  <a:lnTo>
                    <a:pt x="350" y="5"/>
                  </a:lnTo>
                  <a:lnTo>
                    <a:pt x="346" y="2"/>
                  </a:lnTo>
                  <a:lnTo>
                    <a:pt x="343" y="2"/>
                  </a:lnTo>
                  <a:lnTo>
                    <a:pt x="338" y="2"/>
                  </a:lnTo>
                  <a:lnTo>
                    <a:pt x="338" y="5"/>
                  </a:lnTo>
                  <a:lnTo>
                    <a:pt x="338" y="5"/>
                  </a:lnTo>
                  <a:lnTo>
                    <a:pt x="341" y="5"/>
                  </a:lnTo>
                  <a:lnTo>
                    <a:pt x="343" y="5"/>
                  </a:lnTo>
                  <a:lnTo>
                    <a:pt x="346" y="7"/>
                  </a:lnTo>
                  <a:lnTo>
                    <a:pt x="346" y="9"/>
                  </a:lnTo>
                  <a:lnTo>
                    <a:pt x="346" y="9"/>
                  </a:lnTo>
                  <a:lnTo>
                    <a:pt x="346" y="9"/>
                  </a:lnTo>
                  <a:lnTo>
                    <a:pt x="346" y="9"/>
                  </a:lnTo>
                  <a:lnTo>
                    <a:pt x="346" y="9"/>
                  </a:lnTo>
                  <a:lnTo>
                    <a:pt x="346" y="9"/>
                  </a:lnTo>
                  <a:lnTo>
                    <a:pt x="346" y="9"/>
                  </a:lnTo>
                  <a:lnTo>
                    <a:pt x="346" y="9"/>
                  </a:lnTo>
                  <a:lnTo>
                    <a:pt x="343" y="9"/>
                  </a:lnTo>
                  <a:lnTo>
                    <a:pt x="343" y="9"/>
                  </a:lnTo>
                  <a:lnTo>
                    <a:pt x="343" y="9"/>
                  </a:lnTo>
                  <a:lnTo>
                    <a:pt x="343" y="9"/>
                  </a:lnTo>
                  <a:lnTo>
                    <a:pt x="343" y="9"/>
                  </a:lnTo>
                  <a:lnTo>
                    <a:pt x="343" y="9"/>
                  </a:lnTo>
                  <a:lnTo>
                    <a:pt x="341" y="9"/>
                  </a:lnTo>
                  <a:lnTo>
                    <a:pt x="341" y="9"/>
                  </a:lnTo>
                  <a:lnTo>
                    <a:pt x="341" y="9"/>
                  </a:lnTo>
                  <a:lnTo>
                    <a:pt x="341" y="9"/>
                  </a:lnTo>
                  <a:lnTo>
                    <a:pt x="341" y="9"/>
                  </a:lnTo>
                  <a:lnTo>
                    <a:pt x="341" y="9"/>
                  </a:lnTo>
                  <a:lnTo>
                    <a:pt x="338" y="9"/>
                  </a:lnTo>
                  <a:lnTo>
                    <a:pt x="338" y="12"/>
                  </a:lnTo>
                  <a:lnTo>
                    <a:pt x="338" y="12"/>
                  </a:lnTo>
                  <a:lnTo>
                    <a:pt x="338" y="12"/>
                  </a:lnTo>
                  <a:lnTo>
                    <a:pt x="338" y="14"/>
                  </a:lnTo>
                  <a:lnTo>
                    <a:pt x="338" y="14"/>
                  </a:lnTo>
                  <a:lnTo>
                    <a:pt x="336" y="14"/>
                  </a:lnTo>
                  <a:lnTo>
                    <a:pt x="336" y="12"/>
                  </a:lnTo>
                  <a:lnTo>
                    <a:pt x="336" y="12"/>
                  </a:lnTo>
                  <a:lnTo>
                    <a:pt x="336" y="12"/>
                  </a:lnTo>
                  <a:lnTo>
                    <a:pt x="336" y="12"/>
                  </a:lnTo>
                  <a:lnTo>
                    <a:pt x="336" y="12"/>
                  </a:lnTo>
                  <a:lnTo>
                    <a:pt x="336" y="12"/>
                  </a:lnTo>
                  <a:lnTo>
                    <a:pt x="336" y="14"/>
                  </a:lnTo>
                  <a:lnTo>
                    <a:pt x="336" y="14"/>
                  </a:lnTo>
                  <a:lnTo>
                    <a:pt x="336" y="14"/>
                  </a:lnTo>
                  <a:lnTo>
                    <a:pt x="334" y="14"/>
                  </a:lnTo>
                  <a:lnTo>
                    <a:pt x="334" y="14"/>
                  </a:lnTo>
                  <a:lnTo>
                    <a:pt x="334" y="14"/>
                  </a:lnTo>
                  <a:lnTo>
                    <a:pt x="331" y="14"/>
                  </a:lnTo>
                  <a:lnTo>
                    <a:pt x="331" y="14"/>
                  </a:lnTo>
                  <a:lnTo>
                    <a:pt x="331" y="14"/>
                  </a:lnTo>
                  <a:lnTo>
                    <a:pt x="331" y="14"/>
                  </a:lnTo>
                  <a:lnTo>
                    <a:pt x="331" y="14"/>
                  </a:lnTo>
                  <a:lnTo>
                    <a:pt x="331" y="14"/>
                  </a:lnTo>
                  <a:lnTo>
                    <a:pt x="331" y="14"/>
                  </a:lnTo>
                  <a:lnTo>
                    <a:pt x="331" y="14"/>
                  </a:lnTo>
                  <a:lnTo>
                    <a:pt x="329" y="14"/>
                  </a:lnTo>
                  <a:lnTo>
                    <a:pt x="329" y="14"/>
                  </a:lnTo>
                  <a:lnTo>
                    <a:pt x="329" y="14"/>
                  </a:lnTo>
                  <a:lnTo>
                    <a:pt x="327" y="12"/>
                  </a:lnTo>
                  <a:lnTo>
                    <a:pt x="327" y="14"/>
                  </a:lnTo>
                  <a:lnTo>
                    <a:pt x="327" y="14"/>
                  </a:lnTo>
                  <a:lnTo>
                    <a:pt x="327" y="14"/>
                  </a:lnTo>
                  <a:lnTo>
                    <a:pt x="324" y="17"/>
                  </a:lnTo>
                  <a:lnTo>
                    <a:pt x="324" y="17"/>
                  </a:lnTo>
                  <a:lnTo>
                    <a:pt x="324" y="17"/>
                  </a:lnTo>
                  <a:lnTo>
                    <a:pt x="324" y="17"/>
                  </a:lnTo>
                  <a:lnTo>
                    <a:pt x="322" y="14"/>
                  </a:lnTo>
                  <a:lnTo>
                    <a:pt x="322" y="14"/>
                  </a:lnTo>
                  <a:lnTo>
                    <a:pt x="320" y="17"/>
                  </a:lnTo>
                  <a:lnTo>
                    <a:pt x="320" y="17"/>
                  </a:lnTo>
                  <a:lnTo>
                    <a:pt x="320" y="17"/>
                  </a:lnTo>
                  <a:lnTo>
                    <a:pt x="317" y="17"/>
                  </a:lnTo>
                  <a:lnTo>
                    <a:pt x="317" y="17"/>
                  </a:lnTo>
                  <a:lnTo>
                    <a:pt x="315" y="17"/>
                  </a:lnTo>
                  <a:lnTo>
                    <a:pt x="315" y="17"/>
                  </a:lnTo>
                  <a:lnTo>
                    <a:pt x="315" y="17"/>
                  </a:lnTo>
                  <a:lnTo>
                    <a:pt x="315" y="17"/>
                  </a:lnTo>
                  <a:lnTo>
                    <a:pt x="315" y="17"/>
                  </a:lnTo>
                  <a:lnTo>
                    <a:pt x="315" y="14"/>
                  </a:lnTo>
                  <a:lnTo>
                    <a:pt x="315" y="14"/>
                  </a:lnTo>
                  <a:lnTo>
                    <a:pt x="315" y="14"/>
                  </a:lnTo>
                  <a:lnTo>
                    <a:pt x="317" y="14"/>
                  </a:lnTo>
                  <a:lnTo>
                    <a:pt x="320" y="14"/>
                  </a:lnTo>
                  <a:lnTo>
                    <a:pt x="320" y="12"/>
                  </a:lnTo>
                  <a:lnTo>
                    <a:pt x="322" y="12"/>
                  </a:lnTo>
                  <a:lnTo>
                    <a:pt x="322" y="12"/>
                  </a:lnTo>
                  <a:lnTo>
                    <a:pt x="322" y="12"/>
                  </a:lnTo>
                  <a:lnTo>
                    <a:pt x="324" y="9"/>
                  </a:lnTo>
                  <a:lnTo>
                    <a:pt x="327" y="9"/>
                  </a:lnTo>
                  <a:lnTo>
                    <a:pt x="331" y="7"/>
                  </a:lnTo>
                  <a:lnTo>
                    <a:pt x="336" y="5"/>
                  </a:lnTo>
                  <a:lnTo>
                    <a:pt x="336" y="5"/>
                  </a:lnTo>
                  <a:lnTo>
                    <a:pt x="336" y="5"/>
                  </a:lnTo>
                  <a:lnTo>
                    <a:pt x="322" y="9"/>
                  </a:lnTo>
                  <a:lnTo>
                    <a:pt x="315" y="12"/>
                  </a:lnTo>
                  <a:lnTo>
                    <a:pt x="312" y="12"/>
                  </a:lnTo>
                  <a:lnTo>
                    <a:pt x="310" y="12"/>
                  </a:lnTo>
                  <a:lnTo>
                    <a:pt x="308" y="12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303" y="9"/>
                  </a:lnTo>
                  <a:lnTo>
                    <a:pt x="305" y="12"/>
                  </a:lnTo>
                  <a:lnTo>
                    <a:pt x="305" y="14"/>
                  </a:lnTo>
                  <a:lnTo>
                    <a:pt x="305" y="12"/>
                  </a:lnTo>
                  <a:lnTo>
                    <a:pt x="305" y="12"/>
                  </a:lnTo>
                  <a:lnTo>
                    <a:pt x="303" y="12"/>
                  </a:lnTo>
                  <a:lnTo>
                    <a:pt x="303" y="9"/>
                  </a:lnTo>
                  <a:lnTo>
                    <a:pt x="303" y="9"/>
                  </a:lnTo>
                  <a:lnTo>
                    <a:pt x="303" y="12"/>
                  </a:lnTo>
                  <a:lnTo>
                    <a:pt x="303" y="14"/>
                  </a:lnTo>
                  <a:lnTo>
                    <a:pt x="303" y="17"/>
                  </a:lnTo>
                  <a:lnTo>
                    <a:pt x="301" y="19"/>
                  </a:lnTo>
                  <a:lnTo>
                    <a:pt x="298" y="21"/>
                  </a:lnTo>
                  <a:lnTo>
                    <a:pt x="296" y="24"/>
                  </a:lnTo>
                  <a:lnTo>
                    <a:pt x="294" y="24"/>
                  </a:lnTo>
                  <a:lnTo>
                    <a:pt x="294" y="24"/>
                  </a:lnTo>
                  <a:lnTo>
                    <a:pt x="298" y="24"/>
                  </a:lnTo>
                  <a:lnTo>
                    <a:pt x="298" y="24"/>
                  </a:lnTo>
                  <a:lnTo>
                    <a:pt x="298" y="24"/>
                  </a:lnTo>
                  <a:lnTo>
                    <a:pt x="298" y="24"/>
                  </a:lnTo>
                  <a:lnTo>
                    <a:pt x="298" y="24"/>
                  </a:lnTo>
                  <a:lnTo>
                    <a:pt x="298" y="24"/>
                  </a:lnTo>
                  <a:lnTo>
                    <a:pt x="298" y="24"/>
                  </a:lnTo>
                  <a:lnTo>
                    <a:pt x="298" y="24"/>
                  </a:lnTo>
                  <a:lnTo>
                    <a:pt x="301" y="24"/>
                  </a:lnTo>
                  <a:lnTo>
                    <a:pt x="301" y="24"/>
                  </a:lnTo>
                  <a:lnTo>
                    <a:pt x="301" y="24"/>
                  </a:lnTo>
                  <a:lnTo>
                    <a:pt x="301" y="26"/>
                  </a:lnTo>
                  <a:lnTo>
                    <a:pt x="301" y="26"/>
                  </a:lnTo>
                  <a:lnTo>
                    <a:pt x="301" y="26"/>
                  </a:lnTo>
                  <a:lnTo>
                    <a:pt x="301" y="26"/>
                  </a:lnTo>
                  <a:lnTo>
                    <a:pt x="301" y="26"/>
                  </a:lnTo>
                  <a:lnTo>
                    <a:pt x="301" y="24"/>
                  </a:lnTo>
                  <a:lnTo>
                    <a:pt x="298" y="24"/>
                  </a:lnTo>
                  <a:lnTo>
                    <a:pt x="298" y="24"/>
                  </a:lnTo>
                  <a:lnTo>
                    <a:pt x="298" y="26"/>
                  </a:lnTo>
                  <a:lnTo>
                    <a:pt x="298" y="26"/>
                  </a:lnTo>
                  <a:lnTo>
                    <a:pt x="298" y="26"/>
                  </a:lnTo>
                  <a:lnTo>
                    <a:pt x="298" y="26"/>
                  </a:lnTo>
                  <a:lnTo>
                    <a:pt x="298" y="26"/>
                  </a:lnTo>
                  <a:lnTo>
                    <a:pt x="298" y="26"/>
                  </a:lnTo>
                  <a:lnTo>
                    <a:pt x="296" y="26"/>
                  </a:lnTo>
                  <a:lnTo>
                    <a:pt x="296" y="26"/>
                  </a:lnTo>
                  <a:lnTo>
                    <a:pt x="296" y="26"/>
                  </a:lnTo>
                  <a:lnTo>
                    <a:pt x="296" y="26"/>
                  </a:lnTo>
                  <a:lnTo>
                    <a:pt x="296" y="26"/>
                  </a:lnTo>
                  <a:lnTo>
                    <a:pt x="296" y="26"/>
                  </a:lnTo>
                  <a:lnTo>
                    <a:pt x="294" y="26"/>
                  </a:lnTo>
                  <a:lnTo>
                    <a:pt x="294" y="26"/>
                  </a:lnTo>
                  <a:lnTo>
                    <a:pt x="294" y="26"/>
                  </a:lnTo>
                  <a:lnTo>
                    <a:pt x="294" y="26"/>
                  </a:lnTo>
                  <a:lnTo>
                    <a:pt x="294" y="26"/>
                  </a:lnTo>
                  <a:lnTo>
                    <a:pt x="294" y="26"/>
                  </a:lnTo>
                  <a:lnTo>
                    <a:pt x="294" y="26"/>
                  </a:lnTo>
                  <a:lnTo>
                    <a:pt x="294" y="26"/>
                  </a:lnTo>
                  <a:lnTo>
                    <a:pt x="294" y="26"/>
                  </a:lnTo>
                  <a:lnTo>
                    <a:pt x="294" y="24"/>
                  </a:lnTo>
                  <a:lnTo>
                    <a:pt x="294" y="24"/>
                  </a:lnTo>
                  <a:lnTo>
                    <a:pt x="294" y="24"/>
                  </a:lnTo>
                  <a:lnTo>
                    <a:pt x="291" y="24"/>
                  </a:lnTo>
                  <a:lnTo>
                    <a:pt x="291" y="24"/>
                  </a:lnTo>
                  <a:lnTo>
                    <a:pt x="291" y="24"/>
                  </a:lnTo>
                  <a:lnTo>
                    <a:pt x="289" y="21"/>
                  </a:lnTo>
                  <a:lnTo>
                    <a:pt x="289" y="19"/>
                  </a:lnTo>
                  <a:lnTo>
                    <a:pt x="286" y="21"/>
                  </a:lnTo>
                  <a:lnTo>
                    <a:pt x="286" y="21"/>
                  </a:lnTo>
                  <a:lnTo>
                    <a:pt x="286" y="21"/>
                  </a:lnTo>
                  <a:lnTo>
                    <a:pt x="286" y="21"/>
                  </a:lnTo>
                  <a:lnTo>
                    <a:pt x="289" y="21"/>
                  </a:lnTo>
                  <a:lnTo>
                    <a:pt x="286" y="21"/>
                  </a:lnTo>
                  <a:lnTo>
                    <a:pt x="286" y="21"/>
                  </a:lnTo>
                  <a:lnTo>
                    <a:pt x="286" y="21"/>
                  </a:lnTo>
                  <a:lnTo>
                    <a:pt x="286" y="24"/>
                  </a:lnTo>
                  <a:lnTo>
                    <a:pt x="284" y="24"/>
                  </a:lnTo>
                  <a:lnTo>
                    <a:pt x="284" y="24"/>
                  </a:lnTo>
                  <a:lnTo>
                    <a:pt x="284" y="24"/>
                  </a:lnTo>
                  <a:lnTo>
                    <a:pt x="282" y="26"/>
                  </a:lnTo>
                  <a:lnTo>
                    <a:pt x="279" y="28"/>
                  </a:lnTo>
                  <a:lnTo>
                    <a:pt x="279" y="28"/>
                  </a:lnTo>
                  <a:lnTo>
                    <a:pt x="279" y="28"/>
                  </a:lnTo>
                  <a:lnTo>
                    <a:pt x="279" y="28"/>
                  </a:lnTo>
                  <a:lnTo>
                    <a:pt x="279" y="28"/>
                  </a:lnTo>
                  <a:lnTo>
                    <a:pt x="277" y="28"/>
                  </a:lnTo>
                  <a:lnTo>
                    <a:pt x="277" y="28"/>
                  </a:lnTo>
                  <a:lnTo>
                    <a:pt x="279" y="28"/>
                  </a:lnTo>
                  <a:lnTo>
                    <a:pt x="279" y="28"/>
                  </a:lnTo>
                  <a:lnTo>
                    <a:pt x="279" y="28"/>
                  </a:lnTo>
                  <a:lnTo>
                    <a:pt x="277" y="31"/>
                  </a:lnTo>
                  <a:lnTo>
                    <a:pt x="275" y="31"/>
                  </a:lnTo>
                  <a:lnTo>
                    <a:pt x="272" y="31"/>
                  </a:lnTo>
                  <a:lnTo>
                    <a:pt x="272" y="33"/>
                  </a:lnTo>
                  <a:lnTo>
                    <a:pt x="265" y="38"/>
                  </a:lnTo>
                  <a:lnTo>
                    <a:pt x="265" y="40"/>
                  </a:lnTo>
                  <a:lnTo>
                    <a:pt x="263" y="40"/>
                  </a:lnTo>
                  <a:lnTo>
                    <a:pt x="263" y="40"/>
                  </a:lnTo>
                  <a:lnTo>
                    <a:pt x="260" y="40"/>
                  </a:lnTo>
                  <a:lnTo>
                    <a:pt x="258" y="43"/>
                  </a:lnTo>
                  <a:lnTo>
                    <a:pt x="251" y="47"/>
                  </a:lnTo>
                  <a:lnTo>
                    <a:pt x="244" y="50"/>
                  </a:lnTo>
                  <a:lnTo>
                    <a:pt x="241" y="52"/>
                  </a:lnTo>
                  <a:lnTo>
                    <a:pt x="232" y="52"/>
                  </a:lnTo>
                  <a:lnTo>
                    <a:pt x="225" y="47"/>
                  </a:lnTo>
                  <a:lnTo>
                    <a:pt x="223" y="47"/>
                  </a:lnTo>
                  <a:lnTo>
                    <a:pt x="223" y="45"/>
                  </a:lnTo>
                  <a:lnTo>
                    <a:pt x="223" y="45"/>
                  </a:lnTo>
                  <a:lnTo>
                    <a:pt x="223" y="43"/>
                  </a:lnTo>
                  <a:lnTo>
                    <a:pt x="223" y="43"/>
                  </a:lnTo>
                  <a:lnTo>
                    <a:pt x="220" y="43"/>
                  </a:lnTo>
                  <a:lnTo>
                    <a:pt x="220" y="43"/>
                  </a:lnTo>
                  <a:lnTo>
                    <a:pt x="218" y="43"/>
                  </a:lnTo>
                  <a:lnTo>
                    <a:pt x="208" y="38"/>
                  </a:lnTo>
                  <a:lnTo>
                    <a:pt x="206" y="38"/>
                  </a:lnTo>
                  <a:lnTo>
                    <a:pt x="206" y="38"/>
                  </a:lnTo>
                  <a:lnTo>
                    <a:pt x="206" y="38"/>
                  </a:lnTo>
                  <a:lnTo>
                    <a:pt x="204" y="38"/>
                  </a:lnTo>
                  <a:lnTo>
                    <a:pt x="204" y="38"/>
                  </a:lnTo>
                  <a:lnTo>
                    <a:pt x="204" y="36"/>
                  </a:lnTo>
                  <a:lnTo>
                    <a:pt x="201" y="36"/>
                  </a:lnTo>
                  <a:lnTo>
                    <a:pt x="201" y="36"/>
                  </a:lnTo>
                  <a:lnTo>
                    <a:pt x="199" y="36"/>
                  </a:lnTo>
                  <a:lnTo>
                    <a:pt x="199" y="36"/>
                  </a:lnTo>
                  <a:lnTo>
                    <a:pt x="197" y="38"/>
                  </a:lnTo>
                  <a:lnTo>
                    <a:pt x="194" y="38"/>
                  </a:lnTo>
                  <a:lnTo>
                    <a:pt x="194" y="38"/>
                  </a:lnTo>
                  <a:lnTo>
                    <a:pt x="192" y="36"/>
                  </a:lnTo>
                  <a:lnTo>
                    <a:pt x="189" y="36"/>
                  </a:lnTo>
                  <a:lnTo>
                    <a:pt x="189" y="36"/>
                  </a:lnTo>
                  <a:lnTo>
                    <a:pt x="189" y="36"/>
                  </a:lnTo>
                  <a:lnTo>
                    <a:pt x="187" y="36"/>
                  </a:lnTo>
                  <a:lnTo>
                    <a:pt x="187" y="36"/>
                  </a:lnTo>
                  <a:lnTo>
                    <a:pt x="187" y="36"/>
                  </a:lnTo>
                  <a:lnTo>
                    <a:pt x="187" y="36"/>
                  </a:lnTo>
                  <a:lnTo>
                    <a:pt x="178" y="36"/>
                  </a:lnTo>
                  <a:lnTo>
                    <a:pt x="175" y="36"/>
                  </a:lnTo>
                  <a:lnTo>
                    <a:pt x="173" y="33"/>
                  </a:lnTo>
                  <a:lnTo>
                    <a:pt x="173" y="33"/>
                  </a:lnTo>
                  <a:lnTo>
                    <a:pt x="173" y="31"/>
                  </a:lnTo>
                  <a:lnTo>
                    <a:pt x="170" y="28"/>
                  </a:lnTo>
                  <a:lnTo>
                    <a:pt x="170" y="28"/>
                  </a:lnTo>
                  <a:lnTo>
                    <a:pt x="170" y="26"/>
                  </a:lnTo>
                  <a:lnTo>
                    <a:pt x="170" y="26"/>
                  </a:lnTo>
                  <a:lnTo>
                    <a:pt x="170" y="26"/>
                  </a:lnTo>
                  <a:lnTo>
                    <a:pt x="170" y="26"/>
                  </a:lnTo>
                  <a:lnTo>
                    <a:pt x="163" y="28"/>
                  </a:lnTo>
                  <a:lnTo>
                    <a:pt x="161" y="28"/>
                  </a:lnTo>
                  <a:lnTo>
                    <a:pt x="156" y="28"/>
                  </a:lnTo>
                  <a:lnTo>
                    <a:pt x="156" y="28"/>
                  </a:lnTo>
                  <a:lnTo>
                    <a:pt x="154" y="28"/>
                  </a:lnTo>
                  <a:lnTo>
                    <a:pt x="154" y="28"/>
                  </a:lnTo>
                  <a:lnTo>
                    <a:pt x="149" y="28"/>
                  </a:lnTo>
                  <a:lnTo>
                    <a:pt x="149" y="26"/>
                  </a:lnTo>
                  <a:lnTo>
                    <a:pt x="147" y="26"/>
                  </a:lnTo>
                  <a:lnTo>
                    <a:pt x="147" y="26"/>
                  </a:lnTo>
                  <a:lnTo>
                    <a:pt x="144" y="24"/>
                  </a:lnTo>
                  <a:lnTo>
                    <a:pt x="144" y="21"/>
                  </a:lnTo>
                  <a:lnTo>
                    <a:pt x="144" y="21"/>
                  </a:lnTo>
                  <a:lnTo>
                    <a:pt x="144" y="21"/>
                  </a:lnTo>
                  <a:lnTo>
                    <a:pt x="144" y="21"/>
                  </a:lnTo>
                  <a:lnTo>
                    <a:pt x="144" y="19"/>
                  </a:lnTo>
                  <a:lnTo>
                    <a:pt x="144" y="19"/>
                  </a:lnTo>
                  <a:lnTo>
                    <a:pt x="144" y="19"/>
                  </a:lnTo>
                  <a:lnTo>
                    <a:pt x="142" y="19"/>
                  </a:lnTo>
                  <a:lnTo>
                    <a:pt x="142" y="19"/>
                  </a:lnTo>
                  <a:lnTo>
                    <a:pt x="142" y="19"/>
                  </a:lnTo>
                  <a:lnTo>
                    <a:pt x="142" y="19"/>
                  </a:lnTo>
                  <a:lnTo>
                    <a:pt x="142" y="17"/>
                  </a:lnTo>
                  <a:lnTo>
                    <a:pt x="142" y="17"/>
                  </a:lnTo>
                  <a:lnTo>
                    <a:pt x="142" y="17"/>
                  </a:lnTo>
                  <a:lnTo>
                    <a:pt x="137" y="17"/>
                  </a:lnTo>
                  <a:lnTo>
                    <a:pt x="137" y="17"/>
                  </a:lnTo>
                  <a:lnTo>
                    <a:pt x="137" y="17"/>
                  </a:lnTo>
                  <a:lnTo>
                    <a:pt x="137" y="17"/>
                  </a:lnTo>
                  <a:lnTo>
                    <a:pt x="137" y="19"/>
                  </a:lnTo>
                  <a:lnTo>
                    <a:pt x="135" y="17"/>
                  </a:lnTo>
                  <a:lnTo>
                    <a:pt x="135" y="17"/>
                  </a:lnTo>
                  <a:lnTo>
                    <a:pt x="130" y="17"/>
                  </a:lnTo>
                  <a:lnTo>
                    <a:pt x="128" y="14"/>
                  </a:lnTo>
                  <a:lnTo>
                    <a:pt x="126" y="14"/>
                  </a:lnTo>
                  <a:lnTo>
                    <a:pt x="126" y="14"/>
                  </a:lnTo>
                  <a:lnTo>
                    <a:pt x="126" y="14"/>
                  </a:lnTo>
                  <a:lnTo>
                    <a:pt x="126" y="14"/>
                  </a:lnTo>
                  <a:lnTo>
                    <a:pt x="123" y="14"/>
                  </a:lnTo>
                  <a:lnTo>
                    <a:pt x="123" y="12"/>
                  </a:lnTo>
                  <a:lnTo>
                    <a:pt x="121" y="12"/>
                  </a:lnTo>
                  <a:lnTo>
                    <a:pt x="121" y="14"/>
                  </a:lnTo>
                  <a:lnTo>
                    <a:pt x="118" y="14"/>
                  </a:lnTo>
                  <a:lnTo>
                    <a:pt x="116" y="12"/>
                  </a:lnTo>
                  <a:lnTo>
                    <a:pt x="111" y="12"/>
                  </a:lnTo>
                  <a:lnTo>
                    <a:pt x="111" y="12"/>
                  </a:lnTo>
                  <a:lnTo>
                    <a:pt x="107" y="12"/>
                  </a:lnTo>
                  <a:lnTo>
                    <a:pt x="107" y="12"/>
                  </a:lnTo>
                  <a:lnTo>
                    <a:pt x="107" y="9"/>
                  </a:lnTo>
                  <a:lnTo>
                    <a:pt x="90" y="7"/>
                  </a:lnTo>
                  <a:lnTo>
                    <a:pt x="69" y="2"/>
                  </a:lnTo>
                  <a:lnTo>
                    <a:pt x="64" y="2"/>
                  </a:lnTo>
                  <a:lnTo>
                    <a:pt x="62" y="2"/>
                  </a:lnTo>
                  <a:lnTo>
                    <a:pt x="52" y="5"/>
                  </a:lnTo>
                  <a:lnTo>
                    <a:pt x="43" y="7"/>
                  </a:lnTo>
                  <a:lnTo>
                    <a:pt x="40" y="9"/>
                  </a:lnTo>
                  <a:lnTo>
                    <a:pt x="40" y="9"/>
                  </a:lnTo>
                  <a:lnTo>
                    <a:pt x="40" y="9"/>
                  </a:lnTo>
                  <a:lnTo>
                    <a:pt x="38" y="9"/>
                  </a:lnTo>
                  <a:lnTo>
                    <a:pt x="38" y="9"/>
                  </a:lnTo>
                  <a:lnTo>
                    <a:pt x="38" y="9"/>
                  </a:lnTo>
                  <a:lnTo>
                    <a:pt x="36" y="9"/>
                  </a:lnTo>
                  <a:lnTo>
                    <a:pt x="33" y="9"/>
                  </a:lnTo>
                  <a:lnTo>
                    <a:pt x="31" y="7"/>
                  </a:lnTo>
                  <a:lnTo>
                    <a:pt x="29" y="7"/>
                  </a:lnTo>
                  <a:lnTo>
                    <a:pt x="29" y="7"/>
                  </a:lnTo>
                  <a:lnTo>
                    <a:pt x="26" y="7"/>
                  </a:lnTo>
                  <a:lnTo>
                    <a:pt x="26" y="5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1" y="2"/>
                  </a:lnTo>
                  <a:lnTo>
                    <a:pt x="21" y="5"/>
                  </a:lnTo>
                  <a:lnTo>
                    <a:pt x="19" y="9"/>
                  </a:lnTo>
                  <a:lnTo>
                    <a:pt x="10" y="17"/>
                  </a:lnTo>
                  <a:lnTo>
                    <a:pt x="10" y="19"/>
                  </a:lnTo>
                  <a:lnTo>
                    <a:pt x="10" y="21"/>
                  </a:lnTo>
                  <a:lnTo>
                    <a:pt x="10" y="26"/>
                  </a:lnTo>
                  <a:lnTo>
                    <a:pt x="10" y="31"/>
                  </a:lnTo>
                  <a:lnTo>
                    <a:pt x="12" y="38"/>
                  </a:lnTo>
                  <a:lnTo>
                    <a:pt x="12" y="40"/>
                  </a:lnTo>
                  <a:lnTo>
                    <a:pt x="14" y="43"/>
                  </a:lnTo>
                  <a:lnTo>
                    <a:pt x="14" y="47"/>
                  </a:lnTo>
                  <a:lnTo>
                    <a:pt x="17" y="52"/>
                  </a:lnTo>
                  <a:lnTo>
                    <a:pt x="17" y="54"/>
                  </a:lnTo>
                  <a:lnTo>
                    <a:pt x="17" y="57"/>
                  </a:lnTo>
                  <a:lnTo>
                    <a:pt x="17" y="59"/>
                  </a:lnTo>
                  <a:lnTo>
                    <a:pt x="17" y="62"/>
                  </a:lnTo>
                  <a:lnTo>
                    <a:pt x="14" y="64"/>
                  </a:lnTo>
                  <a:lnTo>
                    <a:pt x="14" y="69"/>
                  </a:lnTo>
                  <a:lnTo>
                    <a:pt x="14" y="69"/>
                  </a:lnTo>
                  <a:lnTo>
                    <a:pt x="12" y="71"/>
                  </a:lnTo>
                  <a:lnTo>
                    <a:pt x="12" y="73"/>
                  </a:lnTo>
                  <a:lnTo>
                    <a:pt x="10" y="78"/>
                  </a:lnTo>
                  <a:lnTo>
                    <a:pt x="7" y="80"/>
                  </a:lnTo>
                  <a:lnTo>
                    <a:pt x="5" y="83"/>
                  </a:lnTo>
                  <a:lnTo>
                    <a:pt x="5" y="83"/>
                  </a:lnTo>
                  <a:lnTo>
                    <a:pt x="5" y="85"/>
                  </a:lnTo>
                  <a:lnTo>
                    <a:pt x="2" y="90"/>
                  </a:lnTo>
                  <a:lnTo>
                    <a:pt x="0" y="92"/>
                  </a:lnTo>
                  <a:lnTo>
                    <a:pt x="0" y="95"/>
                  </a:lnTo>
                  <a:lnTo>
                    <a:pt x="2" y="95"/>
                  </a:lnTo>
                  <a:lnTo>
                    <a:pt x="2" y="97"/>
                  </a:lnTo>
                  <a:lnTo>
                    <a:pt x="7" y="109"/>
                  </a:lnTo>
                  <a:lnTo>
                    <a:pt x="7" y="111"/>
                  </a:lnTo>
                  <a:lnTo>
                    <a:pt x="7" y="111"/>
                  </a:lnTo>
                  <a:lnTo>
                    <a:pt x="7" y="116"/>
                  </a:lnTo>
                  <a:lnTo>
                    <a:pt x="7" y="118"/>
                  </a:lnTo>
                  <a:lnTo>
                    <a:pt x="10" y="123"/>
                  </a:lnTo>
                  <a:lnTo>
                    <a:pt x="10" y="125"/>
                  </a:lnTo>
                  <a:lnTo>
                    <a:pt x="10" y="125"/>
                  </a:lnTo>
                  <a:lnTo>
                    <a:pt x="10" y="130"/>
                  </a:lnTo>
                  <a:lnTo>
                    <a:pt x="10" y="133"/>
                  </a:lnTo>
                  <a:lnTo>
                    <a:pt x="12" y="135"/>
                  </a:lnTo>
                  <a:lnTo>
                    <a:pt x="14" y="147"/>
                  </a:lnTo>
                  <a:lnTo>
                    <a:pt x="17" y="149"/>
                  </a:lnTo>
                  <a:lnTo>
                    <a:pt x="17" y="151"/>
                  </a:lnTo>
                  <a:lnTo>
                    <a:pt x="17" y="577"/>
                  </a:lnTo>
                  <a:lnTo>
                    <a:pt x="21" y="577"/>
                  </a:lnTo>
                  <a:lnTo>
                    <a:pt x="43" y="577"/>
                  </a:lnTo>
                  <a:lnTo>
                    <a:pt x="47" y="577"/>
                  </a:lnTo>
                  <a:lnTo>
                    <a:pt x="64" y="577"/>
                  </a:lnTo>
                  <a:lnTo>
                    <a:pt x="69" y="577"/>
                  </a:lnTo>
                  <a:lnTo>
                    <a:pt x="73" y="577"/>
                  </a:lnTo>
                  <a:lnTo>
                    <a:pt x="85" y="577"/>
                  </a:lnTo>
                  <a:lnTo>
                    <a:pt x="90" y="577"/>
                  </a:lnTo>
                  <a:lnTo>
                    <a:pt x="104" y="577"/>
                  </a:lnTo>
                  <a:lnTo>
                    <a:pt x="111" y="577"/>
                  </a:lnTo>
                  <a:lnTo>
                    <a:pt x="116" y="577"/>
                  </a:lnTo>
                  <a:lnTo>
                    <a:pt x="137" y="577"/>
                  </a:lnTo>
                  <a:lnTo>
                    <a:pt x="142" y="577"/>
                  </a:lnTo>
                  <a:lnTo>
                    <a:pt x="168" y="577"/>
                  </a:lnTo>
                  <a:lnTo>
                    <a:pt x="173" y="577"/>
                  </a:lnTo>
                  <a:lnTo>
                    <a:pt x="178" y="577"/>
                  </a:lnTo>
                  <a:lnTo>
                    <a:pt x="189" y="577"/>
                  </a:lnTo>
                  <a:lnTo>
                    <a:pt x="194" y="577"/>
                  </a:lnTo>
                  <a:lnTo>
                    <a:pt x="220" y="577"/>
                  </a:lnTo>
                  <a:lnTo>
                    <a:pt x="225" y="577"/>
                  </a:lnTo>
                  <a:lnTo>
                    <a:pt x="230" y="577"/>
                  </a:lnTo>
                  <a:lnTo>
                    <a:pt x="251" y="577"/>
                  </a:lnTo>
                  <a:lnTo>
                    <a:pt x="256" y="577"/>
                  </a:lnTo>
                  <a:lnTo>
                    <a:pt x="272" y="577"/>
                  </a:lnTo>
                  <a:lnTo>
                    <a:pt x="277" y="577"/>
                  </a:lnTo>
                  <a:lnTo>
                    <a:pt x="282" y="577"/>
                  </a:lnTo>
                  <a:lnTo>
                    <a:pt x="303" y="577"/>
                  </a:lnTo>
                  <a:lnTo>
                    <a:pt x="308" y="577"/>
                  </a:lnTo>
                  <a:lnTo>
                    <a:pt x="334" y="577"/>
                  </a:lnTo>
                  <a:lnTo>
                    <a:pt x="338" y="577"/>
                  </a:lnTo>
                  <a:lnTo>
                    <a:pt x="346" y="577"/>
                  </a:lnTo>
                  <a:lnTo>
                    <a:pt x="353" y="577"/>
                  </a:lnTo>
                  <a:lnTo>
                    <a:pt x="353" y="577"/>
                  </a:lnTo>
                  <a:lnTo>
                    <a:pt x="355" y="570"/>
                  </a:lnTo>
                  <a:lnTo>
                    <a:pt x="355" y="570"/>
                  </a:lnTo>
                  <a:lnTo>
                    <a:pt x="357" y="566"/>
                  </a:lnTo>
                  <a:lnTo>
                    <a:pt x="360" y="563"/>
                  </a:lnTo>
                  <a:lnTo>
                    <a:pt x="360" y="563"/>
                  </a:lnTo>
                  <a:lnTo>
                    <a:pt x="362" y="563"/>
                  </a:lnTo>
                  <a:lnTo>
                    <a:pt x="362" y="563"/>
                  </a:lnTo>
                  <a:lnTo>
                    <a:pt x="362" y="563"/>
                  </a:lnTo>
                  <a:lnTo>
                    <a:pt x="365" y="566"/>
                  </a:lnTo>
                  <a:lnTo>
                    <a:pt x="365" y="566"/>
                  </a:lnTo>
                  <a:lnTo>
                    <a:pt x="365" y="568"/>
                  </a:lnTo>
                  <a:lnTo>
                    <a:pt x="365" y="573"/>
                  </a:lnTo>
                  <a:lnTo>
                    <a:pt x="362" y="577"/>
                  </a:lnTo>
                  <a:lnTo>
                    <a:pt x="365" y="577"/>
                  </a:lnTo>
                  <a:lnTo>
                    <a:pt x="367" y="577"/>
                  </a:lnTo>
                  <a:lnTo>
                    <a:pt x="454" y="577"/>
                  </a:lnTo>
                  <a:lnTo>
                    <a:pt x="466" y="577"/>
                  </a:lnTo>
                  <a:lnTo>
                    <a:pt x="516" y="577"/>
                  </a:lnTo>
                  <a:lnTo>
                    <a:pt x="528" y="577"/>
                  </a:lnTo>
                  <a:lnTo>
                    <a:pt x="542" y="577"/>
                  </a:lnTo>
                  <a:lnTo>
                    <a:pt x="577" y="577"/>
                  </a:lnTo>
                  <a:lnTo>
                    <a:pt x="592" y="577"/>
                  </a:lnTo>
                  <a:lnTo>
                    <a:pt x="615" y="577"/>
                  </a:lnTo>
                  <a:lnTo>
                    <a:pt x="627" y="577"/>
                  </a:lnTo>
                  <a:lnTo>
                    <a:pt x="641" y="577"/>
                  </a:lnTo>
                  <a:lnTo>
                    <a:pt x="653" y="577"/>
                  </a:lnTo>
                  <a:lnTo>
                    <a:pt x="653" y="577"/>
                  </a:lnTo>
                  <a:lnTo>
                    <a:pt x="653" y="575"/>
                  </a:lnTo>
                  <a:lnTo>
                    <a:pt x="653" y="575"/>
                  </a:lnTo>
                  <a:lnTo>
                    <a:pt x="653" y="575"/>
                  </a:lnTo>
                  <a:lnTo>
                    <a:pt x="653" y="573"/>
                  </a:lnTo>
                  <a:close/>
                  <a:moveTo>
                    <a:pt x="450" y="26"/>
                  </a:moveTo>
                  <a:lnTo>
                    <a:pt x="452" y="26"/>
                  </a:lnTo>
                  <a:lnTo>
                    <a:pt x="452" y="26"/>
                  </a:lnTo>
                  <a:lnTo>
                    <a:pt x="454" y="26"/>
                  </a:lnTo>
                  <a:lnTo>
                    <a:pt x="454" y="26"/>
                  </a:lnTo>
                  <a:lnTo>
                    <a:pt x="457" y="26"/>
                  </a:lnTo>
                  <a:lnTo>
                    <a:pt x="459" y="26"/>
                  </a:lnTo>
                  <a:lnTo>
                    <a:pt x="459" y="26"/>
                  </a:lnTo>
                  <a:lnTo>
                    <a:pt x="459" y="26"/>
                  </a:lnTo>
                  <a:lnTo>
                    <a:pt x="452" y="26"/>
                  </a:lnTo>
                  <a:lnTo>
                    <a:pt x="450" y="26"/>
                  </a:lnTo>
                  <a:lnTo>
                    <a:pt x="450" y="26"/>
                  </a:lnTo>
                  <a:lnTo>
                    <a:pt x="447" y="28"/>
                  </a:lnTo>
                  <a:lnTo>
                    <a:pt x="445" y="28"/>
                  </a:lnTo>
                  <a:lnTo>
                    <a:pt x="445" y="28"/>
                  </a:lnTo>
                  <a:lnTo>
                    <a:pt x="445" y="31"/>
                  </a:lnTo>
                  <a:lnTo>
                    <a:pt x="443" y="31"/>
                  </a:lnTo>
                  <a:lnTo>
                    <a:pt x="443" y="31"/>
                  </a:lnTo>
                  <a:lnTo>
                    <a:pt x="443" y="31"/>
                  </a:lnTo>
                  <a:lnTo>
                    <a:pt x="450" y="26"/>
                  </a:lnTo>
                  <a:close/>
                  <a:moveTo>
                    <a:pt x="445" y="36"/>
                  </a:moveTo>
                  <a:lnTo>
                    <a:pt x="445" y="36"/>
                  </a:lnTo>
                  <a:lnTo>
                    <a:pt x="445" y="36"/>
                  </a:lnTo>
                  <a:lnTo>
                    <a:pt x="445" y="36"/>
                  </a:lnTo>
                  <a:lnTo>
                    <a:pt x="445" y="36"/>
                  </a:lnTo>
                  <a:lnTo>
                    <a:pt x="445" y="36"/>
                  </a:lnTo>
                  <a:lnTo>
                    <a:pt x="445" y="36"/>
                  </a:lnTo>
                  <a:lnTo>
                    <a:pt x="445" y="36"/>
                  </a:lnTo>
                  <a:close/>
                  <a:moveTo>
                    <a:pt x="469" y="31"/>
                  </a:moveTo>
                  <a:lnTo>
                    <a:pt x="471" y="31"/>
                  </a:lnTo>
                  <a:lnTo>
                    <a:pt x="469" y="31"/>
                  </a:lnTo>
                  <a:lnTo>
                    <a:pt x="466" y="28"/>
                  </a:lnTo>
                  <a:lnTo>
                    <a:pt x="466" y="28"/>
                  </a:lnTo>
                  <a:lnTo>
                    <a:pt x="464" y="28"/>
                  </a:lnTo>
                  <a:lnTo>
                    <a:pt x="462" y="28"/>
                  </a:lnTo>
                  <a:lnTo>
                    <a:pt x="459" y="26"/>
                  </a:lnTo>
                  <a:lnTo>
                    <a:pt x="462" y="28"/>
                  </a:lnTo>
                  <a:lnTo>
                    <a:pt x="469" y="31"/>
                  </a:lnTo>
                  <a:close/>
                  <a:moveTo>
                    <a:pt x="525" y="227"/>
                  </a:moveTo>
                  <a:lnTo>
                    <a:pt x="528" y="227"/>
                  </a:lnTo>
                  <a:lnTo>
                    <a:pt x="528" y="230"/>
                  </a:lnTo>
                  <a:lnTo>
                    <a:pt x="530" y="230"/>
                  </a:lnTo>
                  <a:lnTo>
                    <a:pt x="533" y="230"/>
                  </a:lnTo>
                  <a:lnTo>
                    <a:pt x="533" y="230"/>
                  </a:lnTo>
                  <a:lnTo>
                    <a:pt x="530" y="227"/>
                  </a:lnTo>
                  <a:lnTo>
                    <a:pt x="530" y="227"/>
                  </a:lnTo>
                  <a:lnTo>
                    <a:pt x="530" y="227"/>
                  </a:lnTo>
                  <a:lnTo>
                    <a:pt x="530" y="227"/>
                  </a:lnTo>
                  <a:lnTo>
                    <a:pt x="530" y="227"/>
                  </a:lnTo>
                  <a:lnTo>
                    <a:pt x="530" y="225"/>
                  </a:lnTo>
                  <a:lnTo>
                    <a:pt x="530" y="225"/>
                  </a:lnTo>
                  <a:lnTo>
                    <a:pt x="530" y="225"/>
                  </a:lnTo>
                  <a:lnTo>
                    <a:pt x="528" y="225"/>
                  </a:lnTo>
                  <a:lnTo>
                    <a:pt x="528" y="227"/>
                  </a:lnTo>
                  <a:lnTo>
                    <a:pt x="525" y="227"/>
                  </a:lnTo>
                  <a:lnTo>
                    <a:pt x="525" y="225"/>
                  </a:lnTo>
                  <a:lnTo>
                    <a:pt x="525" y="225"/>
                  </a:lnTo>
                  <a:lnTo>
                    <a:pt x="525" y="225"/>
                  </a:lnTo>
                  <a:lnTo>
                    <a:pt x="528" y="225"/>
                  </a:lnTo>
                  <a:lnTo>
                    <a:pt x="528" y="225"/>
                  </a:lnTo>
                  <a:lnTo>
                    <a:pt x="528" y="225"/>
                  </a:lnTo>
                  <a:lnTo>
                    <a:pt x="528" y="222"/>
                  </a:lnTo>
                  <a:lnTo>
                    <a:pt x="528" y="222"/>
                  </a:lnTo>
                  <a:lnTo>
                    <a:pt x="528" y="222"/>
                  </a:lnTo>
                  <a:lnTo>
                    <a:pt x="525" y="222"/>
                  </a:lnTo>
                  <a:lnTo>
                    <a:pt x="525" y="222"/>
                  </a:lnTo>
                  <a:lnTo>
                    <a:pt x="525" y="225"/>
                  </a:lnTo>
                  <a:lnTo>
                    <a:pt x="525" y="225"/>
                  </a:lnTo>
                  <a:lnTo>
                    <a:pt x="525" y="225"/>
                  </a:lnTo>
                  <a:lnTo>
                    <a:pt x="525" y="225"/>
                  </a:lnTo>
                  <a:lnTo>
                    <a:pt x="525" y="225"/>
                  </a:lnTo>
                  <a:lnTo>
                    <a:pt x="525" y="225"/>
                  </a:lnTo>
                  <a:lnTo>
                    <a:pt x="525" y="225"/>
                  </a:lnTo>
                  <a:lnTo>
                    <a:pt x="525" y="225"/>
                  </a:lnTo>
                  <a:lnTo>
                    <a:pt x="525" y="225"/>
                  </a:lnTo>
                  <a:lnTo>
                    <a:pt x="525" y="227"/>
                  </a:lnTo>
                  <a:lnTo>
                    <a:pt x="525" y="227"/>
                  </a:lnTo>
                  <a:close/>
                  <a:moveTo>
                    <a:pt x="497" y="296"/>
                  </a:moveTo>
                  <a:lnTo>
                    <a:pt x="497" y="296"/>
                  </a:lnTo>
                  <a:lnTo>
                    <a:pt x="497" y="296"/>
                  </a:lnTo>
                  <a:lnTo>
                    <a:pt x="497" y="296"/>
                  </a:lnTo>
                  <a:lnTo>
                    <a:pt x="497" y="301"/>
                  </a:lnTo>
                  <a:lnTo>
                    <a:pt x="499" y="301"/>
                  </a:lnTo>
                  <a:lnTo>
                    <a:pt x="499" y="301"/>
                  </a:lnTo>
                  <a:lnTo>
                    <a:pt x="499" y="301"/>
                  </a:lnTo>
                  <a:lnTo>
                    <a:pt x="499" y="298"/>
                  </a:lnTo>
                  <a:lnTo>
                    <a:pt x="497" y="296"/>
                  </a:lnTo>
                  <a:close/>
                  <a:moveTo>
                    <a:pt x="499" y="253"/>
                  </a:moveTo>
                  <a:lnTo>
                    <a:pt x="499" y="253"/>
                  </a:lnTo>
                  <a:lnTo>
                    <a:pt x="499" y="253"/>
                  </a:lnTo>
                  <a:lnTo>
                    <a:pt x="499" y="253"/>
                  </a:lnTo>
                  <a:lnTo>
                    <a:pt x="497" y="253"/>
                  </a:lnTo>
                  <a:lnTo>
                    <a:pt x="497" y="253"/>
                  </a:lnTo>
                  <a:lnTo>
                    <a:pt x="497" y="253"/>
                  </a:lnTo>
                  <a:lnTo>
                    <a:pt x="495" y="251"/>
                  </a:lnTo>
                  <a:lnTo>
                    <a:pt x="495" y="251"/>
                  </a:lnTo>
                  <a:lnTo>
                    <a:pt x="495" y="253"/>
                  </a:lnTo>
                  <a:lnTo>
                    <a:pt x="495" y="253"/>
                  </a:lnTo>
                  <a:lnTo>
                    <a:pt x="495" y="253"/>
                  </a:lnTo>
                  <a:lnTo>
                    <a:pt x="495" y="253"/>
                  </a:lnTo>
                  <a:lnTo>
                    <a:pt x="495" y="253"/>
                  </a:lnTo>
                  <a:lnTo>
                    <a:pt x="495" y="253"/>
                  </a:lnTo>
                  <a:lnTo>
                    <a:pt x="495" y="256"/>
                  </a:lnTo>
                  <a:lnTo>
                    <a:pt x="497" y="253"/>
                  </a:lnTo>
                  <a:lnTo>
                    <a:pt x="497" y="253"/>
                  </a:lnTo>
                  <a:lnTo>
                    <a:pt x="497" y="253"/>
                  </a:lnTo>
                  <a:lnTo>
                    <a:pt x="497" y="256"/>
                  </a:lnTo>
                  <a:lnTo>
                    <a:pt x="497" y="256"/>
                  </a:lnTo>
                  <a:lnTo>
                    <a:pt x="499" y="256"/>
                  </a:lnTo>
                  <a:lnTo>
                    <a:pt x="499" y="256"/>
                  </a:lnTo>
                  <a:lnTo>
                    <a:pt x="502" y="258"/>
                  </a:lnTo>
                  <a:lnTo>
                    <a:pt x="502" y="258"/>
                  </a:lnTo>
                  <a:lnTo>
                    <a:pt x="502" y="258"/>
                  </a:lnTo>
                  <a:lnTo>
                    <a:pt x="502" y="258"/>
                  </a:lnTo>
                  <a:lnTo>
                    <a:pt x="502" y="256"/>
                  </a:lnTo>
                  <a:lnTo>
                    <a:pt x="502" y="256"/>
                  </a:lnTo>
                  <a:lnTo>
                    <a:pt x="499" y="253"/>
                  </a:lnTo>
                  <a:close/>
                  <a:moveTo>
                    <a:pt x="535" y="227"/>
                  </a:moveTo>
                  <a:lnTo>
                    <a:pt x="535" y="230"/>
                  </a:lnTo>
                  <a:lnTo>
                    <a:pt x="537" y="230"/>
                  </a:lnTo>
                  <a:lnTo>
                    <a:pt x="537" y="230"/>
                  </a:lnTo>
                  <a:lnTo>
                    <a:pt x="537" y="227"/>
                  </a:lnTo>
                  <a:lnTo>
                    <a:pt x="535" y="227"/>
                  </a:lnTo>
                  <a:lnTo>
                    <a:pt x="535" y="227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51">
              <a:extLst>
                <a:ext uri="{FF2B5EF4-FFF2-40B4-BE49-F238E27FC236}">
                  <a16:creationId xmlns:a16="http://schemas.microsoft.com/office/drawing/2014/main" id="{6E570E3E-BBFF-5F50-C627-F82F8699E5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53373" y="2966130"/>
              <a:ext cx="1298944" cy="1283663"/>
            </a:xfrm>
            <a:custGeom>
              <a:avLst/>
              <a:gdLst>
                <a:gd name="T0" fmla="*/ 994 w 1020"/>
                <a:gd name="T1" fmla="*/ 146 h 1008"/>
                <a:gd name="T2" fmla="*/ 994 w 1020"/>
                <a:gd name="T3" fmla="*/ 94 h 1008"/>
                <a:gd name="T4" fmla="*/ 958 w 1020"/>
                <a:gd name="T5" fmla="*/ 68 h 1008"/>
                <a:gd name="T6" fmla="*/ 927 w 1020"/>
                <a:gd name="T7" fmla="*/ 38 h 1008"/>
                <a:gd name="T8" fmla="*/ 887 w 1020"/>
                <a:gd name="T9" fmla="*/ 45 h 1008"/>
                <a:gd name="T10" fmla="*/ 845 w 1020"/>
                <a:gd name="T11" fmla="*/ 49 h 1008"/>
                <a:gd name="T12" fmla="*/ 821 w 1020"/>
                <a:gd name="T13" fmla="*/ 26 h 1008"/>
                <a:gd name="T14" fmla="*/ 783 w 1020"/>
                <a:gd name="T15" fmla="*/ 19 h 1008"/>
                <a:gd name="T16" fmla="*/ 750 w 1020"/>
                <a:gd name="T17" fmla="*/ 9 h 1008"/>
                <a:gd name="T18" fmla="*/ 731 w 1020"/>
                <a:gd name="T19" fmla="*/ 9 h 1008"/>
                <a:gd name="T20" fmla="*/ 712 w 1020"/>
                <a:gd name="T21" fmla="*/ 2 h 1008"/>
                <a:gd name="T22" fmla="*/ 688 w 1020"/>
                <a:gd name="T23" fmla="*/ 21 h 1008"/>
                <a:gd name="T24" fmla="*/ 655 w 1020"/>
                <a:gd name="T25" fmla="*/ 16 h 1008"/>
                <a:gd name="T26" fmla="*/ 627 w 1020"/>
                <a:gd name="T27" fmla="*/ 30 h 1008"/>
                <a:gd name="T28" fmla="*/ 584 w 1020"/>
                <a:gd name="T29" fmla="*/ 35 h 1008"/>
                <a:gd name="T30" fmla="*/ 561 w 1020"/>
                <a:gd name="T31" fmla="*/ 45 h 1008"/>
                <a:gd name="T32" fmla="*/ 523 w 1020"/>
                <a:gd name="T33" fmla="*/ 61 h 1008"/>
                <a:gd name="T34" fmla="*/ 483 w 1020"/>
                <a:gd name="T35" fmla="*/ 59 h 1008"/>
                <a:gd name="T36" fmla="*/ 421 w 1020"/>
                <a:gd name="T37" fmla="*/ 23 h 1008"/>
                <a:gd name="T38" fmla="*/ 360 w 1020"/>
                <a:gd name="T39" fmla="*/ 38 h 1008"/>
                <a:gd name="T40" fmla="*/ 338 w 1020"/>
                <a:gd name="T41" fmla="*/ 123 h 1008"/>
                <a:gd name="T42" fmla="*/ 305 w 1020"/>
                <a:gd name="T43" fmla="*/ 227 h 1008"/>
                <a:gd name="T44" fmla="*/ 272 w 1020"/>
                <a:gd name="T45" fmla="*/ 340 h 1008"/>
                <a:gd name="T46" fmla="*/ 218 w 1020"/>
                <a:gd name="T47" fmla="*/ 397 h 1008"/>
                <a:gd name="T48" fmla="*/ 201 w 1020"/>
                <a:gd name="T49" fmla="*/ 490 h 1008"/>
                <a:gd name="T50" fmla="*/ 128 w 1020"/>
                <a:gd name="T51" fmla="*/ 546 h 1008"/>
                <a:gd name="T52" fmla="*/ 118 w 1020"/>
                <a:gd name="T53" fmla="*/ 516 h 1008"/>
                <a:gd name="T54" fmla="*/ 78 w 1020"/>
                <a:gd name="T55" fmla="*/ 539 h 1008"/>
                <a:gd name="T56" fmla="*/ 28 w 1020"/>
                <a:gd name="T57" fmla="*/ 544 h 1008"/>
                <a:gd name="T58" fmla="*/ 12 w 1020"/>
                <a:gd name="T59" fmla="*/ 606 h 1008"/>
                <a:gd name="T60" fmla="*/ 69 w 1020"/>
                <a:gd name="T61" fmla="*/ 598 h 1008"/>
                <a:gd name="T62" fmla="*/ 225 w 1020"/>
                <a:gd name="T63" fmla="*/ 601 h 1008"/>
                <a:gd name="T64" fmla="*/ 241 w 1020"/>
                <a:gd name="T65" fmla="*/ 627 h 1008"/>
                <a:gd name="T66" fmla="*/ 255 w 1020"/>
                <a:gd name="T67" fmla="*/ 662 h 1008"/>
                <a:gd name="T68" fmla="*/ 272 w 1020"/>
                <a:gd name="T69" fmla="*/ 695 h 1008"/>
                <a:gd name="T70" fmla="*/ 286 w 1020"/>
                <a:gd name="T71" fmla="*/ 714 h 1008"/>
                <a:gd name="T72" fmla="*/ 352 w 1020"/>
                <a:gd name="T73" fmla="*/ 712 h 1008"/>
                <a:gd name="T74" fmla="*/ 449 w 1020"/>
                <a:gd name="T75" fmla="*/ 658 h 1008"/>
                <a:gd name="T76" fmla="*/ 516 w 1020"/>
                <a:gd name="T77" fmla="*/ 684 h 1008"/>
                <a:gd name="T78" fmla="*/ 518 w 1020"/>
                <a:gd name="T79" fmla="*/ 731 h 1008"/>
                <a:gd name="T80" fmla="*/ 530 w 1020"/>
                <a:gd name="T81" fmla="*/ 814 h 1008"/>
                <a:gd name="T82" fmla="*/ 535 w 1020"/>
                <a:gd name="T83" fmla="*/ 873 h 1008"/>
                <a:gd name="T84" fmla="*/ 620 w 1020"/>
                <a:gd name="T85" fmla="*/ 875 h 1008"/>
                <a:gd name="T86" fmla="*/ 653 w 1020"/>
                <a:gd name="T87" fmla="*/ 890 h 1008"/>
                <a:gd name="T88" fmla="*/ 703 w 1020"/>
                <a:gd name="T89" fmla="*/ 890 h 1008"/>
                <a:gd name="T90" fmla="*/ 714 w 1020"/>
                <a:gd name="T91" fmla="*/ 913 h 1008"/>
                <a:gd name="T92" fmla="*/ 781 w 1020"/>
                <a:gd name="T93" fmla="*/ 927 h 1008"/>
                <a:gd name="T94" fmla="*/ 842 w 1020"/>
                <a:gd name="T95" fmla="*/ 946 h 1008"/>
                <a:gd name="T96" fmla="*/ 882 w 1020"/>
                <a:gd name="T97" fmla="*/ 977 h 1008"/>
                <a:gd name="T98" fmla="*/ 923 w 1020"/>
                <a:gd name="T99" fmla="*/ 998 h 1008"/>
                <a:gd name="T100" fmla="*/ 942 w 1020"/>
                <a:gd name="T101" fmla="*/ 937 h 1008"/>
                <a:gd name="T102" fmla="*/ 913 w 1020"/>
                <a:gd name="T103" fmla="*/ 949 h 1008"/>
                <a:gd name="T104" fmla="*/ 871 w 1020"/>
                <a:gd name="T105" fmla="*/ 918 h 1008"/>
                <a:gd name="T106" fmla="*/ 875 w 1020"/>
                <a:gd name="T107" fmla="*/ 868 h 1008"/>
                <a:gd name="T108" fmla="*/ 878 w 1020"/>
                <a:gd name="T109" fmla="*/ 835 h 1008"/>
                <a:gd name="T110" fmla="*/ 871 w 1020"/>
                <a:gd name="T111" fmla="*/ 785 h 1008"/>
                <a:gd name="T112" fmla="*/ 925 w 1020"/>
                <a:gd name="T113" fmla="*/ 615 h 1008"/>
                <a:gd name="T114" fmla="*/ 911 w 1020"/>
                <a:gd name="T115" fmla="*/ 447 h 1008"/>
                <a:gd name="T116" fmla="*/ 892 w 1020"/>
                <a:gd name="T117" fmla="*/ 414 h 1008"/>
                <a:gd name="T118" fmla="*/ 930 w 1020"/>
                <a:gd name="T119" fmla="*/ 352 h 1008"/>
                <a:gd name="T120" fmla="*/ 935 w 1020"/>
                <a:gd name="T121" fmla="*/ 303 h 1008"/>
                <a:gd name="T122" fmla="*/ 963 w 1020"/>
                <a:gd name="T123" fmla="*/ 229 h 1008"/>
                <a:gd name="T124" fmla="*/ 31 w 1020"/>
                <a:gd name="T125" fmla="*/ 603 h 10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20" h="1008">
                  <a:moveTo>
                    <a:pt x="1020" y="172"/>
                  </a:moveTo>
                  <a:lnTo>
                    <a:pt x="1020" y="170"/>
                  </a:lnTo>
                  <a:lnTo>
                    <a:pt x="1017" y="170"/>
                  </a:lnTo>
                  <a:lnTo>
                    <a:pt x="1015" y="168"/>
                  </a:lnTo>
                  <a:lnTo>
                    <a:pt x="1015" y="168"/>
                  </a:lnTo>
                  <a:lnTo>
                    <a:pt x="1015" y="165"/>
                  </a:lnTo>
                  <a:lnTo>
                    <a:pt x="1015" y="163"/>
                  </a:lnTo>
                  <a:lnTo>
                    <a:pt x="1013" y="165"/>
                  </a:lnTo>
                  <a:lnTo>
                    <a:pt x="1013" y="165"/>
                  </a:lnTo>
                  <a:lnTo>
                    <a:pt x="1010" y="165"/>
                  </a:lnTo>
                  <a:lnTo>
                    <a:pt x="1008" y="165"/>
                  </a:lnTo>
                  <a:lnTo>
                    <a:pt x="1008" y="165"/>
                  </a:lnTo>
                  <a:lnTo>
                    <a:pt x="1008" y="163"/>
                  </a:lnTo>
                  <a:lnTo>
                    <a:pt x="1008" y="163"/>
                  </a:lnTo>
                  <a:lnTo>
                    <a:pt x="1008" y="163"/>
                  </a:lnTo>
                  <a:lnTo>
                    <a:pt x="1008" y="163"/>
                  </a:lnTo>
                  <a:lnTo>
                    <a:pt x="1008" y="163"/>
                  </a:lnTo>
                  <a:lnTo>
                    <a:pt x="1008" y="163"/>
                  </a:lnTo>
                  <a:lnTo>
                    <a:pt x="1005" y="158"/>
                  </a:lnTo>
                  <a:lnTo>
                    <a:pt x="1003" y="158"/>
                  </a:lnTo>
                  <a:lnTo>
                    <a:pt x="1001" y="158"/>
                  </a:lnTo>
                  <a:lnTo>
                    <a:pt x="1001" y="161"/>
                  </a:lnTo>
                  <a:lnTo>
                    <a:pt x="1001" y="163"/>
                  </a:lnTo>
                  <a:lnTo>
                    <a:pt x="998" y="163"/>
                  </a:lnTo>
                  <a:lnTo>
                    <a:pt x="998" y="163"/>
                  </a:lnTo>
                  <a:lnTo>
                    <a:pt x="996" y="161"/>
                  </a:lnTo>
                  <a:lnTo>
                    <a:pt x="996" y="161"/>
                  </a:lnTo>
                  <a:lnTo>
                    <a:pt x="996" y="158"/>
                  </a:lnTo>
                  <a:lnTo>
                    <a:pt x="996" y="158"/>
                  </a:lnTo>
                  <a:lnTo>
                    <a:pt x="996" y="158"/>
                  </a:lnTo>
                  <a:lnTo>
                    <a:pt x="996" y="158"/>
                  </a:lnTo>
                  <a:lnTo>
                    <a:pt x="994" y="156"/>
                  </a:lnTo>
                  <a:lnTo>
                    <a:pt x="991" y="156"/>
                  </a:lnTo>
                  <a:lnTo>
                    <a:pt x="989" y="156"/>
                  </a:lnTo>
                  <a:lnTo>
                    <a:pt x="989" y="156"/>
                  </a:lnTo>
                  <a:lnTo>
                    <a:pt x="991" y="153"/>
                  </a:lnTo>
                  <a:lnTo>
                    <a:pt x="991" y="153"/>
                  </a:lnTo>
                  <a:lnTo>
                    <a:pt x="991" y="153"/>
                  </a:lnTo>
                  <a:lnTo>
                    <a:pt x="991" y="151"/>
                  </a:lnTo>
                  <a:lnTo>
                    <a:pt x="991" y="149"/>
                  </a:lnTo>
                  <a:lnTo>
                    <a:pt x="991" y="149"/>
                  </a:lnTo>
                  <a:lnTo>
                    <a:pt x="991" y="149"/>
                  </a:lnTo>
                  <a:lnTo>
                    <a:pt x="994" y="146"/>
                  </a:lnTo>
                  <a:lnTo>
                    <a:pt x="994" y="146"/>
                  </a:lnTo>
                  <a:lnTo>
                    <a:pt x="994" y="146"/>
                  </a:lnTo>
                  <a:lnTo>
                    <a:pt x="994" y="144"/>
                  </a:lnTo>
                  <a:lnTo>
                    <a:pt x="994" y="139"/>
                  </a:lnTo>
                  <a:lnTo>
                    <a:pt x="994" y="139"/>
                  </a:lnTo>
                  <a:lnTo>
                    <a:pt x="994" y="139"/>
                  </a:lnTo>
                  <a:lnTo>
                    <a:pt x="996" y="139"/>
                  </a:lnTo>
                  <a:lnTo>
                    <a:pt x="996" y="139"/>
                  </a:lnTo>
                  <a:lnTo>
                    <a:pt x="996" y="139"/>
                  </a:lnTo>
                  <a:lnTo>
                    <a:pt x="996" y="139"/>
                  </a:lnTo>
                  <a:lnTo>
                    <a:pt x="996" y="139"/>
                  </a:lnTo>
                  <a:lnTo>
                    <a:pt x="998" y="135"/>
                  </a:lnTo>
                  <a:lnTo>
                    <a:pt x="998" y="132"/>
                  </a:lnTo>
                  <a:lnTo>
                    <a:pt x="996" y="130"/>
                  </a:lnTo>
                  <a:lnTo>
                    <a:pt x="996" y="127"/>
                  </a:lnTo>
                  <a:lnTo>
                    <a:pt x="996" y="127"/>
                  </a:lnTo>
                  <a:lnTo>
                    <a:pt x="994" y="125"/>
                  </a:lnTo>
                  <a:lnTo>
                    <a:pt x="991" y="125"/>
                  </a:lnTo>
                  <a:lnTo>
                    <a:pt x="991" y="125"/>
                  </a:lnTo>
                  <a:lnTo>
                    <a:pt x="991" y="123"/>
                  </a:lnTo>
                  <a:lnTo>
                    <a:pt x="994" y="120"/>
                  </a:lnTo>
                  <a:lnTo>
                    <a:pt x="996" y="113"/>
                  </a:lnTo>
                  <a:lnTo>
                    <a:pt x="996" y="111"/>
                  </a:lnTo>
                  <a:lnTo>
                    <a:pt x="996" y="111"/>
                  </a:lnTo>
                  <a:lnTo>
                    <a:pt x="996" y="111"/>
                  </a:lnTo>
                  <a:lnTo>
                    <a:pt x="996" y="111"/>
                  </a:lnTo>
                  <a:lnTo>
                    <a:pt x="998" y="111"/>
                  </a:lnTo>
                  <a:lnTo>
                    <a:pt x="998" y="111"/>
                  </a:lnTo>
                  <a:lnTo>
                    <a:pt x="998" y="111"/>
                  </a:lnTo>
                  <a:lnTo>
                    <a:pt x="998" y="109"/>
                  </a:lnTo>
                  <a:lnTo>
                    <a:pt x="1001" y="106"/>
                  </a:lnTo>
                  <a:lnTo>
                    <a:pt x="1001" y="106"/>
                  </a:lnTo>
                  <a:lnTo>
                    <a:pt x="1001" y="106"/>
                  </a:lnTo>
                  <a:lnTo>
                    <a:pt x="1001" y="104"/>
                  </a:lnTo>
                  <a:lnTo>
                    <a:pt x="1001" y="104"/>
                  </a:lnTo>
                  <a:lnTo>
                    <a:pt x="1001" y="104"/>
                  </a:lnTo>
                  <a:lnTo>
                    <a:pt x="1001" y="104"/>
                  </a:lnTo>
                  <a:lnTo>
                    <a:pt x="1001" y="101"/>
                  </a:lnTo>
                  <a:lnTo>
                    <a:pt x="1001" y="101"/>
                  </a:lnTo>
                  <a:lnTo>
                    <a:pt x="1001" y="99"/>
                  </a:lnTo>
                  <a:lnTo>
                    <a:pt x="998" y="99"/>
                  </a:lnTo>
                  <a:lnTo>
                    <a:pt x="998" y="101"/>
                  </a:lnTo>
                  <a:lnTo>
                    <a:pt x="996" y="101"/>
                  </a:lnTo>
                  <a:lnTo>
                    <a:pt x="996" y="99"/>
                  </a:lnTo>
                  <a:lnTo>
                    <a:pt x="996" y="97"/>
                  </a:lnTo>
                  <a:lnTo>
                    <a:pt x="996" y="97"/>
                  </a:lnTo>
                  <a:lnTo>
                    <a:pt x="994" y="94"/>
                  </a:lnTo>
                  <a:lnTo>
                    <a:pt x="994" y="94"/>
                  </a:lnTo>
                  <a:lnTo>
                    <a:pt x="994" y="94"/>
                  </a:lnTo>
                  <a:lnTo>
                    <a:pt x="994" y="92"/>
                  </a:lnTo>
                  <a:lnTo>
                    <a:pt x="994" y="92"/>
                  </a:lnTo>
                  <a:lnTo>
                    <a:pt x="991" y="92"/>
                  </a:lnTo>
                  <a:lnTo>
                    <a:pt x="991" y="92"/>
                  </a:lnTo>
                  <a:lnTo>
                    <a:pt x="991" y="92"/>
                  </a:lnTo>
                  <a:lnTo>
                    <a:pt x="989" y="94"/>
                  </a:lnTo>
                  <a:lnTo>
                    <a:pt x="987" y="94"/>
                  </a:lnTo>
                  <a:lnTo>
                    <a:pt x="987" y="94"/>
                  </a:lnTo>
                  <a:lnTo>
                    <a:pt x="987" y="94"/>
                  </a:lnTo>
                  <a:lnTo>
                    <a:pt x="984" y="94"/>
                  </a:lnTo>
                  <a:lnTo>
                    <a:pt x="984" y="94"/>
                  </a:lnTo>
                  <a:lnTo>
                    <a:pt x="982" y="94"/>
                  </a:lnTo>
                  <a:lnTo>
                    <a:pt x="982" y="94"/>
                  </a:lnTo>
                  <a:lnTo>
                    <a:pt x="982" y="94"/>
                  </a:lnTo>
                  <a:lnTo>
                    <a:pt x="982" y="94"/>
                  </a:lnTo>
                  <a:lnTo>
                    <a:pt x="982" y="94"/>
                  </a:lnTo>
                  <a:lnTo>
                    <a:pt x="982" y="94"/>
                  </a:lnTo>
                  <a:lnTo>
                    <a:pt x="982" y="94"/>
                  </a:lnTo>
                  <a:lnTo>
                    <a:pt x="982" y="92"/>
                  </a:lnTo>
                  <a:lnTo>
                    <a:pt x="982" y="90"/>
                  </a:lnTo>
                  <a:lnTo>
                    <a:pt x="982" y="82"/>
                  </a:lnTo>
                  <a:lnTo>
                    <a:pt x="979" y="80"/>
                  </a:lnTo>
                  <a:lnTo>
                    <a:pt x="979" y="80"/>
                  </a:lnTo>
                  <a:lnTo>
                    <a:pt x="979" y="80"/>
                  </a:lnTo>
                  <a:lnTo>
                    <a:pt x="979" y="80"/>
                  </a:lnTo>
                  <a:lnTo>
                    <a:pt x="977" y="80"/>
                  </a:lnTo>
                  <a:lnTo>
                    <a:pt x="977" y="80"/>
                  </a:lnTo>
                  <a:lnTo>
                    <a:pt x="977" y="80"/>
                  </a:lnTo>
                  <a:lnTo>
                    <a:pt x="975" y="80"/>
                  </a:lnTo>
                  <a:lnTo>
                    <a:pt x="970" y="78"/>
                  </a:lnTo>
                  <a:lnTo>
                    <a:pt x="968" y="75"/>
                  </a:lnTo>
                  <a:lnTo>
                    <a:pt x="963" y="75"/>
                  </a:lnTo>
                  <a:lnTo>
                    <a:pt x="963" y="75"/>
                  </a:lnTo>
                  <a:lnTo>
                    <a:pt x="963" y="75"/>
                  </a:lnTo>
                  <a:lnTo>
                    <a:pt x="961" y="75"/>
                  </a:lnTo>
                  <a:lnTo>
                    <a:pt x="961" y="75"/>
                  </a:lnTo>
                  <a:lnTo>
                    <a:pt x="961" y="73"/>
                  </a:lnTo>
                  <a:lnTo>
                    <a:pt x="961" y="73"/>
                  </a:lnTo>
                  <a:lnTo>
                    <a:pt x="961" y="73"/>
                  </a:lnTo>
                  <a:lnTo>
                    <a:pt x="961" y="71"/>
                  </a:lnTo>
                  <a:lnTo>
                    <a:pt x="958" y="68"/>
                  </a:lnTo>
                  <a:lnTo>
                    <a:pt x="958" y="68"/>
                  </a:lnTo>
                  <a:lnTo>
                    <a:pt x="958" y="68"/>
                  </a:lnTo>
                  <a:lnTo>
                    <a:pt x="956" y="68"/>
                  </a:lnTo>
                  <a:lnTo>
                    <a:pt x="953" y="66"/>
                  </a:lnTo>
                  <a:lnTo>
                    <a:pt x="953" y="66"/>
                  </a:lnTo>
                  <a:lnTo>
                    <a:pt x="953" y="64"/>
                  </a:lnTo>
                  <a:lnTo>
                    <a:pt x="951" y="61"/>
                  </a:lnTo>
                  <a:lnTo>
                    <a:pt x="951" y="61"/>
                  </a:lnTo>
                  <a:lnTo>
                    <a:pt x="949" y="61"/>
                  </a:lnTo>
                  <a:lnTo>
                    <a:pt x="949" y="61"/>
                  </a:lnTo>
                  <a:lnTo>
                    <a:pt x="949" y="61"/>
                  </a:lnTo>
                  <a:lnTo>
                    <a:pt x="949" y="61"/>
                  </a:lnTo>
                  <a:lnTo>
                    <a:pt x="949" y="61"/>
                  </a:lnTo>
                  <a:lnTo>
                    <a:pt x="949" y="59"/>
                  </a:lnTo>
                  <a:lnTo>
                    <a:pt x="949" y="59"/>
                  </a:lnTo>
                  <a:lnTo>
                    <a:pt x="949" y="59"/>
                  </a:lnTo>
                  <a:lnTo>
                    <a:pt x="949" y="56"/>
                  </a:lnTo>
                  <a:lnTo>
                    <a:pt x="946" y="56"/>
                  </a:lnTo>
                  <a:lnTo>
                    <a:pt x="946" y="56"/>
                  </a:lnTo>
                  <a:lnTo>
                    <a:pt x="944" y="56"/>
                  </a:lnTo>
                  <a:lnTo>
                    <a:pt x="942" y="56"/>
                  </a:lnTo>
                  <a:lnTo>
                    <a:pt x="942" y="54"/>
                  </a:lnTo>
                  <a:lnTo>
                    <a:pt x="939" y="52"/>
                  </a:lnTo>
                  <a:lnTo>
                    <a:pt x="939" y="49"/>
                  </a:lnTo>
                  <a:lnTo>
                    <a:pt x="942" y="49"/>
                  </a:lnTo>
                  <a:lnTo>
                    <a:pt x="942" y="47"/>
                  </a:lnTo>
                  <a:lnTo>
                    <a:pt x="942" y="47"/>
                  </a:lnTo>
                  <a:lnTo>
                    <a:pt x="939" y="47"/>
                  </a:lnTo>
                  <a:lnTo>
                    <a:pt x="939" y="47"/>
                  </a:lnTo>
                  <a:lnTo>
                    <a:pt x="942" y="45"/>
                  </a:lnTo>
                  <a:lnTo>
                    <a:pt x="942" y="45"/>
                  </a:lnTo>
                  <a:lnTo>
                    <a:pt x="942" y="45"/>
                  </a:lnTo>
                  <a:lnTo>
                    <a:pt x="942" y="45"/>
                  </a:lnTo>
                  <a:lnTo>
                    <a:pt x="942" y="45"/>
                  </a:lnTo>
                  <a:lnTo>
                    <a:pt x="939" y="45"/>
                  </a:lnTo>
                  <a:lnTo>
                    <a:pt x="939" y="42"/>
                  </a:lnTo>
                  <a:lnTo>
                    <a:pt x="939" y="42"/>
                  </a:lnTo>
                  <a:lnTo>
                    <a:pt x="937" y="42"/>
                  </a:lnTo>
                  <a:lnTo>
                    <a:pt x="937" y="42"/>
                  </a:lnTo>
                  <a:lnTo>
                    <a:pt x="937" y="42"/>
                  </a:lnTo>
                  <a:lnTo>
                    <a:pt x="935" y="42"/>
                  </a:lnTo>
                  <a:lnTo>
                    <a:pt x="935" y="40"/>
                  </a:lnTo>
                  <a:lnTo>
                    <a:pt x="932" y="40"/>
                  </a:lnTo>
                  <a:lnTo>
                    <a:pt x="932" y="40"/>
                  </a:lnTo>
                  <a:lnTo>
                    <a:pt x="930" y="40"/>
                  </a:lnTo>
                  <a:lnTo>
                    <a:pt x="927" y="40"/>
                  </a:lnTo>
                  <a:lnTo>
                    <a:pt x="927" y="38"/>
                  </a:lnTo>
                  <a:lnTo>
                    <a:pt x="927" y="38"/>
                  </a:lnTo>
                  <a:lnTo>
                    <a:pt x="925" y="40"/>
                  </a:lnTo>
                  <a:lnTo>
                    <a:pt x="925" y="40"/>
                  </a:lnTo>
                  <a:lnTo>
                    <a:pt x="925" y="38"/>
                  </a:lnTo>
                  <a:lnTo>
                    <a:pt x="925" y="38"/>
                  </a:lnTo>
                  <a:lnTo>
                    <a:pt x="923" y="38"/>
                  </a:lnTo>
                  <a:lnTo>
                    <a:pt x="923" y="38"/>
                  </a:lnTo>
                  <a:lnTo>
                    <a:pt x="923" y="40"/>
                  </a:lnTo>
                  <a:lnTo>
                    <a:pt x="923" y="40"/>
                  </a:lnTo>
                  <a:lnTo>
                    <a:pt x="923" y="42"/>
                  </a:lnTo>
                  <a:lnTo>
                    <a:pt x="923" y="42"/>
                  </a:lnTo>
                  <a:lnTo>
                    <a:pt x="923" y="42"/>
                  </a:lnTo>
                  <a:lnTo>
                    <a:pt x="920" y="45"/>
                  </a:lnTo>
                  <a:lnTo>
                    <a:pt x="920" y="45"/>
                  </a:lnTo>
                  <a:lnTo>
                    <a:pt x="920" y="45"/>
                  </a:lnTo>
                  <a:lnTo>
                    <a:pt x="920" y="47"/>
                  </a:lnTo>
                  <a:lnTo>
                    <a:pt x="920" y="47"/>
                  </a:lnTo>
                  <a:lnTo>
                    <a:pt x="916" y="49"/>
                  </a:lnTo>
                  <a:lnTo>
                    <a:pt x="916" y="52"/>
                  </a:lnTo>
                  <a:lnTo>
                    <a:pt x="916" y="52"/>
                  </a:lnTo>
                  <a:lnTo>
                    <a:pt x="916" y="54"/>
                  </a:lnTo>
                  <a:lnTo>
                    <a:pt x="913" y="54"/>
                  </a:lnTo>
                  <a:lnTo>
                    <a:pt x="913" y="54"/>
                  </a:lnTo>
                  <a:lnTo>
                    <a:pt x="911" y="54"/>
                  </a:lnTo>
                  <a:lnTo>
                    <a:pt x="911" y="54"/>
                  </a:lnTo>
                  <a:lnTo>
                    <a:pt x="911" y="54"/>
                  </a:lnTo>
                  <a:lnTo>
                    <a:pt x="911" y="56"/>
                  </a:lnTo>
                  <a:lnTo>
                    <a:pt x="908" y="56"/>
                  </a:lnTo>
                  <a:lnTo>
                    <a:pt x="908" y="54"/>
                  </a:lnTo>
                  <a:lnTo>
                    <a:pt x="904" y="52"/>
                  </a:lnTo>
                  <a:lnTo>
                    <a:pt x="904" y="52"/>
                  </a:lnTo>
                  <a:lnTo>
                    <a:pt x="901" y="49"/>
                  </a:lnTo>
                  <a:lnTo>
                    <a:pt x="901" y="52"/>
                  </a:lnTo>
                  <a:lnTo>
                    <a:pt x="901" y="49"/>
                  </a:lnTo>
                  <a:lnTo>
                    <a:pt x="901" y="49"/>
                  </a:lnTo>
                  <a:lnTo>
                    <a:pt x="899" y="47"/>
                  </a:lnTo>
                  <a:lnTo>
                    <a:pt x="899" y="47"/>
                  </a:lnTo>
                  <a:lnTo>
                    <a:pt x="894" y="49"/>
                  </a:lnTo>
                  <a:lnTo>
                    <a:pt x="894" y="49"/>
                  </a:lnTo>
                  <a:lnTo>
                    <a:pt x="892" y="47"/>
                  </a:lnTo>
                  <a:lnTo>
                    <a:pt x="890" y="49"/>
                  </a:lnTo>
                  <a:lnTo>
                    <a:pt x="890" y="49"/>
                  </a:lnTo>
                  <a:lnTo>
                    <a:pt x="887" y="47"/>
                  </a:lnTo>
                  <a:lnTo>
                    <a:pt x="887" y="47"/>
                  </a:lnTo>
                  <a:lnTo>
                    <a:pt x="887" y="45"/>
                  </a:lnTo>
                  <a:lnTo>
                    <a:pt x="887" y="45"/>
                  </a:lnTo>
                  <a:lnTo>
                    <a:pt x="885" y="45"/>
                  </a:lnTo>
                  <a:lnTo>
                    <a:pt x="885" y="45"/>
                  </a:lnTo>
                  <a:lnTo>
                    <a:pt x="885" y="45"/>
                  </a:lnTo>
                  <a:lnTo>
                    <a:pt x="885" y="45"/>
                  </a:lnTo>
                  <a:lnTo>
                    <a:pt x="882" y="45"/>
                  </a:lnTo>
                  <a:lnTo>
                    <a:pt x="882" y="45"/>
                  </a:lnTo>
                  <a:lnTo>
                    <a:pt x="880" y="49"/>
                  </a:lnTo>
                  <a:lnTo>
                    <a:pt x="880" y="52"/>
                  </a:lnTo>
                  <a:lnTo>
                    <a:pt x="878" y="52"/>
                  </a:lnTo>
                  <a:lnTo>
                    <a:pt x="875" y="52"/>
                  </a:lnTo>
                  <a:lnTo>
                    <a:pt x="875" y="52"/>
                  </a:lnTo>
                  <a:lnTo>
                    <a:pt x="875" y="52"/>
                  </a:lnTo>
                  <a:lnTo>
                    <a:pt x="875" y="54"/>
                  </a:lnTo>
                  <a:lnTo>
                    <a:pt x="875" y="54"/>
                  </a:lnTo>
                  <a:lnTo>
                    <a:pt x="875" y="54"/>
                  </a:lnTo>
                  <a:lnTo>
                    <a:pt x="873" y="54"/>
                  </a:lnTo>
                  <a:lnTo>
                    <a:pt x="873" y="54"/>
                  </a:lnTo>
                  <a:lnTo>
                    <a:pt x="873" y="54"/>
                  </a:lnTo>
                  <a:lnTo>
                    <a:pt x="871" y="54"/>
                  </a:lnTo>
                  <a:lnTo>
                    <a:pt x="871" y="54"/>
                  </a:lnTo>
                  <a:lnTo>
                    <a:pt x="868" y="56"/>
                  </a:lnTo>
                  <a:lnTo>
                    <a:pt x="868" y="59"/>
                  </a:lnTo>
                  <a:lnTo>
                    <a:pt x="866" y="59"/>
                  </a:lnTo>
                  <a:lnTo>
                    <a:pt x="866" y="59"/>
                  </a:lnTo>
                  <a:lnTo>
                    <a:pt x="864" y="59"/>
                  </a:lnTo>
                  <a:lnTo>
                    <a:pt x="864" y="59"/>
                  </a:lnTo>
                  <a:lnTo>
                    <a:pt x="864" y="56"/>
                  </a:lnTo>
                  <a:lnTo>
                    <a:pt x="864" y="56"/>
                  </a:lnTo>
                  <a:lnTo>
                    <a:pt x="861" y="54"/>
                  </a:lnTo>
                  <a:lnTo>
                    <a:pt x="859" y="54"/>
                  </a:lnTo>
                  <a:lnTo>
                    <a:pt x="856" y="56"/>
                  </a:lnTo>
                  <a:lnTo>
                    <a:pt x="854" y="56"/>
                  </a:lnTo>
                  <a:lnTo>
                    <a:pt x="854" y="54"/>
                  </a:lnTo>
                  <a:lnTo>
                    <a:pt x="852" y="54"/>
                  </a:lnTo>
                  <a:lnTo>
                    <a:pt x="852" y="52"/>
                  </a:lnTo>
                  <a:lnTo>
                    <a:pt x="852" y="52"/>
                  </a:lnTo>
                  <a:lnTo>
                    <a:pt x="852" y="49"/>
                  </a:lnTo>
                  <a:lnTo>
                    <a:pt x="849" y="49"/>
                  </a:lnTo>
                  <a:lnTo>
                    <a:pt x="849" y="49"/>
                  </a:lnTo>
                  <a:lnTo>
                    <a:pt x="849" y="52"/>
                  </a:lnTo>
                  <a:lnTo>
                    <a:pt x="847" y="52"/>
                  </a:lnTo>
                  <a:lnTo>
                    <a:pt x="847" y="49"/>
                  </a:lnTo>
                  <a:lnTo>
                    <a:pt x="847" y="49"/>
                  </a:lnTo>
                  <a:lnTo>
                    <a:pt x="845" y="49"/>
                  </a:lnTo>
                  <a:lnTo>
                    <a:pt x="845" y="47"/>
                  </a:lnTo>
                  <a:lnTo>
                    <a:pt x="845" y="47"/>
                  </a:lnTo>
                  <a:lnTo>
                    <a:pt x="845" y="47"/>
                  </a:lnTo>
                  <a:lnTo>
                    <a:pt x="847" y="45"/>
                  </a:lnTo>
                  <a:lnTo>
                    <a:pt x="847" y="45"/>
                  </a:lnTo>
                  <a:lnTo>
                    <a:pt x="842" y="45"/>
                  </a:lnTo>
                  <a:lnTo>
                    <a:pt x="842" y="45"/>
                  </a:lnTo>
                  <a:lnTo>
                    <a:pt x="842" y="45"/>
                  </a:lnTo>
                  <a:lnTo>
                    <a:pt x="842" y="45"/>
                  </a:lnTo>
                  <a:lnTo>
                    <a:pt x="842" y="42"/>
                  </a:lnTo>
                  <a:lnTo>
                    <a:pt x="840" y="45"/>
                  </a:lnTo>
                  <a:lnTo>
                    <a:pt x="840" y="45"/>
                  </a:lnTo>
                  <a:lnTo>
                    <a:pt x="840" y="45"/>
                  </a:lnTo>
                  <a:lnTo>
                    <a:pt x="840" y="45"/>
                  </a:lnTo>
                  <a:lnTo>
                    <a:pt x="840" y="45"/>
                  </a:lnTo>
                  <a:lnTo>
                    <a:pt x="840" y="45"/>
                  </a:lnTo>
                  <a:lnTo>
                    <a:pt x="840" y="45"/>
                  </a:lnTo>
                  <a:lnTo>
                    <a:pt x="840" y="45"/>
                  </a:lnTo>
                  <a:lnTo>
                    <a:pt x="840" y="45"/>
                  </a:lnTo>
                  <a:lnTo>
                    <a:pt x="837" y="45"/>
                  </a:lnTo>
                  <a:lnTo>
                    <a:pt x="837" y="45"/>
                  </a:lnTo>
                  <a:lnTo>
                    <a:pt x="837" y="45"/>
                  </a:lnTo>
                  <a:lnTo>
                    <a:pt x="835" y="42"/>
                  </a:lnTo>
                  <a:lnTo>
                    <a:pt x="835" y="42"/>
                  </a:lnTo>
                  <a:lnTo>
                    <a:pt x="835" y="42"/>
                  </a:lnTo>
                  <a:lnTo>
                    <a:pt x="833" y="42"/>
                  </a:lnTo>
                  <a:lnTo>
                    <a:pt x="833" y="42"/>
                  </a:lnTo>
                  <a:lnTo>
                    <a:pt x="833" y="42"/>
                  </a:lnTo>
                  <a:lnTo>
                    <a:pt x="833" y="40"/>
                  </a:lnTo>
                  <a:lnTo>
                    <a:pt x="833" y="38"/>
                  </a:lnTo>
                  <a:lnTo>
                    <a:pt x="833" y="35"/>
                  </a:lnTo>
                  <a:lnTo>
                    <a:pt x="833" y="33"/>
                  </a:lnTo>
                  <a:lnTo>
                    <a:pt x="833" y="33"/>
                  </a:lnTo>
                  <a:lnTo>
                    <a:pt x="833" y="33"/>
                  </a:lnTo>
                  <a:lnTo>
                    <a:pt x="830" y="33"/>
                  </a:lnTo>
                  <a:lnTo>
                    <a:pt x="830" y="30"/>
                  </a:lnTo>
                  <a:lnTo>
                    <a:pt x="830" y="30"/>
                  </a:lnTo>
                  <a:lnTo>
                    <a:pt x="830" y="33"/>
                  </a:lnTo>
                  <a:lnTo>
                    <a:pt x="828" y="33"/>
                  </a:lnTo>
                  <a:lnTo>
                    <a:pt x="828" y="30"/>
                  </a:lnTo>
                  <a:lnTo>
                    <a:pt x="828" y="30"/>
                  </a:lnTo>
                  <a:lnTo>
                    <a:pt x="828" y="28"/>
                  </a:lnTo>
                  <a:lnTo>
                    <a:pt x="828" y="28"/>
                  </a:lnTo>
                  <a:lnTo>
                    <a:pt x="826" y="26"/>
                  </a:lnTo>
                  <a:lnTo>
                    <a:pt x="821" y="26"/>
                  </a:lnTo>
                  <a:lnTo>
                    <a:pt x="821" y="26"/>
                  </a:lnTo>
                  <a:lnTo>
                    <a:pt x="819" y="26"/>
                  </a:lnTo>
                  <a:lnTo>
                    <a:pt x="819" y="23"/>
                  </a:lnTo>
                  <a:lnTo>
                    <a:pt x="819" y="23"/>
                  </a:lnTo>
                  <a:lnTo>
                    <a:pt x="819" y="23"/>
                  </a:lnTo>
                  <a:lnTo>
                    <a:pt x="819" y="21"/>
                  </a:lnTo>
                  <a:lnTo>
                    <a:pt x="816" y="21"/>
                  </a:lnTo>
                  <a:lnTo>
                    <a:pt x="816" y="21"/>
                  </a:lnTo>
                  <a:lnTo>
                    <a:pt x="816" y="21"/>
                  </a:lnTo>
                  <a:lnTo>
                    <a:pt x="816" y="21"/>
                  </a:lnTo>
                  <a:lnTo>
                    <a:pt x="814" y="21"/>
                  </a:lnTo>
                  <a:lnTo>
                    <a:pt x="816" y="19"/>
                  </a:lnTo>
                  <a:lnTo>
                    <a:pt x="816" y="16"/>
                  </a:lnTo>
                  <a:lnTo>
                    <a:pt x="814" y="16"/>
                  </a:lnTo>
                  <a:lnTo>
                    <a:pt x="814" y="16"/>
                  </a:lnTo>
                  <a:lnTo>
                    <a:pt x="811" y="16"/>
                  </a:lnTo>
                  <a:lnTo>
                    <a:pt x="811" y="16"/>
                  </a:lnTo>
                  <a:lnTo>
                    <a:pt x="811" y="16"/>
                  </a:lnTo>
                  <a:lnTo>
                    <a:pt x="811" y="16"/>
                  </a:lnTo>
                  <a:lnTo>
                    <a:pt x="809" y="16"/>
                  </a:lnTo>
                  <a:lnTo>
                    <a:pt x="809" y="14"/>
                  </a:lnTo>
                  <a:lnTo>
                    <a:pt x="809" y="14"/>
                  </a:lnTo>
                  <a:lnTo>
                    <a:pt x="807" y="14"/>
                  </a:lnTo>
                  <a:lnTo>
                    <a:pt x="807" y="14"/>
                  </a:lnTo>
                  <a:lnTo>
                    <a:pt x="807" y="14"/>
                  </a:lnTo>
                  <a:lnTo>
                    <a:pt x="804" y="14"/>
                  </a:lnTo>
                  <a:lnTo>
                    <a:pt x="800" y="11"/>
                  </a:lnTo>
                  <a:lnTo>
                    <a:pt x="797" y="9"/>
                  </a:lnTo>
                  <a:lnTo>
                    <a:pt x="795" y="9"/>
                  </a:lnTo>
                  <a:lnTo>
                    <a:pt x="793" y="11"/>
                  </a:lnTo>
                  <a:lnTo>
                    <a:pt x="790" y="11"/>
                  </a:lnTo>
                  <a:lnTo>
                    <a:pt x="790" y="11"/>
                  </a:lnTo>
                  <a:lnTo>
                    <a:pt x="788" y="14"/>
                  </a:lnTo>
                  <a:lnTo>
                    <a:pt x="785" y="16"/>
                  </a:lnTo>
                  <a:lnTo>
                    <a:pt x="785" y="16"/>
                  </a:lnTo>
                  <a:lnTo>
                    <a:pt x="785" y="16"/>
                  </a:lnTo>
                  <a:lnTo>
                    <a:pt x="785" y="19"/>
                  </a:lnTo>
                  <a:lnTo>
                    <a:pt x="785" y="19"/>
                  </a:lnTo>
                  <a:lnTo>
                    <a:pt x="785" y="19"/>
                  </a:lnTo>
                  <a:lnTo>
                    <a:pt x="783" y="19"/>
                  </a:lnTo>
                  <a:lnTo>
                    <a:pt x="783" y="19"/>
                  </a:lnTo>
                  <a:lnTo>
                    <a:pt x="783" y="19"/>
                  </a:lnTo>
                  <a:lnTo>
                    <a:pt x="783" y="19"/>
                  </a:lnTo>
                  <a:lnTo>
                    <a:pt x="783" y="19"/>
                  </a:lnTo>
                  <a:lnTo>
                    <a:pt x="783" y="19"/>
                  </a:lnTo>
                  <a:lnTo>
                    <a:pt x="781" y="19"/>
                  </a:lnTo>
                  <a:lnTo>
                    <a:pt x="781" y="19"/>
                  </a:lnTo>
                  <a:lnTo>
                    <a:pt x="781" y="19"/>
                  </a:lnTo>
                  <a:lnTo>
                    <a:pt x="778" y="16"/>
                  </a:lnTo>
                  <a:lnTo>
                    <a:pt x="778" y="16"/>
                  </a:lnTo>
                  <a:lnTo>
                    <a:pt x="778" y="16"/>
                  </a:lnTo>
                  <a:lnTo>
                    <a:pt x="776" y="16"/>
                  </a:lnTo>
                  <a:lnTo>
                    <a:pt x="774" y="16"/>
                  </a:lnTo>
                  <a:lnTo>
                    <a:pt x="774" y="16"/>
                  </a:lnTo>
                  <a:lnTo>
                    <a:pt x="774" y="16"/>
                  </a:lnTo>
                  <a:lnTo>
                    <a:pt x="774" y="16"/>
                  </a:lnTo>
                  <a:lnTo>
                    <a:pt x="771" y="16"/>
                  </a:lnTo>
                  <a:lnTo>
                    <a:pt x="771" y="16"/>
                  </a:lnTo>
                  <a:lnTo>
                    <a:pt x="771" y="16"/>
                  </a:lnTo>
                  <a:lnTo>
                    <a:pt x="771" y="16"/>
                  </a:lnTo>
                  <a:lnTo>
                    <a:pt x="771" y="16"/>
                  </a:lnTo>
                  <a:lnTo>
                    <a:pt x="769" y="16"/>
                  </a:lnTo>
                  <a:lnTo>
                    <a:pt x="769" y="16"/>
                  </a:lnTo>
                  <a:lnTo>
                    <a:pt x="769" y="16"/>
                  </a:lnTo>
                  <a:lnTo>
                    <a:pt x="769" y="16"/>
                  </a:lnTo>
                  <a:lnTo>
                    <a:pt x="767" y="19"/>
                  </a:lnTo>
                  <a:lnTo>
                    <a:pt x="767" y="19"/>
                  </a:lnTo>
                  <a:lnTo>
                    <a:pt x="767" y="19"/>
                  </a:lnTo>
                  <a:lnTo>
                    <a:pt x="764" y="19"/>
                  </a:lnTo>
                  <a:lnTo>
                    <a:pt x="764" y="19"/>
                  </a:lnTo>
                  <a:lnTo>
                    <a:pt x="762" y="16"/>
                  </a:lnTo>
                  <a:lnTo>
                    <a:pt x="762" y="16"/>
                  </a:lnTo>
                  <a:lnTo>
                    <a:pt x="762" y="14"/>
                  </a:lnTo>
                  <a:lnTo>
                    <a:pt x="762" y="14"/>
                  </a:lnTo>
                  <a:lnTo>
                    <a:pt x="759" y="14"/>
                  </a:lnTo>
                  <a:lnTo>
                    <a:pt x="759" y="14"/>
                  </a:lnTo>
                  <a:lnTo>
                    <a:pt x="759" y="11"/>
                  </a:lnTo>
                  <a:lnTo>
                    <a:pt x="757" y="14"/>
                  </a:lnTo>
                  <a:lnTo>
                    <a:pt x="757" y="14"/>
                  </a:lnTo>
                  <a:lnTo>
                    <a:pt x="757" y="11"/>
                  </a:lnTo>
                  <a:lnTo>
                    <a:pt x="757" y="11"/>
                  </a:lnTo>
                  <a:lnTo>
                    <a:pt x="755" y="14"/>
                  </a:lnTo>
                  <a:lnTo>
                    <a:pt x="755" y="11"/>
                  </a:lnTo>
                  <a:lnTo>
                    <a:pt x="752" y="11"/>
                  </a:lnTo>
                  <a:lnTo>
                    <a:pt x="752" y="11"/>
                  </a:lnTo>
                  <a:lnTo>
                    <a:pt x="752" y="11"/>
                  </a:lnTo>
                  <a:lnTo>
                    <a:pt x="750" y="11"/>
                  </a:lnTo>
                  <a:lnTo>
                    <a:pt x="750" y="11"/>
                  </a:lnTo>
                  <a:lnTo>
                    <a:pt x="750" y="11"/>
                  </a:lnTo>
                  <a:lnTo>
                    <a:pt x="750" y="9"/>
                  </a:lnTo>
                  <a:lnTo>
                    <a:pt x="750" y="9"/>
                  </a:lnTo>
                  <a:lnTo>
                    <a:pt x="750" y="9"/>
                  </a:lnTo>
                  <a:lnTo>
                    <a:pt x="750" y="9"/>
                  </a:lnTo>
                  <a:lnTo>
                    <a:pt x="750" y="7"/>
                  </a:lnTo>
                  <a:lnTo>
                    <a:pt x="748" y="9"/>
                  </a:lnTo>
                  <a:lnTo>
                    <a:pt x="748" y="9"/>
                  </a:lnTo>
                  <a:lnTo>
                    <a:pt x="748" y="9"/>
                  </a:lnTo>
                  <a:lnTo>
                    <a:pt x="748" y="9"/>
                  </a:lnTo>
                  <a:lnTo>
                    <a:pt x="748" y="7"/>
                  </a:lnTo>
                  <a:lnTo>
                    <a:pt x="748" y="9"/>
                  </a:lnTo>
                  <a:lnTo>
                    <a:pt x="745" y="7"/>
                  </a:lnTo>
                  <a:lnTo>
                    <a:pt x="745" y="7"/>
                  </a:lnTo>
                  <a:lnTo>
                    <a:pt x="745" y="7"/>
                  </a:lnTo>
                  <a:lnTo>
                    <a:pt x="745" y="7"/>
                  </a:lnTo>
                  <a:lnTo>
                    <a:pt x="745" y="7"/>
                  </a:lnTo>
                  <a:lnTo>
                    <a:pt x="745" y="7"/>
                  </a:lnTo>
                  <a:lnTo>
                    <a:pt x="743" y="7"/>
                  </a:lnTo>
                  <a:lnTo>
                    <a:pt x="743" y="7"/>
                  </a:lnTo>
                  <a:lnTo>
                    <a:pt x="743" y="7"/>
                  </a:lnTo>
                  <a:lnTo>
                    <a:pt x="743" y="7"/>
                  </a:lnTo>
                  <a:lnTo>
                    <a:pt x="743" y="9"/>
                  </a:lnTo>
                  <a:lnTo>
                    <a:pt x="743" y="9"/>
                  </a:lnTo>
                  <a:lnTo>
                    <a:pt x="743" y="9"/>
                  </a:lnTo>
                  <a:lnTo>
                    <a:pt x="743" y="9"/>
                  </a:lnTo>
                  <a:lnTo>
                    <a:pt x="743" y="9"/>
                  </a:lnTo>
                  <a:lnTo>
                    <a:pt x="743" y="9"/>
                  </a:lnTo>
                  <a:lnTo>
                    <a:pt x="740" y="9"/>
                  </a:lnTo>
                  <a:lnTo>
                    <a:pt x="740" y="9"/>
                  </a:lnTo>
                  <a:lnTo>
                    <a:pt x="740" y="9"/>
                  </a:lnTo>
                  <a:lnTo>
                    <a:pt x="740" y="11"/>
                  </a:lnTo>
                  <a:lnTo>
                    <a:pt x="738" y="9"/>
                  </a:lnTo>
                  <a:lnTo>
                    <a:pt x="738" y="9"/>
                  </a:lnTo>
                  <a:lnTo>
                    <a:pt x="738" y="9"/>
                  </a:lnTo>
                  <a:lnTo>
                    <a:pt x="736" y="9"/>
                  </a:lnTo>
                  <a:lnTo>
                    <a:pt x="736" y="9"/>
                  </a:lnTo>
                  <a:lnTo>
                    <a:pt x="736" y="9"/>
                  </a:lnTo>
                  <a:lnTo>
                    <a:pt x="736" y="9"/>
                  </a:lnTo>
                  <a:lnTo>
                    <a:pt x="736" y="9"/>
                  </a:lnTo>
                  <a:lnTo>
                    <a:pt x="733" y="9"/>
                  </a:lnTo>
                  <a:lnTo>
                    <a:pt x="733" y="11"/>
                  </a:lnTo>
                  <a:lnTo>
                    <a:pt x="733" y="11"/>
                  </a:lnTo>
                  <a:lnTo>
                    <a:pt x="733" y="11"/>
                  </a:lnTo>
                  <a:lnTo>
                    <a:pt x="731" y="9"/>
                  </a:lnTo>
                  <a:lnTo>
                    <a:pt x="731" y="9"/>
                  </a:lnTo>
                  <a:lnTo>
                    <a:pt x="731" y="9"/>
                  </a:lnTo>
                  <a:lnTo>
                    <a:pt x="731" y="9"/>
                  </a:lnTo>
                  <a:lnTo>
                    <a:pt x="729" y="9"/>
                  </a:lnTo>
                  <a:lnTo>
                    <a:pt x="729" y="9"/>
                  </a:lnTo>
                  <a:lnTo>
                    <a:pt x="729" y="9"/>
                  </a:lnTo>
                  <a:lnTo>
                    <a:pt x="729" y="9"/>
                  </a:lnTo>
                  <a:lnTo>
                    <a:pt x="729" y="9"/>
                  </a:lnTo>
                  <a:lnTo>
                    <a:pt x="729" y="7"/>
                  </a:lnTo>
                  <a:lnTo>
                    <a:pt x="729" y="7"/>
                  </a:lnTo>
                  <a:lnTo>
                    <a:pt x="726" y="7"/>
                  </a:lnTo>
                  <a:lnTo>
                    <a:pt x="726" y="7"/>
                  </a:lnTo>
                  <a:lnTo>
                    <a:pt x="726" y="7"/>
                  </a:lnTo>
                  <a:lnTo>
                    <a:pt x="726" y="7"/>
                  </a:lnTo>
                  <a:lnTo>
                    <a:pt x="726" y="7"/>
                  </a:lnTo>
                  <a:lnTo>
                    <a:pt x="726" y="7"/>
                  </a:lnTo>
                  <a:lnTo>
                    <a:pt x="726" y="7"/>
                  </a:lnTo>
                  <a:lnTo>
                    <a:pt x="726" y="7"/>
                  </a:lnTo>
                  <a:lnTo>
                    <a:pt x="724" y="7"/>
                  </a:lnTo>
                  <a:lnTo>
                    <a:pt x="724" y="7"/>
                  </a:lnTo>
                  <a:lnTo>
                    <a:pt x="722" y="4"/>
                  </a:lnTo>
                  <a:lnTo>
                    <a:pt x="722" y="4"/>
                  </a:lnTo>
                  <a:lnTo>
                    <a:pt x="722" y="4"/>
                  </a:lnTo>
                  <a:lnTo>
                    <a:pt x="722" y="4"/>
                  </a:lnTo>
                  <a:lnTo>
                    <a:pt x="719" y="4"/>
                  </a:lnTo>
                  <a:lnTo>
                    <a:pt x="719" y="4"/>
                  </a:lnTo>
                  <a:lnTo>
                    <a:pt x="719" y="4"/>
                  </a:lnTo>
                  <a:lnTo>
                    <a:pt x="719" y="4"/>
                  </a:lnTo>
                  <a:lnTo>
                    <a:pt x="719" y="4"/>
                  </a:lnTo>
                  <a:lnTo>
                    <a:pt x="719" y="4"/>
                  </a:lnTo>
                  <a:lnTo>
                    <a:pt x="717" y="4"/>
                  </a:lnTo>
                  <a:lnTo>
                    <a:pt x="717" y="2"/>
                  </a:lnTo>
                  <a:lnTo>
                    <a:pt x="717" y="2"/>
                  </a:lnTo>
                  <a:lnTo>
                    <a:pt x="717" y="2"/>
                  </a:lnTo>
                  <a:lnTo>
                    <a:pt x="717" y="2"/>
                  </a:lnTo>
                  <a:lnTo>
                    <a:pt x="717" y="2"/>
                  </a:lnTo>
                  <a:lnTo>
                    <a:pt x="717" y="2"/>
                  </a:lnTo>
                  <a:lnTo>
                    <a:pt x="717" y="2"/>
                  </a:lnTo>
                  <a:lnTo>
                    <a:pt x="717" y="2"/>
                  </a:lnTo>
                  <a:lnTo>
                    <a:pt x="717" y="0"/>
                  </a:lnTo>
                  <a:lnTo>
                    <a:pt x="714" y="0"/>
                  </a:lnTo>
                  <a:lnTo>
                    <a:pt x="714" y="0"/>
                  </a:lnTo>
                  <a:lnTo>
                    <a:pt x="714" y="0"/>
                  </a:lnTo>
                  <a:lnTo>
                    <a:pt x="712" y="0"/>
                  </a:lnTo>
                  <a:lnTo>
                    <a:pt x="714" y="2"/>
                  </a:lnTo>
                  <a:lnTo>
                    <a:pt x="712" y="2"/>
                  </a:lnTo>
                  <a:lnTo>
                    <a:pt x="712" y="2"/>
                  </a:lnTo>
                  <a:lnTo>
                    <a:pt x="712" y="2"/>
                  </a:lnTo>
                  <a:lnTo>
                    <a:pt x="710" y="2"/>
                  </a:lnTo>
                  <a:lnTo>
                    <a:pt x="710" y="2"/>
                  </a:lnTo>
                  <a:lnTo>
                    <a:pt x="710" y="2"/>
                  </a:lnTo>
                  <a:lnTo>
                    <a:pt x="707" y="2"/>
                  </a:lnTo>
                  <a:lnTo>
                    <a:pt x="707" y="4"/>
                  </a:lnTo>
                  <a:lnTo>
                    <a:pt x="705" y="2"/>
                  </a:lnTo>
                  <a:lnTo>
                    <a:pt x="705" y="4"/>
                  </a:lnTo>
                  <a:lnTo>
                    <a:pt x="705" y="4"/>
                  </a:lnTo>
                  <a:lnTo>
                    <a:pt x="705" y="4"/>
                  </a:lnTo>
                  <a:lnTo>
                    <a:pt x="705" y="4"/>
                  </a:lnTo>
                  <a:lnTo>
                    <a:pt x="703" y="4"/>
                  </a:lnTo>
                  <a:lnTo>
                    <a:pt x="703" y="7"/>
                  </a:lnTo>
                  <a:lnTo>
                    <a:pt x="703" y="7"/>
                  </a:lnTo>
                  <a:lnTo>
                    <a:pt x="703" y="9"/>
                  </a:lnTo>
                  <a:lnTo>
                    <a:pt x="703" y="9"/>
                  </a:lnTo>
                  <a:lnTo>
                    <a:pt x="703" y="9"/>
                  </a:lnTo>
                  <a:lnTo>
                    <a:pt x="700" y="11"/>
                  </a:lnTo>
                  <a:lnTo>
                    <a:pt x="703" y="11"/>
                  </a:lnTo>
                  <a:lnTo>
                    <a:pt x="703" y="11"/>
                  </a:lnTo>
                  <a:lnTo>
                    <a:pt x="703" y="11"/>
                  </a:lnTo>
                  <a:lnTo>
                    <a:pt x="703" y="11"/>
                  </a:lnTo>
                  <a:lnTo>
                    <a:pt x="703" y="14"/>
                  </a:lnTo>
                  <a:lnTo>
                    <a:pt x="703" y="14"/>
                  </a:lnTo>
                  <a:lnTo>
                    <a:pt x="703" y="14"/>
                  </a:lnTo>
                  <a:lnTo>
                    <a:pt x="703" y="14"/>
                  </a:lnTo>
                  <a:lnTo>
                    <a:pt x="703" y="16"/>
                  </a:lnTo>
                  <a:lnTo>
                    <a:pt x="703" y="16"/>
                  </a:lnTo>
                  <a:lnTo>
                    <a:pt x="703" y="19"/>
                  </a:lnTo>
                  <a:lnTo>
                    <a:pt x="703" y="19"/>
                  </a:lnTo>
                  <a:lnTo>
                    <a:pt x="700" y="19"/>
                  </a:lnTo>
                  <a:lnTo>
                    <a:pt x="700" y="19"/>
                  </a:lnTo>
                  <a:lnTo>
                    <a:pt x="698" y="19"/>
                  </a:lnTo>
                  <a:lnTo>
                    <a:pt x="698" y="19"/>
                  </a:lnTo>
                  <a:lnTo>
                    <a:pt x="698" y="21"/>
                  </a:lnTo>
                  <a:lnTo>
                    <a:pt x="693" y="21"/>
                  </a:lnTo>
                  <a:lnTo>
                    <a:pt x="693" y="21"/>
                  </a:lnTo>
                  <a:lnTo>
                    <a:pt x="693" y="19"/>
                  </a:lnTo>
                  <a:lnTo>
                    <a:pt x="693" y="19"/>
                  </a:lnTo>
                  <a:lnTo>
                    <a:pt x="691" y="19"/>
                  </a:lnTo>
                  <a:lnTo>
                    <a:pt x="691" y="21"/>
                  </a:lnTo>
                  <a:lnTo>
                    <a:pt x="691" y="21"/>
                  </a:lnTo>
                  <a:lnTo>
                    <a:pt x="691" y="21"/>
                  </a:lnTo>
                  <a:lnTo>
                    <a:pt x="691" y="21"/>
                  </a:lnTo>
                  <a:lnTo>
                    <a:pt x="688" y="21"/>
                  </a:lnTo>
                  <a:lnTo>
                    <a:pt x="688" y="23"/>
                  </a:lnTo>
                  <a:lnTo>
                    <a:pt x="688" y="23"/>
                  </a:lnTo>
                  <a:lnTo>
                    <a:pt x="686" y="23"/>
                  </a:lnTo>
                  <a:lnTo>
                    <a:pt x="686" y="21"/>
                  </a:lnTo>
                  <a:lnTo>
                    <a:pt x="684" y="21"/>
                  </a:lnTo>
                  <a:lnTo>
                    <a:pt x="681" y="21"/>
                  </a:lnTo>
                  <a:lnTo>
                    <a:pt x="681" y="21"/>
                  </a:lnTo>
                  <a:lnTo>
                    <a:pt x="681" y="21"/>
                  </a:lnTo>
                  <a:lnTo>
                    <a:pt x="681" y="21"/>
                  </a:lnTo>
                  <a:lnTo>
                    <a:pt x="679" y="23"/>
                  </a:lnTo>
                  <a:lnTo>
                    <a:pt x="677" y="23"/>
                  </a:lnTo>
                  <a:lnTo>
                    <a:pt x="677" y="23"/>
                  </a:lnTo>
                  <a:lnTo>
                    <a:pt x="677" y="23"/>
                  </a:lnTo>
                  <a:lnTo>
                    <a:pt x="677" y="23"/>
                  </a:lnTo>
                  <a:lnTo>
                    <a:pt x="674" y="23"/>
                  </a:lnTo>
                  <a:lnTo>
                    <a:pt x="674" y="23"/>
                  </a:lnTo>
                  <a:lnTo>
                    <a:pt x="674" y="23"/>
                  </a:lnTo>
                  <a:lnTo>
                    <a:pt x="674" y="26"/>
                  </a:lnTo>
                  <a:lnTo>
                    <a:pt x="672" y="26"/>
                  </a:lnTo>
                  <a:lnTo>
                    <a:pt x="672" y="23"/>
                  </a:lnTo>
                  <a:lnTo>
                    <a:pt x="672" y="26"/>
                  </a:lnTo>
                  <a:lnTo>
                    <a:pt x="669" y="26"/>
                  </a:lnTo>
                  <a:lnTo>
                    <a:pt x="667" y="26"/>
                  </a:lnTo>
                  <a:lnTo>
                    <a:pt x="667" y="23"/>
                  </a:lnTo>
                  <a:lnTo>
                    <a:pt x="667" y="23"/>
                  </a:lnTo>
                  <a:lnTo>
                    <a:pt x="667" y="23"/>
                  </a:lnTo>
                  <a:lnTo>
                    <a:pt x="667" y="23"/>
                  </a:lnTo>
                  <a:lnTo>
                    <a:pt x="665" y="21"/>
                  </a:lnTo>
                  <a:lnTo>
                    <a:pt x="665" y="21"/>
                  </a:lnTo>
                  <a:lnTo>
                    <a:pt x="665" y="21"/>
                  </a:lnTo>
                  <a:lnTo>
                    <a:pt x="665" y="19"/>
                  </a:lnTo>
                  <a:lnTo>
                    <a:pt x="662" y="19"/>
                  </a:lnTo>
                  <a:lnTo>
                    <a:pt x="662" y="19"/>
                  </a:lnTo>
                  <a:lnTo>
                    <a:pt x="662" y="19"/>
                  </a:lnTo>
                  <a:lnTo>
                    <a:pt x="660" y="19"/>
                  </a:lnTo>
                  <a:lnTo>
                    <a:pt x="660" y="19"/>
                  </a:lnTo>
                  <a:lnTo>
                    <a:pt x="660" y="16"/>
                  </a:lnTo>
                  <a:lnTo>
                    <a:pt x="660" y="16"/>
                  </a:lnTo>
                  <a:lnTo>
                    <a:pt x="658" y="16"/>
                  </a:lnTo>
                  <a:lnTo>
                    <a:pt x="658" y="16"/>
                  </a:lnTo>
                  <a:lnTo>
                    <a:pt x="658" y="16"/>
                  </a:lnTo>
                  <a:lnTo>
                    <a:pt x="655" y="14"/>
                  </a:lnTo>
                  <a:lnTo>
                    <a:pt x="655" y="16"/>
                  </a:lnTo>
                  <a:lnTo>
                    <a:pt x="655" y="16"/>
                  </a:lnTo>
                  <a:lnTo>
                    <a:pt x="655" y="16"/>
                  </a:lnTo>
                  <a:lnTo>
                    <a:pt x="655" y="16"/>
                  </a:lnTo>
                  <a:lnTo>
                    <a:pt x="653" y="16"/>
                  </a:lnTo>
                  <a:lnTo>
                    <a:pt x="653" y="16"/>
                  </a:lnTo>
                  <a:lnTo>
                    <a:pt x="653" y="14"/>
                  </a:lnTo>
                  <a:lnTo>
                    <a:pt x="653" y="14"/>
                  </a:lnTo>
                  <a:lnTo>
                    <a:pt x="651" y="14"/>
                  </a:lnTo>
                  <a:lnTo>
                    <a:pt x="651" y="16"/>
                  </a:lnTo>
                  <a:lnTo>
                    <a:pt x="651" y="16"/>
                  </a:lnTo>
                  <a:lnTo>
                    <a:pt x="651" y="19"/>
                  </a:lnTo>
                  <a:lnTo>
                    <a:pt x="653" y="19"/>
                  </a:lnTo>
                  <a:lnTo>
                    <a:pt x="653" y="19"/>
                  </a:lnTo>
                  <a:lnTo>
                    <a:pt x="653" y="19"/>
                  </a:lnTo>
                  <a:lnTo>
                    <a:pt x="651" y="21"/>
                  </a:lnTo>
                  <a:lnTo>
                    <a:pt x="648" y="21"/>
                  </a:lnTo>
                  <a:lnTo>
                    <a:pt x="646" y="21"/>
                  </a:lnTo>
                  <a:lnTo>
                    <a:pt x="646" y="21"/>
                  </a:lnTo>
                  <a:lnTo>
                    <a:pt x="646" y="23"/>
                  </a:lnTo>
                  <a:lnTo>
                    <a:pt x="646" y="23"/>
                  </a:lnTo>
                  <a:lnTo>
                    <a:pt x="646" y="23"/>
                  </a:lnTo>
                  <a:lnTo>
                    <a:pt x="646" y="23"/>
                  </a:lnTo>
                  <a:lnTo>
                    <a:pt x="646" y="23"/>
                  </a:lnTo>
                  <a:lnTo>
                    <a:pt x="646" y="23"/>
                  </a:lnTo>
                  <a:lnTo>
                    <a:pt x="643" y="23"/>
                  </a:lnTo>
                  <a:lnTo>
                    <a:pt x="643" y="23"/>
                  </a:lnTo>
                  <a:lnTo>
                    <a:pt x="643" y="23"/>
                  </a:lnTo>
                  <a:lnTo>
                    <a:pt x="641" y="23"/>
                  </a:lnTo>
                  <a:lnTo>
                    <a:pt x="641" y="26"/>
                  </a:lnTo>
                  <a:lnTo>
                    <a:pt x="639" y="26"/>
                  </a:lnTo>
                  <a:lnTo>
                    <a:pt x="639" y="26"/>
                  </a:lnTo>
                  <a:lnTo>
                    <a:pt x="639" y="26"/>
                  </a:lnTo>
                  <a:lnTo>
                    <a:pt x="636" y="26"/>
                  </a:lnTo>
                  <a:lnTo>
                    <a:pt x="636" y="26"/>
                  </a:lnTo>
                  <a:lnTo>
                    <a:pt x="634" y="26"/>
                  </a:lnTo>
                  <a:lnTo>
                    <a:pt x="634" y="26"/>
                  </a:lnTo>
                  <a:lnTo>
                    <a:pt x="632" y="28"/>
                  </a:lnTo>
                  <a:lnTo>
                    <a:pt x="629" y="28"/>
                  </a:lnTo>
                  <a:lnTo>
                    <a:pt x="629" y="28"/>
                  </a:lnTo>
                  <a:lnTo>
                    <a:pt x="629" y="28"/>
                  </a:lnTo>
                  <a:lnTo>
                    <a:pt x="629" y="28"/>
                  </a:lnTo>
                  <a:lnTo>
                    <a:pt x="629" y="28"/>
                  </a:lnTo>
                  <a:lnTo>
                    <a:pt x="629" y="28"/>
                  </a:lnTo>
                  <a:lnTo>
                    <a:pt x="629" y="28"/>
                  </a:lnTo>
                  <a:lnTo>
                    <a:pt x="629" y="30"/>
                  </a:lnTo>
                  <a:lnTo>
                    <a:pt x="629" y="30"/>
                  </a:lnTo>
                  <a:lnTo>
                    <a:pt x="627" y="30"/>
                  </a:lnTo>
                  <a:lnTo>
                    <a:pt x="625" y="30"/>
                  </a:lnTo>
                  <a:lnTo>
                    <a:pt x="625" y="30"/>
                  </a:lnTo>
                  <a:lnTo>
                    <a:pt x="625" y="30"/>
                  </a:lnTo>
                  <a:lnTo>
                    <a:pt x="625" y="30"/>
                  </a:lnTo>
                  <a:lnTo>
                    <a:pt x="622" y="30"/>
                  </a:lnTo>
                  <a:lnTo>
                    <a:pt x="622" y="30"/>
                  </a:lnTo>
                  <a:lnTo>
                    <a:pt x="622" y="30"/>
                  </a:lnTo>
                  <a:lnTo>
                    <a:pt x="620" y="30"/>
                  </a:lnTo>
                  <a:lnTo>
                    <a:pt x="617" y="33"/>
                  </a:lnTo>
                  <a:lnTo>
                    <a:pt x="617" y="33"/>
                  </a:lnTo>
                  <a:lnTo>
                    <a:pt x="615" y="33"/>
                  </a:lnTo>
                  <a:lnTo>
                    <a:pt x="613" y="33"/>
                  </a:lnTo>
                  <a:lnTo>
                    <a:pt x="613" y="35"/>
                  </a:lnTo>
                  <a:lnTo>
                    <a:pt x="610" y="35"/>
                  </a:lnTo>
                  <a:lnTo>
                    <a:pt x="608" y="35"/>
                  </a:lnTo>
                  <a:lnTo>
                    <a:pt x="606" y="38"/>
                  </a:lnTo>
                  <a:lnTo>
                    <a:pt x="603" y="38"/>
                  </a:lnTo>
                  <a:lnTo>
                    <a:pt x="603" y="38"/>
                  </a:lnTo>
                  <a:lnTo>
                    <a:pt x="601" y="38"/>
                  </a:lnTo>
                  <a:lnTo>
                    <a:pt x="601" y="40"/>
                  </a:lnTo>
                  <a:lnTo>
                    <a:pt x="601" y="40"/>
                  </a:lnTo>
                  <a:lnTo>
                    <a:pt x="601" y="40"/>
                  </a:lnTo>
                  <a:lnTo>
                    <a:pt x="601" y="42"/>
                  </a:lnTo>
                  <a:lnTo>
                    <a:pt x="601" y="42"/>
                  </a:lnTo>
                  <a:lnTo>
                    <a:pt x="601" y="42"/>
                  </a:lnTo>
                  <a:lnTo>
                    <a:pt x="601" y="42"/>
                  </a:lnTo>
                  <a:lnTo>
                    <a:pt x="599" y="42"/>
                  </a:lnTo>
                  <a:lnTo>
                    <a:pt x="599" y="42"/>
                  </a:lnTo>
                  <a:lnTo>
                    <a:pt x="599" y="42"/>
                  </a:lnTo>
                  <a:lnTo>
                    <a:pt x="596" y="42"/>
                  </a:lnTo>
                  <a:lnTo>
                    <a:pt x="596" y="42"/>
                  </a:lnTo>
                  <a:lnTo>
                    <a:pt x="594" y="42"/>
                  </a:lnTo>
                  <a:lnTo>
                    <a:pt x="594" y="42"/>
                  </a:lnTo>
                  <a:lnTo>
                    <a:pt x="594" y="40"/>
                  </a:lnTo>
                  <a:lnTo>
                    <a:pt x="594" y="40"/>
                  </a:lnTo>
                  <a:lnTo>
                    <a:pt x="594" y="40"/>
                  </a:lnTo>
                  <a:lnTo>
                    <a:pt x="591" y="40"/>
                  </a:lnTo>
                  <a:lnTo>
                    <a:pt x="591" y="40"/>
                  </a:lnTo>
                  <a:lnTo>
                    <a:pt x="591" y="38"/>
                  </a:lnTo>
                  <a:lnTo>
                    <a:pt x="589" y="38"/>
                  </a:lnTo>
                  <a:lnTo>
                    <a:pt x="589" y="38"/>
                  </a:lnTo>
                  <a:lnTo>
                    <a:pt x="589" y="38"/>
                  </a:lnTo>
                  <a:lnTo>
                    <a:pt x="587" y="35"/>
                  </a:lnTo>
                  <a:lnTo>
                    <a:pt x="587" y="35"/>
                  </a:lnTo>
                  <a:lnTo>
                    <a:pt x="584" y="35"/>
                  </a:lnTo>
                  <a:lnTo>
                    <a:pt x="582" y="35"/>
                  </a:lnTo>
                  <a:lnTo>
                    <a:pt x="582" y="35"/>
                  </a:lnTo>
                  <a:lnTo>
                    <a:pt x="582" y="35"/>
                  </a:lnTo>
                  <a:lnTo>
                    <a:pt x="580" y="35"/>
                  </a:lnTo>
                  <a:lnTo>
                    <a:pt x="580" y="35"/>
                  </a:lnTo>
                  <a:lnTo>
                    <a:pt x="580" y="35"/>
                  </a:lnTo>
                  <a:lnTo>
                    <a:pt x="580" y="33"/>
                  </a:lnTo>
                  <a:lnTo>
                    <a:pt x="577" y="33"/>
                  </a:lnTo>
                  <a:lnTo>
                    <a:pt x="577" y="33"/>
                  </a:lnTo>
                  <a:lnTo>
                    <a:pt x="577" y="30"/>
                  </a:lnTo>
                  <a:lnTo>
                    <a:pt x="577" y="30"/>
                  </a:lnTo>
                  <a:lnTo>
                    <a:pt x="577" y="30"/>
                  </a:lnTo>
                  <a:lnTo>
                    <a:pt x="575" y="30"/>
                  </a:lnTo>
                  <a:lnTo>
                    <a:pt x="575" y="30"/>
                  </a:lnTo>
                  <a:lnTo>
                    <a:pt x="575" y="30"/>
                  </a:lnTo>
                  <a:lnTo>
                    <a:pt x="575" y="30"/>
                  </a:lnTo>
                  <a:lnTo>
                    <a:pt x="572" y="30"/>
                  </a:lnTo>
                  <a:lnTo>
                    <a:pt x="572" y="30"/>
                  </a:lnTo>
                  <a:lnTo>
                    <a:pt x="572" y="30"/>
                  </a:lnTo>
                  <a:lnTo>
                    <a:pt x="572" y="30"/>
                  </a:lnTo>
                  <a:lnTo>
                    <a:pt x="572" y="30"/>
                  </a:lnTo>
                  <a:lnTo>
                    <a:pt x="572" y="33"/>
                  </a:lnTo>
                  <a:lnTo>
                    <a:pt x="572" y="33"/>
                  </a:lnTo>
                  <a:lnTo>
                    <a:pt x="572" y="33"/>
                  </a:lnTo>
                  <a:lnTo>
                    <a:pt x="572" y="33"/>
                  </a:lnTo>
                  <a:lnTo>
                    <a:pt x="570" y="35"/>
                  </a:lnTo>
                  <a:lnTo>
                    <a:pt x="570" y="35"/>
                  </a:lnTo>
                  <a:lnTo>
                    <a:pt x="570" y="35"/>
                  </a:lnTo>
                  <a:lnTo>
                    <a:pt x="568" y="35"/>
                  </a:lnTo>
                  <a:lnTo>
                    <a:pt x="568" y="35"/>
                  </a:lnTo>
                  <a:lnTo>
                    <a:pt x="565" y="35"/>
                  </a:lnTo>
                  <a:lnTo>
                    <a:pt x="565" y="35"/>
                  </a:lnTo>
                  <a:lnTo>
                    <a:pt x="565" y="38"/>
                  </a:lnTo>
                  <a:lnTo>
                    <a:pt x="565" y="38"/>
                  </a:lnTo>
                  <a:lnTo>
                    <a:pt x="565" y="40"/>
                  </a:lnTo>
                  <a:lnTo>
                    <a:pt x="563" y="40"/>
                  </a:lnTo>
                  <a:lnTo>
                    <a:pt x="563" y="40"/>
                  </a:lnTo>
                  <a:lnTo>
                    <a:pt x="563" y="40"/>
                  </a:lnTo>
                  <a:lnTo>
                    <a:pt x="563" y="42"/>
                  </a:lnTo>
                  <a:lnTo>
                    <a:pt x="563" y="42"/>
                  </a:lnTo>
                  <a:lnTo>
                    <a:pt x="563" y="42"/>
                  </a:lnTo>
                  <a:lnTo>
                    <a:pt x="563" y="45"/>
                  </a:lnTo>
                  <a:lnTo>
                    <a:pt x="563" y="45"/>
                  </a:lnTo>
                  <a:lnTo>
                    <a:pt x="563" y="45"/>
                  </a:lnTo>
                  <a:lnTo>
                    <a:pt x="561" y="45"/>
                  </a:lnTo>
                  <a:lnTo>
                    <a:pt x="561" y="45"/>
                  </a:lnTo>
                  <a:lnTo>
                    <a:pt x="561" y="47"/>
                  </a:lnTo>
                  <a:lnTo>
                    <a:pt x="561" y="47"/>
                  </a:lnTo>
                  <a:lnTo>
                    <a:pt x="561" y="47"/>
                  </a:lnTo>
                  <a:lnTo>
                    <a:pt x="561" y="47"/>
                  </a:lnTo>
                  <a:lnTo>
                    <a:pt x="558" y="47"/>
                  </a:lnTo>
                  <a:lnTo>
                    <a:pt x="556" y="47"/>
                  </a:lnTo>
                  <a:lnTo>
                    <a:pt x="556" y="49"/>
                  </a:lnTo>
                  <a:lnTo>
                    <a:pt x="556" y="49"/>
                  </a:lnTo>
                  <a:lnTo>
                    <a:pt x="556" y="52"/>
                  </a:lnTo>
                  <a:lnTo>
                    <a:pt x="556" y="52"/>
                  </a:lnTo>
                  <a:lnTo>
                    <a:pt x="556" y="54"/>
                  </a:lnTo>
                  <a:lnTo>
                    <a:pt x="556" y="54"/>
                  </a:lnTo>
                  <a:lnTo>
                    <a:pt x="556" y="54"/>
                  </a:lnTo>
                  <a:lnTo>
                    <a:pt x="556" y="54"/>
                  </a:lnTo>
                  <a:lnTo>
                    <a:pt x="556" y="56"/>
                  </a:lnTo>
                  <a:lnTo>
                    <a:pt x="556" y="56"/>
                  </a:lnTo>
                  <a:lnTo>
                    <a:pt x="554" y="56"/>
                  </a:lnTo>
                  <a:lnTo>
                    <a:pt x="554" y="59"/>
                  </a:lnTo>
                  <a:lnTo>
                    <a:pt x="554" y="59"/>
                  </a:lnTo>
                  <a:lnTo>
                    <a:pt x="554" y="61"/>
                  </a:lnTo>
                  <a:lnTo>
                    <a:pt x="554" y="61"/>
                  </a:lnTo>
                  <a:lnTo>
                    <a:pt x="554" y="61"/>
                  </a:lnTo>
                  <a:lnTo>
                    <a:pt x="551" y="64"/>
                  </a:lnTo>
                  <a:lnTo>
                    <a:pt x="551" y="64"/>
                  </a:lnTo>
                  <a:lnTo>
                    <a:pt x="551" y="64"/>
                  </a:lnTo>
                  <a:lnTo>
                    <a:pt x="551" y="64"/>
                  </a:lnTo>
                  <a:lnTo>
                    <a:pt x="549" y="66"/>
                  </a:lnTo>
                  <a:lnTo>
                    <a:pt x="549" y="66"/>
                  </a:lnTo>
                  <a:lnTo>
                    <a:pt x="546" y="66"/>
                  </a:lnTo>
                  <a:lnTo>
                    <a:pt x="546" y="66"/>
                  </a:lnTo>
                  <a:lnTo>
                    <a:pt x="539" y="66"/>
                  </a:lnTo>
                  <a:lnTo>
                    <a:pt x="535" y="66"/>
                  </a:lnTo>
                  <a:lnTo>
                    <a:pt x="535" y="66"/>
                  </a:lnTo>
                  <a:lnTo>
                    <a:pt x="532" y="64"/>
                  </a:lnTo>
                  <a:lnTo>
                    <a:pt x="532" y="64"/>
                  </a:lnTo>
                  <a:lnTo>
                    <a:pt x="532" y="64"/>
                  </a:lnTo>
                  <a:lnTo>
                    <a:pt x="532" y="64"/>
                  </a:lnTo>
                  <a:lnTo>
                    <a:pt x="530" y="64"/>
                  </a:lnTo>
                  <a:lnTo>
                    <a:pt x="528" y="61"/>
                  </a:lnTo>
                  <a:lnTo>
                    <a:pt x="525" y="61"/>
                  </a:lnTo>
                  <a:lnTo>
                    <a:pt x="525" y="61"/>
                  </a:lnTo>
                  <a:lnTo>
                    <a:pt x="525" y="61"/>
                  </a:lnTo>
                  <a:lnTo>
                    <a:pt x="523" y="61"/>
                  </a:lnTo>
                  <a:lnTo>
                    <a:pt x="523" y="61"/>
                  </a:lnTo>
                  <a:lnTo>
                    <a:pt x="523" y="61"/>
                  </a:lnTo>
                  <a:lnTo>
                    <a:pt x="523" y="61"/>
                  </a:lnTo>
                  <a:lnTo>
                    <a:pt x="520" y="61"/>
                  </a:lnTo>
                  <a:lnTo>
                    <a:pt x="518" y="61"/>
                  </a:lnTo>
                  <a:lnTo>
                    <a:pt x="518" y="61"/>
                  </a:lnTo>
                  <a:lnTo>
                    <a:pt x="516" y="61"/>
                  </a:lnTo>
                  <a:lnTo>
                    <a:pt x="516" y="59"/>
                  </a:lnTo>
                  <a:lnTo>
                    <a:pt x="516" y="59"/>
                  </a:lnTo>
                  <a:lnTo>
                    <a:pt x="513" y="59"/>
                  </a:lnTo>
                  <a:lnTo>
                    <a:pt x="513" y="59"/>
                  </a:lnTo>
                  <a:lnTo>
                    <a:pt x="511" y="59"/>
                  </a:lnTo>
                  <a:lnTo>
                    <a:pt x="511" y="59"/>
                  </a:lnTo>
                  <a:lnTo>
                    <a:pt x="511" y="59"/>
                  </a:lnTo>
                  <a:lnTo>
                    <a:pt x="511" y="59"/>
                  </a:lnTo>
                  <a:lnTo>
                    <a:pt x="511" y="59"/>
                  </a:lnTo>
                  <a:lnTo>
                    <a:pt x="509" y="59"/>
                  </a:lnTo>
                  <a:lnTo>
                    <a:pt x="509" y="59"/>
                  </a:lnTo>
                  <a:lnTo>
                    <a:pt x="506" y="59"/>
                  </a:lnTo>
                  <a:lnTo>
                    <a:pt x="504" y="59"/>
                  </a:lnTo>
                  <a:lnTo>
                    <a:pt x="499" y="61"/>
                  </a:lnTo>
                  <a:lnTo>
                    <a:pt x="499" y="61"/>
                  </a:lnTo>
                  <a:lnTo>
                    <a:pt x="499" y="61"/>
                  </a:lnTo>
                  <a:lnTo>
                    <a:pt x="497" y="61"/>
                  </a:lnTo>
                  <a:lnTo>
                    <a:pt x="497" y="61"/>
                  </a:lnTo>
                  <a:lnTo>
                    <a:pt x="497" y="59"/>
                  </a:lnTo>
                  <a:lnTo>
                    <a:pt x="497" y="59"/>
                  </a:lnTo>
                  <a:lnTo>
                    <a:pt x="494" y="59"/>
                  </a:lnTo>
                  <a:lnTo>
                    <a:pt x="492" y="59"/>
                  </a:lnTo>
                  <a:lnTo>
                    <a:pt x="492" y="59"/>
                  </a:lnTo>
                  <a:lnTo>
                    <a:pt x="492" y="59"/>
                  </a:lnTo>
                  <a:lnTo>
                    <a:pt x="490" y="59"/>
                  </a:lnTo>
                  <a:lnTo>
                    <a:pt x="487" y="56"/>
                  </a:lnTo>
                  <a:lnTo>
                    <a:pt x="487" y="56"/>
                  </a:lnTo>
                  <a:lnTo>
                    <a:pt x="487" y="56"/>
                  </a:lnTo>
                  <a:lnTo>
                    <a:pt x="487" y="56"/>
                  </a:lnTo>
                  <a:lnTo>
                    <a:pt x="485" y="56"/>
                  </a:lnTo>
                  <a:lnTo>
                    <a:pt x="485" y="56"/>
                  </a:lnTo>
                  <a:lnTo>
                    <a:pt x="485" y="56"/>
                  </a:lnTo>
                  <a:lnTo>
                    <a:pt x="485" y="56"/>
                  </a:lnTo>
                  <a:lnTo>
                    <a:pt x="485" y="56"/>
                  </a:lnTo>
                  <a:lnTo>
                    <a:pt x="483" y="56"/>
                  </a:lnTo>
                  <a:lnTo>
                    <a:pt x="483" y="59"/>
                  </a:lnTo>
                  <a:lnTo>
                    <a:pt x="483" y="59"/>
                  </a:lnTo>
                  <a:lnTo>
                    <a:pt x="483" y="59"/>
                  </a:lnTo>
                  <a:lnTo>
                    <a:pt x="483" y="59"/>
                  </a:lnTo>
                  <a:lnTo>
                    <a:pt x="480" y="59"/>
                  </a:lnTo>
                  <a:lnTo>
                    <a:pt x="480" y="56"/>
                  </a:lnTo>
                  <a:lnTo>
                    <a:pt x="480" y="56"/>
                  </a:lnTo>
                  <a:lnTo>
                    <a:pt x="480" y="56"/>
                  </a:lnTo>
                  <a:lnTo>
                    <a:pt x="478" y="56"/>
                  </a:lnTo>
                  <a:lnTo>
                    <a:pt x="478" y="56"/>
                  </a:lnTo>
                  <a:lnTo>
                    <a:pt x="478" y="56"/>
                  </a:lnTo>
                  <a:lnTo>
                    <a:pt x="475" y="54"/>
                  </a:lnTo>
                  <a:lnTo>
                    <a:pt x="475" y="54"/>
                  </a:lnTo>
                  <a:lnTo>
                    <a:pt x="475" y="52"/>
                  </a:lnTo>
                  <a:lnTo>
                    <a:pt x="473" y="52"/>
                  </a:lnTo>
                  <a:lnTo>
                    <a:pt x="468" y="52"/>
                  </a:lnTo>
                  <a:lnTo>
                    <a:pt x="464" y="49"/>
                  </a:lnTo>
                  <a:lnTo>
                    <a:pt x="461" y="49"/>
                  </a:lnTo>
                  <a:lnTo>
                    <a:pt x="461" y="49"/>
                  </a:lnTo>
                  <a:lnTo>
                    <a:pt x="461" y="52"/>
                  </a:lnTo>
                  <a:lnTo>
                    <a:pt x="459" y="52"/>
                  </a:lnTo>
                  <a:lnTo>
                    <a:pt x="459" y="52"/>
                  </a:lnTo>
                  <a:lnTo>
                    <a:pt x="454" y="52"/>
                  </a:lnTo>
                  <a:lnTo>
                    <a:pt x="449" y="52"/>
                  </a:lnTo>
                  <a:lnTo>
                    <a:pt x="449" y="52"/>
                  </a:lnTo>
                  <a:lnTo>
                    <a:pt x="447" y="52"/>
                  </a:lnTo>
                  <a:lnTo>
                    <a:pt x="442" y="47"/>
                  </a:lnTo>
                  <a:lnTo>
                    <a:pt x="442" y="45"/>
                  </a:lnTo>
                  <a:lnTo>
                    <a:pt x="440" y="45"/>
                  </a:lnTo>
                  <a:lnTo>
                    <a:pt x="442" y="45"/>
                  </a:lnTo>
                  <a:lnTo>
                    <a:pt x="442" y="42"/>
                  </a:lnTo>
                  <a:lnTo>
                    <a:pt x="442" y="42"/>
                  </a:lnTo>
                  <a:lnTo>
                    <a:pt x="442" y="40"/>
                  </a:lnTo>
                  <a:lnTo>
                    <a:pt x="440" y="40"/>
                  </a:lnTo>
                  <a:lnTo>
                    <a:pt x="440" y="38"/>
                  </a:lnTo>
                  <a:lnTo>
                    <a:pt x="440" y="38"/>
                  </a:lnTo>
                  <a:lnTo>
                    <a:pt x="438" y="38"/>
                  </a:lnTo>
                  <a:lnTo>
                    <a:pt x="438" y="35"/>
                  </a:lnTo>
                  <a:lnTo>
                    <a:pt x="435" y="33"/>
                  </a:lnTo>
                  <a:lnTo>
                    <a:pt x="435" y="33"/>
                  </a:lnTo>
                  <a:lnTo>
                    <a:pt x="435" y="33"/>
                  </a:lnTo>
                  <a:lnTo>
                    <a:pt x="433" y="33"/>
                  </a:lnTo>
                  <a:lnTo>
                    <a:pt x="431" y="30"/>
                  </a:lnTo>
                  <a:lnTo>
                    <a:pt x="431" y="30"/>
                  </a:lnTo>
                  <a:lnTo>
                    <a:pt x="428" y="30"/>
                  </a:lnTo>
                  <a:lnTo>
                    <a:pt x="426" y="28"/>
                  </a:lnTo>
                  <a:lnTo>
                    <a:pt x="426" y="26"/>
                  </a:lnTo>
                  <a:lnTo>
                    <a:pt x="421" y="26"/>
                  </a:lnTo>
                  <a:lnTo>
                    <a:pt x="421" y="23"/>
                  </a:lnTo>
                  <a:lnTo>
                    <a:pt x="419" y="23"/>
                  </a:lnTo>
                  <a:lnTo>
                    <a:pt x="419" y="21"/>
                  </a:lnTo>
                  <a:lnTo>
                    <a:pt x="414" y="21"/>
                  </a:lnTo>
                  <a:lnTo>
                    <a:pt x="412" y="21"/>
                  </a:lnTo>
                  <a:lnTo>
                    <a:pt x="412" y="19"/>
                  </a:lnTo>
                  <a:lnTo>
                    <a:pt x="412" y="19"/>
                  </a:lnTo>
                  <a:lnTo>
                    <a:pt x="409" y="16"/>
                  </a:lnTo>
                  <a:lnTo>
                    <a:pt x="409" y="16"/>
                  </a:lnTo>
                  <a:lnTo>
                    <a:pt x="409" y="16"/>
                  </a:lnTo>
                  <a:lnTo>
                    <a:pt x="407" y="16"/>
                  </a:lnTo>
                  <a:lnTo>
                    <a:pt x="404" y="14"/>
                  </a:lnTo>
                  <a:lnTo>
                    <a:pt x="404" y="14"/>
                  </a:lnTo>
                  <a:lnTo>
                    <a:pt x="402" y="14"/>
                  </a:lnTo>
                  <a:lnTo>
                    <a:pt x="402" y="14"/>
                  </a:lnTo>
                  <a:lnTo>
                    <a:pt x="397" y="14"/>
                  </a:lnTo>
                  <a:lnTo>
                    <a:pt x="395" y="11"/>
                  </a:lnTo>
                  <a:lnTo>
                    <a:pt x="393" y="11"/>
                  </a:lnTo>
                  <a:lnTo>
                    <a:pt x="393" y="14"/>
                  </a:lnTo>
                  <a:lnTo>
                    <a:pt x="390" y="14"/>
                  </a:lnTo>
                  <a:lnTo>
                    <a:pt x="388" y="14"/>
                  </a:lnTo>
                  <a:lnTo>
                    <a:pt x="386" y="14"/>
                  </a:lnTo>
                  <a:lnTo>
                    <a:pt x="386" y="14"/>
                  </a:lnTo>
                  <a:lnTo>
                    <a:pt x="383" y="16"/>
                  </a:lnTo>
                  <a:lnTo>
                    <a:pt x="378" y="19"/>
                  </a:lnTo>
                  <a:lnTo>
                    <a:pt x="376" y="21"/>
                  </a:lnTo>
                  <a:lnTo>
                    <a:pt x="376" y="21"/>
                  </a:lnTo>
                  <a:lnTo>
                    <a:pt x="376" y="21"/>
                  </a:lnTo>
                  <a:lnTo>
                    <a:pt x="374" y="23"/>
                  </a:lnTo>
                  <a:lnTo>
                    <a:pt x="374" y="23"/>
                  </a:lnTo>
                  <a:lnTo>
                    <a:pt x="371" y="23"/>
                  </a:lnTo>
                  <a:lnTo>
                    <a:pt x="369" y="23"/>
                  </a:lnTo>
                  <a:lnTo>
                    <a:pt x="369" y="23"/>
                  </a:lnTo>
                  <a:lnTo>
                    <a:pt x="369" y="26"/>
                  </a:lnTo>
                  <a:lnTo>
                    <a:pt x="367" y="26"/>
                  </a:lnTo>
                  <a:lnTo>
                    <a:pt x="367" y="28"/>
                  </a:lnTo>
                  <a:lnTo>
                    <a:pt x="367" y="28"/>
                  </a:lnTo>
                  <a:lnTo>
                    <a:pt x="367" y="30"/>
                  </a:lnTo>
                  <a:lnTo>
                    <a:pt x="367" y="30"/>
                  </a:lnTo>
                  <a:lnTo>
                    <a:pt x="364" y="30"/>
                  </a:lnTo>
                  <a:lnTo>
                    <a:pt x="364" y="30"/>
                  </a:lnTo>
                  <a:lnTo>
                    <a:pt x="364" y="33"/>
                  </a:lnTo>
                  <a:lnTo>
                    <a:pt x="364" y="33"/>
                  </a:lnTo>
                  <a:lnTo>
                    <a:pt x="362" y="35"/>
                  </a:lnTo>
                  <a:lnTo>
                    <a:pt x="362" y="35"/>
                  </a:lnTo>
                  <a:lnTo>
                    <a:pt x="360" y="38"/>
                  </a:lnTo>
                  <a:lnTo>
                    <a:pt x="360" y="38"/>
                  </a:lnTo>
                  <a:lnTo>
                    <a:pt x="360" y="40"/>
                  </a:lnTo>
                  <a:lnTo>
                    <a:pt x="360" y="40"/>
                  </a:lnTo>
                  <a:lnTo>
                    <a:pt x="360" y="40"/>
                  </a:lnTo>
                  <a:lnTo>
                    <a:pt x="357" y="40"/>
                  </a:lnTo>
                  <a:lnTo>
                    <a:pt x="355" y="42"/>
                  </a:lnTo>
                  <a:lnTo>
                    <a:pt x="355" y="45"/>
                  </a:lnTo>
                  <a:lnTo>
                    <a:pt x="352" y="52"/>
                  </a:lnTo>
                  <a:lnTo>
                    <a:pt x="350" y="52"/>
                  </a:lnTo>
                  <a:lnTo>
                    <a:pt x="350" y="54"/>
                  </a:lnTo>
                  <a:lnTo>
                    <a:pt x="345" y="54"/>
                  </a:lnTo>
                  <a:lnTo>
                    <a:pt x="345" y="54"/>
                  </a:lnTo>
                  <a:lnTo>
                    <a:pt x="345" y="54"/>
                  </a:lnTo>
                  <a:lnTo>
                    <a:pt x="343" y="54"/>
                  </a:lnTo>
                  <a:lnTo>
                    <a:pt x="343" y="54"/>
                  </a:lnTo>
                  <a:lnTo>
                    <a:pt x="341" y="54"/>
                  </a:lnTo>
                  <a:lnTo>
                    <a:pt x="341" y="54"/>
                  </a:lnTo>
                  <a:lnTo>
                    <a:pt x="338" y="56"/>
                  </a:lnTo>
                  <a:lnTo>
                    <a:pt x="338" y="56"/>
                  </a:lnTo>
                  <a:lnTo>
                    <a:pt x="341" y="59"/>
                  </a:lnTo>
                  <a:lnTo>
                    <a:pt x="341" y="59"/>
                  </a:lnTo>
                  <a:lnTo>
                    <a:pt x="341" y="61"/>
                  </a:lnTo>
                  <a:lnTo>
                    <a:pt x="341" y="61"/>
                  </a:lnTo>
                  <a:lnTo>
                    <a:pt x="343" y="66"/>
                  </a:lnTo>
                  <a:lnTo>
                    <a:pt x="345" y="66"/>
                  </a:lnTo>
                  <a:lnTo>
                    <a:pt x="345" y="71"/>
                  </a:lnTo>
                  <a:lnTo>
                    <a:pt x="345" y="75"/>
                  </a:lnTo>
                  <a:lnTo>
                    <a:pt x="345" y="75"/>
                  </a:lnTo>
                  <a:lnTo>
                    <a:pt x="345" y="78"/>
                  </a:lnTo>
                  <a:lnTo>
                    <a:pt x="343" y="80"/>
                  </a:lnTo>
                  <a:lnTo>
                    <a:pt x="343" y="80"/>
                  </a:lnTo>
                  <a:lnTo>
                    <a:pt x="343" y="80"/>
                  </a:lnTo>
                  <a:lnTo>
                    <a:pt x="343" y="82"/>
                  </a:lnTo>
                  <a:lnTo>
                    <a:pt x="343" y="90"/>
                  </a:lnTo>
                  <a:lnTo>
                    <a:pt x="343" y="101"/>
                  </a:lnTo>
                  <a:lnTo>
                    <a:pt x="345" y="104"/>
                  </a:lnTo>
                  <a:lnTo>
                    <a:pt x="345" y="111"/>
                  </a:lnTo>
                  <a:lnTo>
                    <a:pt x="343" y="118"/>
                  </a:lnTo>
                  <a:lnTo>
                    <a:pt x="343" y="118"/>
                  </a:lnTo>
                  <a:lnTo>
                    <a:pt x="343" y="120"/>
                  </a:lnTo>
                  <a:lnTo>
                    <a:pt x="343" y="120"/>
                  </a:lnTo>
                  <a:lnTo>
                    <a:pt x="343" y="120"/>
                  </a:lnTo>
                  <a:lnTo>
                    <a:pt x="341" y="123"/>
                  </a:lnTo>
                  <a:lnTo>
                    <a:pt x="338" y="123"/>
                  </a:lnTo>
                  <a:lnTo>
                    <a:pt x="338" y="123"/>
                  </a:lnTo>
                  <a:lnTo>
                    <a:pt x="336" y="130"/>
                  </a:lnTo>
                  <a:lnTo>
                    <a:pt x="336" y="130"/>
                  </a:lnTo>
                  <a:lnTo>
                    <a:pt x="336" y="130"/>
                  </a:lnTo>
                  <a:lnTo>
                    <a:pt x="336" y="132"/>
                  </a:lnTo>
                  <a:lnTo>
                    <a:pt x="336" y="132"/>
                  </a:lnTo>
                  <a:lnTo>
                    <a:pt x="334" y="135"/>
                  </a:lnTo>
                  <a:lnTo>
                    <a:pt x="334" y="137"/>
                  </a:lnTo>
                  <a:lnTo>
                    <a:pt x="334" y="137"/>
                  </a:lnTo>
                  <a:lnTo>
                    <a:pt x="334" y="139"/>
                  </a:lnTo>
                  <a:lnTo>
                    <a:pt x="331" y="142"/>
                  </a:lnTo>
                  <a:lnTo>
                    <a:pt x="326" y="149"/>
                  </a:lnTo>
                  <a:lnTo>
                    <a:pt x="326" y="149"/>
                  </a:lnTo>
                  <a:lnTo>
                    <a:pt x="326" y="149"/>
                  </a:lnTo>
                  <a:lnTo>
                    <a:pt x="324" y="153"/>
                  </a:lnTo>
                  <a:lnTo>
                    <a:pt x="322" y="153"/>
                  </a:lnTo>
                  <a:lnTo>
                    <a:pt x="322" y="153"/>
                  </a:lnTo>
                  <a:lnTo>
                    <a:pt x="322" y="158"/>
                  </a:lnTo>
                  <a:lnTo>
                    <a:pt x="322" y="158"/>
                  </a:lnTo>
                  <a:lnTo>
                    <a:pt x="322" y="161"/>
                  </a:lnTo>
                  <a:lnTo>
                    <a:pt x="319" y="161"/>
                  </a:lnTo>
                  <a:lnTo>
                    <a:pt x="319" y="163"/>
                  </a:lnTo>
                  <a:lnTo>
                    <a:pt x="319" y="163"/>
                  </a:lnTo>
                  <a:lnTo>
                    <a:pt x="319" y="163"/>
                  </a:lnTo>
                  <a:lnTo>
                    <a:pt x="317" y="163"/>
                  </a:lnTo>
                  <a:lnTo>
                    <a:pt x="317" y="165"/>
                  </a:lnTo>
                  <a:lnTo>
                    <a:pt x="317" y="165"/>
                  </a:lnTo>
                  <a:lnTo>
                    <a:pt x="315" y="172"/>
                  </a:lnTo>
                  <a:lnTo>
                    <a:pt x="315" y="172"/>
                  </a:lnTo>
                  <a:lnTo>
                    <a:pt x="315" y="175"/>
                  </a:lnTo>
                  <a:lnTo>
                    <a:pt x="315" y="175"/>
                  </a:lnTo>
                  <a:lnTo>
                    <a:pt x="315" y="182"/>
                  </a:lnTo>
                  <a:lnTo>
                    <a:pt x="315" y="184"/>
                  </a:lnTo>
                  <a:lnTo>
                    <a:pt x="315" y="184"/>
                  </a:lnTo>
                  <a:lnTo>
                    <a:pt x="315" y="184"/>
                  </a:lnTo>
                  <a:lnTo>
                    <a:pt x="315" y="187"/>
                  </a:lnTo>
                  <a:lnTo>
                    <a:pt x="315" y="187"/>
                  </a:lnTo>
                  <a:lnTo>
                    <a:pt x="315" y="203"/>
                  </a:lnTo>
                  <a:lnTo>
                    <a:pt x="315" y="203"/>
                  </a:lnTo>
                  <a:lnTo>
                    <a:pt x="312" y="210"/>
                  </a:lnTo>
                  <a:lnTo>
                    <a:pt x="310" y="213"/>
                  </a:lnTo>
                  <a:lnTo>
                    <a:pt x="310" y="215"/>
                  </a:lnTo>
                  <a:lnTo>
                    <a:pt x="307" y="220"/>
                  </a:lnTo>
                  <a:lnTo>
                    <a:pt x="307" y="222"/>
                  </a:lnTo>
                  <a:lnTo>
                    <a:pt x="307" y="224"/>
                  </a:lnTo>
                  <a:lnTo>
                    <a:pt x="305" y="227"/>
                  </a:lnTo>
                  <a:lnTo>
                    <a:pt x="305" y="229"/>
                  </a:lnTo>
                  <a:lnTo>
                    <a:pt x="303" y="232"/>
                  </a:lnTo>
                  <a:lnTo>
                    <a:pt x="303" y="232"/>
                  </a:lnTo>
                  <a:lnTo>
                    <a:pt x="303" y="236"/>
                  </a:lnTo>
                  <a:lnTo>
                    <a:pt x="303" y="241"/>
                  </a:lnTo>
                  <a:lnTo>
                    <a:pt x="305" y="248"/>
                  </a:lnTo>
                  <a:lnTo>
                    <a:pt x="305" y="248"/>
                  </a:lnTo>
                  <a:lnTo>
                    <a:pt x="305" y="253"/>
                  </a:lnTo>
                  <a:lnTo>
                    <a:pt x="305" y="255"/>
                  </a:lnTo>
                  <a:lnTo>
                    <a:pt x="305" y="255"/>
                  </a:lnTo>
                  <a:lnTo>
                    <a:pt x="305" y="258"/>
                  </a:lnTo>
                  <a:lnTo>
                    <a:pt x="307" y="258"/>
                  </a:lnTo>
                  <a:lnTo>
                    <a:pt x="307" y="260"/>
                  </a:lnTo>
                  <a:lnTo>
                    <a:pt x="307" y="260"/>
                  </a:lnTo>
                  <a:lnTo>
                    <a:pt x="307" y="262"/>
                  </a:lnTo>
                  <a:lnTo>
                    <a:pt x="307" y="267"/>
                  </a:lnTo>
                  <a:lnTo>
                    <a:pt x="307" y="267"/>
                  </a:lnTo>
                  <a:lnTo>
                    <a:pt x="303" y="274"/>
                  </a:lnTo>
                  <a:lnTo>
                    <a:pt x="298" y="286"/>
                  </a:lnTo>
                  <a:lnTo>
                    <a:pt x="298" y="286"/>
                  </a:lnTo>
                  <a:lnTo>
                    <a:pt x="296" y="298"/>
                  </a:lnTo>
                  <a:lnTo>
                    <a:pt x="296" y="298"/>
                  </a:lnTo>
                  <a:lnTo>
                    <a:pt x="296" y="300"/>
                  </a:lnTo>
                  <a:lnTo>
                    <a:pt x="296" y="305"/>
                  </a:lnTo>
                  <a:lnTo>
                    <a:pt x="298" y="314"/>
                  </a:lnTo>
                  <a:lnTo>
                    <a:pt x="296" y="314"/>
                  </a:lnTo>
                  <a:lnTo>
                    <a:pt x="296" y="317"/>
                  </a:lnTo>
                  <a:lnTo>
                    <a:pt x="293" y="319"/>
                  </a:lnTo>
                  <a:lnTo>
                    <a:pt x="293" y="319"/>
                  </a:lnTo>
                  <a:lnTo>
                    <a:pt x="291" y="319"/>
                  </a:lnTo>
                  <a:lnTo>
                    <a:pt x="291" y="322"/>
                  </a:lnTo>
                  <a:lnTo>
                    <a:pt x="291" y="322"/>
                  </a:lnTo>
                  <a:lnTo>
                    <a:pt x="291" y="322"/>
                  </a:lnTo>
                  <a:lnTo>
                    <a:pt x="291" y="322"/>
                  </a:lnTo>
                  <a:lnTo>
                    <a:pt x="291" y="322"/>
                  </a:lnTo>
                  <a:lnTo>
                    <a:pt x="289" y="324"/>
                  </a:lnTo>
                  <a:lnTo>
                    <a:pt x="286" y="326"/>
                  </a:lnTo>
                  <a:lnTo>
                    <a:pt x="279" y="336"/>
                  </a:lnTo>
                  <a:lnTo>
                    <a:pt x="277" y="336"/>
                  </a:lnTo>
                  <a:lnTo>
                    <a:pt x="277" y="338"/>
                  </a:lnTo>
                  <a:lnTo>
                    <a:pt x="277" y="338"/>
                  </a:lnTo>
                  <a:lnTo>
                    <a:pt x="274" y="338"/>
                  </a:lnTo>
                  <a:lnTo>
                    <a:pt x="274" y="338"/>
                  </a:lnTo>
                  <a:lnTo>
                    <a:pt x="274" y="340"/>
                  </a:lnTo>
                  <a:lnTo>
                    <a:pt x="272" y="340"/>
                  </a:lnTo>
                  <a:lnTo>
                    <a:pt x="270" y="340"/>
                  </a:lnTo>
                  <a:lnTo>
                    <a:pt x="267" y="343"/>
                  </a:lnTo>
                  <a:lnTo>
                    <a:pt x="267" y="343"/>
                  </a:lnTo>
                  <a:lnTo>
                    <a:pt x="263" y="343"/>
                  </a:lnTo>
                  <a:lnTo>
                    <a:pt x="260" y="345"/>
                  </a:lnTo>
                  <a:lnTo>
                    <a:pt x="258" y="345"/>
                  </a:lnTo>
                  <a:lnTo>
                    <a:pt x="258" y="345"/>
                  </a:lnTo>
                  <a:lnTo>
                    <a:pt x="258" y="345"/>
                  </a:lnTo>
                  <a:lnTo>
                    <a:pt x="258" y="345"/>
                  </a:lnTo>
                  <a:lnTo>
                    <a:pt x="258" y="345"/>
                  </a:lnTo>
                  <a:lnTo>
                    <a:pt x="255" y="348"/>
                  </a:lnTo>
                  <a:lnTo>
                    <a:pt x="253" y="350"/>
                  </a:lnTo>
                  <a:lnTo>
                    <a:pt x="253" y="350"/>
                  </a:lnTo>
                  <a:lnTo>
                    <a:pt x="251" y="352"/>
                  </a:lnTo>
                  <a:lnTo>
                    <a:pt x="248" y="355"/>
                  </a:lnTo>
                  <a:lnTo>
                    <a:pt x="248" y="355"/>
                  </a:lnTo>
                  <a:lnTo>
                    <a:pt x="248" y="355"/>
                  </a:lnTo>
                  <a:lnTo>
                    <a:pt x="248" y="355"/>
                  </a:lnTo>
                  <a:lnTo>
                    <a:pt x="246" y="357"/>
                  </a:lnTo>
                  <a:lnTo>
                    <a:pt x="246" y="359"/>
                  </a:lnTo>
                  <a:lnTo>
                    <a:pt x="244" y="362"/>
                  </a:lnTo>
                  <a:lnTo>
                    <a:pt x="241" y="364"/>
                  </a:lnTo>
                  <a:lnTo>
                    <a:pt x="241" y="366"/>
                  </a:lnTo>
                  <a:lnTo>
                    <a:pt x="239" y="369"/>
                  </a:lnTo>
                  <a:lnTo>
                    <a:pt x="239" y="371"/>
                  </a:lnTo>
                  <a:lnTo>
                    <a:pt x="237" y="374"/>
                  </a:lnTo>
                  <a:lnTo>
                    <a:pt x="237" y="374"/>
                  </a:lnTo>
                  <a:lnTo>
                    <a:pt x="237" y="374"/>
                  </a:lnTo>
                  <a:lnTo>
                    <a:pt x="237" y="376"/>
                  </a:lnTo>
                  <a:lnTo>
                    <a:pt x="237" y="376"/>
                  </a:lnTo>
                  <a:lnTo>
                    <a:pt x="237" y="378"/>
                  </a:lnTo>
                  <a:lnTo>
                    <a:pt x="237" y="381"/>
                  </a:lnTo>
                  <a:lnTo>
                    <a:pt x="232" y="385"/>
                  </a:lnTo>
                  <a:lnTo>
                    <a:pt x="232" y="385"/>
                  </a:lnTo>
                  <a:lnTo>
                    <a:pt x="232" y="385"/>
                  </a:lnTo>
                  <a:lnTo>
                    <a:pt x="232" y="388"/>
                  </a:lnTo>
                  <a:lnTo>
                    <a:pt x="232" y="388"/>
                  </a:lnTo>
                  <a:lnTo>
                    <a:pt x="229" y="388"/>
                  </a:lnTo>
                  <a:lnTo>
                    <a:pt x="229" y="388"/>
                  </a:lnTo>
                  <a:lnTo>
                    <a:pt x="229" y="388"/>
                  </a:lnTo>
                  <a:lnTo>
                    <a:pt x="227" y="388"/>
                  </a:lnTo>
                  <a:lnTo>
                    <a:pt x="227" y="390"/>
                  </a:lnTo>
                  <a:lnTo>
                    <a:pt x="225" y="393"/>
                  </a:lnTo>
                  <a:lnTo>
                    <a:pt x="222" y="395"/>
                  </a:lnTo>
                  <a:lnTo>
                    <a:pt x="218" y="397"/>
                  </a:lnTo>
                  <a:lnTo>
                    <a:pt x="218" y="397"/>
                  </a:lnTo>
                  <a:lnTo>
                    <a:pt x="215" y="400"/>
                  </a:lnTo>
                  <a:lnTo>
                    <a:pt x="215" y="402"/>
                  </a:lnTo>
                  <a:lnTo>
                    <a:pt x="213" y="402"/>
                  </a:lnTo>
                  <a:lnTo>
                    <a:pt x="213" y="404"/>
                  </a:lnTo>
                  <a:lnTo>
                    <a:pt x="213" y="404"/>
                  </a:lnTo>
                  <a:lnTo>
                    <a:pt x="213" y="404"/>
                  </a:lnTo>
                  <a:lnTo>
                    <a:pt x="213" y="407"/>
                  </a:lnTo>
                  <a:lnTo>
                    <a:pt x="213" y="409"/>
                  </a:lnTo>
                  <a:lnTo>
                    <a:pt x="213" y="409"/>
                  </a:lnTo>
                  <a:lnTo>
                    <a:pt x="213" y="409"/>
                  </a:lnTo>
                  <a:lnTo>
                    <a:pt x="213" y="411"/>
                  </a:lnTo>
                  <a:lnTo>
                    <a:pt x="213" y="411"/>
                  </a:lnTo>
                  <a:lnTo>
                    <a:pt x="213" y="411"/>
                  </a:lnTo>
                  <a:lnTo>
                    <a:pt x="213" y="414"/>
                  </a:lnTo>
                  <a:lnTo>
                    <a:pt x="215" y="426"/>
                  </a:lnTo>
                  <a:lnTo>
                    <a:pt x="215" y="435"/>
                  </a:lnTo>
                  <a:lnTo>
                    <a:pt x="213" y="437"/>
                  </a:lnTo>
                  <a:lnTo>
                    <a:pt x="213" y="440"/>
                  </a:lnTo>
                  <a:lnTo>
                    <a:pt x="213" y="440"/>
                  </a:lnTo>
                  <a:lnTo>
                    <a:pt x="213" y="442"/>
                  </a:lnTo>
                  <a:lnTo>
                    <a:pt x="213" y="445"/>
                  </a:lnTo>
                  <a:lnTo>
                    <a:pt x="213" y="447"/>
                  </a:lnTo>
                  <a:lnTo>
                    <a:pt x="213" y="449"/>
                  </a:lnTo>
                  <a:lnTo>
                    <a:pt x="213" y="454"/>
                  </a:lnTo>
                  <a:lnTo>
                    <a:pt x="213" y="454"/>
                  </a:lnTo>
                  <a:lnTo>
                    <a:pt x="215" y="454"/>
                  </a:lnTo>
                  <a:lnTo>
                    <a:pt x="215" y="456"/>
                  </a:lnTo>
                  <a:lnTo>
                    <a:pt x="213" y="459"/>
                  </a:lnTo>
                  <a:lnTo>
                    <a:pt x="215" y="459"/>
                  </a:lnTo>
                  <a:lnTo>
                    <a:pt x="215" y="461"/>
                  </a:lnTo>
                  <a:lnTo>
                    <a:pt x="215" y="461"/>
                  </a:lnTo>
                  <a:lnTo>
                    <a:pt x="215" y="461"/>
                  </a:lnTo>
                  <a:lnTo>
                    <a:pt x="215" y="464"/>
                  </a:lnTo>
                  <a:lnTo>
                    <a:pt x="215" y="464"/>
                  </a:lnTo>
                  <a:lnTo>
                    <a:pt x="215" y="466"/>
                  </a:lnTo>
                  <a:lnTo>
                    <a:pt x="213" y="471"/>
                  </a:lnTo>
                  <a:lnTo>
                    <a:pt x="210" y="473"/>
                  </a:lnTo>
                  <a:lnTo>
                    <a:pt x="210" y="475"/>
                  </a:lnTo>
                  <a:lnTo>
                    <a:pt x="206" y="480"/>
                  </a:lnTo>
                  <a:lnTo>
                    <a:pt x="203" y="482"/>
                  </a:lnTo>
                  <a:lnTo>
                    <a:pt x="203" y="485"/>
                  </a:lnTo>
                  <a:lnTo>
                    <a:pt x="203" y="485"/>
                  </a:lnTo>
                  <a:lnTo>
                    <a:pt x="201" y="487"/>
                  </a:lnTo>
                  <a:lnTo>
                    <a:pt x="201" y="490"/>
                  </a:lnTo>
                  <a:lnTo>
                    <a:pt x="201" y="492"/>
                  </a:lnTo>
                  <a:lnTo>
                    <a:pt x="199" y="492"/>
                  </a:lnTo>
                  <a:lnTo>
                    <a:pt x="199" y="494"/>
                  </a:lnTo>
                  <a:lnTo>
                    <a:pt x="199" y="497"/>
                  </a:lnTo>
                  <a:lnTo>
                    <a:pt x="196" y="497"/>
                  </a:lnTo>
                  <a:lnTo>
                    <a:pt x="196" y="497"/>
                  </a:lnTo>
                  <a:lnTo>
                    <a:pt x="194" y="499"/>
                  </a:lnTo>
                  <a:lnTo>
                    <a:pt x="192" y="499"/>
                  </a:lnTo>
                  <a:lnTo>
                    <a:pt x="189" y="499"/>
                  </a:lnTo>
                  <a:lnTo>
                    <a:pt x="180" y="501"/>
                  </a:lnTo>
                  <a:lnTo>
                    <a:pt x="180" y="501"/>
                  </a:lnTo>
                  <a:lnTo>
                    <a:pt x="177" y="501"/>
                  </a:lnTo>
                  <a:lnTo>
                    <a:pt x="177" y="504"/>
                  </a:lnTo>
                  <a:lnTo>
                    <a:pt x="177" y="508"/>
                  </a:lnTo>
                  <a:lnTo>
                    <a:pt x="175" y="508"/>
                  </a:lnTo>
                  <a:lnTo>
                    <a:pt x="175" y="511"/>
                  </a:lnTo>
                  <a:lnTo>
                    <a:pt x="175" y="511"/>
                  </a:lnTo>
                  <a:lnTo>
                    <a:pt x="175" y="511"/>
                  </a:lnTo>
                  <a:lnTo>
                    <a:pt x="173" y="511"/>
                  </a:lnTo>
                  <a:lnTo>
                    <a:pt x="170" y="513"/>
                  </a:lnTo>
                  <a:lnTo>
                    <a:pt x="166" y="516"/>
                  </a:lnTo>
                  <a:lnTo>
                    <a:pt x="163" y="516"/>
                  </a:lnTo>
                  <a:lnTo>
                    <a:pt x="163" y="516"/>
                  </a:lnTo>
                  <a:lnTo>
                    <a:pt x="161" y="518"/>
                  </a:lnTo>
                  <a:lnTo>
                    <a:pt x="161" y="518"/>
                  </a:lnTo>
                  <a:lnTo>
                    <a:pt x="161" y="518"/>
                  </a:lnTo>
                  <a:lnTo>
                    <a:pt x="158" y="523"/>
                  </a:lnTo>
                  <a:lnTo>
                    <a:pt x="156" y="525"/>
                  </a:lnTo>
                  <a:lnTo>
                    <a:pt x="154" y="527"/>
                  </a:lnTo>
                  <a:lnTo>
                    <a:pt x="151" y="527"/>
                  </a:lnTo>
                  <a:lnTo>
                    <a:pt x="151" y="530"/>
                  </a:lnTo>
                  <a:lnTo>
                    <a:pt x="151" y="530"/>
                  </a:lnTo>
                  <a:lnTo>
                    <a:pt x="147" y="535"/>
                  </a:lnTo>
                  <a:lnTo>
                    <a:pt x="142" y="542"/>
                  </a:lnTo>
                  <a:lnTo>
                    <a:pt x="142" y="542"/>
                  </a:lnTo>
                  <a:lnTo>
                    <a:pt x="142" y="542"/>
                  </a:lnTo>
                  <a:lnTo>
                    <a:pt x="139" y="544"/>
                  </a:lnTo>
                  <a:lnTo>
                    <a:pt x="137" y="544"/>
                  </a:lnTo>
                  <a:lnTo>
                    <a:pt x="135" y="546"/>
                  </a:lnTo>
                  <a:lnTo>
                    <a:pt x="132" y="546"/>
                  </a:lnTo>
                  <a:lnTo>
                    <a:pt x="130" y="546"/>
                  </a:lnTo>
                  <a:lnTo>
                    <a:pt x="130" y="546"/>
                  </a:lnTo>
                  <a:lnTo>
                    <a:pt x="128" y="546"/>
                  </a:lnTo>
                  <a:lnTo>
                    <a:pt x="128" y="546"/>
                  </a:lnTo>
                  <a:lnTo>
                    <a:pt x="128" y="546"/>
                  </a:lnTo>
                  <a:lnTo>
                    <a:pt x="128" y="544"/>
                  </a:lnTo>
                  <a:lnTo>
                    <a:pt x="128" y="544"/>
                  </a:lnTo>
                  <a:lnTo>
                    <a:pt x="125" y="544"/>
                  </a:lnTo>
                  <a:lnTo>
                    <a:pt x="125" y="544"/>
                  </a:lnTo>
                  <a:lnTo>
                    <a:pt x="125" y="544"/>
                  </a:lnTo>
                  <a:lnTo>
                    <a:pt x="125" y="544"/>
                  </a:lnTo>
                  <a:lnTo>
                    <a:pt x="123" y="544"/>
                  </a:lnTo>
                  <a:lnTo>
                    <a:pt x="123" y="544"/>
                  </a:lnTo>
                  <a:lnTo>
                    <a:pt x="121" y="544"/>
                  </a:lnTo>
                  <a:lnTo>
                    <a:pt x="121" y="546"/>
                  </a:lnTo>
                  <a:lnTo>
                    <a:pt x="121" y="546"/>
                  </a:lnTo>
                  <a:lnTo>
                    <a:pt x="118" y="546"/>
                  </a:lnTo>
                  <a:lnTo>
                    <a:pt x="118" y="546"/>
                  </a:lnTo>
                  <a:lnTo>
                    <a:pt x="118" y="544"/>
                  </a:lnTo>
                  <a:lnTo>
                    <a:pt x="118" y="542"/>
                  </a:lnTo>
                  <a:lnTo>
                    <a:pt x="118" y="539"/>
                  </a:lnTo>
                  <a:lnTo>
                    <a:pt x="118" y="539"/>
                  </a:lnTo>
                  <a:lnTo>
                    <a:pt x="118" y="539"/>
                  </a:lnTo>
                  <a:lnTo>
                    <a:pt x="118" y="539"/>
                  </a:lnTo>
                  <a:lnTo>
                    <a:pt x="118" y="537"/>
                  </a:lnTo>
                  <a:lnTo>
                    <a:pt x="118" y="537"/>
                  </a:lnTo>
                  <a:lnTo>
                    <a:pt x="118" y="537"/>
                  </a:lnTo>
                  <a:lnTo>
                    <a:pt x="118" y="535"/>
                  </a:lnTo>
                  <a:lnTo>
                    <a:pt x="118" y="535"/>
                  </a:lnTo>
                  <a:lnTo>
                    <a:pt x="116" y="535"/>
                  </a:lnTo>
                  <a:lnTo>
                    <a:pt x="116" y="532"/>
                  </a:lnTo>
                  <a:lnTo>
                    <a:pt x="116" y="530"/>
                  </a:lnTo>
                  <a:lnTo>
                    <a:pt x="116" y="530"/>
                  </a:lnTo>
                  <a:lnTo>
                    <a:pt x="116" y="530"/>
                  </a:lnTo>
                  <a:lnTo>
                    <a:pt x="116" y="527"/>
                  </a:lnTo>
                  <a:lnTo>
                    <a:pt x="116" y="527"/>
                  </a:lnTo>
                  <a:lnTo>
                    <a:pt x="118" y="527"/>
                  </a:lnTo>
                  <a:lnTo>
                    <a:pt x="118" y="525"/>
                  </a:lnTo>
                  <a:lnTo>
                    <a:pt x="121" y="525"/>
                  </a:lnTo>
                  <a:lnTo>
                    <a:pt x="121" y="525"/>
                  </a:lnTo>
                  <a:lnTo>
                    <a:pt x="121" y="523"/>
                  </a:lnTo>
                  <a:lnTo>
                    <a:pt x="121" y="523"/>
                  </a:lnTo>
                  <a:lnTo>
                    <a:pt x="121" y="523"/>
                  </a:lnTo>
                  <a:lnTo>
                    <a:pt x="121" y="520"/>
                  </a:lnTo>
                  <a:lnTo>
                    <a:pt x="118" y="520"/>
                  </a:lnTo>
                  <a:lnTo>
                    <a:pt x="118" y="518"/>
                  </a:lnTo>
                  <a:lnTo>
                    <a:pt x="118" y="518"/>
                  </a:lnTo>
                  <a:lnTo>
                    <a:pt x="118" y="518"/>
                  </a:lnTo>
                  <a:lnTo>
                    <a:pt x="118" y="516"/>
                  </a:lnTo>
                  <a:lnTo>
                    <a:pt x="118" y="516"/>
                  </a:lnTo>
                  <a:lnTo>
                    <a:pt x="118" y="516"/>
                  </a:lnTo>
                  <a:lnTo>
                    <a:pt x="118" y="516"/>
                  </a:lnTo>
                  <a:lnTo>
                    <a:pt x="118" y="513"/>
                  </a:lnTo>
                  <a:lnTo>
                    <a:pt x="118" y="513"/>
                  </a:lnTo>
                  <a:lnTo>
                    <a:pt x="116" y="513"/>
                  </a:lnTo>
                  <a:lnTo>
                    <a:pt x="113" y="516"/>
                  </a:lnTo>
                  <a:lnTo>
                    <a:pt x="111" y="516"/>
                  </a:lnTo>
                  <a:lnTo>
                    <a:pt x="111" y="516"/>
                  </a:lnTo>
                  <a:lnTo>
                    <a:pt x="109" y="518"/>
                  </a:lnTo>
                  <a:lnTo>
                    <a:pt x="106" y="520"/>
                  </a:lnTo>
                  <a:lnTo>
                    <a:pt x="104" y="520"/>
                  </a:lnTo>
                  <a:lnTo>
                    <a:pt x="99" y="520"/>
                  </a:lnTo>
                  <a:lnTo>
                    <a:pt x="97" y="520"/>
                  </a:lnTo>
                  <a:lnTo>
                    <a:pt x="97" y="523"/>
                  </a:lnTo>
                  <a:lnTo>
                    <a:pt x="97" y="523"/>
                  </a:lnTo>
                  <a:lnTo>
                    <a:pt x="97" y="523"/>
                  </a:lnTo>
                  <a:lnTo>
                    <a:pt x="95" y="525"/>
                  </a:lnTo>
                  <a:lnTo>
                    <a:pt x="95" y="525"/>
                  </a:lnTo>
                  <a:lnTo>
                    <a:pt x="95" y="525"/>
                  </a:lnTo>
                  <a:lnTo>
                    <a:pt x="92" y="525"/>
                  </a:lnTo>
                  <a:lnTo>
                    <a:pt x="92" y="525"/>
                  </a:lnTo>
                  <a:lnTo>
                    <a:pt x="92" y="525"/>
                  </a:lnTo>
                  <a:lnTo>
                    <a:pt x="90" y="525"/>
                  </a:lnTo>
                  <a:lnTo>
                    <a:pt x="90" y="525"/>
                  </a:lnTo>
                  <a:lnTo>
                    <a:pt x="90" y="525"/>
                  </a:lnTo>
                  <a:lnTo>
                    <a:pt x="87" y="523"/>
                  </a:lnTo>
                  <a:lnTo>
                    <a:pt x="87" y="523"/>
                  </a:lnTo>
                  <a:lnTo>
                    <a:pt x="87" y="523"/>
                  </a:lnTo>
                  <a:lnTo>
                    <a:pt x="85" y="523"/>
                  </a:lnTo>
                  <a:lnTo>
                    <a:pt x="83" y="523"/>
                  </a:lnTo>
                  <a:lnTo>
                    <a:pt x="80" y="523"/>
                  </a:lnTo>
                  <a:lnTo>
                    <a:pt x="80" y="525"/>
                  </a:lnTo>
                  <a:lnTo>
                    <a:pt x="83" y="530"/>
                  </a:lnTo>
                  <a:lnTo>
                    <a:pt x="80" y="530"/>
                  </a:lnTo>
                  <a:lnTo>
                    <a:pt x="80" y="532"/>
                  </a:lnTo>
                  <a:lnTo>
                    <a:pt x="80" y="535"/>
                  </a:lnTo>
                  <a:lnTo>
                    <a:pt x="80" y="535"/>
                  </a:lnTo>
                  <a:lnTo>
                    <a:pt x="80" y="537"/>
                  </a:lnTo>
                  <a:lnTo>
                    <a:pt x="80" y="537"/>
                  </a:lnTo>
                  <a:lnTo>
                    <a:pt x="80" y="537"/>
                  </a:lnTo>
                  <a:lnTo>
                    <a:pt x="80" y="537"/>
                  </a:lnTo>
                  <a:lnTo>
                    <a:pt x="80" y="537"/>
                  </a:lnTo>
                  <a:lnTo>
                    <a:pt x="80" y="537"/>
                  </a:lnTo>
                  <a:lnTo>
                    <a:pt x="80" y="539"/>
                  </a:lnTo>
                  <a:lnTo>
                    <a:pt x="78" y="539"/>
                  </a:lnTo>
                  <a:lnTo>
                    <a:pt x="78" y="537"/>
                  </a:lnTo>
                  <a:lnTo>
                    <a:pt x="78" y="537"/>
                  </a:lnTo>
                  <a:lnTo>
                    <a:pt x="76" y="539"/>
                  </a:lnTo>
                  <a:lnTo>
                    <a:pt x="76" y="542"/>
                  </a:lnTo>
                  <a:lnTo>
                    <a:pt x="73" y="542"/>
                  </a:lnTo>
                  <a:lnTo>
                    <a:pt x="73" y="542"/>
                  </a:lnTo>
                  <a:lnTo>
                    <a:pt x="73" y="542"/>
                  </a:lnTo>
                  <a:lnTo>
                    <a:pt x="71" y="539"/>
                  </a:lnTo>
                  <a:lnTo>
                    <a:pt x="71" y="539"/>
                  </a:lnTo>
                  <a:lnTo>
                    <a:pt x="71" y="539"/>
                  </a:lnTo>
                  <a:lnTo>
                    <a:pt x="69" y="539"/>
                  </a:lnTo>
                  <a:lnTo>
                    <a:pt x="69" y="542"/>
                  </a:lnTo>
                  <a:lnTo>
                    <a:pt x="69" y="542"/>
                  </a:lnTo>
                  <a:lnTo>
                    <a:pt x="69" y="542"/>
                  </a:lnTo>
                  <a:lnTo>
                    <a:pt x="69" y="542"/>
                  </a:lnTo>
                  <a:lnTo>
                    <a:pt x="66" y="544"/>
                  </a:lnTo>
                  <a:lnTo>
                    <a:pt x="64" y="546"/>
                  </a:lnTo>
                  <a:lnTo>
                    <a:pt x="64" y="546"/>
                  </a:lnTo>
                  <a:lnTo>
                    <a:pt x="64" y="544"/>
                  </a:lnTo>
                  <a:lnTo>
                    <a:pt x="61" y="542"/>
                  </a:lnTo>
                  <a:lnTo>
                    <a:pt x="61" y="542"/>
                  </a:lnTo>
                  <a:lnTo>
                    <a:pt x="61" y="542"/>
                  </a:lnTo>
                  <a:lnTo>
                    <a:pt x="61" y="542"/>
                  </a:lnTo>
                  <a:lnTo>
                    <a:pt x="57" y="539"/>
                  </a:lnTo>
                  <a:lnTo>
                    <a:pt x="57" y="539"/>
                  </a:lnTo>
                  <a:lnTo>
                    <a:pt x="54" y="537"/>
                  </a:lnTo>
                  <a:lnTo>
                    <a:pt x="52" y="535"/>
                  </a:lnTo>
                  <a:lnTo>
                    <a:pt x="52" y="535"/>
                  </a:lnTo>
                  <a:lnTo>
                    <a:pt x="52" y="535"/>
                  </a:lnTo>
                  <a:lnTo>
                    <a:pt x="50" y="532"/>
                  </a:lnTo>
                  <a:lnTo>
                    <a:pt x="50" y="532"/>
                  </a:lnTo>
                  <a:lnTo>
                    <a:pt x="50" y="530"/>
                  </a:lnTo>
                  <a:lnTo>
                    <a:pt x="47" y="530"/>
                  </a:lnTo>
                  <a:lnTo>
                    <a:pt x="47" y="532"/>
                  </a:lnTo>
                  <a:lnTo>
                    <a:pt x="47" y="532"/>
                  </a:lnTo>
                  <a:lnTo>
                    <a:pt x="47" y="535"/>
                  </a:lnTo>
                  <a:lnTo>
                    <a:pt x="45" y="535"/>
                  </a:lnTo>
                  <a:lnTo>
                    <a:pt x="33" y="537"/>
                  </a:lnTo>
                  <a:lnTo>
                    <a:pt x="33" y="539"/>
                  </a:lnTo>
                  <a:lnTo>
                    <a:pt x="31" y="539"/>
                  </a:lnTo>
                  <a:lnTo>
                    <a:pt x="31" y="542"/>
                  </a:lnTo>
                  <a:lnTo>
                    <a:pt x="31" y="542"/>
                  </a:lnTo>
                  <a:lnTo>
                    <a:pt x="31" y="544"/>
                  </a:lnTo>
                  <a:lnTo>
                    <a:pt x="31" y="544"/>
                  </a:lnTo>
                  <a:lnTo>
                    <a:pt x="28" y="544"/>
                  </a:lnTo>
                  <a:lnTo>
                    <a:pt x="26" y="546"/>
                  </a:lnTo>
                  <a:lnTo>
                    <a:pt x="26" y="546"/>
                  </a:lnTo>
                  <a:lnTo>
                    <a:pt x="26" y="549"/>
                  </a:lnTo>
                  <a:lnTo>
                    <a:pt x="26" y="549"/>
                  </a:lnTo>
                  <a:lnTo>
                    <a:pt x="24" y="549"/>
                  </a:lnTo>
                  <a:lnTo>
                    <a:pt x="24" y="549"/>
                  </a:lnTo>
                  <a:lnTo>
                    <a:pt x="21" y="549"/>
                  </a:lnTo>
                  <a:lnTo>
                    <a:pt x="21" y="551"/>
                  </a:lnTo>
                  <a:lnTo>
                    <a:pt x="21" y="553"/>
                  </a:lnTo>
                  <a:lnTo>
                    <a:pt x="19" y="553"/>
                  </a:lnTo>
                  <a:lnTo>
                    <a:pt x="14" y="556"/>
                  </a:lnTo>
                  <a:lnTo>
                    <a:pt x="14" y="556"/>
                  </a:lnTo>
                  <a:lnTo>
                    <a:pt x="14" y="556"/>
                  </a:lnTo>
                  <a:lnTo>
                    <a:pt x="14" y="556"/>
                  </a:lnTo>
                  <a:lnTo>
                    <a:pt x="14" y="556"/>
                  </a:lnTo>
                  <a:lnTo>
                    <a:pt x="14" y="556"/>
                  </a:lnTo>
                  <a:lnTo>
                    <a:pt x="14" y="556"/>
                  </a:lnTo>
                  <a:lnTo>
                    <a:pt x="14" y="558"/>
                  </a:lnTo>
                  <a:lnTo>
                    <a:pt x="14" y="558"/>
                  </a:lnTo>
                  <a:lnTo>
                    <a:pt x="16" y="558"/>
                  </a:lnTo>
                  <a:lnTo>
                    <a:pt x="16" y="558"/>
                  </a:lnTo>
                  <a:lnTo>
                    <a:pt x="19" y="561"/>
                  </a:lnTo>
                  <a:lnTo>
                    <a:pt x="19" y="565"/>
                  </a:lnTo>
                  <a:lnTo>
                    <a:pt x="16" y="570"/>
                  </a:lnTo>
                  <a:lnTo>
                    <a:pt x="16" y="577"/>
                  </a:lnTo>
                  <a:lnTo>
                    <a:pt x="16" y="582"/>
                  </a:lnTo>
                  <a:lnTo>
                    <a:pt x="16" y="587"/>
                  </a:lnTo>
                  <a:lnTo>
                    <a:pt x="16" y="591"/>
                  </a:lnTo>
                  <a:lnTo>
                    <a:pt x="12" y="591"/>
                  </a:lnTo>
                  <a:lnTo>
                    <a:pt x="7" y="591"/>
                  </a:lnTo>
                  <a:lnTo>
                    <a:pt x="2" y="591"/>
                  </a:lnTo>
                  <a:lnTo>
                    <a:pt x="0" y="594"/>
                  </a:lnTo>
                  <a:lnTo>
                    <a:pt x="2" y="596"/>
                  </a:lnTo>
                  <a:lnTo>
                    <a:pt x="5" y="598"/>
                  </a:lnTo>
                  <a:lnTo>
                    <a:pt x="7" y="601"/>
                  </a:lnTo>
                  <a:lnTo>
                    <a:pt x="9" y="603"/>
                  </a:lnTo>
                  <a:lnTo>
                    <a:pt x="9" y="603"/>
                  </a:lnTo>
                  <a:lnTo>
                    <a:pt x="9" y="603"/>
                  </a:lnTo>
                  <a:lnTo>
                    <a:pt x="9" y="603"/>
                  </a:lnTo>
                  <a:lnTo>
                    <a:pt x="9" y="603"/>
                  </a:lnTo>
                  <a:lnTo>
                    <a:pt x="9" y="606"/>
                  </a:lnTo>
                  <a:lnTo>
                    <a:pt x="12" y="606"/>
                  </a:lnTo>
                  <a:lnTo>
                    <a:pt x="12" y="606"/>
                  </a:lnTo>
                  <a:lnTo>
                    <a:pt x="12" y="606"/>
                  </a:lnTo>
                  <a:lnTo>
                    <a:pt x="12" y="606"/>
                  </a:lnTo>
                  <a:lnTo>
                    <a:pt x="12" y="606"/>
                  </a:lnTo>
                  <a:lnTo>
                    <a:pt x="14" y="606"/>
                  </a:lnTo>
                  <a:lnTo>
                    <a:pt x="14" y="606"/>
                  </a:lnTo>
                  <a:lnTo>
                    <a:pt x="14" y="606"/>
                  </a:lnTo>
                  <a:lnTo>
                    <a:pt x="14" y="606"/>
                  </a:lnTo>
                  <a:lnTo>
                    <a:pt x="14" y="608"/>
                  </a:lnTo>
                  <a:lnTo>
                    <a:pt x="12" y="608"/>
                  </a:lnTo>
                  <a:lnTo>
                    <a:pt x="12" y="608"/>
                  </a:lnTo>
                  <a:lnTo>
                    <a:pt x="14" y="608"/>
                  </a:lnTo>
                  <a:lnTo>
                    <a:pt x="14" y="608"/>
                  </a:lnTo>
                  <a:lnTo>
                    <a:pt x="19" y="608"/>
                  </a:lnTo>
                  <a:lnTo>
                    <a:pt x="21" y="606"/>
                  </a:lnTo>
                  <a:lnTo>
                    <a:pt x="26" y="606"/>
                  </a:lnTo>
                  <a:lnTo>
                    <a:pt x="28" y="606"/>
                  </a:lnTo>
                  <a:lnTo>
                    <a:pt x="28" y="603"/>
                  </a:lnTo>
                  <a:lnTo>
                    <a:pt x="28" y="601"/>
                  </a:lnTo>
                  <a:lnTo>
                    <a:pt x="31" y="598"/>
                  </a:lnTo>
                  <a:lnTo>
                    <a:pt x="31" y="598"/>
                  </a:lnTo>
                  <a:lnTo>
                    <a:pt x="31" y="598"/>
                  </a:lnTo>
                  <a:lnTo>
                    <a:pt x="33" y="598"/>
                  </a:lnTo>
                  <a:lnTo>
                    <a:pt x="33" y="596"/>
                  </a:lnTo>
                  <a:lnTo>
                    <a:pt x="35" y="596"/>
                  </a:lnTo>
                  <a:lnTo>
                    <a:pt x="38" y="596"/>
                  </a:lnTo>
                  <a:lnTo>
                    <a:pt x="40" y="596"/>
                  </a:lnTo>
                  <a:lnTo>
                    <a:pt x="40" y="596"/>
                  </a:lnTo>
                  <a:lnTo>
                    <a:pt x="42" y="596"/>
                  </a:lnTo>
                  <a:lnTo>
                    <a:pt x="42" y="596"/>
                  </a:lnTo>
                  <a:lnTo>
                    <a:pt x="45" y="598"/>
                  </a:lnTo>
                  <a:lnTo>
                    <a:pt x="47" y="598"/>
                  </a:lnTo>
                  <a:lnTo>
                    <a:pt x="47" y="598"/>
                  </a:lnTo>
                  <a:lnTo>
                    <a:pt x="50" y="598"/>
                  </a:lnTo>
                  <a:lnTo>
                    <a:pt x="50" y="598"/>
                  </a:lnTo>
                  <a:lnTo>
                    <a:pt x="52" y="598"/>
                  </a:lnTo>
                  <a:lnTo>
                    <a:pt x="52" y="598"/>
                  </a:lnTo>
                  <a:lnTo>
                    <a:pt x="52" y="598"/>
                  </a:lnTo>
                  <a:lnTo>
                    <a:pt x="52" y="598"/>
                  </a:lnTo>
                  <a:lnTo>
                    <a:pt x="52" y="598"/>
                  </a:lnTo>
                  <a:lnTo>
                    <a:pt x="57" y="598"/>
                  </a:lnTo>
                  <a:lnTo>
                    <a:pt x="59" y="598"/>
                  </a:lnTo>
                  <a:lnTo>
                    <a:pt x="61" y="601"/>
                  </a:lnTo>
                  <a:lnTo>
                    <a:pt x="61" y="598"/>
                  </a:lnTo>
                  <a:lnTo>
                    <a:pt x="64" y="598"/>
                  </a:lnTo>
                  <a:lnTo>
                    <a:pt x="64" y="598"/>
                  </a:lnTo>
                  <a:lnTo>
                    <a:pt x="66" y="598"/>
                  </a:lnTo>
                  <a:lnTo>
                    <a:pt x="69" y="598"/>
                  </a:lnTo>
                  <a:lnTo>
                    <a:pt x="71" y="598"/>
                  </a:lnTo>
                  <a:lnTo>
                    <a:pt x="71" y="598"/>
                  </a:lnTo>
                  <a:lnTo>
                    <a:pt x="73" y="598"/>
                  </a:lnTo>
                  <a:lnTo>
                    <a:pt x="73" y="598"/>
                  </a:lnTo>
                  <a:lnTo>
                    <a:pt x="78" y="598"/>
                  </a:lnTo>
                  <a:lnTo>
                    <a:pt x="85" y="598"/>
                  </a:lnTo>
                  <a:lnTo>
                    <a:pt x="95" y="598"/>
                  </a:lnTo>
                  <a:lnTo>
                    <a:pt x="95" y="598"/>
                  </a:lnTo>
                  <a:lnTo>
                    <a:pt x="97" y="598"/>
                  </a:lnTo>
                  <a:lnTo>
                    <a:pt x="97" y="598"/>
                  </a:lnTo>
                  <a:lnTo>
                    <a:pt x="104" y="598"/>
                  </a:lnTo>
                  <a:lnTo>
                    <a:pt x="106" y="598"/>
                  </a:lnTo>
                  <a:lnTo>
                    <a:pt x="109" y="601"/>
                  </a:lnTo>
                  <a:lnTo>
                    <a:pt x="109" y="601"/>
                  </a:lnTo>
                  <a:lnTo>
                    <a:pt x="116" y="601"/>
                  </a:lnTo>
                  <a:lnTo>
                    <a:pt x="121" y="601"/>
                  </a:lnTo>
                  <a:lnTo>
                    <a:pt x="123" y="601"/>
                  </a:lnTo>
                  <a:lnTo>
                    <a:pt x="125" y="601"/>
                  </a:lnTo>
                  <a:lnTo>
                    <a:pt x="128" y="601"/>
                  </a:lnTo>
                  <a:lnTo>
                    <a:pt x="135" y="598"/>
                  </a:lnTo>
                  <a:lnTo>
                    <a:pt x="137" y="598"/>
                  </a:lnTo>
                  <a:lnTo>
                    <a:pt x="139" y="598"/>
                  </a:lnTo>
                  <a:lnTo>
                    <a:pt x="144" y="598"/>
                  </a:lnTo>
                  <a:lnTo>
                    <a:pt x="149" y="598"/>
                  </a:lnTo>
                  <a:lnTo>
                    <a:pt x="154" y="598"/>
                  </a:lnTo>
                  <a:lnTo>
                    <a:pt x="158" y="598"/>
                  </a:lnTo>
                  <a:lnTo>
                    <a:pt x="163" y="598"/>
                  </a:lnTo>
                  <a:lnTo>
                    <a:pt x="168" y="598"/>
                  </a:lnTo>
                  <a:lnTo>
                    <a:pt x="173" y="598"/>
                  </a:lnTo>
                  <a:lnTo>
                    <a:pt x="177" y="598"/>
                  </a:lnTo>
                  <a:lnTo>
                    <a:pt x="182" y="598"/>
                  </a:lnTo>
                  <a:lnTo>
                    <a:pt x="187" y="598"/>
                  </a:lnTo>
                  <a:lnTo>
                    <a:pt x="194" y="598"/>
                  </a:lnTo>
                  <a:lnTo>
                    <a:pt x="199" y="598"/>
                  </a:lnTo>
                  <a:lnTo>
                    <a:pt x="203" y="598"/>
                  </a:lnTo>
                  <a:lnTo>
                    <a:pt x="208" y="598"/>
                  </a:lnTo>
                  <a:lnTo>
                    <a:pt x="208" y="598"/>
                  </a:lnTo>
                  <a:lnTo>
                    <a:pt x="213" y="598"/>
                  </a:lnTo>
                  <a:lnTo>
                    <a:pt x="218" y="598"/>
                  </a:lnTo>
                  <a:lnTo>
                    <a:pt x="220" y="598"/>
                  </a:lnTo>
                  <a:lnTo>
                    <a:pt x="222" y="598"/>
                  </a:lnTo>
                  <a:lnTo>
                    <a:pt x="222" y="598"/>
                  </a:lnTo>
                  <a:lnTo>
                    <a:pt x="222" y="598"/>
                  </a:lnTo>
                  <a:lnTo>
                    <a:pt x="225" y="601"/>
                  </a:lnTo>
                  <a:lnTo>
                    <a:pt x="225" y="601"/>
                  </a:lnTo>
                  <a:lnTo>
                    <a:pt x="227" y="601"/>
                  </a:lnTo>
                  <a:lnTo>
                    <a:pt x="227" y="601"/>
                  </a:lnTo>
                  <a:lnTo>
                    <a:pt x="229" y="598"/>
                  </a:lnTo>
                  <a:lnTo>
                    <a:pt x="229" y="598"/>
                  </a:lnTo>
                  <a:lnTo>
                    <a:pt x="232" y="601"/>
                  </a:lnTo>
                  <a:lnTo>
                    <a:pt x="234" y="601"/>
                  </a:lnTo>
                  <a:lnTo>
                    <a:pt x="234" y="601"/>
                  </a:lnTo>
                  <a:lnTo>
                    <a:pt x="237" y="601"/>
                  </a:lnTo>
                  <a:lnTo>
                    <a:pt x="234" y="603"/>
                  </a:lnTo>
                  <a:lnTo>
                    <a:pt x="234" y="603"/>
                  </a:lnTo>
                  <a:lnTo>
                    <a:pt x="234" y="603"/>
                  </a:lnTo>
                  <a:lnTo>
                    <a:pt x="234" y="603"/>
                  </a:lnTo>
                  <a:lnTo>
                    <a:pt x="234" y="606"/>
                  </a:lnTo>
                  <a:lnTo>
                    <a:pt x="237" y="606"/>
                  </a:lnTo>
                  <a:lnTo>
                    <a:pt x="237" y="608"/>
                  </a:lnTo>
                  <a:lnTo>
                    <a:pt x="237" y="610"/>
                  </a:lnTo>
                  <a:lnTo>
                    <a:pt x="237" y="610"/>
                  </a:lnTo>
                  <a:lnTo>
                    <a:pt x="237" y="608"/>
                  </a:lnTo>
                  <a:lnTo>
                    <a:pt x="237" y="608"/>
                  </a:lnTo>
                  <a:lnTo>
                    <a:pt x="237" y="610"/>
                  </a:lnTo>
                  <a:lnTo>
                    <a:pt x="237" y="610"/>
                  </a:lnTo>
                  <a:lnTo>
                    <a:pt x="237" y="610"/>
                  </a:lnTo>
                  <a:lnTo>
                    <a:pt x="239" y="610"/>
                  </a:lnTo>
                  <a:lnTo>
                    <a:pt x="239" y="613"/>
                  </a:lnTo>
                  <a:lnTo>
                    <a:pt x="239" y="613"/>
                  </a:lnTo>
                  <a:lnTo>
                    <a:pt x="241" y="613"/>
                  </a:lnTo>
                  <a:lnTo>
                    <a:pt x="241" y="613"/>
                  </a:lnTo>
                  <a:lnTo>
                    <a:pt x="241" y="615"/>
                  </a:lnTo>
                  <a:lnTo>
                    <a:pt x="241" y="615"/>
                  </a:lnTo>
                  <a:lnTo>
                    <a:pt x="241" y="615"/>
                  </a:lnTo>
                  <a:lnTo>
                    <a:pt x="241" y="617"/>
                  </a:lnTo>
                  <a:lnTo>
                    <a:pt x="241" y="617"/>
                  </a:lnTo>
                  <a:lnTo>
                    <a:pt x="241" y="617"/>
                  </a:lnTo>
                  <a:lnTo>
                    <a:pt x="241" y="622"/>
                  </a:lnTo>
                  <a:lnTo>
                    <a:pt x="241" y="622"/>
                  </a:lnTo>
                  <a:lnTo>
                    <a:pt x="241" y="622"/>
                  </a:lnTo>
                  <a:lnTo>
                    <a:pt x="241" y="624"/>
                  </a:lnTo>
                  <a:lnTo>
                    <a:pt x="241" y="624"/>
                  </a:lnTo>
                  <a:lnTo>
                    <a:pt x="241" y="624"/>
                  </a:lnTo>
                  <a:lnTo>
                    <a:pt x="241" y="624"/>
                  </a:lnTo>
                  <a:lnTo>
                    <a:pt x="241" y="624"/>
                  </a:lnTo>
                  <a:lnTo>
                    <a:pt x="241" y="624"/>
                  </a:lnTo>
                  <a:lnTo>
                    <a:pt x="241" y="627"/>
                  </a:lnTo>
                  <a:lnTo>
                    <a:pt x="241" y="627"/>
                  </a:lnTo>
                  <a:lnTo>
                    <a:pt x="241" y="627"/>
                  </a:lnTo>
                  <a:lnTo>
                    <a:pt x="241" y="629"/>
                  </a:lnTo>
                  <a:lnTo>
                    <a:pt x="241" y="627"/>
                  </a:lnTo>
                  <a:lnTo>
                    <a:pt x="241" y="629"/>
                  </a:lnTo>
                  <a:lnTo>
                    <a:pt x="241" y="629"/>
                  </a:lnTo>
                  <a:lnTo>
                    <a:pt x="241" y="629"/>
                  </a:lnTo>
                  <a:lnTo>
                    <a:pt x="241" y="629"/>
                  </a:lnTo>
                  <a:lnTo>
                    <a:pt x="241" y="632"/>
                  </a:lnTo>
                  <a:lnTo>
                    <a:pt x="241" y="632"/>
                  </a:lnTo>
                  <a:lnTo>
                    <a:pt x="241" y="632"/>
                  </a:lnTo>
                  <a:lnTo>
                    <a:pt x="241" y="632"/>
                  </a:lnTo>
                  <a:lnTo>
                    <a:pt x="241" y="632"/>
                  </a:lnTo>
                  <a:lnTo>
                    <a:pt x="244" y="634"/>
                  </a:lnTo>
                  <a:lnTo>
                    <a:pt x="244" y="634"/>
                  </a:lnTo>
                  <a:lnTo>
                    <a:pt x="244" y="634"/>
                  </a:lnTo>
                  <a:lnTo>
                    <a:pt x="244" y="636"/>
                  </a:lnTo>
                  <a:lnTo>
                    <a:pt x="244" y="636"/>
                  </a:lnTo>
                  <a:lnTo>
                    <a:pt x="244" y="636"/>
                  </a:lnTo>
                  <a:lnTo>
                    <a:pt x="244" y="639"/>
                  </a:lnTo>
                  <a:lnTo>
                    <a:pt x="244" y="641"/>
                  </a:lnTo>
                  <a:lnTo>
                    <a:pt x="244" y="641"/>
                  </a:lnTo>
                  <a:lnTo>
                    <a:pt x="244" y="643"/>
                  </a:lnTo>
                  <a:lnTo>
                    <a:pt x="244" y="643"/>
                  </a:lnTo>
                  <a:lnTo>
                    <a:pt x="248" y="648"/>
                  </a:lnTo>
                  <a:lnTo>
                    <a:pt x="248" y="648"/>
                  </a:lnTo>
                  <a:lnTo>
                    <a:pt x="248" y="650"/>
                  </a:lnTo>
                  <a:lnTo>
                    <a:pt x="248" y="650"/>
                  </a:lnTo>
                  <a:lnTo>
                    <a:pt x="248" y="650"/>
                  </a:lnTo>
                  <a:lnTo>
                    <a:pt x="248" y="650"/>
                  </a:lnTo>
                  <a:lnTo>
                    <a:pt x="251" y="650"/>
                  </a:lnTo>
                  <a:lnTo>
                    <a:pt x="251" y="650"/>
                  </a:lnTo>
                  <a:lnTo>
                    <a:pt x="253" y="653"/>
                  </a:lnTo>
                  <a:lnTo>
                    <a:pt x="253" y="653"/>
                  </a:lnTo>
                  <a:lnTo>
                    <a:pt x="253" y="655"/>
                  </a:lnTo>
                  <a:lnTo>
                    <a:pt x="253" y="658"/>
                  </a:lnTo>
                  <a:lnTo>
                    <a:pt x="253" y="658"/>
                  </a:lnTo>
                  <a:lnTo>
                    <a:pt x="253" y="658"/>
                  </a:lnTo>
                  <a:lnTo>
                    <a:pt x="253" y="658"/>
                  </a:lnTo>
                  <a:lnTo>
                    <a:pt x="253" y="658"/>
                  </a:lnTo>
                  <a:lnTo>
                    <a:pt x="255" y="658"/>
                  </a:lnTo>
                  <a:lnTo>
                    <a:pt x="255" y="658"/>
                  </a:lnTo>
                  <a:lnTo>
                    <a:pt x="255" y="660"/>
                  </a:lnTo>
                  <a:lnTo>
                    <a:pt x="255" y="660"/>
                  </a:lnTo>
                  <a:lnTo>
                    <a:pt x="255" y="660"/>
                  </a:lnTo>
                  <a:lnTo>
                    <a:pt x="255" y="662"/>
                  </a:lnTo>
                  <a:lnTo>
                    <a:pt x="255" y="662"/>
                  </a:lnTo>
                  <a:lnTo>
                    <a:pt x="253" y="662"/>
                  </a:lnTo>
                  <a:lnTo>
                    <a:pt x="253" y="665"/>
                  </a:lnTo>
                  <a:lnTo>
                    <a:pt x="253" y="667"/>
                  </a:lnTo>
                  <a:lnTo>
                    <a:pt x="253" y="669"/>
                  </a:lnTo>
                  <a:lnTo>
                    <a:pt x="255" y="672"/>
                  </a:lnTo>
                  <a:lnTo>
                    <a:pt x="255" y="672"/>
                  </a:lnTo>
                  <a:lnTo>
                    <a:pt x="255" y="672"/>
                  </a:lnTo>
                  <a:lnTo>
                    <a:pt x="255" y="672"/>
                  </a:lnTo>
                  <a:lnTo>
                    <a:pt x="255" y="674"/>
                  </a:lnTo>
                  <a:lnTo>
                    <a:pt x="255" y="674"/>
                  </a:lnTo>
                  <a:lnTo>
                    <a:pt x="258" y="674"/>
                  </a:lnTo>
                  <a:lnTo>
                    <a:pt x="258" y="677"/>
                  </a:lnTo>
                  <a:lnTo>
                    <a:pt x="260" y="677"/>
                  </a:lnTo>
                  <a:lnTo>
                    <a:pt x="260" y="677"/>
                  </a:lnTo>
                  <a:lnTo>
                    <a:pt x="263" y="679"/>
                  </a:lnTo>
                  <a:lnTo>
                    <a:pt x="263" y="679"/>
                  </a:lnTo>
                  <a:lnTo>
                    <a:pt x="263" y="679"/>
                  </a:lnTo>
                  <a:lnTo>
                    <a:pt x="263" y="681"/>
                  </a:lnTo>
                  <a:lnTo>
                    <a:pt x="263" y="681"/>
                  </a:lnTo>
                  <a:lnTo>
                    <a:pt x="263" y="681"/>
                  </a:lnTo>
                  <a:lnTo>
                    <a:pt x="263" y="681"/>
                  </a:lnTo>
                  <a:lnTo>
                    <a:pt x="265" y="681"/>
                  </a:lnTo>
                  <a:lnTo>
                    <a:pt x="265" y="681"/>
                  </a:lnTo>
                  <a:lnTo>
                    <a:pt x="265" y="681"/>
                  </a:lnTo>
                  <a:lnTo>
                    <a:pt x="265" y="681"/>
                  </a:lnTo>
                  <a:lnTo>
                    <a:pt x="267" y="681"/>
                  </a:lnTo>
                  <a:lnTo>
                    <a:pt x="267" y="684"/>
                  </a:lnTo>
                  <a:lnTo>
                    <a:pt x="267" y="684"/>
                  </a:lnTo>
                  <a:lnTo>
                    <a:pt x="265" y="684"/>
                  </a:lnTo>
                  <a:lnTo>
                    <a:pt x="265" y="684"/>
                  </a:lnTo>
                  <a:lnTo>
                    <a:pt x="265" y="684"/>
                  </a:lnTo>
                  <a:lnTo>
                    <a:pt x="265" y="684"/>
                  </a:lnTo>
                  <a:lnTo>
                    <a:pt x="265" y="686"/>
                  </a:lnTo>
                  <a:lnTo>
                    <a:pt x="265" y="686"/>
                  </a:lnTo>
                  <a:lnTo>
                    <a:pt x="267" y="686"/>
                  </a:lnTo>
                  <a:lnTo>
                    <a:pt x="267" y="686"/>
                  </a:lnTo>
                  <a:lnTo>
                    <a:pt x="267" y="688"/>
                  </a:lnTo>
                  <a:lnTo>
                    <a:pt x="270" y="691"/>
                  </a:lnTo>
                  <a:lnTo>
                    <a:pt x="272" y="693"/>
                  </a:lnTo>
                  <a:lnTo>
                    <a:pt x="272" y="693"/>
                  </a:lnTo>
                  <a:lnTo>
                    <a:pt x="272" y="693"/>
                  </a:lnTo>
                  <a:lnTo>
                    <a:pt x="272" y="695"/>
                  </a:lnTo>
                  <a:lnTo>
                    <a:pt x="272" y="695"/>
                  </a:lnTo>
                  <a:lnTo>
                    <a:pt x="272" y="698"/>
                  </a:lnTo>
                  <a:lnTo>
                    <a:pt x="272" y="695"/>
                  </a:lnTo>
                  <a:lnTo>
                    <a:pt x="274" y="698"/>
                  </a:lnTo>
                  <a:lnTo>
                    <a:pt x="274" y="698"/>
                  </a:lnTo>
                  <a:lnTo>
                    <a:pt x="274" y="698"/>
                  </a:lnTo>
                  <a:lnTo>
                    <a:pt x="272" y="698"/>
                  </a:lnTo>
                  <a:lnTo>
                    <a:pt x="274" y="698"/>
                  </a:lnTo>
                  <a:lnTo>
                    <a:pt x="274" y="698"/>
                  </a:lnTo>
                  <a:lnTo>
                    <a:pt x="274" y="698"/>
                  </a:lnTo>
                  <a:lnTo>
                    <a:pt x="274" y="698"/>
                  </a:lnTo>
                  <a:lnTo>
                    <a:pt x="274" y="700"/>
                  </a:lnTo>
                  <a:lnTo>
                    <a:pt x="274" y="700"/>
                  </a:lnTo>
                  <a:lnTo>
                    <a:pt x="274" y="700"/>
                  </a:lnTo>
                  <a:lnTo>
                    <a:pt x="274" y="700"/>
                  </a:lnTo>
                  <a:lnTo>
                    <a:pt x="277" y="703"/>
                  </a:lnTo>
                  <a:lnTo>
                    <a:pt x="277" y="703"/>
                  </a:lnTo>
                  <a:lnTo>
                    <a:pt x="277" y="703"/>
                  </a:lnTo>
                  <a:lnTo>
                    <a:pt x="277" y="703"/>
                  </a:lnTo>
                  <a:lnTo>
                    <a:pt x="277" y="703"/>
                  </a:lnTo>
                  <a:lnTo>
                    <a:pt x="279" y="703"/>
                  </a:lnTo>
                  <a:lnTo>
                    <a:pt x="279" y="705"/>
                  </a:lnTo>
                  <a:lnTo>
                    <a:pt x="277" y="705"/>
                  </a:lnTo>
                  <a:lnTo>
                    <a:pt x="279" y="705"/>
                  </a:lnTo>
                  <a:lnTo>
                    <a:pt x="279" y="705"/>
                  </a:lnTo>
                  <a:lnTo>
                    <a:pt x="279" y="705"/>
                  </a:lnTo>
                  <a:lnTo>
                    <a:pt x="279" y="705"/>
                  </a:lnTo>
                  <a:lnTo>
                    <a:pt x="279" y="705"/>
                  </a:lnTo>
                  <a:lnTo>
                    <a:pt x="279" y="707"/>
                  </a:lnTo>
                  <a:lnTo>
                    <a:pt x="281" y="705"/>
                  </a:lnTo>
                  <a:lnTo>
                    <a:pt x="281" y="707"/>
                  </a:lnTo>
                  <a:lnTo>
                    <a:pt x="281" y="707"/>
                  </a:lnTo>
                  <a:lnTo>
                    <a:pt x="281" y="707"/>
                  </a:lnTo>
                  <a:lnTo>
                    <a:pt x="279" y="707"/>
                  </a:lnTo>
                  <a:lnTo>
                    <a:pt x="281" y="710"/>
                  </a:lnTo>
                  <a:lnTo>
                    <a:pt x="281" y="710"/>
                  </a:lnTo>
                  <a:lnTo>
                    <a:pt x="281" y="710"/>
                  </a:lnTo>
                  <a:lnTo>
                    <a:pt x="281" y="710"/>
                  </a:lnTo>
                  <a:lnTo>
                    <a:pt x="281" y="710"/>
                  </a:lnTo>
                  <a:lnTo>
                    <a:pt x="281" y="710"/>
                  </a:lnTo>
                  <a:lnTo>
                    <a:pt x="281" y="710"/>
                  </a:lnTo>
                  <a:lnTo>
                    <a:pt x="281" y="710"/>
                  </a:lnTo>
                  <a:lnTo>
                    <a:pt x="281" y="710"/>
                  </a:lnTo>
                  <a:lnTo>
                    <a:pt x="284" y="710"/>
                  </a:lnTo>
                  <a:lnTo>
                    <a:pt x="284" y="712"/>
                  </a:lnTo>
                  <a:lnTo>
                    <a:pt x="284" y="712"/>
                  </a:lnTo>
                  <a:lnTo>
                    <a:pt x="284" y="712"/>
                  </a:lnTo>
                  <a:lnTo>
                    <a:pt x="286" y="714"/>
                  </a:lnTo>
                  <a:lnTo>
                    <a:pt x="286" y="714"/>
                  </a:lnTo>
                  <a:lnTo>
                    <a:pt x="286" y="714"/>
                  </a:lnTo>
                  <a:lnTo>
                    <a:pt x="286" y="717"/>
                  </a:lnTo>
                  <a:lnTo>
                    <a:pt x="286" y="717"/>
                  </a:lnTo>
                  <a:lnTo>
                    <a:pt x="286" y="717"/>
                  </a:lnTo>
                  <a:lnTo>
                    <a:pt x="286" y="717"/>
                  </a:lnTo>
                  <a:lnTo>
                    <a:pt x="289" y="719"/>
                  </a:lnTo>
                  <a:lnTo>
                    <a:pt x="291" y="719"/>
                  </a:lnTo>
                  <a:lnTo>
                    <a:pt x="296" y="717"/>
                  </a:lnTo>
                  <a:lnTo>
                    <a:pt x="296" y="717"/>
                  </a:lnTo>
                  <a:lnTo>
                    <a:pt x="298" y="717"/>
                  </a:lnTo>
                  <a:lnTo>
                    <a:pt x="298" y="717"/>
                  </a:lnTo>
                  <a:lnTo>
                    <a:pt x="303" y="714"/>
                  </a:lnTo>
                  <a:lnTo>
                    <a:pt x="303" y="714"/>
                  </a:lnTo>
                  <a:lnTo>
                    <a:pt x="305" y="714"/>
                  </a:lnTo>
                  <a:lnTo>
                    <a:pt x="307" y="717"/>
                  </a:lnTo>
                  <a:lnTo>
                    <a:pt x="310" y="719"/>
                  </a:lnTo>
                  <a:lnTo>
                    <a:pt x="310" y="719"/>
                  </a:lnTo>
                  <a:lnTo>
                    <a:pt x="315" y="719"/>
                  </a:lnTo>
                  <a:lnTo>
                    <a:pt x="315" y="717"/>
                  </a:lnTo>
                  <a:lnTo>
                    <a:pt x="315" y="717"/>
                  </a:lnTo>
                  <a:lnTo>
                    <a:pt x="317" y="714"/>
                  </a:lnTo>
                  <a:lnTo>
                    <a:pt x="317" y="714"/>
                  </a:lnTo>
                  <a:lnTo>
                    <a:pt x="317" y="714"/>
                  </a:lnTo>
                  <a:lnTo>
                    <a:pt x="319" y="712"/>
                  </a:lnTo>
                  <a:lnTo>
                    <a:pt x="322" y="712"/>
                  </a:lnTo>
                  <a:lnTo>
                    <a:pt x="324" y="712"/>
                  </a:lnTo>
                  <a:lnTo>
                    <a:pt x="326" y="712"/>
                  </a:lnTo>
                  <a:lnTo>
                    <a:pt x="329" y="714"/>
                  </a:lnTo>
                  <a:lnTo>
                    <a:pt x="331" y="714"/>
                  </a:lnTo>
                  <a:lnTo>
                    <a:pt x="331" y="714"/>
                  </a:lnTo>
                  <a:lnTo>
                    <a:pt x="331" y="712"/>
                  </a:lnTo>
                  <a:lnTo>
                    <a:pt x="334" y="712"/>
                  </a:lnTo>
                  <a:lnTo>
                    <a:pt x="336" y="712"/>
                  </a:lnTo>
                  <a:lnTo>
                    <a:pt x="336" y="712"/>
                  </a:lnTo>
                  <a:lnTo>
                    <a:pt x="338" y="712"/>
                  </a:lnTo>
                  <a:lnTo>
                    <a:pt x="338" y="710"/>
                  </a:lnTo>
                  <a:lnTo>
                    <a:pt x="338" y="710"/>
                  </a:lnTo>
                  <a:lnTo>
                    <a:pt x="338" y="710"/>
                  </a:lnTo>
                  <a:lnTo>
                    <a:pt x="343" y="710"/>
                  </a:lnTo>
                  <a:lnTo>
                    <a:pt x="350" y="710"/>
                  </a:lnTo>
                  <a:lnTo>
                    <a:pt x="350" y="710"/>
                  </a:lnTo>
                  <a:lnTo>
                    <a:pt x="350" y="712"/>
                  </a:lnTo>
                  <a:lnTo>
                    <a:pt x="350" y="712"/>
                  </a:lnTo>
                  <a:lnTo>
                    <a:pt x="352" y="712"/>
                  </a:lnTo>
                  <a:lnTo>
                    <a:pt x="383" y="712"/>
                  </a:lnTo>
                  <a:lnTo>
                    <a:pt x="381" y="710"/>
                  </a:lnTo>
                  <a:lnTo>
                    <a:pt x="381" y="707"/>
                  </a:lnTo>
                  <a:lnTo>
                    <a:pt x="381" y="705"/>
                  </a:lnTo>
                  <a:lnTo>
                    <a:pt x="383" y="703"/>
                  </a:lnTo>
                  <a:lnTo>
                    <a:pt x="383" y="703"/>
                  </a:lnTo>
                  <a:lnTo>
                    <a:pt x="383" y="698"/>
                  </a:lnTo>
                  <a:lnTo>
                    <a:pt x="383" y="698"/>
                  </a:lnTo>
                  <a:lnTo>
                    <a:pt x="383" y="695"/>
                  </a:lnTo>
                  <a:lnTo>
                    <a:pt x="383" y="695"/>
                  </a:lnTo>
                  <a:lnTo>
                    <a:pt x="383" y="693"/>
                  </a:lnTo>
                  <a:lnTo>
                    <a:pt x="383" y="691"/>
                  </a:lnTo>
                  <a:lnTo>
                    <a:pt x="383" y="691"/>
                  </a:lnTo>
                  <a:lnTo>
                    <a:pt x="386" y="691"/>
                  </a:lnTo>
                  <a:lnTo>
                    <a:pt x="388" y="691"/>
                  </a:lnTo>
                  <a:lnTo>
                    <a:pt x="388" y="688"/>
                  </a:lnTo>
                  <a:lnTo>
                    <a:pt x="388" y="688"/>
                  </a:lnTo>
                  <a:lnTo>
                    <a:pt x="390" y="686"/>
                  </a:lnTo>
                  <a:lnTo>
                    <a:pt x="390" y="686"/>
                  </a:lnTo>
                  <a:lnTo>
                    <a:pt x="390" y="686"/>
                  </a:lnTo>
                  <a:lnTo>
                    <a:pt x="390" y="686"/>
                  </a:lnTo>
                  <a:lnTo>
                    <a:pt x="390" y="686"/>
                  </a:lnTo>
                  <a:lnTo>
                    <a:pt x="390" y="684"/>
                  </a:lnTo>
                  <a:lnTo>
                    <a:pt x="390" y="679"/>
                  </a:lnTo>
                  <a:lnTo>
                    <a:pt x="390" y="679"/>
                  </a:lnTo>
                  <a:lnTo>
                    <a:pt x="390" y="677"/>
                  </a:lnTo>
                  <a:lnTo>
                    <a:pt x="390" y="667"/>
                  </a:lnTo>
                  <a:lnTo>
                    <a:pt x="390" y="665"/>
                  </a:lnTo>
                  <a:lnTo>
                    <a:pt x="390" y="665"/>
                  </a:lnTo>
                  <a:lnTo>
                    <a:pt x="393" y="662"/>
                  </a:lnTo>
                  <a:lnTo>
                    <a:pt x="393" y="662"/>
                  </a:lnTo>
                  <a:lnTo>
                    <a:pt x="393" y="662"/>
                  </a:lnTo>
                  <a:lnTo>
                    <a:pt x="393" y="660"/>
                  </a:lnTo>
                  <a:lnTo>
                    <a:pt x="433" y="660"/>
                  </a:lnTo>
                  <a:lnTo>
                    <a:pt x="433" y="658"/>
                  </a:lnTo>
                  <a:lnTo>
                    <a:pt x="433" y="658"/>
                  </a:lnTo>
                  <a:lnTo>
                    <a:pt x="433" y="655"/>
                  </a:lnTo>
                  <a:lnTo>
                    <a:pt x="433" y="655"/>
                  </a:lnTo>
                  <a:lnTo>
                    <a:pt x="435" y="655"/>
                  </a:lnTo>
                  <a:lnTo>
                    <a:pt x="435" y="655"/>
                  </a:lnTo>
                  <a:lnTo>
                    <a:pt x="438" y="655"/>
                  </a:lnTo>
                  <a:lnTo>
                    <a:pt x="442" y="655"/>
                  </a:lnTo>
                  <a:lnTo>
                    <a:pt x="447" y="655"/>
                  </a:lnTo>
                  <a:lnTo>
                    <a:pt x="449" y="655"/>
                  </a:lnTo>
                  <a:lnTo>
                    <a:pt x="449" y="658"/>
                  </a:lnTo>
                  <a:lnTo>
                    <a:pt x="447" y="662"/>
                  </a:lnTo>
                  <a:lnTo>
                    <a:pt x="447" y="665"/>
                  </a:lnTo>
                  <a:lnTo>
                    <a:pt x="445" y="667"/>
                  </a:lnTo>
                  <a:lnTo>
                    <a:pt x="445" y="669"/>
                  </a:lnTo>
                  <a:lnTo>
                    <a:pt x="445" y="672"/>
                  </a:lnTo>
                  <a:lnTo>
                    <a:pt x="445" y="674"/>
                  </a:lnTo>
                  <a:lnTo>
                    <a:pt x="447" y="674"/>
                  </a:lnTo>
                  <a:lnTo>
                    <a:pt x="452" y="674"/>
                  </a:lnTo>
                  <a:lnTo>
                    <a:pt x="457" y="674"/>
                  </a:lnTo>
                  <a:lnTo>
                    <a:pt x="459" y="674"/>
                  </a:lnTo>
                  <a:lnTo>
                    <a:pt x="464" y="674"/>
                  </a:lnTo>
                  <a:lnTo>
                    <a:pt x="466" y="674"/>
                  </a:lnTo>
                  <a:lnTo>
                    <a:pt x="471" y="674"/>
                  </a:lnTo>
                  <a:lnTo>
                    <a:pt x="475" y="674"/>
                  </a:lnTo>
                  <a:lnTo>
                    <a:pt x="478" y="674"/>
                  </a:lnTo>
                  <a:lnTo>
                    <a:pt x="483" y="674"/>
                  </a:lnTo>
                  <a:lnTo>
                    <a:pt x="487" y="674"/>
                  </a:lnTo>
                  <a:lnTo>
                    <a:pt x="490" y="674"/>
                  </a:lnTo>
                  <a:lnTo>
                    <a:pt x="494" y="674"/>
                  </a:lnTo>
                  <a:lnTo>
                    <a:pt x="499" y="674"/>
                  </a:lnTo>
                  <a:lnTo>
                    <a:pt x="502" y="674"/>
                  </a:lnTo>
                  <a:lnTo>
                    <a:pt x="506" y="674"/>
                  </a:lnTo>
                  <a:lnTo>
                    <a:pt x="511" y="674"/>
                  </a:lnTo>
                  <a:lnTo>
                    <a:pt x="511" y="674"/>
                  </a:lnTo>
                  <a:lnTo>
                    <a:pt x="513" y="674"/>
                  </a:lnTo>
                  <a:lnTo>
                    <a:pt x="513" y="674"/>
                  </a:lnTo>
                  <a:lnTo>
                    <a:pt x="513" y="674"/>
                  </a:lnTo>
                  <a:lnTo>
                    <a:pt x="513" y="674"/>
                  </a:lnTo>
                  <a:lnTo>
                    <a:pt x="513" y="674"/>
                  </a:lnTo>
                  <a:lnTo>
                    <a:pt x="513" y="677"/>
                  </a:lnTo>
                  <a:lnTo>
                    <a:pt x="516" y="679"/>
                  </a:lnTo>
                  <a:lnTo>
                    <a:pt x="516" y="679"/>
                  </a:lnTo>
                  <a:lnTo>
                    <a:pt x="516" y="679"/>
                  </a:lnTo>
                  <a:lnTo>
                    <a:pt x="516" y="679"/>
                  </a:lnTo>
                  <a:lnTo>
                    <a:pt x="516" y="679"/>
                  </a:lnTo>
                  <a:lnTo>
                    <a:pt x="516" y="681"/>
                  </a:lnTo>
                  <a:lnTo>
                    <a:pt x="516" y="681"/>
                  </a:lnTo>
                  <a:lnTo>
                    <a:pt x="516" y="681"/>
                  </a:lnTo>
                  <a:lnTo>
                    <a:pt x="516" y="681"/>
                  </a:lnTo>
                  <a:lnTo>
                    <a:pt x="516" y="681"/>
                  </a:lnTo>
                  <a:lnTo>
                    <a:pt x="516" y="684"/>
                  </a:lnTo>
                  <a:lnTo>
                    <a:pt x="516" y="684"/>
                  </a:lnTo>
                  <a:lnTo>
                    <a:pt x="516" y="684"/>
                  </a:lnTo>
                  <a:lnTo>
                    <a:pt x="516" y="684"/>
                  </a:lnTo>
                  <a:lnTo>
                    <a:pt x="516" y="684"/>
                  </a:lnTo>
                  <a:lnTo>
                    <a:pt x="516" y="684"/>
                  </a:lnTo>
                  <a:lnTo>
                    <a:pt x="516" y="686"/>
                  </a:lnTo>
                  <a:lnTo>
                    <a:pt x="516" y="686"/>
                  </a:lnTo>
                  <a:lnTo>
                    <a:pt x="516" y="686"/>
                  </a:lnTo>
                  <a:lnTo>
                    <a:pt x="516" y="688"/>
                  </a:lnTo>
                  <a:lnTo>
                    <a:pt x="516" y="688"/>
                  </a:lnTo>
                  <a:lnTo>
                    <a:pt x="516" y="688"/>
                  </a:lnTo>
                  <a:lnTo>
                    <a:pt x="516" y="688"/>
                  </a:lnTo>
                  <a:lnTo>
                    <a:pt x="516" y="691"/>
                  </a:lnTo>
                  <a:lnTo>
                    <a:pt x="516" y="691"/>
                  </a:lnTo>
                  <a:lnTo>
                    <a:pt x="516" y="691"/>
                  </a:lnTo>
                  <a:lnTo>
                    <a:pt x="516" y="693"/>
                  </a:lnTo>
                  <a:lnTo>
                    <a:pt x="516" y="693"/>
                  </a:lnTo>
                  <a:lnTo>
                    <a:pt x="516" y="693"/>
                  </a:lnTo>
                  <a:lnTo>
                    <a:pt x="516" y="695"/>
                  </a:lnTo>
                  <a:lnTo>
                    <a:pt x="513" y="698"/>
                  </a:lnTo>
                  <a:lnTo>
                    <a:pt x="513" y="698"/>
                  </a:lnTo>
                  <a:lnTo>
                    <a:pt x="513" y="700"/>
                  </a:lnTo>
                  <a:lnTo>
                    <a:pt x="513" y="703"/>
                  </a:lnTo>
                  <a:lnTo>
                    <a:pt x="511" y="703"/>
                  </a:lnTo>
                  <a:lnTo>
                    <a:pt x="511" y="705"/>
                  </a:lnTo>
                  <a:lnTo>
                    <a:pt x="511" y="707"/>
                  </a:lnTo>
                  <a:lnTo>
                    <a:pt x="511" y="707"/>
                  </a:lnTo>
                  <a:lnTo>
                    <a:pt x="511" y="707"/>
                  </a:lnTo>
                  <a:lnTo>
                    <a:pt x="511" y="710"/>
                  </a:lnTo>
                  <a:lnTo>
                    <a:pt x="511" y="710"/>
                  </a:lnTo>
                  <a:lnTo>
                    <a:pt x="511" y="712"/>
                  </a:lnTo>
                  <a:lnTo>
                    <a:pt x="511" y="714"/>
                  </a:lnTo>
                  <a:lnTo>
                    <a:pt x="511" y="714"/>
                  </a:lnTo>
                  <a:lnTo>
                    <a:pt x="513" y="714"/>
                  </a:lnTo>
                  <a:lnTo>
                    <a:pt x="513" y="717"/>
                  </a:lnTo>
                  <a:lnTo>
                    <a:pt x="513" y="717"/>
                  </a:lnTo>
                  <a:lnTo>
                    <a:pt x="513" y="719"/>
                  </a:lnTo>
                  <a:lnTo>
                    <a:pt x="516" y="719"/>
                  </a:lnTo>
                  <a:lnTo>
                    <a:pt x="516" y="721"/>
                  </a:lnTo>
                  <a:lnTo>
                    <a:pt x="516" y="721"/>
                  </a:lnTo>
                  <a:lnTo>
                    <a:pt x="516" y="721"/>
                  </a:lnTo>
                  <a:lnTo>
                    <a:pt x="518" y="724"/>
                  </a:lnTo>
                  <a:lnTo>
                    <a:pt x="518" y="726"/>
                  </a:lnTo>
                  <a:lnTo>
                    <a:pt x="518" y="729"/>
                  </a:lnTo>
                  <a:lnTo>
                    <a:pt x="520" y="729"/>
                  </a:lnTo>
                  <a:lnTo>
                    <a:pt x="520" y="731"/>
                  </a:lnTo>
                  <a:lnTo>
                    <a:pt x="520" y="731"/>
                  </a:lnTo>
                  <a:lnTo>
                    <a:pt x="518" y="731"/>
                  </a:lnTo>
                  <a:lnTo>
                    <a:pt x="518" y="731"/>
                  </a:lnTo>
                  <a:lnTo>
                    <a:pt x="520" y="733"/>
                  </a:lnTo>
                  <a:lnTo>
                    <a:pt x="520" y="736"/>
                  </a:lnTo>
                  <a:lnTo>
                    <a:pt x="520" y="738"/>
                  </a:lnTo>
                  <a:lnTo>
                    <a:pt x="520" y="740"/>
                  </a:lnTo>
                  <a:lnTo>
                    <a:pt x="520" y="743"/>
                  </a:lnTo>
                  <a:lnTo>
                    <a:pt x="520" y="743"/>
                  </a:lnTo>
                  <a:lnTo>
                    <a:pt x="520" y="745"/>
                  </a:lnTo>
                  <a:lnTo>
                    <a:pt x="520" y="745"/>
                  </a:lnTo>
                  <a:lnTo>
                    <a:pt x="520" y="745"/>
                  </a:lnTo>
                  <a:lnTo>
                    <a:pt x="520" y="745"/>
                  </a:lnTo>
                  <a:lnTo>
                    <a:pt x="520" y="748"/>
                  </a:lnTo>
                  <a:lnTo>
                    <a:pt x="518" y="752"/>
                  </a:lnTo>
                  <a:lnTo>
                    <a:pt x="518" y="755"/>
                  </a:lnTo>
                  <a:lnTo>
                    <a:pt x="518" y="755"/>
                  </a:lnTo>
                  <a:lnTo>
                    <a:pt x="518" y="757"/>
                  </a:lnTo>
                  <a:lnTo>
                    <a:pt x="516" y="759"/>
                  </a:lnTo>
                  <a:lnTo>
                    <a:pt x="516" y="762"/>
                  </a:lnTo>
                  <a:lnTo>
                    <a:pt x="516" y="766"/>
                  </a:lnTo>
                  <a:lnTo>
                    <a:pt x="516" y="771"/>
                  </a:lnTo>
                  <a:lnTo>
                    <a:pt x="516" y="776"/>
                  </a:lnTo>
                  <a:lnTo>
                    <a:pt x="516" y="778"/>
                  </a:lnTo>
                  <a:lnTo>
                    <a:pt x="516" y="781"/>
                  </a:lnTo>
                  <a:lnTo>
                    <a:pt x="513" y="785"/>
                  </a:lnTo>
                  <a:lnTo>
                    <a:pt x="513" y="788"/>
                  </a:lnTo>
                  <a:lnTo>
                    <a:pt x="513" y="788"/>
                  </a:lnTo>
                  <a:lnTo>
                    <a:pt x="513" y="788"/>
                  </a:lnTo>
                  <a:lnTo>
                    <a:pt x="513" y="790"/>
                  </a:lnTo>
                  <a:lnTo>
                    <a:pt x="513" y="790"/>
                  </a:lnTo>
                  <a:lnTo>
                    <a:pt x="516" y="790"/>
                  </a:lnTo>
                  <a:lnTo>
                    <a:pt x="516" y="792"/>
                  </a:lnTo>
                  <a:lnTo>
                    <a:pt x="516" y="797"/>
                  </a:lnTo>
                  <a:lnTo>
                    <a:pt x="516" y="800"/>
                  </a:lnTo>
                  <a:lnTo>
                    <a:pt x="518" y="802"/>
                  </a:lnTo>
                  <a:lnTo>
                    <a:pt x="520" y="807"/>
                  </a:lnTo>
                  <a:lnTo>
                    <a:pt x="523" y="807"/>
                  </a:lnTo>
                  <a:lnTo>
                    <a:pt x="523" y="807"/>
                  </a:lnTo>
                  <a:lnTo>
                    <a:pt x="523" y="807"/>
                  </a:lnTo>
                  <a:lnTo>
                    <a:pt x="523" y="807"/>
                  </a:lnTo>
                  <a:lnTo>
                    <a:pt x="523" y="809"/>
                  </a:lnTo>
                  <a:lnTo>
                    <a:pt x="525" y="809"/>
                  </a:lnTo>
                  <a:lnTo>
                    <a:pt x="528" y="814"/>
                  </a:lnTo>
                  <a:lnTo>
                    <a:pt x="528" y="814"/>
                  </a:lnTo>
                  <a:lnTo>
                    <a:pt x="528" y="814"/>
                  </a:lnTo>
                  <a:lnTo>
                    <a:pt x="528" y="814"/>
                  </a:lnTo>
                  <a:lnTo>
                    <a:pt x="530" y="814"/>
                  </a:lnTo>
                  <a:lnTo>
                    <a:pt x="530" y="814"/>
                  </a:lnTo>
                  <a:lnTo>
                    <a:pt x="532" y="816"/>
                  </a:lnTo>
                  <a:lnTo>
                    <a:pt x="532" y="816"/>
                  </a:lnTo>
                  <a:lnTo>
                    <a:pt x="532" y="819"/>
                  </a:lnTo>
                  <a:lnTo>
                    <a:pt x="535" y="821"/>
                  </a:lnTo>
                  <a:lnTo>
                    <a:pt x="535" y="823"/>
                  </a:lnTo>
                  <a:lnTo>
                    <a:pt x="535" y="826"/>
                  </a:lnTo>
                  <a:lnTo>
                    <a:pt x="535" y="826"/>
                  </a:lnTo>
                  <a:lnTo>
                    <a:pt x="535" y="828"/>
                  </a:lnTo>
                  <a:lnTo>
                    <a:pt x="537" y="830"/>
                  </a:lnTo>
                  <a:lnTo>
                    <a:pt x="537" y="833"/>
                  </a:lnTo>
                  <a:lnTo>
                    <a:pt x="539" y="835"/>
                  </a:lnTo>
                  <a:lnTo>
                    <a:pt x="539" y="837"/>
                  </a:lnTo>
                  <a:lnTo>
                    <a:pt x="539" y="840"/>
                  </a:lnTo>
                  <a:lnTo>
                    <a:pt x="542" y="840"/>
                  </a:lnTo>
                  <a:lnTo>
                    <a:pt x="542" y="840"/>
                  </a:lnTo>
                  <a:lnTo>
                    <a:pt x="542" y="840"/>
                  </a:lnTo>
                  <a:lnTo>
                    <a:pt x="542" y="842"/>
                  </a:lnTo>
                  <a:lnTo>
                    <a:pt x="542" y="842"/>
                  </a:lnTo>
                  <a:lnTo>
                    <a:pt x="539" y="845"/>
                  </a:lnTo>
                  <a:lnTo>
                    <a:pt x="539" y="845"/>
                  </a:lnTo>
                  <a:lnTo>
                    <a:pt x="539" y="847"/>
                  </a:lnTo>
                  <a:lnTo>
                    <a:pt x="539" y="847"/>
                  </a:lnTo>
                  <a:lnTo>
                    <a:pt x="539" y="849"/>
                  </a:lnTo>
                  <a:lnTo>
                    <a:pt x="539" y="849"/>
                  </a:lnTo>
                  <a:lnTo>
                    <a:pt x="542" y="849"/>
                  </a:lnTo>
                  <a:lnTo>
                    <a:pt x="542" y="852"/>
                  </a:lnTo>
                  <a:lnTo>
                    <a:pt x="542" y="854"/>
                  </a:lnTo>
                  <a:lnTo>
                    <a:pt x="542" y="854"/>
                  </a:lnTo>
                  <a:lnTo>
                    <a:pt x="542" y="856"/>
                  </a:lnTo>
                  <a:lnTo>
                    <a:pt x="542" y="859"/>
                  </a:lnTo>
                  <a:lnTo>
                    <a:pt x="542" y="859"/>
                  </a:lnTo>
                  <a:lnTo>
                    <a:pt x="542" y="859"/>
                  </a:lnTo>
                  <a:lnTo>
                    <a:pt x="542" y="861"/>
                  </a:lnTo>
                  <a:lnTo>
                    <a:pt x="542" y="861"/>
                  </a:lnTo>
                  <a:lnTo>
                    <a:pt x="542" y="861"/>
                  </a:lnTo>
                  <a:lnTo>
                    <a:pt x="539" y="861"/>
                  </a:lnTo>
                  <a:lnTo>
                    <a:pt x="539" y="863"/>
                  </a:lnTo>
                  <a:lnTo>
                    <a:pt x="537" y="863"/>
                  </a:lnTo>
                  <a:lnTo>
                    <a:pt x="535" y="863"/>
                  </a:lnTo>
                  <a:lnTo>
                    <a:pt x="535" y="866"/>
                  </a:lnTo>
                  <a:lnTo>
                    <a:pt x="532" y="866"/>
                  </a:lnTo>
                  <a:lnTo>
                    <a:pt x="532" y="868"/>
                  </a:lnTo>
                  <a:lnTo>
                    <a:pt x="535" y="868"/>
                  </a:lnTo>
                  <a:lnTo>
                    <a:pt x="535" y="873"/>
                  </a:lnTo>
                  <a:lnTo>
                    <a:pt x="535" y="873"/>
                  </a:lnTo>
                  <a:lnTo>
                    <a:pt x="535" y="875"/>
                  </a:lnTo>
                  <a:lnTo>
                    <a:pt x="535" y="875"/>
                  </a:lnTo>
                  <a:lnTo>
                    <a:pt x="537" y="875"/>
                  </a:lnTo>
                  <a:lnTo>
                    <a:pt x="537" y="875"/>
                  </a:lnTo>
                  <a:lnTo>
                    <a:pt x="537" y="878"/>
                  </a:lnTo>
                  <a:lnTo>
                    <a:pt x="537" y="878"/>
                  </a:lnTo>
                  <a:lnTo>
                    <a:pt x="537" y="882"/>
                  </a:lnTo>
                  <a:lnTo>
                    <a:pt x="537" y="885"/>
                  </a:lnTo>
                  <a:lnTo>
                    <a:pt x="537" y="887"/>
                  </a:lnTo>
                  <a:lnTo>
                    <a:pt x="539" y="887"/>
                  </a:lnTo>
                  <a:lnTo>
                    <a:pt x="539" y="887"/>
                  </a:lnTo>
                  <a:lnTo>
                    <a:pt x="542" y="885"/>
                  </a:lnTo>
                  <a:lnTo>
                    <a:pt x="542" y="885"/>
                  </a:lnTo>
                  <a:lnTo>
                    <a:pt x="549" y="882"/>
                  </a:lnTo>
                  <a:lnTo>
                    <a:pt x="549" y="880"/>
                  </a:lnTo>
                  <a:lnTo>
                    <a:pt x="551" y="878"/>
                  </a:lnTo>
                  <a:lnTo>
                    <a:pt x="554" y="878"/>
                  </a:lnTo>
                  <a:lnTo>
                    <a:pt x="556" y="878"/>
                  </a:lnTo>
                  <a:lnTo>
                    <a:pt x="558" y="880"/>
                  </a:lnTo>
                  <a:lnTo>
                    <a:pt x="561" y="880"/>
                  </a:lnTo>
                  <a:lnTo>
                    <a:pt x="563" y="880"/>
                  </a:lnTo>
                  <a:lnTo>
                    <a:pt x="565" y="880"/>
                  </a:lnTo>
                  <a:lnTo>
                    <a:pt x="565" y="878"/>
                  </a:lnTo>
                  <a:lnTo>
                    <a:pt x="568" y="878"/>
                  </a:lnTo>
                  <a:lnTo>
                    <a:pt x="568" y="878"/>
                  </a:lnTo>
                  <a:lnTo>
                    <a:pt x="570" y="878"/>
                  </a:lnTo>
                  <a:lnTo>
                    <a:pt x="570" y="878"/>
                  </a:lnTo>
                  <a:lnTo>
                    <a:pt x="572" y="880"/>
                  </a:lnTo>
                  <a:lnTo>
                    <a:pt x="575" y="880"/>
                  </a:lnTo>
                  <a:lnTo>
                    <a:pt x="577" y="880"/>
                  </a:lnTo>
                  <a:lnTo>
                    <a:pt x="580" y="880"/>
                  </a:lnTo>
                  <a:lnTo>
                    <a:pt x="584" y="880"/>
                  </a:lnTo>
                  <a:lnTo>
                    <a:pt x="589" y="878"/>
                  </a:lnTo>
                  <a:lnTo>
                    <a:pt x="594" y="875"/>
                  </a:lnTo>
                  <a:lnTo>
                    <a:pt x="599" y="873"/>
                  </a:lnTo>
                  <a:lnTo>
                    <a:pt x="601" y="873"/>
                  </a:lnTo>
                  <a:lnTo>
                    <a:pt x="603" y="873"/>
                  </a:lnTo>
                  <a:lnTo>
                    <a:pt x="603" y="873"/>
                  </a:lnTo>
                  <a:lnTo>
                    <a:pt x="608" y="873"/>
                  </a:lnTo>
                  <a:lnTo>
                    <a:pt x="613" y="875"/>
                  </a:lnTo>
                  <a:lnTo>
                    <a:pt x="613" y="875"/>
                  </a:lnTo>
                  <a:lnTo>
                    <a:pt x="615" y="875"/>
                  </a:lnTo>
                  <a:lnTo>
                    <a:pt x="617" y="875"/>
                  </a:lnTo>
                  <a:lnTo>
                    <a:pt x="620" y="875"/>
                  </a:lnTo>
                  <a:lnTo>
                    <a:pt x="622" y="875"/>
                  </a:lnTo>
                  <a:lnTo>
                    <a:pt x="625" y="875"/>
                  </a:lnTo>
                  <a:lnTo>
                    <a:pt x="625" y="875"/>
                  </a:lnTo>
                  <a:lnTo>
                    <a:pt x="625" y="873"/>
                  </a:lnTo>
                  <a:lnTo>
                    <a:pt x="625" y="873"/>
                  </a:lnTo>
                  <a:lnTo>
                    <a:pt x="627" y="873"/>
                  </a:lnTo>
                  <a:lnTo>
                    <a:pt x="627" y="873"/>
                  </a:lnTo>
                  <a:lnTo>
                    <a:pt x="627" y="871"/>
                  </a:lnTo>
                  <a:lnTo>
                    <a:pt x="627" y="871"/>
                  </a:lnTo>
                  <a:lnTo>
                    <a:pt x="627" y="868"/>
                  </a:lnTo>
                  <a:lnTo>
                    <a:pt x="629" y="868"/>
                  </a:lnTo>
                  <a:lnTo>
                    <a:pt x="629" y="868"/>
                  </a:lnTo>
                  <a:lnTo>
                    <a:pt x="632" y="868"/>
                  </a:lnTo>
                  <a:lnTo>
                    <a:pt x="634" y="868"/>
                  </a:lnTo>
                  <a:lnTo>
                    <a:pt x="636" y="868"/>
                  </a:lnTo>
                  <a:lnTo>
                    <a:pt x="636" y="871"/>
                  </a:lnTo>
                  <a:lnTo>
                    <a:pt x="636" y="871"/>
                  </a:lnTo>
                  <a:lnTo>
                    <a:pt x="636" y="871"/>
                  </a:lnTo>
                  <a:lnTo>
                    <a:pt x="636" y="873"/>
                  </a:lnTo>
                  <a:lnTo>
                    <a:pt x="636" y="873"/>
                  </a:lnTo>
                  <a:lnTo>
                    <a:pt x="636" y="873"/>
                  </a:lnTo>
                  <a:lnTo>
                    <a:pt x="639" y="875"/>
                  </a:lnTo>
                  <a:lnTo>
                    <a:pt x="636" y="875"/>
                  </a:lnTo>
                  <a:lnTo>
                    <a:pt x="639" y="878"/>
                  </a:lnTo>
                  <a:lnTo>
                    <a:pt x="639" y="878"/>
                  </a:lnTo>
                  <a:lnTo>
                    <a:pt x="641" y="875"/>
                  </a:lnTo>
                  <a:lnTo>
                    <a:pt x="641" y="875"/>
                  </a:lnTo>
                  <a:lnTo>
                    <a:pt x="643" y="878"/>
                  </a:lnTo>
                  <a:lnTo>
                    <a:pt x="643" y="878"/>
                  </a:lnTo>
                  <a:lnTo>
                    <a:pt x="646" y="878"/>
                  </a:lnTo>
                  <a:lnTo>
                    <a:pt x="646" y="878"/>
                  </a:lnTo>
                  <a:lnTo>
                    <a:pt x="648" y="878"/>
                  </a:lnTo>
                  <a:lnTo>
                    <a:pt x="651" y="878"/>
                  </a:lnTo>
                  <a:lnTo>
                    <a:pt x="651" y="880"/>
                  </a:lnTo>
                  <a:lnTo>
                    <a:pt x="651" y="880"/>
                  </a:lnTo>
                  <a:lnTo>
                    <a:pt x="651" y="882"/>
                  </a:lnTo>
                  <a:lnTo>
                    <a:pt x="651" y="882"/>
                  </a:lnTo>
                  <a:lnTo>
                    <a:pt x="651" y="882"/>
                  </a:lnTo>
                  <a:lnTo>
                    <a:pt x="651" y="882"/>
                  </a:lnTo>
                  <a:lnTo>
                    <a:pt x="651" y="885"/>
                  </a:lnTo>
                  <a:lnTo>
                    <a:pt x="653" y="885"/>
                  </a:lnTo>
                  <a:lnTo>
                    <a:pt x="653" y="885"/>
                  </a:lnTo>
                  <a:lnTo>
                    <a:pt x="653" y="887"/>
                  </a:lnTo>
                  <a:lnTo>
                    <a:pt x="653" y="887"/>
                  </a:lnTo>
                  <a:lnTo>
                    <a:pt x="653" y="890"/>
                  </a:lnTo>
                  <a:lnTo>
                    <a:pt x="653" y="890"/>
                  </a:lnTo>
                  <a:lnTo>
                    <a:pt x="653" y="890"/>
                  </a:lnTo>
                  <a:lnTo>
                    <a:pt x="651" y="894"/>
                  </a:lnTo>
                  <a:lnTo>
                    <a:pt x="651" y="894"/>
                  </a:lnTo>
                  <a:lnTo>
                    <a:pt x="648" y="894"/>
                  </a:lnTo>
                  <a:lnTo>
                    <a:pt x="646" y="894"/>
                  </a:lnTo>
                  <a:lnTo>
                    <a:pt x="646" y="897"/>
                  </a:lnTo>
                  <a:lnTo>
                    <a:pt x="648" y="897"/>
                  </a:lnTo>
                  <a:lnTo>
                    <a:pt x="651" y="897"/>
                  </a:lnTo>
                  <a:lnTo>
                    <a:pt x="651" y="897"/>
                  </a:lnTo>
                  <a:lnTo>
                    <a:pt x="653" y="897"/>
                  </a:lnTo>
                  <a:lnTo>
                    <a:pt x="653" y="899"/>
                  </a:lnTo>
                  <a:lnTo>
                    <a:pt x="655" y="899"/>
                  </a:lnTo>
                  <a:lnTo>
                    <a:pt x="655" y="899"/>
                  </a:lnTo>
                  <a:lnTo>
                    <a:pt x="658" y="899"/>
                  </a:lnTo>
                  <a:lnTo>
                    <a:pt x="660" y="899"/>
                  </a:lnTo>
                  <a:lnTo>
                    <a:pt x="660" y="899"/>
                  </a:lnTo>
                  <a:lnTo>
                    <a:pt x="660" y="899"/>
                  </a:lnTo>
                  <a:lnTo>
                    <a:pt x="662" y="899"/>
                  </a:lnTo>
                  <a:lnTo>
                    <a:pt x="662" y="899"/>
                  </a:lnTo>
                  <a:lnTo>
                    <a:pt x="662" y="897"/>
                  </a:lnTo>
                  <a:lnTo>
                    <a:pt x="662" y="897"/>
                  </a:lnTo>
                  <a:lnTo>
                    <a:pt x="662" y="897"/>
                  </a:lnTo>
                  <a:lnTo>
                    <a:pt x="662" y="897"/>
                  </a:lnTo>
                  <a:lnTo>
                    <a:pt x="662" y="897"/>
                  </a:lnTo>
                  <a:lnTo>
                    <a:pt x="665" y="897"/>
                  </a:lnTo>
                  <a:lnTo>
                    <a:pt x="665" y="894"/>
                  </a:lnTo>
                  <a:lnTo>
                    <a:pt x="665" y="894"/>
                  </a:lnTo>
                  <a:lnTo>
                    <a:pt x="667" y="894"/>
                  </a:lnTo>
                  <a:lnTo>
                    <a:pt x="667" y="892"/>
                  </a:lnTo>
                  <a:lnTo>
                    <a:pt x="669" y="892"/>
                  </a:lnTo>
                  <a:lnTo>
                    <a:pt x="674" y="892"/>
                  </a:lnTo>
                  <a:lnTo>
                    <a:pt x="677" y="892"/>
                  </a:lnTo>
                  <a:lnTo>
                    <a:pt x="679" y="890"/>
                  </a:lnTo>
                  <a:lnTo>
                    <a:pt x="681" y="890"/>
                  </a:lnTo>
                  <a:lnTo>
                    <a:pt x="684" y="890"/>
                  </a:lnTo>
                  <a:lnTo>
                    <a:pt x="691" y="890"/>
                  </a:lnTo>
                  <a:lnTo>
                    <a:pt x="696" y="887"/>
                  </a:lnTo>
                  <a:lnTo>
                    <a:pt x="700" y="885"/>
                  </a:lnTo>
                  <a:lnTo>
                    <a:pt x="700" y="885"/>
                  </a:lnTo>
                  <a:lnTo>
                    <a:pt x="703" y="885"/>
                  </a:lnTo>
                  <a:lnTo>
                    <a:pt x="703" y="887"/>
                  </a:lnTo>
                  <a:lnTo>
                    <a:pt x="703" y="887"/>
                  </a:lnTo>
                  <a:lnTo>
                    <a:pt x="703" y="890"/>
                  </a:lnTo>
                  <a:lnTo>
                    <a:pt x="703" y="890"/>
                  </a:lnTo>
                  <a:lnTo>
                    <a:pt x="703" y="890"/>
                  </a:lnTo>
                  <a:lnTo>
                    <a:pt x="700" y="890"/>
                  </a:lnTo>
                  <a:lnTo>
                    <a:pt x="700" y="892"/>
                  </a:lnTo>
                  <a:lnTo>
                    <a:pt x="700" y="892"/>
                  </a:lnTo>
                  <a:lnTo>
                    <a:pt x="700" y="892"/>
                  </a:lnTo>
                  <a:lnTo>
                    <a:pt x="700" y="892"/>
                  </a:lnTo>
                  <a:lnTo>
                    <a:pt x="700" y="894"/>
                  </a:lnTo>
                  <a:lnTo>
                    <a:pt x="700" y="894"/>
                  </a:lnTo>
                  <a:lnTo>
                    <a:pt x="700" y="894"/>
                  </a:lnTo>
                  <a:lnTo>
                    <a:pt x="700" y="897"/>
                  </a:lnTo>
                  <a:lnTo>
                    <a:pt x="700" y="897"/>
                  </a:lnTo>
                  <a:lnTo>
                    <a:pt x="700" y="899"/>
                  </a:lnTo>
                  <a:lnTo>
                    <a:pt x="703" y="899"/>
                  </a:lnTo>
                  <a:lnTo>
                    <a:pt x="703" y="901"/>
                  </a:lnTo>
                  <a:lnTo>
                    <a:pt x="700" y="901"/>
                  </a:lnTo>
                  <a:lnTo>
                    <a:pt x="700" y="901"/>
                  </a:lnTo>
                  <a:lnTo>
                    <a:pt x="700" y="904"/>
                  </a:lnTo>
                  <a:lnTo>
                    <a:pt x="700" y="904"/>
                  </a:lnTo>
                  <a:lnTo>
                    <a:pt x="703" y="908"/>
                  </a:lnTo>
                  <a:lnTo>
                    <a:pt x="703" y="908"/>
                  </a:lnTo>
                  <a:lnTo>
                    <a:pt x="703" y="908"/>
                  </a:lnTo>
                  <a:lnTo>
                    <a:pt x="703" y="908"/>
                  </a:lnTo>
                  <a:lnTo>
                    <a:pt x="705" y="908"/>
                  </a:lnTo>
                  <a:lnTo>
                    <a:pt x="705" y="908"/>
                  </a:lnTo>
                  <a:lnTo>
                    <a:pt x="705" y="911"/>
                  </a:lnTo>
                  <a:lnTo>
                    <a:pt x="705" y="911"/>
                  </a:lnTo>
                  <a:lnTo>
                    <a:pt x="705" y="911"/>
                  </a:lnTo>
                  <a:lnTo>
                    <a:pt x="707" y="911"/>
                  </a:lnTo>
                  <a:lnTo>
                    <a:pt x="710" y="913"/>
                  </a:lnTo>
                  <a:lnTo>
                    <a:pt x="710" y="913"/>
                  </a:lnTo>
                  <a:lnTo>
                    <a:pt x="710" y="913"/>
                  </a:lnTo>
                  <a:lnTo>
                    <a:pt x="710" y="913"/>
                  </a:lnTo>
                  <a:lnTo>
                    <a:pt x="710" y="913"/>
                  </a:lnTo>
                  <a:lnTo>
                    <a:pt x="710" y="916"/>
                  </a:lnTo>
                  <a:lnTo>
                    <a:pt x="710" y="916"/>
                  </a:lnTo>
                  <a:lnTo>
                    <a:pt x="712" y="916"/>
                  </a:lnTo>
                  <a:lnTo>
                    <a:pt x="712" y="916"/>
                  </a:lnTo>
                  <a:lnTo>
                    <a:pt x="712" y="916"/>
                  </a:lnTo>
                  <a:lnTo>
                    <a:pt x="712" y="916"/>
                  </a:lnTo>
                  <a:lnTo>
                    <a:pt x="714" y="916"/>
                  </a:lnTo>
                  <a:lnTo>
                    <a:pt x="714" y="916"/>
                  </a:lnTo>
                  <a:lnTo>
                    <a:pt x="714" y="916"/>
                  </a:lnTo>
                  <a:lnTo>
                    <a:pt x="714" y="916"/>
                  </a:lnTo>
                  <a:lnTo>
                    <a:pt x="714" y="913"/>
                  </a:lnTo>
                  <a:lnTo>
                    <a:pt x="714" y="913"/>
                  </a:lnTo>
                  <a:lnTo>
                    <a:pt x="717" y="913"/>
                  </a:lnTo>
                  <a:lnTo>
                    <a:pt x="719" y="916"/>
                  </a:lnTo>
                  <a:lnTo>
                    <a:pt x="722" y="916"/>
                  </a:lnTo>
                  <a:lnTo>
                    <a:pt x="724" y="918"/>
                  </a:lnTo>
                  <a:lnTo>
                    <a:pt x="724" y="918"/>
                  </a:lnTo>
                  <a:lnTo>
                    <a:pt x="729" y="918"/>
                  </a:lnTo>
                  <a:lnTo>
                    <a:pt x="729" y="918"/>
                  </a:lnTo>
                  <a:lnTo>
                    <a:pt x="729" y="918"/>
                  </a:lnTo>
                  <a:lnTo>
                    <a:pt x="729" y="918"/>
                  </a:lnTo>
                  <a:lnTo>
                    <a:pt x="731" y="918"/>
                  </a:lnTo>
                  <a:lnTo>
                    <a:pt x="731" y="918"/>
                  </a:lnTo>
                  <a:lnTo>
                    <a:pt x="731" y="918"/>
                  </a:lnTo>
                  <a:lnTo>
                    <a:pt x="733" y="920"/>
                  </a:lnTo>
                  <a:lnTo>
                    <a:pt x="736" y="920"/>
                  </a:lnTo>
                  <a:lnTo>
                    <a:pt x="736" y="920"/>
                  </a:lnTo>
                  <a:lnTo>
                    <a:pt x="736" y="923"/>
                  </a:lnTo>
                  <a:lnTo>
                    <a:pt x="738" y="923"/>
                  </a:lnTo>
                  <a:lnTo>
                    <a:pt x="738" y="923"/>
                  </a:lnTo>
                  <a:lnTo>
                    <a:pt x="748" y="923"/>
                  </a:lnTo>
                  <a:lnTo>
                    <a:pt x="748" y="925"/>
                  </a:lnTo>
                  <a:lnTo>
                    <a:pt x="750" y="925"/>
                  </a:lnTo>
                  <a:lnTo>
                    <a:pt x="750" y="925"/>
                  </a:lnTo>
                  <a:lnTo>
                    <a:pt x="752" y="925"/>
                  </a:lnTo>
                  <a:lnTo>
                    <a:pt x="752" y="925"/>
                  </a:lnTo>
                  <a:lnTo>
                    <a:pt x="755" y="925"/>
                  </a:lnTo>
                  <a:lnTo>
                    <a:pt x="755" y="925"/>
                  </a:lnTo>
                  <a:lnTo>
                    <a:pt x="755" y="925"/>
                  </a:lnTo>
                  <a:lnTo>
                    <a:pt x="757" y="925"/>
                  </a:lnTo>
                  <a:lnTo>
                    <a:pt x="759" y="925"/>
                  </a:lnTo>
                  <a:lnTo>
                    <a:pt x="759" y="925"/>
                  </a:lnTo>
                  <a:lnTo>
                    <a:pt x="762" y="925"/>
                  </a:lnTo>
                  <a:lnTo>
                    <a:pt x="762" y="925"/>
                  </a:lnTo>
                  <a:lnTo>
                    <a:pt x="764" y="925"/>
                  </a:lnTo>
                  <a:lnTo>
                    <a:pt x="764" y="927"/>
                  </a:lnTo>
                  <a:lnTo>
                    <a:pt x="767" y="927"/>
                  </a:lnTo>
                  <a:lnTo>
                    <a:pt x="771" y="927"/>
                  </a:lnTo>
                  <a:lnTo>
                    <a:pt x="774" y="927"/>
                  </a:lnTo>
                  <a:lnTo>
                    <a:pt x="774" y="927"/>
                  </a:lnTo>
                  <a:lnTo>
                    <a:pt x="774" y="930"/>
                  </a:lnTo>
                  <a:lnTo>
                    <a:pt x="776" y="930"/>
                  </a:lnTo>
                  <a:lnTo>
                    <a:pt x="776" y="930"/>
                  </a:lnTo>
                  <a:lnTo>
                    <a:pt x="778" y="930"/>
                  </a:lnTo>
                  <a:lnTo>
                    <a:pt x="778" y="927"/>
                  </a:lnTo>
                  <a:lnTo>
                    <a:pt x="778" y="927"/>
                  </a:lnTo>
                  <a:lnTo>
                    <a:pt x="781" y="927"/>
                  </a:lnTo>
                  <a:lnTo>
                    <a:pt x="783" y="927"/>
                  </a:lnTo>
                  <a:lnTo>
                    <a:pt x="785" y="927"/>
                  </a:lnTo>
                  <a:lnTo>
                    <a:pt x="788" y="925"/>
                  </a:lnTo>
                  <a:lnTo>
                    <a:pt x="788" y="923"/>
                  </a:lnTo>
                  <a:lnTo>
                    <a:pt x="790" y="923"/>
                  </a:lnTo>
                  <a:lnTo>
                    <a:pt x="790" y="918"/>
                  </a:lnTo>
                  <a:lnTo>
                    <a:pt x="790" y="916"/>
                  </a:lnTo>
                  <a:lnTo>
                    <a:pt x="793" y="913"/>
                  </a:lnTo>
                  <a:lnTo>
                    <a:pt x="793" y="913"/>
                  </a:lnTo>
                  <a:lnTo>
                    <a:pt x="793" y="913"/>
                  </a:lnTo>
                  <a:lnTo>
                    <a:pt x="793" y="911"/>
                  </a:lnTo>
                  <a:lnTo>
                    <a:pt x="793" y="908"/>
                  </a:lnTo>
                  <a:lnTo>
                    <a:pt x="793" y="908"/>
                  </a:lnTo>
                  <a:lnTo>
                    <a:pt x="793" y="906"/>
                  </a:lnTo>
                  <a:lnTo>
                    <a:pt x="793" y="906"/>
                  </a:lnTo>
                  <a:lnTo>
                    <a:pt x="795" y="906"/>
                  </a:lnTo>
                  <a:lnTo>
                    <a:pt x="795" y="906"/>
                  </a:lnTo>
                  <a:lnTo>
                    <a:pt x="797" y="906"/>
                  </a:lnTo>
                  <a:lnTo>
                    <a:pt x="800" y="906"/>
                  </a:lnTo>
                  <a:lnTo>
                    <a:pt x="802" y="906"/>
                  </a:lnTo>
                  <a:lnTo>
                    <a:pt x="802" y="906"/>
                  </a:lnTo>
                  <a:lnTo>
                    <a:pt x="802" y="906"/>
                  </a:lnTo>
                  <a:lnTo>
                    <a:pt x="802" y="908"/>
                  </a:lnTo>
                  <a:lnTo>
                    <a:pt x="802" y="911"/>
                  </a:lnTo>
                  <a:lnTo>
                    <a:pt x="802" y="913"/>
                  </a:lnTo>
                  <a:lnTo>
                    <a:pt x="804" y="918"/>
                  </a:lnTo>
                  <a:lnTo>
                    <a:pt x="814" y="925"/>
                  </a:lnTo>
                  <a:lnTo>
                    <a:pt x="816" y="930"/>
                  </a:lnTo>
                  <a:lnTo>
                    <a:pt x="816" y="932"/>
                  </a:lnTo>
                  <a:lnTo>
                    <a:pt x="819" y="939"/>
                  </a:lnTo>
                  <a:lnTo>
                    <a:pt x="821" y="939"/>
                  </a:lnTo>
                  <a:lnTo>
                    <a:pt x="823" y="942"/>
                  </a:lnTo>
                  <a:lnTo>
                    <a:pt x="823" y="942"/>
                  </a:lnTo>
                  <a:lnTo>
                    <a:pt x="826" y="944"/>
                  </a:lnTo>
                  <a:lnTo>
                    <a:pt x="828" y="946"/>
                  </a:lnTo>
                  <a:lnTo>
                    <a:pt x="830" y="946"/>
                  </a:lnTo>
                  <a:lnTo>
                    <a:pt x="833" y="946"/>
                  </a:lnTo>
                  <a:lnTo>
                    <a:pt x="833" y="944"/>
                  </a:lnTo>
                  <a:lnTo>
                    <a:pt x="835" y="944"/>
                  </a:lnTo>
                  <a:lnTo>
                    <a:pt x="835" y="944"/>
                  </a:lnTo>
                  <a:lnTo>
                    <a:pt x="835" y="944"/>
                  </a:lnTo>
                  <a:lnTo>
                    <a:pt x="837" y="944"/>
                  </a:lnTo>
                  <a:lnTo>
                    <a:pt x="837" y="944"/>
                  </a:lnTo>
                  <a:lnTo>
                    <a:pt x="842" y="946"/>
                  </a:lnTo>
                  <a:lnTo>
                    <a:pt x="842" y="946"/>
                  </a:lnTo>
                  <a:lnTo>
                    <a:pt x="842" y="949"/>
                  </a:lnTo>
                  <a:lnTo>
                    <a:pt x="842" y="949"/>
                  </a:lnTo>
                  <a:lnTo>
                    <a:pt x="845" y="949"/>
                  </a:lnTo>
                  <a:lnTo>
                    <a:pt x="845" y="949"/>
                  </a:lnTo>
                  <a:lnTo>
                    <a:pt x="847" y="949"/>
                  </a:lnTo>
                  <a:lnTo>
                    <a:pt x="849" y="949"/>
                  </a:lnTo>
                  <a:lnTo>
                    <a:pt x="849" y="949"/>
                  </a:lnTo>
                  <a:lnTo>
                    <a:pt x="849" y="951"/>
                  </a:lnTo>
                  <a:lnTo>
                    <a:pt x="852" y="951"/>
                  </a:lnTo>
                  <a:lnTo>
                    <a:pt x="852" y="951"/>
                  </a:lnTo>
                  <a:lnTo>
                    <a:pt x="852" y="951"/>
                  </a:lnTo>
                  <a:lnTo>
                    <a:pt x="854" y="951"/>
                  </a:lnTo>
                  <a:lnTo>
                    <a:pt x="854" y="951"/>
                  </a:lnTo>
                  <a:lnTo>
                    <a:pt x="854" y="951"/>
                  </a:lnTo>
                  <a:lnTo>
                    <a:pt x="856" y="951"/>
                  </a:lnTo>
                  <a:lnTo>
                    <a:pt x="856" y="951"/>
                  </a:lnTo>
                  <a:lnTo>
                    <a:pt x="859" y="953"/>
                  </a:lnTo>
                  <a:lnTo>
                    <a:pt x="859" y="953"/>
                  </a:lnTo>
                  <a:lnTo>
                    <a:pt x="861" y="953"/>
                  </a:lnTo>
                  <a:lnTo>
                    <a:pt x="861" y="953"/>
                  </a:lnTo>
                  <a:lnTo>
                    <a:pt x="864" y="953"/>
                  </a:lnTo>
                  <a:lnTo>
                    <a:pt x="864" y="953"/>
                  </a:lnTo>
                  <a:lnTo>
                    <a:pt x="868" y="958"/>
                  </a:lnTo>
                  <a:lnTo>
                    <a:pt x="868" y="958"/>
                  </a:lnTo>
                  <a:lnTo>
                    <a:pt x="871" y="961"/>
                  </a:lnTo>
                  <a:lnTo>
                    <a:pt x="871" y="963"/>
                  </a:lnTo>
                  <a:lnTo>
                    <a:pt x="873" y="965"/>
                  </a:lnTo>
                  <a:lnTo>
                    <a:pt x="873" y="965"/>
                  </a:lnTo>
                  <a:lnTo>
                    <a:pt x="873" y="968"/>
                  </a:lnTo>
                  <a:lnTo>
                    <a:pt x="873" y="968"/>
                  </a:lnTo>
                  <a:lnTo>
                    <a:pt x="871" y="968"/>
                  </a:lnTo>
                  <a:lnTo>
                    <a:pt x="871" y="970"/>
                  </a:lnTo>
                  <a:lnTo>
                    <a:pt x="871" y="970"/>
                  </a:lnTo>
                  <a:lnTo>
                    <a:pt x="873" y="972"/>
                  </a:lnTo>
                  <a:lnTo>
                    <a:pt x="873" y="972"/>
                  </a:lnTo>
                  <a:lnTo>
                    <a:pt x="873" y="975"/>
                  </a:lnTo>
                  <a:lnTo>
                    <a:pt x="873" y="977"/>
                  </a:lnTo>
                  <a:lnTo>
                    <a:pt x="875" y="977"/>
                  </a:lnTo>
                  <a:lnTo>
                    <a:pt x="875" y="977"/>
                  </a:lnTo>
                  <a:lnTo>
                    <a:pt x="875" y="977"/>
                  </a:lnTo>
                  <a:lnTo>
                    <a:pt x="878" y="977"/>
                  </a:lnTo>
                  <a:lnTo>
                    <a:pt x="878" y="975"/>
                  </a:lnTo>
                  <a:lnTo>
                    <a:pt x="878" y="975"/>
                  </a:lnTo>
                  <a:lnTo>
                    <a:pt x="880" y="975"/>
                  </a:lnTo>
                  <a:lnTo>
                    <a:pt x="882" y="977"/>
                  </a:lnTo>
                  <a:lnTo>
                    <a:pt x="887" y="982"/>
                  </a:lnTo>
                  <a:lnTo>
                    <a:pt x="887" y="982"/>
                  </a:lnTo>
                  <a:lnTo>
                    <a:pt x="887" y="984"/>
                  </a:lnTo>
                  <a:lnTo>
                    <a:pt x="890" y="984"/>
                  </a:lnTo>
                  <a:lnTo>
                    <a:pt x="890" y="987"/>
                  </a:lnTo>
                  <a:lnTo>
                    <a:pt x="890" y="987"/>
                  </a:lnTo>
                  <a:lnTo>
                    <a:pt x="890" y="987"/>
                  </a:lnTo>
                  <a:lnTo>
                    <a:pt x="890" y="987"/>
                  </a:lnTo>
                  <a:lnTo>
                    <a:pt x="890" y="987"/>
                  </a:lnTo>
                  <a:lnTo>
                    <a:pt x="890" y="987"/>
                  </a:lnTo>
                  <a:lnTo>
                    <a:pt x="890" y="987"/>
                  </a:lnTo>
                  <a:lnTo>
                    <a:pt x="890" y="989"/>
                  </a:lnTo>
                  <a:lnTo>
                    <a:pt x="890" y="989"/>
                  </a:lnTo>
                  <a:lnTo>
                    <a:pt x="890" y="989"/>
                  </a:lnTo>
                  <a:lnTo>
                    <a:pt x="890" y="989"/>
                  </a:lnTo>
                  <a:lnTo>
                    <a:pt x="890" y="989"/>
                  </a:lnTo>
                  <a:lnTo>
                    <a:pt x="890" y="989"/>
                  </a:lnTo>
                  <a:lnTo>
                    <a:pt x="892" y="991"/>
                  </a:lnTo>
                  <a:lnTo>
                    <a:pt x="892" y="991"/>
                  </a:lnTo>
                  <a:lnTo>
                    <a:pt x="892" y="991"/>
                  </a:lnTo>
                  <a:lnTo>
                    <a:pt x="892" y="991"/>
                  </a:lnTo>
                  <a:lnTo>
                    <a:pt x="894" y="991"/>
                  </a:lnTo>
                  <a:lnTo>
                    <a:pt x="894" y="1001"/>
                  </a:lnTo>
                  <a:lnTo>
                    <a:pt x="897" y="1003"/>
                  </a:lnTo>
                  <a:lnTo>
                    <a:pt x="897" y="1003"/>
                  </a:lnTo>
                  <a:lnTo>
                    <a:pt x="899" y="1005"/>
                  </a:lnTo>
                  <a:lnTo>
                    <a:pt x="899" y="1005"/>
                  </a:lnTo>
                  <a:lnTo>
                    <a:pt x="899" y="1005"/>
                  </a:lnTo>
                  <a:lnTo>
                    <a:pt x="901" y="1005"/>
                  </a:lnTo>
                  <a:lnTo>
                    <a:pt x="901" y="1005"/>
                  </a:lnTo>
                  <a:lnTo>
                    <a:pt x="901" y="1005"/>
                  </a:lnTo>
                  <a:lnTo>
                    <a:pt x="904" y="1003"/>
                  </a:lnTo>
                  <a:lnTo>
                    <a:pt x="906" y="1003"/>
                  </a:lnTo>
                  <a:lnTo>
                    <a:pt x="906" y="1005"/>
                  </a:lnTo>
                  <a:lnTo>
                    <a:pt x="906" y="1005"/>
                  </a:lnTo>
                  <a:lnTo>
                    <a:pt x="906" y="1005"/>
                  </a:lnTo>
                  <a:lnTo>
                    <a:pt x="908" y="1008"/>
                  </a:lnTo>
                  <a:lnTo>
                    <a:pt x="908" y="1008"/>
                  </a:lnTo>
                  <a:lnTo>
                    <a:pt x="908" y="1008"/>
                  </a:lnTo>
                  <a:lnTo>
                    <a:pt x="911" y="1005"/>
                  </a:lnTo>
                  <a:lnTo>
                    <a:pt x="911" y="1005"/>
                  </a:lnTo>
                  <a:lnTo>
                    <a:pt x="911" y="1005"/>
                  </a:lnTo>
                  <a:lnTo>
                    <a:pt x="916" y="1003"/>
                  </a:lnTo>
                  <a:lnTo>
                    <a:pt x="923" y="998"/>
                  </a:lnTo>
                  <a:lnTo>
                    <a:pt x="923" y="998"/>
                  </a:lnTo>
                  <a:lnTo>
                    <a:pt x="927" y="996"/>
                  </a:lnTo>
                  <a:lnTo>
                    <a:pt x="927" y="996"/>
                  </a:lnTo>
                  <a:lnTo>
                    <a:pt x="930" y="996"/>
                  </a:lnTo>
                  <a:lnTo>
                    <a:pt x="930" y="996"/>
                  </a:lnTo>
                  <a:lnTo>
                    <a:pt x="932" y="996"/>
                  </a:lnTo>
                  <a:lnTo>
                    <a:pt x="932" y="998"/>
                  </a:lnTo>
                  <a:lnTo>
                    <a:pt x="932" y="998"/>
                  </a:lnTo>
                  <a:lnTo>
                    <a:pt x="932" y="998"/>
                  </a:lnTo>
                  <a:lnTo>
                    <a:pt x="935" y="998"/>
                  </a:lnTo>
                  <a:lnTo>
                    <a:pt x="935" y="998"/>
                  </a:lnTo>
                  <a:lnTo>
                    <a:pt x="935" y="998"/>
                  </a:lnTo>
                  <a:lnTo>
                    <a:pt x="935" y="998"/>
                  </a:lnTo>
                  <a:lnTo>
                    <a:pt x="935" y="1001"/>
                  </a:lnTo>
                  <a:lnTo>
                    <a:pt x="935" y="1001"/>
                  </a:lnTo>
                  <a:lnTo>
                    <a:pt x="935" y="1001"/>
                  </a:lnTo>
                  <a:lnTo>
                    <a:pt x="932" y="1001"/>
                  </a:lnTo>
                  <a:lnTo>
                    <a:pt x="932" y="1001"/>
                  </a:lnTo>
                  <a:lnTo>
                    <a:pt x="932" y="1001"/>
                  </a:lnTo>
                  <a:lnTo>
                    <a:pt x="932" y="1003"/>
                  </a:lnTo>
                  <a:lnTo>
                    <a:pt x="932" y="1003"/>
                  </a:lnTo>
                  <a:lnTo>
                    <a:pt x="932" y="1003"/>
                  </a:lnTo>
                  <a:lnTo>
                    <a:pt x="932" y="1003"/>
                  </a:lnTo>
                  <a:lnTo>
                    <a:pt x="930" y="1003"/>
                  </a:lnTo>
                  <a:lnTo>
                    <a:pt x="930" y="1005"/>
                  </a:lnTo>
                  <a:lnTo>
                    <a:pt x="932" y="1005"/>
                  </a:lnTo>
                  <a:lnTo>
                    <a:pt x="932" y="1005"/>
                  </a:lnTo>
                  <a:lnTo>
                    <a:pt x="932" y="1005"/>
                  </a:lnTo>
                  <a:lnTo>
                    <a:pt x="932" y="1005"/>
                  </a:lnTo>
                  <a:lnTo>
                    <a:pt x="932" y="1008"/>
                  </a:lnTo>
                  <a:lnTo>
                    <a:pt x="935" y="1008"/>
                  </a:lnTo>
                  <a:lnTo>
                    <a:pt x="937" y="1008"/>
                  </a:lnTo>
                  <a:lnTo>
                    <a:pt x="939" y="1008"/>
                  </a:lnTo>
                  <a:lnTo>
                    <a:pt x="939" y="1008"/>
                  </a:lnTo>
                  <a:lnTo>
                    <a:pt x="942" y="1005"/>
                  </a:lnTo>
                  <a:lnTo>
                    <a:pt x="942" y="1001"/>
                  </a:lnTo>
                  <a:lnTo>
                    <a:pt x="942" y="991"/>
                  </a:lnTo>
                  <a:lnTo>
                    <a:pt x="942" y="984"/>
                  </a:lnTo>
                  <a:lnTo>
                    <a:pt x="942" y="977"/>
                  </a:lnTo>
                  <a:lnTo>
                    <a:pt x="942" y="968"/>
                  </a:lnTo>
                  <a:lnTo>
                    <a:pt x="942" y="958"/>
                  </a:lnTo>
                  <a:lnTo>
                    <a:pt x="942" y="949"/>
                  </a:lnTo>
                  <a:lnTo>
                    <a:pt x="942" y="944"/>
                  </a:lnTo>
                  <a:lnTo>
                    <a:pt x="942" y="937"/>
                  </a:lnTo>
                  <a:lnTo>
                    <a:pt x="942" y="937"/>
                  </a:lnTo>
                  <a:lnTo>
                    <a:pt x="942" y="937"/>
                  </a:lnTo>
                  <a:lnTo>
                    <a:pt x="942" y="937"/>
                  </a:lnTo>
                  <a:lnTo>
                    <a:pt x="939" y="937"/>
                  </a:lnTo>
                  <a:lnTo>
                    <a:pt x="937" y="937"/>
                  </a:lnTo>
                  <a:lnTo>
                    <a:pt x="937" y="939"/>
                  </a:lnTo>
                  <a:lnTo>
                    <a:pt x="932" y="939"/>
                  </a:lnTo>
                  <a:lnTo>
                    <a:pt x="932" y="942"/>
                  </a:lnTo>
                  <a:lnTo>
                    <a:pt x="932" y="939"/>
                  </a:lnTo>
                  <a:lnTo>
                    <a:pt x="930" y="939"/>
                  </a:lnTo>
                  <a:lnTo>
                    <a:pt x="930" y="939"/>
                  </a:lnTo>
                  <a:lnTo>
                    <a:pt x="930" y="939"/>
                  </a:lnTo>
                  <a:lnTo>
                    <a:pt x="930" y="939"/>
                  </a:lnTo>
                  <a:lnTo>
                    <a:pt x="927" y="939"/>
                  </a:lnTo>
                  <a:lnTo>
                    <a:pt x="927" y="942"/>
                  </a:lnTo>
                  <a:lnTo>
                    <a:pt x="925" y="942"/>
                  </a:lnTo>
                  <a:lnTo>
                    <a:pt x="925" y="942"/>
                  </a:lnTo>
                  <a:lnTo>
                    <a:pt x="923" y="942"/>
                  </a:lnTo>
                  <a:lnTo>
                    <a:pt x="923" y="944"/>
                  </a:lnTo>
                  <a:lnTo>
                    <a:pt x="923" y="946"/>
                  </a:lnTo>
                  <a:lnTo>
                    <a:pt x="923" y="946"/>
                  </a:lnTo>
                  <a:lnTo>
                    <a:pt x="923" y="946"/>
                  </a:lnTo>
                  <a:lnTo>
                    <a:pt x="923" y="946"/>
                  </a:lnTo>
                  <a:lnTo>
                    <a:pt x="925" y="949"/>
                  </a:lnTo>
                  <a:lnTo>
                    <a:pt x="925" y="949"/>
                  </a:lnTo>
                  <a:lnTo>
                    <a:pt x="925" y="949"/>
                  </a:lnTo>
                  <a:lnTo>
                    <a:pt x="927" y="951"/>
                  </a:lnTo>
                  <a:lnTo>
                    <a:pt x="927" y="951"/>
                  </a:lnTo>
                  <a:lnTo>
                    <a:pt x="927" y="951"/>
                  </a:lnTo>
                  <a:lnTo>
                    <a:pt x="925" y="953"/>
                  </a:lnTo>
                  <a:lnTo>
                    <a:pt x="925" y="953"/>
                  </a:lnTo>
                  <a:lnTo>
                    <a:pt x="925" y="953"/>
                  </a:lnTo>
                  <a:lnTo>
                    <a:pt x="925" y="953"/>
                  </a:lnTo>
                  <a:lnTo>
                    <a:pt x="923" y="953"/>
                  </a:lnTo>
                  <a:lnTo>
                    <a:pt x="923" y="953"/>
                  </a:lnTo>
                  <a:lnTo>
                    <a:pt x="923" y="953"/>
                  </a:lnTo>
                  <a:lnTo>
                    <a:pt x="923" y="953"/>
                  </a:lnTo>
                  <a:lnTo>
                    <a:pt x="923" y="953"/>
                  </a:lnTo>
                  <a:lnTo>
                    <a:pt x="923" y="953"/>
                  </a:lnTo>
                  <a:lnTo>
                    <a:pt x="920" y="951"/>
                  </a:lnTo>
                  <a:lnTo>
                    <a:pt x="918" y="951"/>
                  </a:lnTo>
                  <a:lnTo>
                    <a:pt x="918" y="951"/>
                  </a:lnTo>
                  <a:lnTo>
                    <a:pt x="916" y="951"/>
                  </a:lnTo>
                  <a:lnTo>
                    <a:pt x="916" y="951"/>
                  </a:lnTo>
                  <a:lnTo>
                    <a:pt x="913" y="951"/>
                  </a:lnTo>
                  <a:lnTo>
                    <a:pt x="913" y="951"/>
                  </a:lnTo>
                  <a:lnTo>
                    <a:pt x="913" y="949"/>
                  </a:lnTo>
                  <a:lnTo>
                    <a:pt x="913" y="949"/>
                  </a:lnTo>
                  <a:lnTo>
                    <a:pt x="908" y="949"/>
                  </a:lnTo>
                  <a:lnTo>
                    <a:pt x="906" y="949"/>
                  </a:lnTo>
                  <a:lnTo>
                    <a:pt x="906" y="949"/>
                  </a:lnTo>
                  <a:lnTo>
                    <a:pt x="904" y="951"/>
                  </a:lnTo>
                  <a:lnTo>
                    <a:pt x="904" y="949"/>
                  </a:lnTo>
                  <a:lnTo>
                    <a:pt x="904" y="949"/>
                  </a:lnTo>
                  <a:lnTo>
                    <a:pt x="901" y="949"/>
                  </a:lnTo>
                  <a:lnTo>
                    <a:pt x="901" y="949"/>
                  </a:lnTo>
                  <a:lnTo>
                    <a:pt x="901" y="949"/>
                  </a:lnTo>
                  <a:lnTo>
                    <a:pt x="901" y="949"/>
                  </a:lnTo>
                  <a:lnTo>
                    <a:pt x="901" y="949"/>
                  </a:lnTo>
                  <a:lnTo>
                    <a:pt x="899" y="949"/>
                  </a:lnTo>
                  <a:lnTo>
                    <a:pt x="899" y="949"/>
                  </a:lnTo>
                  <a:lnTo>
                    <a:pt x="897" y="939"/>
                  </a:lnTo>
                  <a:lnTo>
                    <a:pt x="894" y="939"/>
                  </a:lnTo>
                  <a:lnTo>
                    <a:pt x="892" y="937"/>
                  </a:lnTo>
                  <a:lnTo>
                    <a:pt x="890" y="937"/>
                  </a:lnTo>
                  <a:lnTo>
                    <a:pt x="890" y="934"/>
                  </a:lnTo>
                  <a:lnTo>
                    <a:pt x="890" y="934"/>
                  </a:lnTo>
                  <a:lnTo>
                    <a:pt x="890" y="932"/>
                  </a:lnTo>
                  <a:lnTo>
                    <a:pt x="887" y="932"/>
                  </a:lnTo>
                  <a:lnTo>
                    <a:pt x="887" y="932"/>
                  </a:lnTo>
                  <a:lnTo>
                    <a:pt x="885" y="930"/>
                  </a:lnTo>
                  <a:lnTo>
                    <a:pt x="885" y="930"/>
                  </a:lnTo>
                  <a:lnTo>
                    <a:pt x="885" y="927"/>
                  </a:lnTo>
                  <a:lnTo>
                    <a:pt x="885" y="927"/>
                  </a:lnTo>
                  <a:lnTo>
                    <a:pt x="882" y="927"/>
                  </a:lnTo>
                  <a:lnTo>
                    <a:pt x="882" y="927"/>
                  </a:lnTo>
                  <a:lnTo>
                    <a:pt x="880" y="927"/>
                  </a:lnTo>
                  <a:lnTo>
                    <a:pt x="878" y="925"/>
                  </a:lnTo>
                  <a:lnTo>
                    <a:pt x="878" y="925"/>
                  </a:lnTo>
                  <a:lnTo>
                    <a:pt x="878" y="923"/>
                  </a:lnTo>
                  <a:lnTo>
                    <a:pt x="875" y="925"/>
                  </a:lnTo>
                  <a:lnTo>
                    <a:pt x="875" y="923"/>
                  </a:lnTo>
                  <a:lnTo>
                    <a:pt x="875" y="923"/>
                  </a:lnTo>
                  <a:lnTo>
                    <a:pt x="875" y="923"/>
                  </a:lnTo>
                  <a:lnTo>
                    <a:pt x="873" y="923"/>
                  </a:lnTo>
                  <a:lnTo>
                    <a:pt x="873" y="923"/>
                  </a:lnTo>
                  <a:lnTo>
                    <a:pt x="873" y="920"/>
                  </a:lnTo>
                  <a:lnTo>
                    <a:pt x="873" y="923"/>
                  </a:lnTo>
                  <a:lnTo>
                    <a:pt x="871" y="920"/>
                  </a:lnTo>
                  <a:lnTo>
                    <a:pt x="871" y="918"/>
                  </a:lnTo>
                  <a:lnTo>
                    <a:pt x="871" y="918"/>
                  </a:lnTo>
                  <a:lnTo>
                    <a:pt x="871" y="918"/>
                  </a:lnTo>
                  <a:lnTo>
                    <a:pt x="868" y="918"/>
                  </a:lnTo>
                  <a:lnTo>
                    <a:pt x="868" y="913"/>
                  </a:lnTo>
                  <a:lnTo>
                    <a:pt x="868" y="913"/>
                  </a:lnTo>
                  <a:lnTo>
                    <a:pt x="868" y="911"/>
                  </a:lnTo>
                  <a:lnTo>
                    <a:pt x="868" y="911"/>
                  </a:lnTo>
                  <a:lnTo>
                    <a:pt x="868" y="911"/>
                  </a:lnTo>
                  <a:lnTo>
                    <a:pt x="868" y="911"/>
                  </a:lnTo>
                  <a:lnTo>
                    <a:pt x="866" y="908"/>
                  </a:lnTo>
                  <a:lnTo>
                    <a:pt x="866" y="906"/>
                  </a:lnTo>
                  <a:lnTo>
                    <a:pt x="866" y="906"/>
                  </a:lnTo>
                  <a:lnTo>
                    <a:pt x="866" y="906"/>
                  </a:lnTo>
                  <a:lnTo>
                    <a:pt x="864" y="904"/>
                  </a:lnTo>
                  <a:lnTo>
                    <a:pt x="864" y="904"/>
                  </a:lnTo>
                  <a:lnTo>
                    <a:pt x="864" y="904"/>
                  </a:lnTo>
                  <a:lnTo>
                    <a:pt x="864" y="899"/>
                  </a:lnTo>
                  <a:lnTo>
                    <a:pt x="864" y="899"/>
                  </a:lnTo>
                  <a:lnTo>
                    <a:pt x="866" y="894"/>
                  </a:lnTo>
                  <a:lnTo>
                    <a:pt x="868" y="894"/>
                  </a:lnTo>
                  <a:lnTo>
                    <a:pt x="868" y="894"/>
                  </a:lnTo>
                  <a:lnTo>
                    <a:pt x="868" y="894"/>
                  </a:lnTo>
                  <a:lnTo>
                    <a:pt x="868" y="892"/>
                  </a:lnTo>
                  <a:lnTo>
                    <a:pt x="868" y="890"/>
                  </a:lnTo>
                  <a:lnTo>
                    <a:pt x="868" y="890"/>
                  </a:lnTo>
                  <a:lnTo>
                    <a:pt x="871" y="890"/>
                  </a:lnTo>
                  <a:lnTo>
                    <a:pt x="871" y="887"/>
                  </a:lnTo>
                  <a:lnTo>
                    <a:pt x="871" y="885"/>
                  </a:lnTo>
                  <a:lnTo>
                    <a:pt x="871" y="885"/>
                  </a:lnTo>
                  <a:lnTo>
                    <a:pt x="871" y="885"/>
                  </a:lnTo>
                  <a:lnTo>
                    <a:pt x="871" y="882"/>
                  </a:lnTo>
                  <a:lnTo>
                    <a:pt x="871" y="882"/>
                  </a:lnTo>
                  <a:lnTo>
                    <a:pt x="871" y="882"/>
                  </a:lnTo>
                  <a:lnTo>
                    <a:pt x="871" y="880"/>
                  </a:lnTo>
                  <a:lnTo>
                    <a:pt x="871" y="878"/>
                  </a:lnTo>
                  <a:lnTo>
                    <a:pt x="871" y="878"/>
                  </a:lnTo>
                  <a:lnTo>
                    <a:pt x="873" y="875"/>
                  </a:lnTo>
                  <a:lnTo>
                    <a:pt x="873" y="875"/>
                  </a:lnTo>
                  <a:lnTo>
                    <a:pt x="873" y="875"/>
                  </a:lnTo>
                  <a:lnTo>
                    <a:pt x="873" y="873"/>
                  </a:lnTo>
                  <a:lnTo>
                    <a:pt x="873" y="873"/>
                  </a:lnTo>
                  <a:lnTo>
                    <a:pt x="873" y="873"/>
                  </a:lnTo>
                  <a:lnTo>
                    <a:pt x="873" y="873"/>
                  </a:lnTo>
                  <a:lnTo>
                    <a:pt x="873" y="871"/>
                  </a:lnTo>
                  <a:lnTo>
                    <a:pt x="873" y="871"/>
                  </a:lnTo>
                  <a:lnTo>
                    <a:pt x="875" y="871"/>
                  </a:lnTo>
                  <a:lnTo>
                    <a:pt x="875" y="868"/>
                  </a:lnTo>
                  <a:lnTo>
                    <a:pt x="875" y="866"/>
                  </a:lnTo>
                  <a:lnTo>
                    <a:pt x="875" y="866"/>
                  </a:lnTo>
                  <a:lnTo>
                    <a:pt x="875" y="863"/>
                  </a:lnTo>
                  <a:lnTo>
                    <a:pt x="875" y="863"/>
                  </a:lnTo>
                  <a:lnTo>
                    <a:pt x="878" y="861"/>
                  </a:lnTo>
                  <a:lnTo>
                    <a:pt x="878" y="861"/>
                  </a:lnTo>
                  <a:lnTo>
                    <a:pt x="878" y="861"/>
                  </a:lnTo>
                  <a:lnTo>
                    <a:pt x="878" y="859"/>
                  </a:lnTo>
                  <a:lnTo>
                    <a:pt x="878" y="859"/>
                  </a:lnTo>
                  <a:lnTo>
                    <a:pt x="880" y="859"/>
                  </a:lnTo>
                  <a:lnTo>
                    <a:pt x="880" y="859"/>
                  </a:lnTo>
                  <a:lnTo>
                    <a:pt x="880" y="859"/>
                  </a:lnTo>
                  <a:lnTo>
                    <a:pt x="880" y="859"/>
                  </a:lnTo>
                  <a:lnTo>
                    <a:pt x="882" y="856"/>
                  </a:lnTo>
                  <a:lnTo>
                    <a:pt x="882" y="856"/>
                  </a:lnTo>
                  <a:lnTo>
                    <a:pt x="882" y="856"/>
                  </a:lnTo>
                  <a:lnTo>
                    <a:pt x="882" y="854"/>
                  </a:lnTo>
                  <a:lnTo>
                    <a:pt x="880" y="854"/>
                  </a:lnTo>
                  <a:lnTo>
                    <a:pt x="880" y="854"/>
                  </a:lnTo>
                  <a:lnTo>
                    <a:pt x="880" y="852"/>
                  </a:lnTo>
                  <a:lnTo>
                    <a:pt x="880" y="852"/>
                  </a:lnTo>
                  <a:lnTo>
                    <a:pt x="880" y="852"/>
                  </a:lnTo>
                  <a:lnTo>
                    <a:pt x="880" y="849"/>
                  </a:lnTo>
                  <a:lnTo>
                    <a:pt x="880" y="849"/>
                  </a:lnTo>
                  <a:lnTo>
                    <a:pt x="880" y="847"/>
                  </a:lnTo>
                  <a:lnTo>
                    <a:pt x="880" y="847"/>
                  </a:lnTo>
                  <a:lnTo>
                    <a:pt x="878" y="847"/>
                  </a:lnTo>
                  <a:lnTo>
                    <a:pt x="880" y="847"/>
                  </a:lnTo>
                  <a:lnTo>
                    <a:pt x="880" y="845"/>
                  </a:lnTo>
                  <a:lnTo>
                    <a:pt x="880" y="845"/>
                  </a:lnTo>
                  <a:lnTo>
                    <a:pt x="880" y="845"/>
                  </a:lnTo>
                  <a:lnTo>
                    <a:pt x="880" y="845"/>
                  </a:lnTo>
                  <a:lnTo>
                    <a:pt x="880" y="842"/>
                  </a:lnTo>
                  <a:lnTo>
                    <a:pt x="878" y="842"/>
                  </a:lnTo>
                  <a:lnTo>
                    <a:pt x="878" y="840"/>
                  </a:lnTo>
                  <a:lnTo>
                    <a:pt x="878" y="840"/>
                  </a:lnTo>
                  <a:lnTo>
                    <a:pt x="878" y="837"/>
                  </a:lnTo>
                  <a:lnTo>
                    <a:pt x="878" y="837"/>
                  </a:lnTo>
                  <a:lnTo>
                    <a:pt x="878" y="837"/>
                  </a:lnTo>
                  <a:lnTo>
                    <a:pt x="878" y="835"/>
                  </a:lnTo>
                  <a:lnTo>
                    <a:pt x="878" y="835"/>
                  </a:lnTo>
                  <a:lnTo>
                    <a:pt x="878" y="835"/>
                  </a:lnTo>
                  <a:lnTo>
                    <a:pt x="878" y="835"/>
                  </a:lnTo>
                  <a:lnTo>
                    <a:pt x="878" y="835"/>
                  </a:lnTo>
                  <a:lnTo>
                    <a:pt x="878" y="835"/>
                  </a:lnTo>
                  <a:lnTo>
                    <a:pt x="878" y="833"/>
                  </a:lnTo>
                  <a:lnTo>
                    <a:pt x="875" y="833"/>
                  </a:lnTo>
                  <a:lnTo>
                    <a:pt x="875" y="830"/>
                  </a:lnTo>
                  <a:lnTo>
                    <a:pt x="878" y="830"/>
                  </a:lnTo>
                  <a:lnTo>
                    <a:pt x="878" y="828"/>
                  </a:lnTo>
                  <a:lnTo>
                    <a:pt x="878" y="826"/>
                  </a:lnTo>
                  <a:lnTo>
                    <a:pt x="878" y="821"/>
                  </a:lnTo>
                  <a:lnTo>
                    <a:pt x="878" y="819"/>
                  </a:lnTo>
                  <a:lnTo>
                    <a:pt x="878" y="816"/>
                  </a:lnTo>
                  <a:lnTo>
                    <a:pt x="880" y="814"/>
                  </a:lnTo>
                  <a:lnTo>
                    <a:pt x="880" y="811"/>
                  </a:lnTo>
                  <a:lnTo>
                    <a:pt x="882" y="809"/>
                  </a:lnTo>
                  <a:lnTo>
                    <a:pt x="882" y="809"/>
                  </a:lnTo>
                  <a:lnTo>
                    <a:pt x="882" y="809"/>
                  </a:lnTo>
                  <a:lnTo>
                    <a:pt x="880" y="807"/>
                  </a:lnTo>
                  <a:lnTo>
                    <a:pt x="880" y="807"/>
                  </a:lnTo>
                  <a:lnTo>
                    <a:pt x="880" y="807"/>
                  </a:lnTo>
                  <a:lnTo>
                    <a:pt x="880" y="807"/>
                  </a:lnTo>
                  <a:lnTo>
                    <a:pt x="880" y="807"/>
                  </a:lnTo>
                  <a:lnTo>
                    <a:pt x="878" y="804"/>
                  </a:lnTo>
                  <a:lnTo>
                    <a:pt x="878" y="804"/>
                  </a:lnTo>
                  <a:lnTo>
                    <a:pt x="878" y="802"/>
                  </a:lnTo>
                  <a:lnTo>
                    <a:pt x="878" y="802"/>
                  </a:lnTo>
                  <a:lnTo>
                    <a:pt x="878" y="800"/>
                  </a:lnTo>
                  <a:lnTo>
                    <a:pt x="878" y="800"/>
                  </a:lnTo>
                  <a:lnTo>
                    <a:pt x="878" y="800"/>
                  </a:lnTo>
                  <a:lnTo>
                    <a:pt x="875" y="797"/>
                  </a:lnTo>
                  <a:lnTo>
                    <a:pt x="875" y="797"/>
                  </a:lnTo>
                  <a:lnTo>
                    <a:pt x="878" y="797"/>
                  </a:lnTo>
                  <a:lnTo>
                    <a:pt x="878" y="797"/>
                  </a:lnTo>
                  <a:lnTo>
                    <a:pt x="878" y="795"/>
                  </a:lnTo>
                  <a:lnTo>
                    <a:pt x="875" y="795"/>
                  </a:lnTo>
                  <a:lnTo>
                    <a:pt x="875" y="795"/>
                  </a:lnTo>
                  <a:lnTo>
                    <a:pt x="875" y="795"/>
                  </a:lnTo>
                  <a:lnTo>
                    <a:pt x="875" y="795"/>
                  </a:lnTo>
                  <a:lnTo>
                    <a:pt x="875" y="792"/>
                  </a:lnTo>
                  <a:lnTo>
                    <a:pt x="875" y="792"/>
                  </a:lnTo>
                  <a:lnTo>
                    <a:pt x="875" y="792"/>
                  </a:lnTo>
                  <a:lnTo>
                    <a:pt x="873" y="790"/>
                  </a:lnTo>
                  <a:lnTo>
                    <a:pt x="873" y="790"/>
                  </a:lnTo>
                  <a:lnTo>
                    <a:pt x="873" y="790"/>
                  </a:lnTo>
                  <a:lnTo>
                    <a:pt x="873" y="790"/>
                  </a:lnTo>
                  <a:lnTo>
                    <a:pt x="873" y="788"/>
                  </a:lnTo>
                  <a:lnTo>
                    <a:pt x="873" y="788"/>
                  </a:lnTo>
                  <a:lnTo>
                    <a:pt x="871" y="785"/>
                  </a:lnTo>
                  <a:lnTo>
                    <a:pt x="871" y="785"/>
                  </a:lnTo>
                  <a:lnTo>
                    <a:pt x="868" y="783"/>
                  </a:lnTo>
                  <a:lnTo>
                    <a:pt x="866" y="783"/>
                  </a:lnTo>
                  <a:lnTo>
                    <a:pt x="864" y="781"/>
                  </a:lnTo>
                  <a:lnTo>
                    <a:pt x="866" y="778"/>
                  </a:lnTo>
                  <a:lnTo>
                    <a:pt x="868" y="778"/>
                  </a:lnTo>
                  <a:lnTo>
                    <a:pt x="873" y="776"/>
                  </a:lnTo>
                  <a:lnTo>
                    <a:pt x="878" y="771"/>
                  </a:lnTo>
                  <a:lnTo>
                    <a:pt x="887" y="764"/>
                  </a:lnTo>
                  <a:lnTo>
                    <a:pt x="892" y="755"/>
                  </a:lnTo>
                  <a:lnTo>
                    <a:pt x="894" y="750"/>
                  </a:lnTo>
                  <a:lnTo>
                    <a:pt x="894" y="745"/>
                  </a:lnTo>
                  <a:lnTo>
                    <a:pt x="892" y="740"/>
                  </a:lnTo>
                  <a:lnTo>
                    <a:pt x="892" y="738"/>
                  </a:lnTo>
                  <a:lnTo>
                    <a:pt x="894" y="738"/>
                  </a:lnTo>
                  <a:lnTo>
                    <a:pt x="901" y="738"/>
                  </a:lnTo>
                  <a:lnTo>
                    <a:pt x="911" y="736"/>
                  </a:lnTo>
                  <a:lnTo>
                    <a:pt x="918" y="736"/>
                  </a:lnTo>
                  <a:lnTo>
                    <a:pt x="930" y="733"/>
                  </a:lnTo>
                  <a:lnTo>
                    <a:pt x="930" y="733"/>
                  </a:lnTo>
                  <a:lnTo>
                    <a:pt x="944" y="731"/>
                  </a:lnTo>
                  <a:lnTo>
                    <a:pt x="958" y="729"/>
                  </a:lnTo>
                  <a:lnTo>
                    <a:pt x="970" y="726"/>
                  </a:lnTo>
                  <a:lnTo>
                    <a:pt x="984" y="724"/>
                  </a:lnTo>
                  <a:lnTo>
                    <a:pt x="991" y="724"/>
                  </a:lnTo>
                  <a:lnTo>
                    <a:pt x="991" y="719"/>
                  </a:lnTo>
                  <a:lnTo>
                    <a:pt x="987" y="710"/>
                  </a:lnTo>
                  <a:lnTo>
                    <a:pt x="975" y="691"/>
                  </a:lnTo>
                  <a:lnTo>
                    <a:pt x="975" y="686"/>
                  </a:lnTo>
                  <a:lnTo>
                    <a:pt x="975" y="684"/>
                  </a:lnTo>
                  <a:lnTo>
                    <a:pt x="972" y="677"/>
                  </a:lnTo>
                  <a:lnTo>
                    <a:pt x="968" y="667"/>
                  </a:lnTo>
                  <a:lnTo>
                    <a:pt x="965" y="662"/>
                  </a:lnTo>
                  <a:lnTo>
                    <a:pt x="956" y="653"/>
                  </a:lnTo>
                  <a:lnTo>
                    <a:pt x="953" y="650"/>
                  </a:lnTo>
                  <a:lnTo>
                    <a:pt x="951" y="648"/>
                  </a:lnTo>
                  <a:lnTo>
                    <a:pt x="946" y="646"/>
                  </a:lnTo>
                  <a:lnTo>
                    <a:pt x="939" y="641"/>
                  </a:lnTo>
                  <a:lnTo>
                    <a:pt x="937" y="639"/>
                  </a:lnTo>
                  <a:lnTo>
                    <a:pt x="935" y="636"/>
                  </a:lnTo>
                  <a:lnTo>
                    <a:pt x="932" y="629"/>
                  </a:lnTo>
                  <a:lnTo>
                    <a:pt x="930" y="624"/>
                  </a:lnTo>
                  <a:lnTo>
                    <a:pt x="927" y="622"/>
                  </a:lnTo>
                  <a:lnTo>
                    <a:pt x="927" y="620"/>
                  </a:lnTo>
                  <a:lnTo>
                    <a:pt x="925" y="615"/>
                  </a:lnTo>
                  <a:lnTo>
                    <a:pt x="925" y="608"/>
                  </a:lnTo>
                  <a:lnTo>
                    <a:pt x="925" y="606"/>
                  </a:lnTo>
                  <a:lnTo>
                    <a:pt x="925" y="603"/>
                  </a:lnTo>
                  <a:lnTo>
                    <a:pt x="930" y="596"/>
                  </a:lnTo>
                  <a:lnTo>
                    <a:pt x="930" y="594"/>
                  </a:lnTo>
                  <a:lnTo>
                    <a:pt x="932" y="589"/>
                  </a:lnTo>
                  <a:lnTo>
                    <a:pt x="930" y="587"/>
                  </a:lnTo>
                  <a:lnTo>
                    <a:pt x="925" y="572"/>
                  </a:lnTo>
                  <a:lnTo>
                    <a:pt x="923" y="565"/>
                  </a:lnTo>
                  <a:lnTo>
                    <a:pt x="918" y="558"/>
                  </a:lnTo>
                  <a:lnTo>
                    <a:pt x="918" y="553"/>
                  </a:lnTo>
                  <a:lnTo>
                    <a:pt x="918" y="553"/>
                  </a:lnTo>
                  <a:lnTo>
                    <a:pt x="916" y="549"/>
                  </a:lnTo>
                  <a:lnTo>
                    <a:pt x="916" y="544"/>
                  </a:lnTo>
                  <a:lnTo>
                    <a:pt x="918" y="539"/>
                  </a:lnTo>
                  <a:lnTo>
                    <a:pt x="920" y="530"/>
                  </a:lnTo>
                  <a:lnTo>
                    <a:pt x="920" y="525"/>
                  </a:lnTo>
                  <a:lnTo>
                    <a:pt x="920" y="523"/>
                  </a:lnTo>
                  <a:lnTo>
                    <a:pt x="920" y="523"/>
                  </a:lnTo>
                  <a:lnTo>
                    <a:pt x="918" y="511"/>
                  </a:lnTo>
                  <a:lnTo>
                    <a:pt x="918" y="508"/>
                  </a:lnTo>
                  <a:lnTo>
                    <a:pt x="916" y="504"/>
                  </a:lnTo>
                  <a:lnTo>
                    <a:pt x="913" y="499"/>
                  </a:lnTo>
                  <a:lnTo>
                    <a:pt x="911" y="497"/>
                  </a:lnTo>
                  <a:lnTo>
                    <a:pt x="911" y="494"/>
                  </a:lnTo>
                  <a:lnTo>
                    <a:pt x="911" y="494"/>
                  </a:lnTo>
                  <a:lnTo>
                    <a:pt x="908" y="487"/>
                  </a:lnTo>
                  <a:lnTo>
                    <a:pt x="911" y="485"/>
                  </a:lnTo>
                  <a:lnTo>
                    <a:pt x="911" y="482"/>
                  </a:lnTo>
                  <a:lnTo>
                    <a:pt x="911" y="478"/>
                  </a:lnTo>
                  <a:lnTo>
                    <a:pt x="908" y="464"/>
                  </a:lnTo>
                  <a:lnTo>
                    <a:pt x="911" y="461"/>
                  </a:lnTo>
                  <a:lnTo>
                    <a:pt x="911" y="461"/>
                  </a:lnTo>
                  <a:lnTo>
                    <a:pt x="911" y="461"/>
                  </a:lnTo>
                  <a:lnTo>
                    <a:pt x="911" y="461"/>
                  </a:lnTo>
                  <a:lnTo>
                    <a:pt x="911" y="459"/>
                  </a:lnTo>
                  <a:lnTo>
                    <a:pt x="911" y="459"/>
                  </a:lnTo>
                  <a:lnTo>
                    <a:pt x="911" y="454"/>
                  </a:lnTo>
                  <a:lnTo>
                    <a:pt x="911" y="454"/>
                  </a:lnTo>
                  <a:lnTo>
                    <a:pt x="911" y="452"/>
                  </a:lnTo>
                  <a:lnTo>
                    <a:pt x="911" y="452"/>
                  </a:lnTo>
                  <a:lnTo>
                    <a:pt x="911" y="452"/>
                  </a:lnTo>
                  <a:lnTo>
                    <a:pt x="911" y="452"/>
                  </a:lnTo>
                  <a:lnTo>
                    <a:pt x="911" y="449"/>
                  </a:lnTo>
                  <a:lnTo>
                    <a:pt x="911" y="447"/>
                  </a:lnTo>
                  <a:lnTo>
                    <a:pt x="911" y="447"/>
                  </a:lnTo>
                  <a:lnTo>
                    <a:pt x="908" y="447"/>
                  </a:lnTo>
                  <a:lnTo>
                    <a:pt x="908" y="447"/>
                  </a:lnTo>
                  <a:lnTo>
                    <a:pt x="906" y="447"/>
                  </a:lnTo>
                  <a:lnTo>
                    <a:pt x="906" y="445"/>
                  </a:lnTo>
                  <a:lnTo>
                    <a:pt x="906" y="445"/>
                  </a:lnTo>
                  <a:lnTo>
                    <a:pt x="906" y="442"/>
                  </a:lnTo>
                  <a:lnTo>
                    <a:pt x="906" y="442"/>
                  </a:lnTo>
                  <a:lnTo>
                    <a:pt x="904" y="442"/>
                  </a:lnTo>
                  <a:lnTo>
                    <a:pt x="904" y="442"/>
                  </a:lnTo>
                  <a:lnTo>
                    <a:pt x="904" y="442"/>
                  </a:lnTo>
                  <a:lnTo>
                    <a:pt x="904" y="440"/>
                  </a:lnTo>
                  <a:lnTo>
                    <a:pt x="904" y="440"/>
                  </a:lnTo>
                  <a:lnTo>
                    <a:pt x="901" y="437"/>
                  </a:lnTo>
                  <a:lnTo>
                    <a:pt x="901" y="437"/>
                  </a:lnTo>
                  <a:lnTo>
                    <a:pt x="901" y="437"/>
                  </a:lnTo>
                  <a:lnTo>
                    <a:pt x="901" y="437"/>
                  </a:lnTo>
                  <a:lnTo>
                    <a:pt x="899" y="435"/>
                  </a:lnTo>
                  <a:lnTo>
                    <a:pt x="899" y="435"/>
                  </a:lnTo>
                  <a:lnTo>
                    <a:pt x="899" y="435"/>
                  </a:lnTo>
                  <a:lnTo>
                    <a:pt x="899" y="435"/>
                  </a:lnTo>
                  <a:lnTo>
                    <a:pt x="899" y="433"/>
                  </a:lnTo>
                  <a:lnTo>
                    <a:pt x="899" y="433"/>
                  </a:lnTo>
                  <a:lnTo>
                    <a:pt x="899" y="433"/>
                  </a:lnTo>
                  <a:lnTo>
                    <a:pt x="899" y="430"/>
                  </a:lnTo>
                  <a:lnTo>
                    <a:pt x="899" y="430"/>
                  </a:lnTo>
                  <a:lnTo>
                    <a:pt x="897" y="430"/>
                  </a:lnTo>
                  <a:lnTo>
                    <a:pt x="897" y="430"/>
                  </a:lnTo>
                  <a:lnTo>
                    <a:pt x="894" y="428"/>
                  </a:lnTo>
                  <a:lnTo>
                    <a:pt x="894" y="428"/>
                  </a:lnTo>
                  <a:lnTo>
                    <a:pt x="892" y="428"/>
                  </a:lnTo>
                  <a:lnTo>
                    <a:pt x="894" y="423"/>
                  </a:lnTo>
                  <a:lnTo>
                    <a:pt x="892" y="423"/>
                  </a:lnTo>
                  <a:lnTo>
                    <a:pt x="892" y="421"/>
                  </a:lnTo>
                  <a:lnTo>
                    <a:pt x="892" y="421"/>
                  </a:lnTo>
                  <a:lnTo>
                    <a:pt x="892" y="421"/>
                  </a:lnTo>
                  <a:lnTo>
                    <a:pt x="892" y="421"/>
                  </a:lnTo>
                  <a:lnTo>
                    <a:pt x="892" y="419"/>
                  </a:lnTo>
                  <a:lnTo>
                    <a:pt x="892" y="419"/>
                  </a:lnTo>
                  <a:lnTo>
                    <a:pt x="892" y="419"/>
                  </a:lnTo>
                  <a:lnTo>
                    <a:pt x="892" y="416"/>
                  </a:lnTo>
                  <a:lnTo>
                    <a:pt x="892" y="416"/>
                  </a:lnTo>
                  <a:lnTo>
                    <a:pt x="892" y="414"/>
                  </a:lnTo>
                  <a:lnTo>
                    <a:pt x="892" y="414"/>
                  </a:lnTo>
                  <a:lnTo>
                    <a:pt x="892" y="414"/>
                  </a:lnTo>
                  <a:lnTo>
                    <a:pt x="894" y="411"/>
                  </a:lnTo>
                  <a:lnTo>
                    <a:pt x="894" y="411"/>
                  </a:lnTo>
                  <a:lnTo>
                    <a:pt x="897" y="411"/>
                  </a:lnTo>
                  <a:lnTo>
                    <a:pt x="897" y="411"/>
                  </a:lnTo>
                  <a:lnTo>
                    <a:pt x="897" y="409"/>
                  </a:lnTo>
                  <a:lnTo>
                    <a:pt x="897" y="409"/>
                  </a:lnTo>
                  <a:lnTo>
                    <a:pt x="897" y="409"/>
                  </a:lnTo>
                  <a:lnTo>
                    <a:pt x="897" y="409"/>
                  </a:lnTo>
                  <a:lnTo>
                    <a:pt x="899" y="407"/>
                  </a:lnTo>
                  <a:lnTo>
                    <a:pt x="899" y="407"/>
                  </a:lnTo>
                  <a:lnTo>
                    <a:pt x="901" y="407"/>
                  </a:lnTo>
                  <a:lnTo>
                    <a:pt x="904" y="407"/>
                  </a:lnTo>
                  <a:lnTo>
                    <a:pt x="904" y="404"/>
                  </a:lnTo>
                  <a:lnTo>
                    <a:pt x="906" y="404"/>
                  </a:lnTo>
                  <a:lnTo>
                    <a:pt x="906" y="400"/>
                  </a:lnTo>
                  <a:lnTo>
                    <a:pt x="906" y="400"/>
                  </a:lnTo>
                  <a:lnTo>
                    <a:pt x="906" y="397"/>
                  </a:lnTo>
                  <a:lnTo>
                    <a:pt x="906" y="388"/>
                  </a:lnTo>
                  <a:lnTo>
                    <a:pt x="906" y="385"/>
                  </a:lnTo>
                  <a:lnTo>
                    <a:pt x="906" y="385"/>
                  </a:lnTo>
                  <a:lnTo>
                    <a:pt x="906" y="383"/>
                  </a:lnTo>
                  <a:lnTo>
                    <a:pt x="908" y="378"/>
                  </a:lnTo>
                  <a:lnTo>
                    <a:pt x="911" y="376"/>
                  </a:lnTo>
                  <a:lnTo>
                    <a:pt x="911" y="374"/>
                  </a:lnTo>
                  <a:lnTo>
                    <a:pt x="911" y="374"/>
                  </a:lnTo>
                  <a:lnTo>
                    <a:pt x="913" y="371"/>
                  </a:lnTo>
                  <a:lnTo>
                    <a:pt x="916" y="371"/>
                  </a:lnTo>
                  <a:lnTo>
                    <a:pt x="916" y="369"/>
                  </a:lnTo>
                  <a:lnTo>
                    <a:pt x="918" y="366"/>
                  </a:lnTo>
                  <a:lnTo>
                    <a:pt x="918" y="366"/>
                  </a:lnTo>
                  <a:lnTo>
                    <a:pt x="923" y="366"/>
                  </a:lnTo>
                  <a:lnTo>
                    <a:pt x="923" y="366"/>
                  </a:lnTo>
                  <a:lnTo>
                    <a:pt x="923" y="366"/>
                  </a:lnTo>
                  <a:lnTo>
                    <a:pt x="923" y="366"/>
                  </a:lnTo>
                  <a:lnTo>
                    <a:pt x="923" y="366"/>
                  </a:lnTo>
                  <a:lnTo>
                    <a:pt x="923" y="364"/>
                  </a:lnTo>
                  <a:lnTo>
                    <a:pt x="925" y="362"/>
                  </a:lnTo>
                  <a:lnTo>
                    <a:pt x="927" y="362"/>
                  </a:lnTo>
                  <a:lnTo>
                    <a:pt x="930" y="359"/>
                  </a:lnTo>
                  <a:lnTo>
                    <a:pt x="930" y="357"/>
                  </a:lnTo>
                  <a:lnTo>
                    <a:pt x="930" y="357"/>
                  </a:lnTo>
                  <a:lnTo>
                    <a:pt x="930" y="355"/>
                  </a:lnTo>
                  <a:lnTo>
                    <a:pt x="930" y="355"/>
                  </a:lnTo>
                  <a:lnTo>
                    <a:pt x="930" y="355"/>
                  </a:lnTo>
                  <a:lnTo>
                    <a:pt x="930" y="352"/>
                  </a:lnTo>
                  <a:lnTo>
                    <a:pt x="930" y="352"/>
                  </a:lnTo>
                  <a:lnTo>
                    <a:pt x="930" y="350"/>
                  </a:lnTo>
                  <a:lnTo>
                    <a:pt x="930" y="350"/>
                  </a:lnTo>
                  <a:lnTo>
                    <a:pt x="927" y="350"/>
                  </a:lnTo>
                  <a:lnTo>
                    <a:pt x="927" y="348"/>
                  </a:lnTo>
                  <a:lnTo>
                    <a:pt x="930" y="345"/>
                  </a:lnTo>
                  <a:lnTo>
                    <a:pt x="930" y="343"/>
                  </a:lnTo>
                  <a:lnTo>
                    <a:pt x="930" y="343"/>
                  </a:lnTo>
                  <a:lnTo>
                    <a:pt x="927" y="340"/>
                  </a:lnTo>
                  <a:lnTo>
                    <a:pt x="927" y="340"/>
                  </a:lnTo>
                  <a:lnTo>
                    <a:pt x="927" y="338"/>
                  </a:lnTo>
                  <a:lnTo>
                    <a:pt x="927" y="338"/>
                  </a:lnTo>
                  <a:lnTo>
                    <a:pt x="927" y="338"/>
                  </a:lnTo>
                  <a:lnTo>
                    <a:pt x="927" y="338"/>
                  </a:lnTo>
                  <a:lnTo>
                    <a:pt x="927" y="338"/>
                  </a:lnTo>
                  <a:lnTo>
                    <a:pt x="927" y="336"/>
                  </a:lnTo>
                  <a:lnTo>
                    <a:pt x="927" y="336"/>
                  </a:lnTo>
                  <a:lnTo>
                    <a:pt x="927" y="336"/>
                  </a:lnTo>
                  <a:lnTo>
                    <a:pt x="930" y="333"/>
                  </a:lnTo>
                  <a:lnTo>
                    <a:pt x="930" y="333"/>
                  </a:lnTo>
                  <a:lnTo>
                    <a:pt x="932" y="333"/>
                  </a:lnTo>
                  <a:lnTo>
                    <a:pt x="932" y="333"/>
                  </a:lnTo>
                  <a:lnTo>
                    <a:pt x="932" y="329"/>
                  </a:lnTo>
                  <a:lnTo>
                    <a:pt x="932" y="329"/>
                  </a:lnTo>
                  <a:lnTo>
                    <a:pt x="930" y="326"/>
                  </a:lnTo>
                  <a:lnTo>
                    <a:pt x="930" y="324"/>
                  </a:lnTo>
                  <a:lnTo>
                    <a:pt x="932" y="322"/>
                  </a:lnTo>
                  <a:lnTo>
                    <a:pt x="932" y="322"/>
                  </a:lnTo>
                  <a:lnTo>
                    <a:pt x="932" y="319"/>
                  </a:lnTo>
                  <a:lnTo>
                    <a:pt x="932" y="319"/>
                  </a:lnTo>
                  <a:lnTo>
                    <a:pt x="932" y="319"/>
                  </a:lnTo>
                  <a:lnTo>
                    <a:pt x="932" y="319"/>
                  </a:lnTo>
                  <a:lnTo>
                    <a:pt x="932" y="319"/>
                  </a:lnTo>
                  <a:lnTo>
                    <a:pt x="932" y="319"/>
                  </a:lnTo>
                  <a:lnTo>
                    <a:pt x="932" y="317"/>
                  </a:lnTo>
                  <a:lnTo>
                    <a:pt x="932" y="317"/>
                  </a:lnTo>
                  <a:lnTo>
                    <a:pt x="932" y="317"/>
                  </a:lnTo>
                  <a:lnTo>
                    <a:pt x="935" y="317"/>
                  </a:lnTo>
                  <a:lnTo>
                    <a:pt x="935" y="317"/>
                  </a:lnTo>
                  <a:lnTo>
                    <a:pt x="932" y="314"/>
                  </a:lnTo>
                  <a:lnTo>
                    <a:pt x="932" y="312"/>
                  </a:lnTo>
                  <a:lnTo>
                    <a:pt x="932" y="312"/>
                  </a:lnTo>
                  <a:lnTo>
                    <a:pt x="932" y="312"/>
                  </a:lnTo>
                  <a:lnTo>
                    <a:pt x="932" y="310"/>
                  </a:lnTo>
                  <a:lnTo>
                    <a:pt x="935" y="303"/>
                  </a:lnTo>
                  <a:lnTo>
                    <a:pt x="935" y="303"/>
                  </a:lnTo>
                  <a:lnTo>
                    <a:pt x="935" y="298"/>
                  </a:lnTo>
                  <a:lnTo>
                    <a:pt x="935" y="295"/>
                  </a:lnTo>
                  <a:lnTo>
                    <a:pt x="937" y="291"/>
                  </a:lnTo>
                  <a:lnTo>
                    <a:pt x="937" y="288"/>
                  </a:lnTo>
                  <a:lnTo>
                    <a:pt x="937" y="286"/>
                  </a:lnTo>
                  <a:lnTo>
                    <a:pt x="937" y="286"/>
                  </a:lnTo>
                  <a:lnTo>
                    <a:pt x="937" y="284"/>
                  </a:lnTo>
                  <a:lnTo>
                    <a:pt x="937" y="284"/>
                  </a:lnTo>
                  <a:lnTo>
                    <a:pt x="937" y="281"/>
                  </a:lnTo>
                  <a:lnTo>
                    <a:pt x="939" y="279"/>
                  </a:lnTo>
                  <a:lnTo>
                    <a:pt x="939" y="277"/>
                  </a:lnTo>
                  <a:lnTo>
                    <a:pt x="939" y="277"/>
                  </a:lnTo>
                  <a:lnTo>
                    <a:pt x="939" y="279"/>
                  </a:lnTo>
                  <a:lnTo>
                    <a:pt x="942" y="279"/>
                  </a:lnTo>
                  <a:lnTo>
                    <a:pt x="942" y="277"/>
                  </a:lnTo>
                  <a:lnTo>
                    <a:pt x="942" y="277"/>
                  </a:lnTo>
                  <a:lnTo>
                    <a:pt x="944" y="269"/>
                  </a:lnTo>
                  <a:lnTo>
                    <a:pt x="944" y="267"/>
                  </a:lnTo>
                  <a:lnTo>
                    <a:pt x="944" y="267"/>
                  </a:lnTo>
                  <a:lnTo>
                    <a:pt x="946" y="262"/>
                  </a:lnTo>
                  <a:lnTo>
                    <a:pt x="949" y="262"/>
                  </a:lnTo>
                  <a:lnTo>
                    <a:pt x="949" y="262"/>
                  </a:lnTo>
                  <a:lnTo>
                    <a:pt x="949" y="260"/>
                  </a:lnTo>
                  <a:lnTo>
                    <a:pt x="949" y="258"/>
                  </a:lnTo>
                  <a:lnTo>
                    <a:pt x="949" y="253"/>
                  </a:lnTo>
                  <a:lnTo>
                    <a:pt x="949" y="253"/>
                  </a:lnTo>
                  <a:lnTo>
                    <a:pt x="949" y="248"/>
                  </a:lnTo>
                  <a:lnTo>
                    <a:pt x="949" y="246"/>
                  </a:lnTo>
                  <a:lnTo>
                    <a:pt x="949" y="246"/>
                  </a:lnTo>
                  <a:lnTo>
                    <a:pt x="949" y="243"/>
                  </a:lnTo>
                  <a:lnTo>
                    <a:pt x="951" y="243"/>
                  </a:lnTo>
                  <a:lnTo>
                    <a:pt x="951" y="241"/>
                  </a:lnTo>
                  <a:lnTo>
                    <a:pt x="951" y="241"/>
                  </a:lnTo>
                  <a:lnTo>
                    <a:pt x="953" y="239"/>
                  </a:lnTo>
                  <a:lnTo>
                    <a:pt x="961" y="239"/>
                  </a:lnTo>
                  <a:lnTo>
                    <a:pt x="961" y="239"/>
                  </a:lnTo>
                  <a:lnTo>
                    <a:pt x="961" y="239"/>
                  </a:lnTo>
                  <a:lnTo>
                    <a:pt x="963" y="236"/>
                  </a:lnTo>
                  <a:lnTo>
                    <a:pt x="963" y="236"/>
                  </a:lnTo>
                  <a:lnTo>
                    <a:pt x="963" y="234"/>
                  </a:lnTo>
                  <a:lnTo>
                    <a:pt x="963" y="234"/>
                  </a:lnTo>
                  <a:lnTo>
                    <a:pt x="963" y="232"/>
                  </a:lnTo>
                  <a:lnTo>
                    <a:pt x="963" y="229"/>
                  </a:lnTo>
                  <a:lnTo>
                    <a:pt x="963" y="229"/>
                  </a:lnTo>
                  <a:lnTo>
                    <a:pt x="965" y="229"/>
                  </a:lnTo>
                  <a:lnTo>
                    <a:pt x="965" y="229"/>
                  </a:lnTo>
                  <a:lnTo>
                    <a:pt x="965" y="227"/>
                  </a:lnTo>
                  <a:lnTo>
                    <a:pt x="965" y="227"/>
                  </a:lnTo>
                  <a:lnTo>
                    <a:pt x="965" y="227"/>
                  </a:lnTo>
                  <a:lnTo>
                    <a:pt x="968" y="224"/>
                  </a:lnTo>
                  <a:lnTo>
                    <a:pt x="968" y="224"/>
                  </a:lnTo>
                  <a:lnTo>
                    <a:pt x="968" y="224"/>
                  </a:lnTo>
                  <a:lnTo>
                    <a:pt x="968" y="224"/>
                  </a:lnTo>
                  <a:lnTo>
                    <a:pt x="968" y="224"/>
                  </a:lnTo>
                  <a:lnTo>
                    <a:pt x="970" y="224"/>
                  </a:lnTo>
                  <a:lnTo>
                    <a:pt x="970" y="224"/>
                  </a:lnTo>
                  <a:lnTo>
                    <a:pt x="970" y="222"/>
                  </a:lnTo>
                  <a:lnTo>
                    <a:pt x="972" y="222"/>
                  </a:lnTo>
                  <a:lnTo>
                    <a:pt x="972" y="222"/>
                  </a:lnTo>
                  <a:lnTo>
                    <a:pt x="972" y="222"/>
                  </a:lnTo>
                  <a:lnTo>
                    <a:pt x="975" y="222"/>
                  </a:lnTo>
                  <a:lnTo>
                    <a:pt x="975" y="222"/>
                  </a:lnTo>
                  <a:lnTo>
                    <a:pt x="975" y="222"/>
                  </a:lnTo>
                  <a:lnTo>
                    <a:pt x="977" y="222"/>
                  </a:lnTo>
                  <a:lnTo>
                    <a:pt x="977" y="220"/>
                  </a:lnTo>
                  <a:lnTo>
                    <a:pt x="982" y="215"/>
                  </a:lnTo>
                  <a:lnTo>
                    <a:pt x="984" y="213"/>
                  </a:lnTo>
                  <a:lnTo>
                    <a:pt x="989" y="208"/>
                  </a:lnTo>
                  <a:lnTo>
                    <a:pt x="996" y="201"/>
                  </a:lnTo>
                  <a:lnTo>
                    <a:pt x="1003" y="196"/>
                  </a:lnTo>
                  <a:lnTo>
                    <a:pt x="1008" y="191"/>
                  </a:lnTo>
                  <a:lnTo>
                    <a:pt x="1010" y="187"/>
                  </a:lnTo>
                  <a:lnTo>
                    <a:pt x="1013" y="187"/>
                  </a:lnTo>
                  <a:lnTo>
                    <a:pt x="1015" y="182"/>
                  </a:lnTo>
                  <a:lnTo>
                    <a:pt x="1020" y="177"/>
                  </a:lnTo>
                  <a:lnTo>
                    <a:pt x="1020" y="175"/>
                  </a:lnTo>
                  <a:lnTo>
                    <a:pt x="1020" y="172"/>
                  </a:lnTo>
                  <a:lnTo>
                    <a:pt x="1020" y="172"/>
                  </a:lnTo>
                  <a:lnTo>
                    <a:pt x="1020" y="172"/>
                  </a:lnTo>
                  <a:close/>
                  <a:moveTo>
                    <a:pt x="40" y="598"/>
                  </a:moveTo>
                  <a:lnTo>
                    <a:pt x="40" y="598"/>
                  </a:lnTo>
                  <a:lnTo>
                    <a:pt x="38" y="598"/>
                  </a:lnTo>
                  <a:lnTo>
                    <a:pt x="35" y="598"/>
                  </a:lnTo>
                  <a:lnTo>
                    <a:pt x="33" y="598"/>
                  </a:lnTo>
                  <a:lnTo>
                    <a:pt x="33" y="601"/>
                  </a:lnTo>
                  <a:lnTo>
                    <a:pt x="31" y="601"/>
                  </a:lnTo>
                  <a:lnTo>
                    <a:pt x="28" y="603"/>
                  </a:lnTo>
                  <a:lnTo>
                    <a:pt x="31" y="603"/>
                  </a:lnTo>
                  <a:lnTo>
                    <a:pt x="31" y="603"/>
                  </a:lnTo>
                  <a:lnTo>
                    <a:pt x="33" y="603"/>
                  </a:lnTo>
                  <a:lnTo>
                    <a:pt x="35" y="601"/>
                  </a:lnTo>
                  <a:lnTo>
                    <a:pt x="35" y="601"/>
                  </a:lnTo>
                  <a:lnTo>
                    <a:pt x="38" y="601"/>
                  </a:lnTo>
                  <a:lnTo>
                    <a:pt x="40" y="601"/>
                  </a:lnTo>
                  <a:lnTo>
                    <a:pt x="42" y="601"/>
                  </a:lnTo>
                  <a:lnTo>
                    <a:pt x="42" y="598"/>
                  </a:lnTo>
                  <a:lnTo>
                    <a:pt x="42" y="598"/>
                  </a:lnTo>
                  <a:lnTo>
                    <a:pt x="40" y="598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52">
              <a:extLst>
                <a:ext uri="{FF2B5EF4-FFF2-40B4-BE49-F238E27FC236}">
                  <a16:creationId xmlns:a16="http://schemas.microsoft.com/office/drawing/2014/main" id="{0AC32D53-B3DE-7FAD-EE22-7F36BFC67C46}"/>
                </a:ext>
              </a:extLst>
            </p:cNvPr>
            <p:cNvSpPr>
              <a:spLocks/>
            </p:cNvSpPr>
            <p:nvPr/>
          </p:nvSpPr>
          <p:spPr bwMode="auto">
            <a:xfrm>
              <a:off x="9965463" y="2465654"/>
              <a:ext cx="114613" cy="119707"/>
            </a:xfrm>
            <a:custGeom>
              <a:avLst/>
              <a:gdLst>
                <a:gd name="T0" fmla="*/ 88 w 90"/>
                <a:gd name="T1" fmla="*/ 21 h 94"/>
                <a:gd name="T2" fmla="*/ 86 w 90"/>
                <a:gd name="T3" fmla="*/ 16 h 94"/>
                <a:gd name="T4" fmla="*/ 86 w 90"/>
                <a:gd name="T5" fmla="*/ 14 h 94"/>
                <a:gd name="T6" fmla="*/ 83 w 90"/>
                <a:gd name="T7" fmla="*/ 12 h 94"/>
                <a:gd name="T8" fmla="*/ 76 w 90"/>
                <a:gd name="T9" fmla="*/ 2 h 94"/>
                <a:gd name="T10" fmla="*/ 62 w 90"/>
                <a:gd name="T11" fmla="*/ 5 h 94"/>
                <a:gd name="T12" fmla="*/ 60 w 90"/>
                <a:gd name="T13" fmla="*/ 5 h 94"/>
                <a:gd name="T14" fmla="*/ 57 w 90"/>
                <a:gd name="T15" fmla="*/ 12 h 94"/>
                <a:gd name="T16" fmla="*/ 53 w 90"/>
                <a:gd name="T17" fmla="*/ 14 h 94"/>
                <a:gd name="T18" fmla="*/ 50 w 90"/>
                <a:gd name="T19" fmla="*/ 19 h 94"/>
                <a:gd name="T20" fmla="*/ 36 w 90"/>
                <a:gd name="T21" fmla="*/ 9 h 94"/>
                <a:gd name="T22" fmla="*/ 22 w 90"/>
                <a:gd name="T23" fmla="*/ 31 h 94"/>
                <a:gd name="T24" fmla="*/ 19 w 90"/>
                <a:gd name="T25" fmla="*/ 33 h 94"/>
                <a:gd name="T26" fmla="*/ 10 w 90"/>
                <a:gd name="T27" fmla="*/ 47 h 94"/>
                <a:gd name="T28" fmla="*/ 8 w 90"/>
                <a:gd name="T29" fmla="*/ 49 h 94"/>
                <a:gd name="T30" fmla="*/ 3 w 90"/>
                <a:gd name="T31" fmla="*/ 52 h 94"/>
                <a:gd name="T32" fmla="*/ 0 w 90"/>
                <a:gd name="T33" fmla="*/ 66 h 94"/>
                <a:gd name="T34" fmla="*/ 3 w 90"/>
                <a:gd name="T35" fmla="*/ 90 h 94"/>
                <a:gd name="T36" fmla="*/ 3 w 90"/>
                <a:gd name="T37" fmla="*/ 92 h 94"/>
                <a:gd name="T38" fmla="*/ 10 w 90"/>
                <a:gd name="T39" fmla="*/ 94 h 94"/>
                <a:gd name="T40" fmla="*/ 12 w 90"/>
                <a:gd name="T41" fmla="*/ 94 h 94"/>
                <a:gd name="T42" fmla="*/ 19 w 90"/>
                <a:gd name="T43" fmla="*/ 92 h 94"/>
                <a:gd name="T44" fmla="*/ 26 w 90"/>
                <a:gd name="T45" fmla="*/ 92 h 94"/>
                <a:gd name="T46" fmla="*/ 31 w 90"/>
                <a:gd name="T47" fmla="*/ 92 h 94"/>
                <a:gd name="T48" fmla="*/ 34 w 90"/>
                <a:gd name="T49" fmla="*/ 92 h 94"/>
                <a:gd name="T50" fmla="*/ 45 w 90"/>
                <a:gd name="T51" fmla="*/ 87 h 94"/>
                <a:gd name="T52" fmla="*/ 53 w 90"/>
                <a:gd name="T53" fmla="*/ 87 h 94"/>
                <a:gd name="T54" fmla="*/ 57 w 90"/>
                <a:gd name="T55" fmla="*/ 92 h 94"/>
                <a:gd name="T56" fmla="*/ 62 w 90"/>
                <a:gd name="T57" fmla="*/ 92 h 94"/>
                <a:gd name="T58" fmla="*/ 81 w 90"/>
                <a:gd name="T59" fmla="*/ 66 h 94"/>
                <a:gd name="T60" fmla="*/ 76 w 90"/>
                <a:gd name="T61" fmla="*/ 61 h 94"/>
                <a:gd name="T62" fmla="*/ 74 w 90"/>
                <a:gd name="T63" fmla="*/ 59 h 94"/>
                <a:gd name="T64" fmla="*/ 71 w 90"/>
                <a:gd name="T65" fmla="*/ 59 h 94"/>
                <a:gd name="T66" fmla="*/ 60 w 90"/>
                <a:gd name="T67" fmla="*/ 59 h 94"/>
                <a:gd name="T68" fmla="*/ 60 w 90"/>
                <a:gd name="T69" fmla="*/ 59 h 94"/>
                <a:gd name="T70" fmla="*/ 50 w 90"/>
                <a:gd name="T71" fmla="*/ 61 h 94"/>
                <a:gd name="T72" fmla="*/ 50 w 90"/>
                <a:gd name="T73" fmla="*/ 64 h 94"/>
                <a:gd name="T74" fmla="*/ 50 w 90"/>
                <a:gd name="T75" fmla="*/ 66 h 94"/>
                <a:gd name="T76" fmla="*/ 48 w 90"/>
                <a:gd name="T77" fmla="*/ 66 h 94"/>
                <a:gd name="T78" fmla="*/ 43 w 90"/>
                <a:gd name="T79" fmla="*/ 64 h 94"/>
                <a:gd name="T80" fmla="*/ 43 w 90"/>
                <a:gd name="T81" fmla="*/ 61 h 94"/>
                <a:gd name="T82" fmla="*/ 43 w 90"/>
                <a:gd name="T83" fmla="*/ 59 h 94"/>
                <a:gd name="T84" fmla="*/ 45 w 90"/>
                <a:gd name="T85" fmla="*/ 61 h 94"/>
                <a:gd name="T86" fmla="*/ 50 w 90"/>
                <a:gd name="T87" fmla="*/ 61 h 94"/>
                <a:gd name="T88" fmla="*/ 55 w 90"/>
                <a:gd name="T89" fmla="*/ 52 h 94"/>
                <a:gd name="T90" fmla="*/ 64 w 90"/>
                <a:gd name="T91" fmla="*/ 49 h 94"/>
                <a:gd name="T92" fmla="*/ 69 w 90"/>
                <a:gd name="T93" fmla="*/ 47 h 94"/>
                <a:gd name="T94" fmla="*/ 71 w 90"/>
                <a:gd name="T95" fmla="*/ 47 h 94"/>
                <a:gd name="T96" fmla="*/ 71 w 90"/>
                <a:gd name="T97" fmla="*/ 45 h 94"/>
                <a:gd name="T98" fmla="*/ 81 w 90"/>
                <a:gd name="T99" fmla="*/ 40 h 94"/>
                <a:gd name="T100" fmla="*/ 86 w 90"/>
                <a:gd name="T101" fmla="*/ 38 h 94"/>
                <a:gd name="T102" fmla="*/ 90 w 90"/>
                <a:gd name="T103" fmla="*/ 3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0" h="94">
                  <a:moveTo>
                    <a:pt x="88" y="28"/>
                  </a:moveTo>
                  <a:lnTo>
                    <a:pt x="90" y="26"/>
                  </a:lnTo>
                  <a:lnTo>
                    <a:pt x="88" y="23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86" y="19"/>
                  </a:lnTo>
                  <a:lnTo>
                    <a:pt x="86" y="16"/>
                  </a:lnTo>
                  <a:lnTo>
                    <a:pt x="86" y="16"/>
                  </a:lnTo>
                  <a:lnTo>
                    <a:pt x="86" y="16"/>
                  </a:lnTo>
                  <a:lnTo>
                    <a:pt x="86" y="14"/>
                  </a:lnTo>
                  <a:lnTo>
                    <a:pt x="86" y="14"/>
                  </a:lnTo>
                  <a:lnTo>
                    <a:pt x="86" y="14"/>
                  </a:lnTo>
                  <a:lnTo>
                    <a:pt x="86" y="12"/>
                  </a:lnTo>
                  <a:lnTo>
                    <a:pt x="86" y="12"/>
                  </a:lnTo>
                  <a:lnTo>
                    <a:pt x="83" y="12"/>
                  </a:lnTo>
                  <a:lnTo>
                    <a:pt x="83" y="12"/>
                  </a:lnTo>
                  <a:lnTo>
                    <a:pt x="83" y="9"/>
                  </a:lnTo>
                  <a:lnTo>
                    <a:pt x="81" y="9"/>
                  </a:lnTo>
                  <a:lnTo>
                    <a:pt x="76" y="2"/>
                  </a:lnTo>
                  <a:lnTo>
                    <a:pt x="76" y="2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74" y="0"/>
                  </a:lnTo>
                  <a:lnTo>
                    <a:pt x="62" y="5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60" y="5"/>
                  </a:lnTo>
                  <a:lnTo>
                    <a:pt x="57" y="7"/>
                  </a:lnTo>
                  <a:lnTo>
                    <a:pt x="55" y="9"/>
                  </a:lnTo>
                  <a:lnTo>
                    <a:pt x="55" y="12"/>
                  </a:lnTo>
                  <a:lnTo>
                    <a:pt x="57" y="12"/>
                  </a:lnTo>
                  <a:lnTo>
                    <a:pt x="57" y="14"/>
                  </a:lnTo>
                  <a:lnTo>
                    <a:pt x="55" y="14"/>
                  </a:lnTo>
                  <a:lnTo>
                    <a:pt x="55" y="14"/>
                  </a:lnTo>
                  <a:lnTo>
                    <a:pt x="53" y="14"/>
                  </a:lnTo>
                  <a:lnTo>
                    <a:pt x="53" y="16"/>
                  </a:lnTo>
                  <a:lnTo>
                    <a:pt x="50" y="16"/>
                  </a:lnTo>
                  <a:lnTo>
                    <a:pt x="50" y="16"/>
                  </a:lnTo>
                  <a:lnTo>
                    <a:pt x="50" y="19"/>
                  </a:lnTo>
                  <a:lnTo>
                    <a:pt x="41" y="9"/>
                  </a:lnTo>
                  <a:lnTo>
                    <a:pt x="38" y="9"/>
                  </a:lnTo>
                  <a:lnTo>
                    <a:pt x="38" y="9"/>
                  </a:lnTo>
                  <a:lnTo>
                    <a:pt x="36" y="9"/>
                  </a:lnTo>
                  <a:lnTo>
                    <a:pt x="34" y="12"/>
                  </a:lnTo>
                  <a:lnTo>
                    <a:pt x="31" y="16"/>
                  </a:lnTo>
                  <a:lnTo>
                    <a:pt x="29" y="19"/>
                  </a:lnTo>
                  <a:lnTo>
                    <a:pt x="22" y="31"/>
                  </a:lnTo>
                  <a:lnTo>
                    <a:pt x="22" y="31"/>
                  </a:lnTo>
                  <a:lnTo>
                    <a:pt x="22" y="33"/>
                  </a:lnTo>
                  <a:lnTo>
                    <a:pt x="19" y="33"/>
                  </a:lnTo>
                  <a:lnTo>
                    <a:pt x="19" y="33"/>
                  </a:lnTo>
                  <a:lnTo>
                    <a:pt x="17" y="38"/>
                  </a:lnTo>
                  <a:lnTo>
                    <a:pt x="12" y="45"/>
                  </a:lnTo>
                  <a:lnTo>
                    <a:pt x="10" y="47"/>
                  </a:lnTo>
                  <a:lnTo>
                    <a:pt x="10" y="47"/>
                  </a:lnTo>
                  <a:lnTo>
                    <a:pt x="10" y="47"/>
                  </a:lnTo>
                  <a:lnTo>
                    <a:pt x="8" y="47"/>
                  </a:lnTo>
                  <a:lnTo>
                    <a:pt x="8" y="47"/>
                  </a:lnTo>
                  <a:lnTo>
                    <a:pt x="8" y="49"/>
                  </a:lnTo>
                  <a:lnTo>
                    <a:pt x="8" y="49"/>
                  </a:lnTo>
                  <a:lnTo>
                    <a:pt x="5" y="49"/>
                  </a:lnTo>
                  <a:lnTo>
                    <a:pt x="5" y="52"/>
                  </a:lnTo>
                  <a:lnTo>
                    <a:pt x="3" y="52"/>
                  </a:lnTo>
                  <a:lnTo>
                    <a:pt x="3" y="54"/>
                  </a:lnTo>
                  <a:lnTo>
                    <a:pt x="3" y="57"/>
                  </a:lnTo>
                  <a:lnTo>
                    <a:pt x="0" y="61"/>
                  </a:lnTo>
                  <a:lnTo>
                    <a:pt x="0" y="66"/>
                  </a:lnTo>
                  <a:lnTo>
                    <a:pt x="3" y="71"/>
                  </a:lnTo>
                  <a:lnTo>
                    <a:pt x="3" y="78"/>
                  </a:lnTo>
                  <a:lnTo>
                    <a:pt x="3" y="87"/>
                  </a:lnTo>
                  <a:lnTo>
                    <a:pt x="3" y="90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0" y="92"/>
                  </a:lnTo>
                  <a:lnTo>
                    <a:pt x="3" y="92"/>
                  </a:lnTo>
                  <a:lnTo>
                    <a:pt x="10" y="94"/>
                  </a:lnTo>
                  <a:lnTo>
                    <a:pt x="10" y="94"/>
                  </a:lnTo>
                  <a:lnTo>
                    <a:pt x="10" y="94"/>
                  </a:lnTo>
                  <a:lnTo>
                    <a:pt x="10" y="94"/>
                  </a:lnTo>
                  <a:lnTo>
                    <a:pt x="10" y="94"/>
                  </a:lnTo>
                  <a:lnTo>
                    <a:pt x="10" y="94"/>
                  </a:lnTo>
                  <a:lnTo>
                    <a:pt x="10" y="94"/>
                  </a:lnTo>
                  <a:lnTo>
                    <a:pt x="12" y="94"/>
                  </a:lnTo>
                  <a:lnTo>
                    <a:pt x="15" y="94"/>
                  </a:lnTo>
                  <a:lnTo>
                    <a:pt x="15" y="94"/>
                  </a:lnTo>
                  <a:lnTo>
                    <a:pt x="17" y="92"/>
                  </a:lnTo>
                  <a:lnTo>
                    <a:pt x="19" y="92"/>
                  </a:lnTo>
                  <a:lnTo>
                    <a:pt x="22" y="92"/>
                  </a:lnTo>
                  <a:lnTo>
                    <a:pt x="24" y="92"/>
                  </a:lnTo>
                  <a:lnTo>
                    <a:pt x="26" y="92"/>
                  </a:lnTo>
                  <a:lnTo>
                    <a:pt x="26" y="92"/>
                  </a:lnTo>
                  <a:lnTo>
                    <a:pt x="29" y="92"/>
                  </a:lnTo>
                  <a:lnTo>
                    <a:pt x="29" y="92"/>
                  </a:lnTo>
                  <a:lnTo>
                    <a:pt x="29" y="92"/>
                  </a:lnTo>
                  <a:lnTo>
                    <a:pt x="31" y="92"/>
                  </a:lnTo>
                  <a:lnTo>
                    <a:pt x="31" y="90"/>
                  </a:lnTo>
                  <a:lnTo>
                    <a:pt x="34" y="90"/>
                  </a:lnTo>
                  <a:lnTo>
                    <a:pt x="34" y="92"/>
                  </a:lnTo>
                  <a:lnTo>
                    <a:pt x="34" y="92"/>
                  </a:lnTo>
                  <a:lnTo>
                    <a:pt x="36" y="90"/>
                  </a:lnTo>
                  <a:lnTo>
                    <a:pt x="38" y="87"/>
                  </a:lnTo>
                  <a:lnTo>
                    <a:pt x="43" y="87"/>
                  </a:lnTo>
                  <a:lnTo>
                    <a:pt x="45" y="87"/>
                  </a:lnTo>
                  <a:lnTo>
                    <a:pt x="48" y="87"/>
                  </a:lnTo>
                  <a:lnTo>
                    <a:pt x="50" y="87"/>
                  </a:lnTo>
                  <a:lnTo>
                    <a:pt x="53" y="87"/>
                  </a:lnTo>
                  <a:lnTo>
                    <a:pt x="53" y="87"/>
                  </a:lnTo>
                  <a:lnTo>
                    <a:pt x="55" y="90"/>
                  </a:lnTo>
                  <a:lnTo>
                    <a:pt x="55" y="92"/>
                  </a:lnTo>
                  <a:lnTo>
                    <a:pt x="57" y="92"/>
                  </a:lnTo>
                  <a:lnTo>
                    <a:pt x="57" y="92"/>
                  </a:lnTo>
                  <a:lnTo>
                    <a:pt x="60" y="92"/>
                  </a:lnTo>
                  <a:lnTo>
                    <a:pt x="60" y="92"/>
                  </a:lnTo>
                  <a:lnTo>
                    <a:pt x="62" y="92"/>
                  </a:lnTo>
                  <a:lnTo>
                    <a:pt x="62" y="92"/>
                  </a:lnTo>
                  <a:lnTo>
                    <a:pt x="62" y="92"/>
                  </a:lnTo>
                  <a:lnTo>
                    <a:pt x="62" y="92"/>
                  </a:lnTo>
                  <a:lnTo>
                    <a:pt x="76" y="68"/>
                  </a:lnTo>
                  <a:lnTo>
                    <a:pt x="81" y="66"/>
                  </a:lnTo>
                  <a:lnTo>
                    <a:pt x="79" y="64"/>
                  </a:lnTo>
                  <a:lnTo>
                    <a:pt x="79" y="64"/>
                  </a:lnTo>
                  <a:lnTo>
                    <a:pt x="76" y="64"/>
                  </a:lnTo>
                  <a:lnTo>
                    <a:pt x="76" y="61"/>
                  </a:lnTo>
                  <a:lnTo>
                    <a:pt x="76" y="61"/>
                  </a:lnTo>
                  <a:lnTo>
                    <a:pt x="76" y="59"/>
                  </a:lnTo>
                  <a:lnTo>
                    <a:pt x="76" y="59"/>
                  </a:lnTo>
                  <a:lnTo>
                    <a:pt x="74" y="59"/>
                  </a:lnTo>
                  <a:lnTo>
                    <a:pt x="74" y="59"/>
                  </a:lnTo>
                  <a:lnTo>
                    <a:pt x="74" y="59"/>
                  </a:lnTo>
                  <a:lnTo>
                    <a:pt x="74" y="61"/>
                  </a:lnTo>
                  <a:lnTo>
                    <a:pt x="71" y="59"/>
                  </a:lnTo>
                  <a:lnTo>
                    <a:pt x="71" y="59"/>
                  </a:lnTo>
                  <a:lnTo>
                    <a:pt x="69" y="59"/>
                  </a:lnTo>
                  <a:lnTo>
                    <a:pt x="62" y="59"/>
                  </a:lnTo>
                  <a:lnTo>
                    <a:pt x="60" y="59"/>
                  </a:lnTo>
                  <a:lnTo>
                    <a:pt x="60" y="59"/>
                  </a:lnTo>
                  <a:lnTo>
                    <a:pt x="60" y="59"/>
                  </a:lnTo>
                  <a:lnTo>
                    <a:pt x="60" y="59"/>
                  </a:lnTo>
                  <a:lnTo>
                    <a:pt x="60" y="59"/>
                  </a:lnTo>
                  <a:lnTo>
                    <a:pt x="57" y="61"/>
                  </a:lnTo>
                  <a:lnTo>
                    <a:pt x="57" y="61"/>
                  </a:lnTo>
                  <a:lnTo>
                    <a:pt x="53" y="61"/>
                  </a:lnTo>
                  <a:lnTo>
                    <a:pt x="50" y="61"/>
                  </a:lnTo>
                  <a:lnTo>
                    <a:pt x="50" y="64"/>
                  </a:lnTo>
                  <a:lnTo>
                    <a:pt x="50" y="64"/>
                  </a:lnTo>
                  <a:lnTo>
                    <a:pt x="50" y="64"/>
                  </a:lnTo>
                  <a:lnTo>
                    <a:pt x="50" y="64"/>
                  </a:lnTo>
                  <a:lnTo>
                    <a:pt x="50" y="64"/>
                  </a:lnTo>
                  <a:lnTo>
                    <a:pt x="50" y="66"/>
                  </a:lnTo>
                  <a:lnTo>
                    <a:pt x="50" y="66"/>
                  </a:lnTo>
                  <a:lnTo>
                    <a:pt x="50" y="66"/>
                  </a:lnTo>
                  <a:lnTo>
                    <a:pt x="48" y="66"/>
                  </a:lnTo>
                  <a:lnTo>
                    <a:pt x="48" y="66"/>
                  </a:lnTo>
                  <a:lnTo>
                    <a:pt x="48" y="66"/>
                  </a:lnTo>
                  <a:lnTo>
                    <a:pt x="48" y="66"/>
                  </a:lnTo>
                  <a:lnTo>
                    <a:pt x="45" y="66"/>
                  </a:lnTo>
                  <a:lnTo>
                    <a:pt x="45" y="66"/>
                  </a:lnTo>
                  <a:lnTo>
                    <a:pt x="45" y="64"/>
                  </a:lnTo>
                  <a:lnTo>
                    <a:pt x="43" y="64"/>
                  </a:lnTo>
                  <a:lnTo>
                    <a:pt x="43" y="64"/>
                  </a:lnTo>
                  <a:lnTo>
                    <a:pt x="43" y="61"/>
                  </a:lnTo>
                  <a:lnTo>
                    <a:pt x="43" y="61"/>
                  </a:lnTo>
                  <a:lnTo>
                    <a:pt x="43" y="61"/>
                  </a:lnTo>
                  <a:lnTo>
                    <a:pt x="41" y="61"/>
                  </a:lnTo>
                  <a:lnTo>
                    <a:pt x="41" y="61"/>
                  </a:lnTo>
                  <a:lnTo>
                    <a:pt x="43" y="59"/>
                  </a:lnTo>
                  <a:lnTo>
                    <a:pt x="43" y="59"/>
                  </a:lnTo>
                  <a:lnTo>
                    <a:pt x="43" y="59"/>
                  </a:lnTo>
                  <a:lnTo>
                    <a:pt x="43" y="61"/>
                  </a:lnTo>
                  <a:lnTo>
                    <a:pt x="43" y="61"/>
                  </a:lnTo>
                  <a:lnTo>
                    <a:pt x="45" y="61"/>
                  </a:lnTo>
                  <a:lnTo>
                    <a:pt x="45" y="61"/>
                  </a:lnTo>
                  <a:lnTo>
                    <a:pt x="48" y="61"/>
                  </a:lnTo>
                  <a:lnTo>
                    <a:pt x="48" y="61"/>
                  </a:lnTo>
                  <a:lnTo>
                    <a:pt x="50" y="61"/>
                  </a:lnTo>
                  <a:lnTo>
                    <a:pt x="50" y="61"/>
                  </a:lnTo>
                  <a:lnTo>
                    <a:pt x="50" y="59"/>
                  </a:lnTo>
                  <a:lnTo>
                    <a:pt x="55" y="54"/>
                  </a:lnTo>
                  <a:lnTo>
                    <a:pt x="55" y="52"/>
                  </a:lnTo>
                  <a:lnTo>
                    <a:pt x="57" y="52"/>
                  </a:lnTo>
                  <a:lnTo>
                    <a:pt x="62" y="49"/>
                  </a:lnTo>
                  <a:lnTo>
                    <a:pt x="62" y="49"/>
                  </a:lnTo>
                  <a:lnTo>
                    <a:pt x="64" y="49"/>
                  </a:lnTo>
                  <a:lnTo>
                    <a:pt x="64" y="49"/>
                  </a:lnTo>
                  <a:lnTo>
                    <a:pt x="67" y="49"/>
                  </a:lnTo>
                  <a:lnTo>
                    <a:pt x="67" y="47"/>
                  </a:lnTo>
                  <a:lnTo>
                    <a:pt x="69" y="47"/>
                  </a:lnTo>
                  <a:lnTo>
                    <a:pt x="69" y="47"/>
                  </a:lnTo>
                  <a:lnTo>
                    <a:pt x="71" y="47"/>
                  </a:lnTo>
                  <a:lnTo>
                    <a:pt x="71" y="47"/>
                  </a:lnTo>
                  <a:lnTo>
                    <a:pt x="71" y="47"/>
                  </a:lnTo>
                  <a:lnTo>
                    <a:pt x="71" y="47"/>
                  </a:lnTo>
                  <a:lnTo>
                    <a:pt x="71" y="47"/>
                  </a:lnTo>
                  <a:lnTo>
                    <a:pt x="71" y="45"/>
                  </a:lnTo>
                  <a:lnTo>
                    <a:pt x="71" y="45"/>
                  </a:lnTo>
                  <a:lnTo>
                    <a:pt x="76" y="40"/>
                  </a:lnTo>
                  <a:lnTo>
                    <a:pt x="79" y="40"/>
                  </a:lnTo>
                  <a:lnTo>
                    <a:pt x="79" y="40"/>
                  </a:lnTo>
                  <a:lnTo>
                    <a:pt x="81" y="40"/>
                  </a:lnTo>
                  <a:lnTo>
                    <a:pt x="83" y="40"/>
                  </a:lnTo>
                  <a:lnTo>
                    <a:pt x="83" y="38"/>
                  </a:lnTo>
                  <a:lnTo>
                    <a:pt x="86" y="38"/>
                  </a:lnTo>
                  <a:lnTo>
                    <a:pt x="86" y="38"/>
                  </a:lnTo>
                  <a:lnTo>
                    <a:pt x="88" y="38"/>
                  </a:lnTo>
                  <a:lnTo>
                    <a:pt x="88" y="35"/>
                  </a:lnTo>
                  <a:lnTo>
                    <a:pt x="90" y="33"/>
                  </a:lnTo>
                  <a:lnTo>
                    <a:pt x="90" y="33"/>
                  </a:lnTo>
                  <a:lnTo>
                    <a:pt x="88" y="28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53">
              <a:extLst>
                <a:ext uri="{FF2B5EF4-FFF2-40B4-BE49-F238E27FC236}">
                  <a16:creationId xmlns:a16="http://schemas.microsoft.com/office/drawing/2014/main" id="{054FDD36-1395-DA47-765E-5CA4E0E3024C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0784" y="3080742"/>
              <a:ext cx="511937" cy="589619"/>
            </a:xfrm>
            <a:custGeom>
              <a:avLst/>
              <a:gdLst>
                <a:gd name="T0" fmla="*/ 381 w 402"/>
                <a:gd name="T1" fmla="*/ 7 h 463"/>
                <a:gd name="T2" fmla="*/ 360 w 402"/>
                <a:gd name="T3" fmla="*/ 9 h 463"/>
                <a:gd name="T4" fmla="*/ 341 w 402"/>
                <a:gd name="T5" fmla="*/ 0 h 463"/>
                <a:gd name="T6" fmla="*/ 320 w 402"/>
                <a:gd name="T7" fmla="*/ 7 h 463"/>
                <a:gd name="T8" fmla="*/ 305 w 402"/>
                <a:gd name="T9" fmla="*/ 9 h 463"/>
                <a:gd name="T10" fmla="*/ 284 w 402"/>
                <a:gd name="T11" fmla="*/ 40 h 463"/>
                <a:gd name="T12" fmla="*/ 265 w 402"/>
                <a:gd name="T13" fmla="*/ 82 h 463"/>
                <a:gd name="T14" fmla="*/ 265 w 402"/>
                <a:gd name="T15" fmla="*/ 92 h 463"/>
                <a:gd name="T16" fmla="*/ 256 w 402"/>
                <a:gd name="T17" fmla="*/ 101 h 463"/>
                <a:gd name="T18" fmla="*/ 227 w 402"/>
                <a:gd name="T19" fmla="*/ 94 h 463"/>
                <a:gd name="T20" fmla="*/ 215 w 402"/>
                <a:gd name="T21" fmla="*/ 90 h 463"/>
                <a:gd name="T22" fmla="*/ 199 w 402"/>
                <a:gd name="T23" fmla="*/ 85 h 463"/>
                <a:gd name="T24" fmla="*/ 187 w 402"/>
                <a:gd name="T25" fmla="*/ 82 h 463"/>
                <a:gd name="T26" fmla="*/ 135 w 402"/>
                <a:gd name="T27" fmla="*/ 82 h 463"/>
                <a:gd name="T28" fmla="*/ 109 w 402"/>
                <a:gd name="T29" fmla="*/ 97 h 463"/>
                <a:gd name="T30" fmla="*/ 109 w 402"/>
                <a:gd name="T31" fmla="*/ 118 h 463"/>
                <a:gd name="T32" fmla="*/ 109 w 402"/>
                <a:gd name="T33" fmla="*/ 130 h 463"/>
                <a:gd name="T34" fmla="*/ 133 w 402"/>
                <a:gd name="T35" fmla="*/ 125 h 463"/>
                <a:gd name="T36" fmla="*/ 156 w 402"/>
                <a:gd name="T37" fmla="*/ 123 h 463"/>
                <a:gd name="T38" fmla="*/ 173 w 402"/>
                <a:gd name="T39" fmla="*/ 139 h 463"/>
                <a:gd name="T40" fmla="*/ 166 w 402"/>
                <a:gd name="T41" fmla="*/ 168 h 463"/>
                <a:gd name="T42" fmla="*/ 149 w 402"/>
                <a:gd name="T43" fmla="*/ 196 h 463"/>
                <a:gd name="T44" fmla="*/ 152 w 402"/>
                <a:gd name="T45" fmla="*/ 210 h 463"/>
                <a:gd name="T46" fmla="*/ 178 w 402"/>
                <a:gd name="T47" fmla="*/ 224 h 463"/>
                <a:gd name="T48" fmla="*/ 178 w 402"/>
                <a:gd name="T49" fmla="*/ 258 h 463"/>
                <a:gd name="T50" fmla="*/ 178 w 402"/>
                <a:gd name="T51" fmla="*/ 274 h 463"/>
                <a:gd name="T52" fmla="*/ 175 w 402"/>
                <a:gd name="T53" fmla="*/ 293 h 463"/>
                <a:gd name="T54" fmla="*/ 166 w 402"/>
                <a:gd name="T55" fmla="*/ 310 h 463"/>
                <a:gd name="T56" fmla="*/ 159 w 402"/>
                <a:gd name="T57" fmla="*/ 329 h 463"/>
                <a:gd name="T58" fmla="*/ 147 w 402"/>
                <a:gd name="T59" fmla="*/ 324 h 463"/>
                <a:gd name="T60" fmla="*/ 137 w 402"/>
                <a:gd name="T61" fmla="*/ 312 h 463"/>
                <a:gd name="T62" fmla="*/ 123 w 402"/>
                <a:gd name="T63" fmla="*/ 326 h 463"/>
                <a:gd name="T64" fmla="*/ 99 w 402"/>
                <a:gd name="T65" fmla="*/ 321 h 463"/>
                <a:gd name="T66" fmla="*/ 95 w 402"/>
                <a:gd name="T67" fmla="*/ 310 h 463"/>
                <a:gd name="T68" fmla="*/ 81 w 402"/>
                <a:gd name="T69" fmla="*/ 293 h 463"/>
                <a:gd name="T70" fmla="*/ 71 w 402"/>
                <a:gd name="T71" fmla="*/ 312 h 463"/>
                <a:gd name="T72" fmla="*/ 28 w 402"/>
                <a:gd name="T73" fmla="*/ 321 h 463"/>
                <a:gd name="T74" fmla="*/ 21 w 402"/>
                <a:gd name="T75" fmla="*/ 350 h 463"/>
                <a:gd name="T76" fmla="*/ 36 w 402"/>
                <a:gd name="T77" fmla="*/ 369 h 463"/>
                <a:gd name="T78" fmla="*/ 33 w 402"/>
                <a:gd name="T79" fmla="*/ 392 h 463"/>
                <a:gd name="T80" fmla="*/ 7 w 402"/>
                <a:gd name="T81" fmla="*/ 411 h 463"/>
                <a:gd name="T82" fmla="*/ 38 w 402"/>
                <a:gd name="T83" fmla="*/ 449 h 463"/>
                <a:gd name="T84" fmla="*/ 59 w 402"/>
                <a:gd name="T85" fmla="*/ 452 h 463"/>
                <a:gd name="T86" fmla="*/ 85 w 402"/>
                <a:gd name="T87" fmla="*/ 433 h 463"/>
                <a:gd name="T88" fmla="*/ 107 w 402"/>
                <a:gd name="T89" fmla="*/ 442 h 463"/>
                <a:gd name="T90" fmla="*/ 128 w 402"/>
                <a:gd name="T91" fmla="*/ 449 h 463"/>
                <a:gd name="T92" fmla="*/ 137 w 402"/>
                <a:gd name="T93" fmla="*/ 433 h 463"/>
                <a:gd name="T94" fmla="*/ 166 w 402"/>
                <a:gd name="T95" fmla="*/ 428 h 463"/>
                <a:gd name="T96" fmla="*/ 175 w 402"/>
                <a:gd name="T97" fmla="*/ 437 h 463"/>
                <a:gd name="T98" fmla="*/ 178 w 402"/>
                <a:gd name="T99" fmla="*/ 456 h 463"/>
                <a:gd name="T100" fmla="*/ 204 w 402"/>
                <a:gd name="T101" fmla="*/ 445 h 463"/>
                <a:gd name="T102" fmla="*/ 237 w 402"/>
                <a:gd name="T103" fmla="*/ 411 h 463"/>
                <a:gd name="T104" fmla="*/ 272 w 402"/>
                <a:gd name="T105" fmla="*/ 374 h 463"/>
                <a:gd name="T106" fmla="*/ 270 w 402"/>
                <a:gd name="T107" fmla="*/ 321 h 463"/>
                <a:gd name="T108" fmla="*/ 289 w 402"/>
                <a:gd name="T109" fmla="*/ 295 h 463"/>
                <a:gd name="T110" fmla="*/ 310 w 402"/>
                <a:gd name="T111" fmla="*/ 260 h 463"/>
                <a:gd name="T112" fmla="*/ 346 w 402"/>
                <a:gd name="T113" fmla="*/ 234 h 463"/>
                <a:gd name="T114" fmla="*/ 364 w 402"/>
                <a:gd name="T115" fmla="*/ 170 h 463"/>
                <a:gd name="T116" fmla="*/ 372 w 402"/>
                <a:gd name="T117" fmla="*/ 113 h 463"/>
                <a:gd name="T118" fmla="*/ 379 w 402"/>
                <a:gd name="T119" fmla="*/ 63 h 463"/>
                <a:gd name="T120" fmla="*/ 400 w 402"/>
                <a:gd name="T121" fmla="*/ 28 h 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02" h="463">
                  <a:moveTo>
                    <a:pt x="402" y="14"/>
                  </a:moveTo>
                  <a:lnTo>
                    <a:pt x="400" y="11"/>
                  </a:lnTo>
                  <a:lnTo>
                    <a:pt x="398" y="11"/>
                  </a:lnTo>
                  <a:lnTo>
                    <a:pt x="398" y="11"/>
                  </a:lnTo>
                  <a:lnTo>
                    <a:pt x="398" y="9"/>
                  </a:lnTo>
                  <a:lnTo>
                    <a:pt x="395" y="7"/>
                  </a:lnTo>
                  <a:lnTo>
                    <a:pt x="393" y="4"/>
                  </a:lnTo>
                  <a:lnTo>
                    <a:pt x="393" y="4"/>
                  </a:lnTo>
                  <a:lnTo>
                    <a:pt x="393" y="4"/>
                  </a:lnTo>
                  <a:lnTo>
                    <a:pt x="391" y="4"/>
                  </a:lnTo>
                  <a:lnTo>
                    <a:pt x="391" y="4"/>
                  </a:lnTo>
                  <a:lnTo>
                    <a:pt x="391" y="4"/>
                  </a:lnTo>
                  <a:lnTo>
                    <a:pt x="388" y="4"/>
                  </a:lnTo>
                  <a:lnTo>
                    <a:pt x="388" y="4"/>
                  </a:lnTo>
                  <a:lnTo>
                    <a:pt x="388" y="7"/>
                  </a:lnTo>
                  <a:lnTo>
                    <a:pt x="388" y="7"/>
                  </a:lnTo>
                  <a:lnTo>
                    <a:pt x="388" y="7"/>
                  </a:lnTo>
                  <a:lnTo>
                    <a:pt x="388" y="7"/>
                  </a:lnTo>
                  <a:lnTo>
                    <a:pt x="386" y="7"/>
                  </a:lnTo>
                  <a:lnTo>
                    <a:pt x="386" y="7"/>
                  </a:lnTo>
                  <a:lnTo>
                    <a:pt x="381" y="7"/>
                  </a:lnTo>
                  <a:lnTo>
                    <a:pt x="381" y="7"/>
                  </a:lnTo>
                  <a:lnTo>
                    <a:pt x="381" y="7"/>
                  </a:lnTo>
                  <a:lnTo>
                    <a:pt x="381" y="7"/>
                  </a:lnTo>
                  <a:lnTo>
                    <a:pt x="381" y="7"/>
                  </a:lnTo>
                  <a:lnTo>
                    <a:pt x="381" y="9"/>
                  </a:lnTo>
                  <a:lnTo>
                    <a:pt x="379" y="9"/>
                  </a:lnTo>
                  <a:lnTo>
                    <a:pt x="379" y="9"/>
                  </a:lnTo>
                  <a:lnTo>
                    <a:pt x="379" y="11"/>
                  </a:lnTo>
                  <a:lnTo>
                    <a:pt x="376" y="11"/>
                  </a:lnTo>
                  <a:lnTo>
                    <a:pt x="376" y="11"/>
                  </a:lnTo>
                  <a:lnTo>
                    <a:pt x="376" y="11"/>
                  </a:lnTo>
                  <a:lnTo>
                    <a:pt x="374" y="9"/>
                  </a:lnTo>
                  <a:lnTo>
                    <a:pt x="374" y="7"/>
                  </a:lnTo>
                  <a:lnTo>
                    <a:pt x="372" y="7"/>
                  </a:lnTo>
                  <a:lnTo>
                    <a:pt x="369" y="7"/>
                  </a:lnTo>
                  <a:lnTo>
                    <a:pt x="369" y="7"/>
                  </a:lnTo>
                  <a:lnTo>
                    <a:pt x="367" y="9"/>
                  </a:lnTo>
                  <a:lnTo>
                    <a:pt x="367" y="9"/>
                  </a:lnTo>
                  <a:lnTo>
                    <a:pt x="364" y="9"/>
                  </a:lnTo>
                  <a:lnTo>
                    <a:pt x="364" y="7"/>
                  </a:lnTo>
                  <a:lnTo>
                    <a:pt x="362" y="7"/>
                  </a:lnTo>
                  <a:lnTo>
                    <a:pt x="362" y="7"/>
                  </a:lnTo>
                  <a:lnTo>
                    <a:pt x="360" y="9"/>
                  </a:lnTo>
                  <a:lnTo>
                    <a:pt x="360" y="9"/>
                  </a:lnTo>
                  <a:lnTo>
                    <a:pt x="360" y="9"/>
                  </a:lnTo>
                  <a:lnTo>
                    <a:pt x="360" y="7"/>
                  </a:lnTo>
                  <a:lnTo>
                    <a:pt x="357" y="7"/>
                  </a:lnTo>
                  <a:lnTo>
                    <a:pt x="357" y="4"/>
                  </a:lnTo>
                  <a:lnTo>
                    <a:pt x="357" y="4"/>
                  </a:lnTo>
                  <a:lnTo>
                    <a:pt x="357" y="4"/>
                  </a:lnTo>
                  <a:lnTo>
                    <a:pt x="355" y="4"/>
                  </a:lnTo>
                  <a:lnTo>
                    <a:pt x="355" y="4"/>
                  </a:lnTo>
                  <a:lnTo>
                    <a:pt x="355" y="4"/>
                  </a:lnTo>
                  <a:lnTo>
                    <a:pt x="355" y="4"/>
                  </a:lnTo>
                  <a:lnTo>
                    <a:pt x="353" y="4"/>
                  </a:lnTo>
                  <a:lnTo>
                    <a:pt x="353" y="4"/>
                  </a:lnTo>
                  <a:lnTo>
                    <a:pt x="353" y="4"/>
                  </a:lnTo>
                  <a:lnTo>
                    <a:pt x="353" y="4"/>
                  </a:lnTo>
                  <a:lnTo>
                    <a:pt x="353" y="4"/>
                  </a:lnTo>
                  <a:lnTo>
                    <a:pt x="348" y="4"/>
                  </a:lnTo>
                  <a:lnTo>
                    <a:pt x="346" y="4"/>
                  </a:lnTo>
                  <a:lnTo>
                    <a:pt x="343" y="2"/>
                  </a:lnTo>
                  <a:lnTo>
                    <a:pt x="341" y="2"/>
                  </a:lnTo>
                  <a:lnTo>
                    <a:pt x="341" y="0"/>
                  </a:lnTo>
                  <a:lnTo>
                    <a:pt x="341" y="0"/>
                  </a:lnTo>
                  <a:lnTo>
                    <a:pt x="341" y="0"/>
                  </a:lnTo>
                  <a:lnTo>
                    <a:pt x="341" y="0"/>
                  </a:lnTo>
                  <a:lnTo>
                    <a:pt x="341" y="0"/>
                  </a:lnTo>
                  <a:lnTo>
                    <a:pt x="338" y="0"/>
                  </a:lnTo>
                  <a:lnTo>
                    <a:pt x="338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4" y="2"/>
                  </a:lnTo>
                  <a:lnTo>
                    <a:pt x="334" y="2"/>
                  </a:lnTo>
                  <a:lnTo>
                    <a:pt x="331" y="4"/>
                  </a:lnTo>
                  <a:lnTo>
                    <a:pt x="329" y="4"/>
                  </a:lnTo>
                  <a:lnTo>
                    <a:pt x="329" y="4"/>
                  </a:lnTo>
                  <a:lnTo>
                    <a:pt x="327" y="4"/>
                  </a:lnTo>
                  <a:lnTo>
                    <a:pt x="327" y="4"/>
                  </a:lnTo>
                  <a:lnTo>
                    <a:pt x="327" y="4"/>
                  </a:lnTo>
                  <a:lnTo>
                    <a:pt x="327" y="4"/>
                  </a:lnTo>
                  <a:lnTo>
                    <a:pt x="324" y="7"/>
                  </a:lnTo>
                  <a:lnTo>
                    <a:pt x="324" y="7"/>
                  </a:lnTo>
                  <a:lnTo>
                    <a:pt x="324" y="7"/>
                  </a:lnTo>
                  <a:lnTo>
                    <a:pt x="322" y="7"/>
                  </a:lnTo>
                  <a:lnTo>
                    <a:pt x="322" y="7"/>
                  </a:lnTo>
                  <a:lnTo>
                    <a:pt x="320" y="7"/>
                  </a:lnTo>
                  <a:lnTo>
                    <a:pt x="320" y="7"/>
                  </a:lnTo>
                  <a:lnTo>
                    <a:pt x="317" y="7"/>
                  </a:lnTo>
                  <a:lnTo>
                    <a:pt x="317" y="7"/>
                  </a:lnTo>
                  <a:lnTo>
                    <a:pt x="315" y="7"/>
                  </a:lnTo>
                  <a:lnTo>
                    <a:pt x="315" y="7"/>
                  </a:lnTo>
                  <a:lnTo>
                    <a:pt x="315" y="9"/>
                  </a:lnTo>
                  <a:lnTo>
                    <a:pt x="315" y="9"/>
                  </a:lnTo>
                  <a:lnTo>
                    <a:pt x="315" y="9"/>
                  </a:lnTo>
                  <a:lnTo>
                    <a:pt x="312" y="9"/>
                  </a:lnTo>
                  <a:lnTo>
                    <a:pt x="312" y="9"/>
                  </a:lnTo>
                  <a:lnTo>
                    <a:pt x="312" y="9"/>
                  </a:lnTo>
                  <a:lnTo>
                    <a:pt x="312" y="9"/>
                  </a:lnTo>
                  <a:lnTo>
                    <a:pt x="312" y="9"/>
                  </a:lnTo>
                  <a:lnTo>
                    <a:pt x="310" y="7"/>
                  </a:lnTo>
                  <a:lnTo>
                    <a:pt x="310" y="7"/>
                  </a:lnTo>
                  <a:lnTo>
                    <a:pt x="308" y="7"/>
                  </a:lnTo>
                  <a:lnTo>
                    <a:pt x="308" y="7"/>
                  </a:lnTo>
                  <a:lnTo>
                    <a:pt x="308" y="7"/>
                  </a:lnTo>
                  <a:lnTo>
                    <a:pt x="308" y="7"/>
                  </a:lnTo>
                  <a:lnTo>
                    <a:pt x="305" y="7"/>
                  </a:lnTo>
                  <a:lnTo>
                    <a:pt x="305" y="7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303" y="9"/>
                  </a:lnTo>
                  <a:lnTo>
                    <a:pt x="301" y="9"/>
                  </a:lnTo>
                  <a:lnTo>
                    <a:pt x="298" y="9"/>
                  </a:lnTo>
                  <a:lnTo>
                    <a:pt x="298" y="9"/>
                  </a:lnTo>
                  <a:lnTo>
                    <a:pt x="294" y="9"/>
                  </a:lnTo>
                  <a:lnTo>
                    <a:pt x="294" y="11"/>
                  </a:lnTo>
                  <a:lnTo>
                    <a:pt x="291" y="11"/>
                  </a:lnTo>
                  <a:lnTo>
                    <a:pt x="291" y="14"/>
                  </a:lnTo>
                  <a:lnTo>
                    <a:pt x="289" y="19"/>
                  </a:lnTo>
                  <a:lnTo>
                    <a:pt x="289" y="23"/>
                  </a:lnTo>
                  <a:lnTo>
                    <a:pt x="289" y="23"/>
                  </a:lnTo>
                  <a:lnTo>
                    <a:pt x="289" y="26"/>
                  </a:lnTo>
                  <a:lnTo>
                    <a:pt x="286" y="28"/>
                  </a:lnTo>
                  <a:lnTo>
                    <a:pt x="286" y="28"/>
                  </a:lnTo>
                  <a:lnTo>
                    <a:pt x="286" y="30"/>
                  </a:lnTo>
                  <a:lnTo>
                    <a:pt x="286" y="30"/>
                  </a:lnTo>
                  <a:lnTo>
                    <a:pt x="286" y="33"/>
                  </a:lnTo>
                  <a:lnTo>
                    <a:pt x="286" y="33"/>
                  </a:lnTo>
                  <a:lnTo>
                    <a:pt x="286" y="35"/>
                  </a:lnTo>
                  <a:lnTo>
                    <a:pt x="284" y="40"/>
                  </a:lnTo>
                  <a:lnTo>
                    <a:pt x="284" y="42"/>
                  </a:lnTo>
                  <a:lnTo>
                    <a:pt x="284" y="42"/>
                  </a:lnTo>
                  <a:lnTo>
                    <a:pt x="286" y="45"/>
                  </a:lnTo>
                  <a:lnTo>
                    <a:pt x="286" y="45"/>
                  </a:lnTo>
                  <a:lnTo>
                    <a:pt x="286" y="45"/>
                  </a:lnTo>
                  <a:lnTo>
                    <a:pt x="284" y="49"/>
                  </a:lnTo>
                  <a:lnTo>
                    <a:pt x="284" y="52"/>
                  </a:lnTo>
                  <a:lnTo>
                    <a:pt x="282" y="54"/>
                  </a:lnTo>
                  <a:lnTo>
                    <a:pt x="279" y="59"/>
                  </a:lnTo>
                  <a:lnTo>
                    <a:pt x="277" y="63"/>
                  </a:lnTo>
                  <a:lnTo>
                    <a:pt x="277" y="66"/>
                  </a:lnTo>
                  <a:lnTo>
                    <a:pt x="275" y="73"/>
                  </a:lnTo>
                  <a:lnTo>
                    <a:pt x="270" y="78"/>
                  </a:lnTo>
                  <a:lnTo>
                    <a:pt x="272" y="78"/>
                  </a:lnTo>
                  <a:lnTo>
                    <a:pt x="272" y="78"/>
                  </a:lnTo>
                  <a:lnTo>
                    <a:pt x="272" y="80"/>
                  </a:lnTo>
                  <a:lnTo>
                    <a:pt x="270" y="80"/>
                  </a:lnTo>
                  <a:lnTo>
                    <a:pt x="267" y="80"/>
                  </a:lnTo>
                  <a:lnTo>
                    <a:pt x="267" y="80"/>
                  </a:lnTo>
                  <a:lnTo>
                    <a:pt x="265" y="80"/>
                  </a:lnTo>
                  <a:lnTo>
                    <a:pt x="265" y="80"/>
                  </a:lnTo>
                  <a:lnTo>
                    <a:pt x="265" y="82"/>
                  </a:lnTo>
                  <a:lnTo>
                    <a:pt x="265" y="82"/>
                  </a:lnTo>
                  <a:lnTo>
                    <a:pt x="265" y="82"/>
                  </a:lnTo>
                  <a:lnTo>
                    <a:pt x="265" y="85"/>
                  </a:lnTo>
                  <a:lnTo>
                    <a:pt x="265" y="85"/>
                  </a:lnTo>
                  <a:lnTo>
                    <a:pt x="265" y="85"/>
                  </a:lnTo>
                  <a:lnTo>
                    <a:pt x="265" y="85"/>
                  </a:lnTo>
                  <a:lnTo>
                    <a:pt x="265" y="85"/>
                  </a:lnTo>
                  <a:lnTo>
                    <a:pt x="265" y="85"/>
                  </a:lnTo>
                  <a:lnTo>
                    <a:pt x="265" y="85"/>
                  </a:lnTo>
                  <a:lnTo>
                    <a:pt x="265" y="85"/>
                  </a:lnTo>
                  <a:lnTo>
                    <a:pt x="265" y="87"/>
                  </a:lnTo>
                  <a:lnTo>
                    <a:pt x="265" y="87"/>
                  </a:lnTo>
                  <a:lnTo>
                    <a:pt x="265" y="87"/>
                  </a:lnTo>
                  <a:lnTo>
                    <a:pt x="265" y="87"/>
                  </a:lnTo>
                  <a:lnTo>
                    <a:pt x="265" y="87"/>
                  </a:lnTo>
                  <a:lnTo>
                    <a:pt x="265" y="87"/>
                  </a:lnTo>
                  <a:lnTo>
                    <a:pt x="265" y="90"/>
                  </a:lnTo>
                  <a:lnTo>
                    <a:pt x="263" y="90"/>
                  </a:lnTo>
                  <a:lnTo>
                    <a:pt x="265" y="92"/>
                  </a:lnTo>
                  <a:lnTo>
                    <a:pt x="265" y="92"/>
                  </a:lnTo>
                  <a:lnTo>
                    <a:pt x="265" y="92"/>
                  </a:lnTo>
                  <a:lnTo>
                    <a:pt x="265" y="92"/>
                  </a:lnTo>
                  <a:lnTo>
                    <a:pt x="265" y="94"/>
                  </a:lnTo>
                  <a:lnTo>
                    <a:pt x="267" y="99"/>
                  </a:lnTo>
                  <a:lnTo>
                    <a:pt x="270" y="104"/>
                  </a:lnTo>
                  <a:lnTo>
                    <a:pt x="270" y="106"/>
                  </a:lnTo>
                  <a:lnTo>
                    <a:pt x="267" y="106"/>
                  </a:lnTo>
                  <a:lnTo>
                    <a:pt x="267" y="106"/>
                  </a:lnTo>
                  <a:lnTo>
                    <a:pt x="267" y="106"/>
                  </a:lnTo>
                  <a:lnTo>
                    <a:pt x="265" y="108"/>
                  </a:lnTo>
                  <a:lnTo>
                    <a:pt x="263" y="106"/>
                  </a:lnTo>
                  <a:lnTo>
                    <a:pt x="263" y="106"/>
                  </a:lnTo>
                  <a:lnTo>
                    <a:pt x="263" y="104"/>
                  </a:lnTo>
                  <a:lnTo>
                    <a:pt x="263" y="104"/>
                  </a:lnTo>
                  <a:lnTo>
                    <a:pt x="263" y="104"/>
                  </a:lnTo>
                  <a:lnTo>
                    <a:pt x="263" y="104"/>
                  </a:lnTo>
                  <a:lnTo>
                    <a:pt x="260" y="101"/>
                  </a:lnTo>
                  <a:lnTo>
                    <a:pt x="260" y="101"/>
                  </a:lnTo>
                  <a:lnTo>
                    <a:pt x="260" y="101"/>
                  </a:lnTo>
                  <a:lnTo>
                    <a:pt x="260" y="101"/>
                  </a:lnTo>
                  <a:lnTo>
                    <a:pt x="258" y="101"/>
                  </a:lnTo>
                  <a:lnTo>
                    <a:pt x="258" y="101"/>
                  </a:lnTo>
                  <a:lnTo>
                    <a:pt x="256" y="101"/>
                  </a:lnTo>
                  <a:lnTo>
                    <a:pt x="256" y="101"/>
                  </a:lnTo>
                  <a:lnTo>
                    <a:pt x="256" y="101"/>
                  </a:lnTo>
                  <a:lnTo>
                    <a:pt x="256" y="101"/>
                  </a:lnTo>
                  <a:lnTo>
                    <a:pt x="256" y="101"/>
                  </a:lnTo>
                  <a:lnTo>
                    <a:pt x="253" y="101"/>
                  </a:lnTo>
                  <a:lnTo>
                    <a:pt x="253" y="99"/>
                  </a:lnTo>
                  <a:lnTo>
                    <a:pt x="253" y="99"/>
                  </a:lnTo>
                  <a:lnTo>
                    <a:pt x="253" y="99"/>
                  </a:lnTo>
                  <a:lnTo>
                    <a:pt x="251" y="99"/>
                  </a:lnTo>
                  <a:lnTo>
                    <a:pt x="251" y="99"/>
                  </a:lnTo>
                  <a:lnTo>
                    <a:pt x="251" y="97"/>
                  </a:lnTo>
                  <a:lnTo>
                    <a:pt x="249" y="94"/>
                  </a:lnTo>
                  <a:lnTo>
                    <a:pt x="249" y="94"/>
                  </a:lnTo>
                  <a:lnTo>
                    <a:pt x="246" y="94"/>
                  </a:lnTo>
                  <a:lnTo>
                    <a:pt x="246" y="94"/>
                  </a:lnTo>
                  <a:lnTo>
                    <a:pt x="246" y="94"/>
                  </a:lnTo>
                  <a:lnTo>
                    <a:pt x="244" y="94"/>
                  </a:lnTo>
                  <a:lnTo>
                    <a:pt x="239" y="94"/>
                  </a:lnTo>
                  <a:lnTo>
                    <a:pt x="234" y="92"/>
                  </a:lnTo>
                  <a:lnTo>
                    <a:pt x="232" y="92"/>
                  </a:lnTo>
                  <a:lnTo>
                    <a:pt x="230" y="92"/>
                  </a:lnTo>
                  <a:lnTo>
                    <a:pt x="227" y="94"/>
                  </a:lnTo>
                  <a:lnTo>
                    <a:pt x="227" y="94"/>
                  </a:lnTo>
                  <a:lnTo>
                    <a:pt x="225" y="94"/>
                  </a:lnTo>
                  <a:lnTo>
                    <a:pt x="225" y="94"/>
                  </a:lnTo>
                  <a:lnTo>
                    <a:pt x="225" y="94"/>
                  </a:lnTo>
                  <a:lnTo>
                    <a:pt x="225" y="94"/>
                  </a:lnTo>
                  <a:lnTo>
                    <a:pt x="223" y="94"/>
                  </a:lnTo>
                  <a:lnTo>
                    <a:pt x="223" y="94"/>
                  </a:lnTo>
                  <a:lnTo>
                    <a:pt x="223" y="92"/>
                  </a:lnTo>
                  <a:lnTo>
                    <a:pt x="223" y="92"/>
                  </a:lnTo>
                  <a:lnTo>
                    <a:pt x="223" y="92"/>
                  </a:lnTo>
                  <a:lnTo>
                    <a:pt x="223" y="92"/>
                  </a:lnTo>
                  <a:lnTo>
                    <a:pt x="223" y="92"/>
                  </a:lnTo>
                  <a:lnTo>
                    <a:pt x="223" y="92"/>
                  </a:lnTo>
                  <a:lnTo>
                    <a:pt x="220" y="90"/>
                  </a:lnTo>
                  <a:lnTo>
                    <a:pt x="220" y="90"/>
                  </a:lnTo>
                  <a:lnTo>
                    <a:pt x="220" y="90"/>
                  </a:lnTo>
                  <a:lnTo>
                    <a:pt x="220" y="90"/>
                  </a:lnTo>
                  <a:lnTo>
                    <a:pt x="220" y="90"/>
                  </a:lnTo>
                  <a:lnTo>
                    <a:pt x="218" y="87"/>
                  </a:lnTo>
                  <a:lnTo>
                    <a:pt x="218" y="90"/>
                  </a:lnTo>
                  <a:lnTo>
                    <a:pt x="218" y="90"/>
                  </a:lnTo>
                  <a:lnTo>
                    <a:pt x="215" y="87"/>
                  </a:lnTo>
                  <a:lnTo>
                    <a:pt x="215" y="90"/>
                  </a:lnTo>
                  <a:lnTo>
                    <a:pt x="213" y="90"/>
                  </a:lnTo>
                  <a:lnTo>
                    <a:pt x="213" y="90"/>
                  </a:lnTo>
                  <a:lnTo>
                    <a:pt x="213" y="90"/>
                  </a:lnTo>
                  <a:lnTo>
                    <a:pt x="213" y="92"/>
                  </a:lnTo>
                  <a:lnTo>
                    <a:pt x="211" y="92"/>
                  </a:lnTo>
                  <a:lnTo>
                    <a:pt x="211" y="90"/>
                  </a:lnTo>
                  <a:lnTo>
                    <a:pt x="208" y="90"/>
                  </a:lnTo>
                  <a:lnTo>
                    <a:pt x="208" y="90"/>
                  </a:lnTo>
                  <a:lnTo>
                    <a:pt x="206" y="90"/>
                  </a:lnTo>
                  <a:lnTo>
                    <a:pt x="206" y="90"/>
                  </a:lnTo>
                  <a:lnTo>
                    <a:pt x="206" y="90"/>
                  </a:lnTo>
                  <a:lnTo>
                    <a:pt x="204" y="90"/>
                  </a:lnTo>
                  <a:lnTo>
                    <a:pt x="204" y="90"/>
                  </a:lnTo>
                  <a:lnTo>
                    <a:pt x="201" y="90"/>
                  </a:lnTo>
                  <a:lnTo>
                    <a:pt x="201" y="90"/>
                  </a:lnTo>
                  <a:lnTo>
                    <a:pt x="201" y="87"/>
                  </a:lnTo>
                  <a:lnTo>
                    <a:pt x="201" y="87"/>
                  </a:lnTo>
                  <a:lnTo>
                    <a:pt x="201" y="85"/>
                  </a:lnTo>
                  <a:lnTo>
                    <a:pt x="201" y="85"/>
                  </a:lnTo>
                  <a:lnTo>
                    <a:pt x="199" y="85"/>
                  </a:lnTo>
                  <a:lnTo>
                    <a:pt x="199" y="85"/>
                  </a:lnTo>
                  <a:lnTo>
                    <a:pt x="199" y="85"/>
                  </a:lnTo>
                  <a:lnTo>
                    <a:pt x="199" y="85"/>
                  </a:lnTo>
                  <a:lnTo>
                    <a:pt x="199" y="87"/>
                  </a:lnTo>
                  <a:lnTo>
                    <a:pt x="199" y="87"/>
                  </a:lnTo>
                  <a:lnTo>
                    <a:pt x="194" y="87"/>
                  </a:lnTo>
                  <a:lnTo>
                    <a:pt x="194" y="87"/>
                  </a:lnTo>
                  <a:lnTo>
                    <a:pt x="194" y="85"/>
                  </a:lnTo>
                  <a:lnTo>
                    <a:pt x="194" y="85"/>
                  </a:lnTo>
                  <a:lnTo>
                    <a:pt x="194" y="85"/>
                  </a:lnTo>
                  <a:lnTo>
                    <a:pt x="194" y="85"/>
                  </a:lnTo>
                  <a:lnTo>
                    <a:pt x="192" y="85"/>
                  </a:lnTo>
                  <a:lnTo>
                    <a:pt x="192" y="85"/>
                  </a:lnTo>
                  <a:lnTo>
                    <a:pt x="192" y="85"/>
                  </a:lnTo>
                  <a:lnTo>
                    <a:pt x="194" y="85"/>
                  </a:lnTo>
                  <a:lnTo>
                    <a:pt x="192" y="82"/>
                  </a:lnTo>
                  <a:lnTo>
                    <a:pt x="192" y="85"/>
                  </a:lnTo>
                  <a:lnTo>
                    <a:pt x="192" y="85"/>
                  </a:lnTo>
                  <a:lnTo>
                    <a:pt x="192" y="85"/>
                  </a:lnTo>
                  <a:lnTo>
                    <a:pt x="189" y="82"/>
                  </a:lnTo>
                  <a:lnTo>
                    <a:pt x="189" y="82"/>
                  </a:lnTo>
                  <a:lnTo>
                    <a:pt x="187" y="82"/>
                  </a:lnTo>
                  <a:lnTo>
                    <a:pt x="187" y="82"/>
                  </a:lnTo>
                  <a:lnTo>
                    <a:pt x="187" y="82"/>
                  </a:lnTo>
                  <a:lnTo>
                    <a:pt x="187" y="82"/>
                  </a:lnTo>
                  <a:lnTo>
                    <a:pt x="185" y="80"/>
                  </a:lnTo>
                  <a:lnTo>
                    <a:pt x="185" y="80"/>
                  </a:lnTo>
                  <a:lnTo>
                    <a:pt x="182" y="80"/>
                  </a:lnTo>
                  <a:lnTo>
                    <a:pt x="182" y="80"/>
                  </a:lnTo>
                  <a:lnTo>
                    <a:pt x="182" y="80"/>
                  </a:lnTo>
                  <a:lnTo>
                    <a:pt x="182" y="80"/>
                  </a:lnTo>
                  <a:lnTo>
                    <a:pt x="182" y="82"/>
                  </a:lnTo>
                  <a:lnTo>
                    <a:pt x="182" y="82"/>
                  </a:lnTo>
                  <a:lnTo>
                    <a:pt x="178" y="82"/>
                  </a:lnTo>
                  <a:lnTo>
                    <a:pt x="178" y="82"/>
                  </a:lnTo>
                  <a:lnTo>
                    <a:pt x="178" y="82"/>
                  </a:lnTo>
                  <a:lnTo>
                    <a:pt x="175" y="82"/>
                  </a:lnTo>
                  <a:lnTo>
                    <a:pt x="175" y="82"/>
                  </a:lnTo>
                  <a:lnTo>
                    <a:pt x="175" y="82"/>
                  </a:lnTo>
                  <a:lnTo>
                    <a:pt x="170" y="80"/>
                  </a:lnTo>
                  <a:lnTo>
                    <a:pt x="168" y="82"/>
                  </a:lnTo>
                  <a:lnTo>
                    <a:pt x="168" y="82"/>
                  </a:lnTo>
                  <a:lnTo>
                    <a:pt x="161" y="82"/>
                  </a:lnTo>
                  <a:lnTo>
                    <a:pt x="154" y="82"/>
                  </a:lnTo>
                  <a:lnTo>
                    <a:pt x="144" y="82"/>
                  </a:lnTo>
                  <a:lnTo>
                    <a:pt x="135" y="82"/>
                  </a:lnTo>
                  <a:lnTo>
                    <a:pt x="133" y="82"/>
                  </a:lnTo>
                  <a:lnTo>
                    <a:pt x="126" y="82"/>
                  </a:lnTo>
                  <a:lnTo>
                    <a:pt x="116" y="82"/>
                  </a:lnTo>
                  <a:lnTo>
                    <a:pt x="116" y="85"/>
                  </a:lnTo>
                  <a:lnTo>
                    <a:pt x="116" y="87"/>
                  </a:lnTo>
                  <a:lnTo>
                    <a:pt x="116" y="87"/>
                  </a:lnTo>
                  <a:lnTo>
                    <a:pt x="114" y="90"/>
                  </a:lnTo>
                  <a:lnTo>
                    <a:pt x="114" y="90"/>
                  </a:lnTo>
                  <a:lnTo>
                    <a:pt x="111" y="90"/>
                  </a:lnTo>
                  <a:lnTo>
                    <a:pt x="111" y="90"/>
                  </a:lnTo>
                  <a:lnTo>
                    <a:pt x="111" y="90"/>
                  </a:lnTo>
                  <a:lnTo>
                    <a:pt x="111" y="92"/>
                  </a:lnTo>
                  <a:lnTo>
                    <a:pt x="111" y="92"/>
                  </a:lnTo>
                  <a:lnTo>
                    <a:pt x="111" y="92"/>
                  </a:lnTo>
                  <a:lnTo>
                    <a:pt x="111" y="92"/>
                  </a:lnTo>
                  <a:lnTo>
                    <a:pt x="111" y="94"/>
                  </a:lnTo>
                  <a:lnTo>
                    <a:pt x="111" y="94"/>
                  </a:lnTo>
                  <a:lnTo>
                    <a:pt x="109" y="94"/>
                  </a:lnTo>
                  <a:lnTo>
                    <a:pt x="109" y="94"/>
                  </a:lnTo>
                  <a:lnTo>
                    <a:pt x="109" y="94"/>
                  </a:lnTo>
                  <a:lnTo>
                    <a:pt x="109" y="97"/>
                  </a:lnTo>
                  <a:lnTo>
                    <a:pt x="109" y="97"/>
                  </a:lnTo>
                  <a:lnTo>
                    <a:pt x="109" y="97"/>
                  </a:lnTo>
                  <a:lnTo>
                    <a:pt x="109" y="99"/>
                  </a:lnTo>
                  <a:lnTo>
                    <a:pt x="111" y="99"/>
                  </a:lnTo>
                  <a:lnTo>
                    <a:pt x="111" y="99"/>
                  </a:lnTo>
                  <a:lnTo>
                    <a:pt x="109" y="101"/>
                  </a:lnTo>
                  <a:lnTo>
                    <a:pt x="109" y="101"/>
                  </a:lnTo>
                  <a:lnTo>
                    <a:pt x="109" y="104"/>
                  </a:lnTo>
                  <a:lnTo>
                    <a:pt x="109" y="104"/>
                  </a:lnTo>
                  <a:lnTo>
                    <a:pt x="109" y="104"/>
                  </a:lnTo>
                  <a:lnTo>
                    <a:pt x="109" y="106"/>
                  </a:lnTo>
                  <a:lnTo>
                    <a:pt x="109" y="106"/>
                  </a:lnTo>
                  <a:lnTo>
                    <a:pt x="107" y="106"/>
                  </a:lnTo>
                  <a:lnTo>
                    <a:pt x="109" y="108"/>
                  </a:lnTo>
                  <a:lnTo>
                    <a:pt x="109" y="111"/>
                  </a:lnTo>
                  <a:lnTo>
                    <a:pt x="107" y="111"/>
                  </a:lnTo>
                  <a:lnTo>
                    <a:pt x="109" y="113"/>
                  </a:lnTo>
                  <a:lnTo>
                    <a:pt x="109" y="116"/>
                  </a:lnTo>
                  <a:lnTo>
                    <a:pt x="109" y="116"/>
                  </a:lnTo>
                  <a:lnTo>
                    <a:pt x="109" y="116"/>
                  </a:lnTo>
                  <a:lnTo>
                    <a:pt x="111" y="116"/>
                  </a:lnTo>
                  <a:lnTo>
                    <a:pt x="111" y="116"/>
                  </a:lnTo>
                  <a:lnTo>
                    <a:pt x="109" y="118"/>
                  </a:lnTo>
                  <a:lnTo>
                    <a:pt x="111" y="118"/>
                  </a:lnTo>
                  <a:lnTo>
                    <a:pt x="111" y="120"/>
                  </a:lnTo>
                  <a:lnTo>
                    <a:pt x="114" y="120"/>
                  </a:lnTo>
                  <a:lnTo>
                    <a:pt x="114" y="120"/>
                  </a:lnTo>
                  <a:lnTo>
                    <a:pt x="114" y="123"/>
                  </a:lnTo>
                  <a:lnTo>
                    <a:pt x="114" y="125"/>
                  </a:lnTo>
                  <a:lnTo>
                    <a:pt x="114" y="125"/>
                  </a:lnTo>
                  <a:lnTo>
                    <a:pt x="114" y="125"/>
                  </a:lnTo>
                  <a:lnTo>
                    <a:pt x="114" y="125"/>
                  </a:lnTo>
                  <a:lnTo>
                    <a:pt x="114" y="125"/>
                  </a:lnTo>
                  <a:lnTo>
                    <a:pt x="114" y="125"/>
                  </a:lnTo>
                  <a:lnTo>
                    <a:pt x="114" y="127"/>
                  </a:lnTo>
                  <a:lnTo>
                    <a:pt x="111" y="127"/>
                  </a:lnTo>
                  <a:lnTo>
                    <a:pt x="111" y="127"/>
                  </a:lnTo>
                  <a:lnTo>
                    <a:pt x="109" y="127"/>
                  </a:lnTo>
                  <a:lnTo>
                    <a:pt x="109" y="127"/>
                  </a:lnTo>
                  <a:lnTo>
                    <a:pt x="109" y="130"/>
                  </a:lnTo>
                  <a:lnTo>
                    <a:pt x="109" y="130"/>
                  </a:lnTo>
                  <a:lnTo>
                    <a:pt x="109" y="130"/>
                  </a:lnTo>
                  <a:lnTo>
                    <a:pt x="109" y="130"/>
                  </a:lnTo>
                  <a:lnTo>
                    <a:pt x="109" y="130"/>
                  </a:lnTo>
                  <a:lnTo>
                    <a:pt x="109" y="130"/>
                  </a:lnTo>
                  <a:lnTo>
                    <a:pt x="109" y="132"/>
                  </a:lnTo>
                  <a:lnTo>
                    <a:pt x="109" y="132"/>
                  </a:lnTo>
                  <a:lnTo>
                    <a:pt x="111" y="132"/>
                  </a:lnTo>
                  <a:lnTo>
                    <a:pt x="111" y="132"/>
                  </a:lnTo>
                  <a:lnTo>
                    <a:pt x="114" y="132"/>
                  </a:lnTo>
                  <a:lnTo>
                    <a:pt x="114" y="132"/>
                  </a:lnTo>
                  <a:lnTo>
                    <a:pt x="116" y="130"/>
                  </a:lnTo>
                  <a:lnTo>
                    <a:pt x="116" y="130"/>
                  </a:lnTo>
                  <a:lnTo>
                    <a:pt x="118" y="130"/>
                  </a:lnTo>
                  <a:lnTo>
                    <a:pt x="118" y="130"/>
                  </a:lnTo>
                  <a:lnTo>
                    <a:pt x="118" y="127"/>
                  </a:lnTo>
                  <a:lnTo>
                    <a:pt x="118" y="127"/>
                  </a:lnTo>
                  <a:lnTo>
                    <a:pt x="121" y="127"/>
                  </a:lnTo>
                  <a:lnTo>
                    <a:pt x="121" y="127"/>
                  </a:lnTo>
                  <a:lnTo>
                    <a:pt x="123" y="127"/>
                  </a:lnTo>
                  <a:lnTo>
                    <a:pt x="123" y="127"/>
                  </a:lnTo>
                  <a:lnTo>
                    <a:pt x="126" y="130"/>
                  </a:lnTo>
                  <a:lnTo>
                    <a:pt x="128" y="130"/>
                  </a:lnTo>
                  <a:lnTo>
                    <a:pt x="130" y="127"/>
                  </a:lnTo>
                  <a:lnTo>
                    <a:pt x="130" y="127"/>
                  </a:lnTo>
                  <a:lnTo>
                    <a:pt x="130" y="125"/>
                  </a:lnTo>
                  <a:lnTo>
                    <a:pt x="133" y="125"/>
                  </a:lnTo>
                  <a:lnTo>
                    <a:pt x="133" y="125"/>
                  </a:lnTo>
                  <a:lnTo>
                    <a:pt x="135" y="125"/>
                  </a:lnTo>
                  <a:lnTo>
                    <a:pt x="135" y="125"/>
                  </a:lnTo>
                  <a:lnTo>
                    <a:pt x="135" y="125"/>
                  </a:lnTo>
                  <a:lnTo>
                    <a:pt x="137" y="125"/>
                  </a:lnTo>
                  <a:lnTo>
                    <a:pt x="137" y="125"/>
                  </a:lnTo>
                  <a:lnTo>
                    <a:pt x="137" y="125"/>
                  </a:lnTo>
                  <a:lnTo>
                    <a:pt x="137" y="123"/>
                  </a:lnTo>
                  <a:lnTo>
                    <a:pt x="140" y="123"/>
                  </a:lnTo>
                  <a:lnTo>
                    <a:pt x="140" y="123"/>
                  </a:lnTo>
                  <a:lnTo>
                    <a:pt x="140" y="123"/>
                  </a:lnTo>
                  <a:lnTo>
                    <a:pt x="140" y="123"/>
                  </a:lnTo>
                  <a:lnTo>
                    <a:pt x="140" y="123"/>
                  </a:lnTo>
                  <a:lnTo>
                    <a:pt x="140" y="123"/>
                  </a:lnTo>
                  <a:lnTo>
                    <a:pt x="142" y="123"/>
                  </a:lnTo>
                  <a:lnTo>
                    <a:pt x="142" y="120"/>
                  </a:lnTo>
                  <a:lnTo>
                    <a:pt x="142" y="120"/>
                  </a:lnTo>
                  <a:lnTo>
                    <a:pt x="142" y="120"/>
                  </a:lnTo>
                  <a:lnTo>
                    <a:pt x="152" y="120"/>
                  </a:lnTo>
                  <a:lnTo>
                    <a:pt x="154" y="120"/>
                  </a:lnTo>
                  <a:lnTo>
                    <a:pt x="154" y="123"/>
                  </a:lnTo>
                  <a:lnTo>
                    <a:pt x="156" y="123"/>
                  </a:lnTo>
                  <a:lnTo>
                    <a:pt x="156" y="123"/>
                  </a:lnTo>
                  <a:lnTo>
                    <a:pt x="156" y="123"/>
                  </a:lnTo>
                  <a:lnTo>
                    <a:pt x="159" y="123"/>
                  </a:lnTo>
                  <a:lnTo>
                    <a:pt x="161" y="123"/>
                  </a:lnTo>
                  <a:lnTo>
                    <a:pt x="161" y="123"/>
                  </a:lnTo>
                  <a:lnTo>
                    <a:pt x="163" y="123"/>
                  </a:lnTo>
                  <a:lnTo>
                    <a:pt x="163" y="123"/>
                  </a:lnTo>
                  <a:lnTo>
                    <a:pt x="163" y="123"/>
                  </a:lnTo>
                  <a:lnTo>
                    <a:pt x="166" y="125"/>
                  </a:lnTo>
                  <a:lnTo>
                    <a:pt x="166" y="125"/>
                  </a:lnTo>
                  <a:lnTo>
                    <a:pt x="166" y="125"/>
                  </a:lnTo>
                  <a:lnTo>
                    <a:pt x="166" y="125"/>
                  </a:lnTo>
                  <a:lnTo>
                    <a:pt x="166" y="125"/>
                  </a:lnTo>
                  <a:lnTo>
                    <a:pt x="168" y="125"/>
                  </a:lnTo>
                  <a:lnTo>
                    <a:pt x="168" y="127"/>
                  </a:lnTo>
                  <a:lnTo>
                    <a:pt x="168" y="130"/>
                  </a:lnTo>
                  <a:lnTo>
                    <a:pt x="168" y="132"/>
                  </a:lnTo>
                  <a:lnTo>
                    <a:pt x="168" y="134"/>
                  </a:lnTo>
                  <a:lnTo>
                    <a:pt x="168" y="137"/>
                  </a:lnTo>
                  <a:lnTo>
                    <a:pt x="170" y="137"/>
                  </a:lnTo>
                  <a:lnTo>
                    <a:pt x="173" y="139"/>
                  </a:lnTo>
                  <a:lnTo>
                    <a:pt x="173" y="139"/>
                  </a:lnTo>
                  <a:lnTo>
                    <a:pt x="173" y="142"/>
                  </a:lnTo>
                  <a:lnTo>
                    <a:pt x="175" y="144"/>
                  </a:lnTo>
                  <a:lnTo>
                    <a:pt x="175" y="144"/>
                  </a:lnTo>
                  <a:lnTo>
                    <a:pt x="175" y="146"/>
                  </a:lnTo>
                  <a:lnTo>
                    <a:pt x="178" y="146"/>
                  </a:lnTo>
                  <a:lnTo>
                    <a:pt x="178" y="149"/>
                  </a:lnTo>
                  <a:lnTo>
                    <a:pt x="178" y="149"/>
                  </a:lnTo>
                  <a:lnTo>
                    <a:pt x="178" y="149"/>
                  </a:lnTo>
                  <a:lnTo>
                    <a:pt x="178" y="149"/>
                  </a:lnTo>
                  <a:lnTo>
                    <a:pt x="178" y="149"/>
                  </a:lnTo>
                  <a:lnTo>
                    <a:pt x="178" y="151"/>
                  </a:lnTo>
                  <a:lnTo>
                    <a:pt x="178" y="151"/>
                  </a:lnTo>
                  <a:lnTo>
                    <a:pt x="178" y="153"/>
                  </a:lnTo>
                  <a:lnTo>
                    <a:pt x="175" y="156"/>
                  </a:lnTo>
                  <a:lnTo>
                    <a:pt x="173" y="158"/>
                  </a:lnTo>
                  <a:lnTo>
                    <a:pt x="170" y="161"/>
                  </a:lnTo>
                  <a:lnTo>
                    <a:pt x="170" y="163"/>
                  </a:lnTo>
                  <a:lnTo>
                    <a:pt x="170" y="163"/>
                  </a:lnTo>
                  <a:lnTo>
                    <a:pt x="168" y="168"/>
                  </a:lnTo>
                  <a:lnTo>
                    <a:pt x="168" y="168"/>
                  </a:lnTo>
                  <a:lnTo>
                    <a:pt x="166" y="168"/>
                  </a:lnTo>
                  <a:lnTo>
                    <a:pt x="166" y="168"/>
                  </a:lnTo>
                  <a:lnTo>
                    <a:pt x="163" y="168"/>
                  </a:lnTo>
                  <a:lnTo>
                    <a:pt x="161" y="168"/>
                  </a:lnTo>
                  <a:lnTo>
                    <a:pt x="159" y="168"/>
                  </a:lnTo>
                  <a:lnTo>
                    <a:pt x="156" y="170"/>
                  </a:lnTo>
                  <a:lnTo>
                    <a:pt x="156" y="170"/>
                  </a:lnTo>
                  <a:lnTo>
                    <a:pt x="156" y="172"/>
                  </a:lnTo>
                  <a:lnTo>
                    <a:pt x="156" y="172"/>
                  </a:lnTo>
                  <a:lnTo>
                    <a:pt x="156" y="175"/>
                  </a:lnTo>
                  <a:lnTo>
                    <a:pt x="152" y="177"/>
                  </a:lnTo>
                  <a:lnTo>
                    <a:pt x="152" y="177"/>
                  </a:lnTo>
                  <a:lnTo>
                    <a:pt x="149" y="182"/>
                  </a:lnTo>
                  <a:lnTo>
                    <a:pt x="147" y="184"/>
                  </a:lnTo>
                  <a:lnTo>
                    <a:pt x="147" y="187"/>
                  </a:lnTo>
                  <a:lnTo>
                    <a:pt x="147" y="187"/>
                  </a:lnTo>
                  <a:lnTo>
                    <a:pt x="147" y="189"/>
                  </a:lnTo>
                  <a:lnTo>
                    <a:pt x="147" y="191"/>
                  </a:lnTo>
                  <a:lnTo>
                    <a:pt x="147" y="194"/>
                  </a:lnTo>
                  <a:lnTo>
                    <a:pt x="149" y="194"/>
                  </a:lnTo>
                  <a:lnTo>
                    <a:pt x="149" y="194"/>
                  </a:lnTo>
                  <a:lnTo>
                    <a:pt x="149" y="194"/>
                  </a:lnTo>
                  <a:lnTo>
                    <a:pt x="149" y="196"/>
                  </a:lnTo>
                  <a:lnTo>
                    <a:pt x="149" y="196"/>
                  </a:lnTo>
                  <a:lnTo>
                    <a:pt x="149" y="196"/>
                  </a:lnTo>
                  <a:lnTo>
                    <a:pt x="149" y="198"/>
                  </a:lnTo>
                  <a:lnTo>
                    <a:pt x="149" y="198"/>
                  </a:lnTo>
                  <a:lnTo>
                    <a:pt x="149" y="198"/>
                  </a:lnTo>
                  <a:lnTo>
                    <a:pt x="149" y="198"/>
                  </a:lnTo>
                  <a:lnTo>
                    <a:pt x="149" y="201"/>
                  </a:lnTo>
                  <a:lnTo>
                    <a:pt x="149" y="201"/>
                  </a:lnTo>
                  <a:lnTo>
                    <a:pt x="147" y="201"/>
                  </a:lnTo>
                  <a:lnTo>
                    <a:pt x="144" y="205"/>
                  </a:lnTo>
                  <a:lnTo>
                    <a:pt x="144" y="205"/>
                  </a:lnTo>
                  <a:lnTo>
                    <a:pt x="144" y="208"/>
                  </a:lnTo>
                  <a:lnTo>
                    <a:pt x="147" y="210"/>
                  </a:lnTo>
                  <a:lnTo>
                    <a:pt x="147" y="210"/>
                  </a:lnTo>
                  <a:lnTo>
                    <a:pt x="147" y="210"/>
                  </a:lnTo>
                  <a:lnTo>
                    <a:pt x="149" y="210"/>
                  </a:lnTo>
                  <a:lnTo>
                    <a:pt x="149" y="210"/>
                  </a:lnTo>
                  <a:lnTo>
                    <a:pt x="149" y="210"/>
                  </a:lnTo>
                  <a:lnTo>
                    <a:pt x="149" y="210"/>
                  </a:lnTo>
                  <a:lnTo>
                    <a:pt x="149" y="210"/>
                  </a:lnTo>
                  <a:lnTo>
                    <a:pt x="152" y="210"/>
                  </a:lnTo>
                  <a:lnTo>
                    <a:pt x="152" y="210"/>
                  </a:lnTo>
                  <a:lnTo>
                    <a:pt x="152" y="210"/>
                  </a:lnTo>
                  <a:lnTo>
                    <a:pt x="152" y="210"/>
                  </a:lnTo>
                  <a:lnTo>
                    <a:pt x="154" y="210"/>
                  </a:lnTo>
                  <a:lnTo>
                    <a:pt x="156" y="210"/>
                  </a:lnTo>
                  <a:lnTo>
                    <a:pt x="159" y="210"/>
                  </a:lnTo>
                  <a:lnTo>
                    <a:pt x="161" y="213"/>
                  </a:lnTo>
                  <a:lnTo>
                    <a:pt x="161" y="215"/>
                  </a:lnTo>
                  <a:lnTo>
                    <a:pt x="161" y="217"/>
                  </a:lnTo>
                  <a:lnTo>
                    <a:pt x="161" y="220"/>
                  </a:lnTo>
                  <a:lnTo>
                    <a:pt x="161" y="220"/>
                  </a:lnTo>
                  <a:lnTo>
                    <a:pt x="163" y="220"/>
                  </a:lnTo>
                  <a:lnTo>
                    <a:pt x="163" y="220"/>
                  </a:lnTo>
                  <a:lnTo>
                    <a:pt x="166" y="220"/>
                  </a:lnTo>
                  <a:lnTo>
                    <a:pt x="166" y="220"/>
                  </a:lnTo>
                  <a:lnTo>
                    <a:pt x="166" y="220"/>
                  </a:lnTo>
                  <a:lnTo>
                    <a:pt x="168" y="220"/>
                  </a:lnTo>
                  <a:lnTo>
                    <a:pt x="168" y="220"/>
                  </a:lnTo>
                  <a:lnTo>
                    <a:pt x="168" y="220"/>
                  </a:lnTo>
                  <a:lnTo>
                    <a:pt x="170" y="220"/>
                  </a:lnTo>
                  <a:lnTo>
                    <a:pt x="173" y="222"/>
                  </a:lnTo>
                  <a:lnTo>
                    <a:pt x="175" y="222"/>
                  </a:lnTo>
                  <a:lnTo>
                    <a:pt x="175" y="224"/>
                  </a:lnTo>
                  <a:lnTo>
                    <a:pt x="178" y="224"/>
                  </a:lnTo>
                  <a:lnTo>
                    <a:pt x="178" y="227"/>
                  </a:lnTo>
                  <a:lnTo>
                    <a:pt x="180" y="229"/>
                  </a:lnTo>
                  <a:lnTo>
                    <a:pt x="180" y="229"/>
                  </a:lnTo>
                  <a:lnTo>
                    <a:pt x="180" y="232"/>
                  </a:lnTo>
                  <a:lnTo>
                    <a:pt x="178" y="236"/>
                  </a:lnTo>
                  <a:lnTo>
                    <a:pt x="178" y="239"/>
                  </a:lnTo>
                  <a:lnTo>
                    <a:pt x="178" y="239"/>
                  </a:lnTo>
                  <a:lnTo>
                    <a:pt x="178" y="241"/>
                  </a:lnTo>
                  <a:lnTo>
                    <a:pt x="178" y="241"/>
                  </a:lnTo>
                  <a:lnTo>
                    <a:pt x="178" y="243"/>
                  </a:lnTo>
                  <a:lnTo>
                    <a:pt x="178" y="243"/>
                  </a:lnTo>
                  <a:lnTo>
                    <a:pt x="175" y="246"/>
                  </a:lnTo>
                  <a:lnTo>
                    <a:pt x="175" y="246"/>
                  </a:lnTo>
                  <a:lnTo>
                    <a:pt x="175" y="248"/>
                  </a:lnTo>
                  <a:lnTo>
                    <a:pt x="175" y="250"/>
                  </a:lnTo>
                  <a:lnTo>
                    <a:pt x="175" y="250"/>
                  </a:lnTo>
                  <a:lnTo>
                    <a:pt x="175" y="255"/>
                  </a:lnTo>
                  <a:lnTo>
                    <a:pt x="178" y="255"/>
                  </a:lnTo>
                  <a:lnTo>
                    <a:pt x="178" y="258"/>
                  </a:lnTo>
                  <a:lnTo>
                    <a:pt x="178" y="258"/>
                  </a:lnTo>
                  <a:lnTo>
                    <a:pt x="178" y="258"/>
                  </a:lnTo>
                  <a:lnTo>
                    <a:pt x="178" y="258"/>
                  </a:lnTo>
                  <a:lnTo>
                    <a:pt x="178" y="260"/>
                  </a:lnTo>
                  <a:lnTo>
                    <a:pt x="178" y="260"/>
                  </a:lnTo>
                  <a:lnTo>
                    <a:pt x="178" y="260"/>
                  </a:lnTo>
                  <a:lnTo>
                    <a:pt x="178" y="260"/>
                  </a:lnTo>
                  <a:lnTo>
                    <a:pt x="178" y="262"/>
                  </a:lnTo>
                  <a:lnTo>
                    <a:pt x="178" y="262"/>
                  </a:lnTo>
                  <a:lnTo>
                    <a:pt x="178" y="265"/>
                  </a:lnTo>
                  <a:lnTo>
                    <a:pt x="178" y="265"/>
                  </a:lnTo>
                  <a:lnTo>
                    <a:pt x="178" y="265"/>
                  </a:lnTo>
                  <a:lnTo>
                    <a:pt x="178" y="267"/>
                  </a:lnTo>
                  <a:lnTo>
                    <a:pt x="178" y="267"/>
                  </a:lnTo>
                  <a:lnTo>
                    <a:pt x="178" y="267"/>
                  </a:lnTo>
                  <a:lnTo>
                    <a:pt x="175" y="267"/>
                  </a:lnTo>
                  <a:lnTo>
                    <a:pt x="178" y="269"/>
                  </a:lnTo>
                  <a:lnTo>
                    <a:pt x="178" y="269"/>
                  </a:lnTo>
                  <a:lnTo>
                    <a:pt x="180" y="269"/>
                  </a:lnTo>
                  <a:lnTo>
                    <a:pt x="180" y="272"/>
                  </a:lnTo>
                  <a:lnTo>
                    <a:pt x="180" y="272"/>
                  </a:lnTo>
                  <a:lnTo>
                    <a:pt x="178" y="272"/>
                  </a:lnTo>
                  <a:lnTo>
                    <a:pt x="178" y="274"/>
                  </a:lnTo>
                  <a:lnTo>
                    <a:pt x="178" y="274"/>
                  </a:lnTo>
                  <a:lnTo>
                    <a:pt x="178" y="274"/>
                  </a:lnTo>
                  <a:lnTo>
                    <a:pt x="178" y="276"/>
                  </a:lnTo>
                  <a:lnTo>
                    <a:pt x="178" y="276"/>
                  </a:lnTo>
                  <a:lnTo>
                    <a:pt x="178" y="279"/>
                  </a:lnTo>
                  <a:lnTo>
                    <a:pt x="178" y="279"/>
                  </a:lnTo>
                  <a:lnTo>
                    <a:pt x="178" y="279"/>
                  </a:lnTo>
                  <a:lnTo>
                    <a:pt x="175" y="279"/>
                  </a:lnTo>
                  <a:lnTo>
                    <a:pt x="175" y="281"/>
                  </a:lnTo>
                  <a:lnTo>
                    <a:pt x="175" y="281"/>
                  </a:lnTo>
                  <a:lnTo>
                    <a:pt x="175" y="281"/>
                  </a:lnTo>
                  <a:lnTo>
                    <a:pt x="175" y="281"/>
                  </a:lnTo>
                  <a:lnTo>
                    <a:pt x="173" y="281"/>
                  </a:lnTo>
                  <a:lnTo>
                    <a:pt x="173" y="281"/>
                  </a:lnTo>
                  <a:lnTo>
                    <a:pt x="173" y="284"/>
                  </a:lnTo>
                  <a:lnTo>
                    <a:pt x="175" y="284"/>
                  </a:lnTo>
                  <a:lnTo>
                    <a:pt x="175" y="286"/>
                  </a:lnTo>
                  <a:lnTo>
                    <a:pt x="175" y="286"/>
                  </a:lnTo>
                  <a:lnTo>
                    <a:pt x="178" y="286"/>
                  </a:lnTo>
                  <a:lnTo>
                    <a:pt x="178" y="286"/>
                  </a:lnTo>
                  <a:lnTo>
                    <a:pt x="175" y="286"/>
                  </a:lnTo>
                  <a:lnTo>
                    <a:pt x="175" y="288"/>
                  </a:lnTo>
                  <a:lnTo>
                    <a:pt x="175" y="288"/>
                  </a:lnTo>
                  <a:lnTo>
                    <a:pt x="175" y="293"/>
                  </a:lnTo>
                  <a:lnTo>
                    <a:pt x="175" y="295"/>
                  </a:lnTo>
                  <a:lnTo>
                    <a:pt x="175" y="295"/>
                  </a:lnTo>
                  <a:lnTo>
                    <a:pt x="175" y="298"/>
                  </a:lnTo>
                  <a:lnTo>
                    <a:pt x="175" y="298"/>
                  </a:lnTo>
                  <a:lnTo>
                    <a:pt x="173" y="298"/>
                  </a:lnTo>
                  <a:lnTo>
                    <a:pt x="173" y="298"/>
                  </a:lnTo>
                  <a:lnTo>
                    <a:pt x="168" y="300"/>
                  </a:lnTo>
                  <a:lnTo>
                    <a:pt x="166" y="303"/>
                  </a:lnTo>
                  <a:lnTo>
                    <a:pt x="166" y="303"/>
                  </a:lnTo>
                  <a:lnTo>
                    <a:pt x="166" y="303"/>
                  </a:lnTo>
                  <a:lnTo>
                    <a:pt x="166" y="303"/>
                  </a:lnTo>
                  <a:lnTo>
                    <a:pt x="166" y="303"/>
                  </a:lnTo>
                  <a:lnTo>
                    <a:pt x="166" y="305"/>
                  </a:lnTo>
                  <a:lnTo>
                    <a:pt x="166" y="305"/>
                  </a:lnTo>
                  <a:lnTo>
                    <a:pt x="166" y="305"/>
                  </a:lnTo>
                  <a:lnTo>
                    <a:pt x="168" y="305"/>
                  </a:lnTo>
                  <a:lnTo>
                    <a:pt x="168" y="305"/>
                  </a:lnTo>
                  <a:lnTo>
                    <a:pt x="166" y="307"/>
                  </a:lnTo>
                  <a:lnTo>
                    <a:pt x="166" y="310"/>
                  </a:lnTo>
                  <a:lnTo>
                    <a:pt x="166" y="310"/>
                  </a:lnTo>
                  <a:lnTo>
                    <a:pt x="166" y="310"/>
                  </a:lnTo>
                  <a:lnTo>
                    <a:pt x="166" y="310"/>
                  </a:lnTo>
                  <a:lnTo>
                    <a:pt x="163" y="312"/>
                  </a:lnTo>
                  <a:lnTo>
                    <a:pt x="163" y="312"/>
                  </a:lnTo>
                  <a:lnTo>
                    <a:pt x="166" y="312"/>
                  </a:lnTo>
                  <a:lnTo>
                    <a:pt x="166" y="312"/>
                  </a:lnTo>
                  <a:lnTo>
                    <a:pt x="163" y="314"/>
                  </a:lnTo>
                  <a:lnTo>
                    <a:pt x="161" y="314"/>
                  </a:lnTo>
                  <a:lnTo>
                    <a:pt x="161" y="314"/>
                  </a:lnTo>
                  <a:lnTo>
                    <a:pt x="161" y="317"/>
                  </a:lnTo>
                  <a:lnTo>
                    <a:pt x="166" y="319"/>
                  </a:lnTo>
                  <a:lnTo>
                    <a:pt x="166" y="321"/>
                  </a:lnTo>
                  <a:lnTo>
                    <a:pt x="166" y="321"/>
                  </a:lnTo>
                  <a:lnTo>
                    <a:pt x="163" y="321"/>
                  </a:lnTo>
                  <a:lnTo>
                    <a:pt x="163" y="321"/>
                  </a:lnTo>
                  <a:lnTo>
                    <a:pt x="163" y="321"/>
                  </a:lnTo>
                  <a:lnTo>
                    <a:pt x="161" y="324"/>
                  </a:lnTo>
                  <a:lnTo>
                    <a:pt x="161" y="324"/>
                  </a:lnTo>
                  <a:lnTo>
                    <a:pt x="161" y="324"/>
                  </a:lnTo>
                  <a:lnTo>
                    <a:pt x="161" y="326"/>
                  </a:lnTo>
                  <a:lnTo>
                    <a:pt x="161" y="326"/>
                  </a:lnTo>
                  <a:lnTo>
                    <a:pt x="159" y="326"/>
                  </a:lnTo>
                  <a:lnTo>
                    <a:pt x="159" y="326"/>
                  </a:lnTo>
                  <a:lnTo>
                    <a:pt x="159" y="329"/>
                  </a:lnTo>
                  <a:lnTo>
                    <a:pt x="159" y="329"/>
                  </a:lnTo>
                  <a:lnTo>
                    <a:pt x="159" y="329"/>
                  </a:lnTo>
                  <a:lnTo>
                    <a:pt x="159" y="329"/>
                  </a:lnTo>
                  <a:lnTo>
                    <a:pt x="156" y="329"/>
                  </a:lnTo>
                  <a:lnTo>
                    <a:pt x="156" y="329"/>
                  </a:lnTo>
                  <a:lnTo>
                    <a:pt x="156" y="329"/>
                  </a:lnTo>
                  <a:lnTo>
                    <a:pt x="156" y="329"/>
                  </a:lnTo>
                  <a:lnTo>
                    <a:pt x="154" y="329"/>
                  </a:lnTo>
                  <a:lnTo>
                    <a:pt x="154" y="329"/>
                  </a:lnTo>
                  <a:lnTo>
                    <a:pt x="152" y="329"/>
                  </a:lnTo>
                  <a:lnTo>
                    <a:pt x="152" y="329"/>
                  </a:lnTo>
                  <a:lnTo>
                    <a:pt x="152" y="329"/>
                  </a:lnTo>
                  <a:lnTo>
                    <a:pt x="152" y="329"/>
                  </a:lnTo>
                  <a:lnTo>
                    <a:pt x="152" y="329"/>
                  </a:lnTo>
                  <a:lnTo>
                    <a:pt x="149" y="329"/>
                  </a:lnTo>
                  <a:lnTo>
                    <a:pt x="149" y="329"/>
                  </a:lnTo>
                  <a:lnTo>
                    <a:pt x="147" y="329"/>
                  </a:lnTo>
                  <a:lnTo>
                    <a:pt x="147" y="329"/>
                  </a:lnTo>
                  <a:lnTo>
                    <a:pt x="144" y="329"/>
                  </a:lnTo>
                  <a:lnTo>
                    <a:pt x="144" y="326"/>
                  </a:lnTo>
                  <a:lnTo>
                    <a:pt x="144" y="326"/>
                  </a:lnTo>
                  <a:lnTo>
                    <a:pt x="147" y="324"/>
                  </a:lnTo>
                  <a:lnTo>
                    <a:pt x="147" y="324"/>
                  </a:lnTo>
                  <a:lnTo>
                    <a:pt x="147" y="321"/>
                  </a:lnTo>
                  <a:lnTo>
                    <a:pt x="149" y="321"/>
                  </a:lnTo>
                  <a:lnTo>
                    <a:pt x="149" y="321"/>
                  </a:lnTo>
                  <a:lnTo>
                    <a:pt x="147" y="321"/>
                  </a:lnTo>
                  <a:lnTo>
                    <a:pt x="147" y="321"/>
                  </a:lnTo>
                  <a:lnTo>
                    <a:pt x="147" y="319"/>
                  </a:lnTo>
                  <a:lnTo>
                    <a:pt x="147" y="319"/>
                  </a:lnTo>
                  <a:lnTo>
                    <a:pt x="147" y="319"/>
                  </a:lnTo>
                  <a:lnTo>
                    <a:pt x="147" y="317"/>
                  </a:lnTo>
                  <a:lnTo>
                    <a:pt x="144" y="317"/>
                  </a:lnTo>
                  <a:lnTo>
                    <a:pt x="144" y="317"/>
                  </a:lnTo>
                  <a:lnTo>
                    <a:pt x="142" y="314"/>
                  </a:lnTo>
                  <a:lnTo>
                    <a:pt x="142" y="312"/>
                  </a:lnTo>
                  <a:lnTo>
                    <a:pt x="142" y="310"/>
                  </a:lnTo>
                  <a:lnTo>
                    <a:pt x="142" y="310"/>
                  </a:lnTo>
                  <a:lnTo>
                    <a:pt x="140" y="307"/>
                  </a:lnTo>
                  <a:lnTo>
                    <a:pt x="140" y="307"/>
                  </a:lnTo>
                  <a:lnTo>
                    <a:pt x="140" y="307"/>
                  </a:lnTo>
                  <a:lnTo>
                    <a:pt x="140" y="307"/>
                  </a:lnTo>
                  <a:lnTo>
                    <a:pt x="140" y="310"/>
                  </a:lnTo>
                  <a:lnTo>
                    <a:pt x="137" y="312"/>
                  </a:lnTo>
                  <a:lnTo>
                    <a:pt x="137" y="312"/>
                  </a:lnTo>
                  <a:lnTo>
                    <a:pt x="137" y="312"/>
                  </a:lnTo>
                  <a:lnTo>
                    <a:pt x="137" y="312"/>
                  </a:lnTo>
                  <a:lnTo>
                    <a:pt x="137" y="314"/>
                  </a:lnTo>
                  <a:lnTo>
                    <a:pt x="133" y="317"/>
                  </a:lnTo>
                  <a:lnTo>
                    <a:pt x="133" y="319"/>
                  </a:lnTo>
                  <a:lnTo>
                    <a:pt x="133" y="319"/>
                  </a:lnTo>
                  <a:lnTo>
                    <a:pt x="133" y="319"/>
                  </a:lnTo>
                  <a:lnTo>
                    <a:pt x="133" y="319"/>
                  </a:lnTo>
                  <a:lnTo>
                    <a:pt x="130" y="321"/>
                  </a:lnTo>
                  <a:lnTo>
                    <a:pt x="130" y="321"/>
                  </a:lnTo>
                  <a:lnTo>
                    <a:pt x="130" y="321"/>
                  </a:lnTo>
                  <a:lnTo>
                    <a:pt x="128" y="321"/>
                  </a:lnTo>
                  <a:lnTo>
                    <a:pt x="128" y="324"/>
                  </a:lnTo>
                  <a:lnTo>
                    <a:pt x="126" y="324"/>
                  </a:lnTo>
                  <a:lnTo>
                    <a:pt x="126" y="324"/>
                  </a:lnTo>
                  <a:lnTo>
                    <a:pt x="126" y="324"/>
                  </a:lnTo>
                  <a:lnTo>
                    <a:pt x="126" y="326"/>
                  </a:lnTo>
                  <a:lnTo>
                    <a:pt x="126" y="326"/>
                  </a:lnTo>
                  <a:lnTo>
                    <a:pt x="126" y="326"/>
                  </a:lnTo>
                  <a:lnTo>
                    <a:pt x="123" y="326"/>
                  </a:lnTo>
                  <a:lnTo>
                    <a:pt x="123" y="326"/>
                  </a:lnTo>
                  <a:lnTo>
                    <a:pt x="123" y="326"/>
                  </a:lnTo>
                  <a:lnTo>
                    <a:pt x="123" y="326"/>
                  </a:lnTo>
                  <a:lnTo>
                    <a:pt x="123" y="326"/>
                  </a:lnTo>
                  <a:lnTo>
                    <a:pt x="121" y="326"/>
                  </a:lnTo>
                  <a:lnTo>
                    <a:pt x="121" y="326"/>
                  </a:lnTo>
                  <a:lnTo>
                    <a:pt x="118" y="326"/>
                  </a:lnTo>
                  <a:lnTo>
                    <a:pt x="109" y="321"/>
                  </a:lnTo>
                  <a:lnTo>
                    <a:pt x="109" y="321"/>
                  </a:lnTo>
                  <a:lnTo>
                    <a:pt x="109" y="321"/>
                  </a:lnTo>
                  <a:lnTo>
                    <a:pt x="109" y="324"/>
                  </a:lnTo>
                  <a:lnTo>
                    <a:pt x="107" y="324"/>
                  </a:lnTo>
                  <a:lnTo>
                    <a:pt x="107" y="321"/>
                  </a:lnTo>
                  <a:lnTo>
                    <a:pt x="102" y="321"/>
                  </a:lnTo>
                  <a:lnTo>
                    <a:pt x="102" y="321"/>
                  </a:lnTo>
                  <a:lnTo>
                    <a:pt x="102" y="321"/>
                  </a:lnTo>
                  <a:lnTo>
                    <a:pt x="99" y="321"/>
                  </a:lnTo>
                  <a:lnTo>
                    <a:pt x="99" y="321"/>
                  </a:lnTo>
                  <a:lnTo>
                    <a:pt x="99" y="321"/>
                  </a:lnTo>
                  <a:lnTo>
                    <a:pt x="97" y="321"/>
                  </a:lnTo>
                  <a:lnTo>
                    <a:pt x="99" y="321"/>
                  </a:lnTo>
                  <a:lnTo>
                    <a:pt x="99" y="321"/>
                  </a:lnTo>
                  <a:lnTo>
                    <a:pt x="99" y="321"/>
                  </a:lnTo>
                  <a:lnTo>
                    <a:pt x="99" y="321"/>
                  </a:lnTo>
                  <a:lnTo>
                    <a:pt x="99" y="319"/>
                  </a:lnTo>
                  <a:lnTo>
                    <a:pt x="99" y="319"/>
                  </a:lnTo>
                  <a:lnTo>
                    <a:pt x="99" y="319"/>
                  </a:lnTo>
                  <a:lnTo>
                    <a:pt x="99" y="319"/>
                  </a:lnTo>
                  <a:lnTo>
                    <a:pt x="99" y="319"/>
                  </a:lnTo>
                  <a:lnTo>
                    <a:pt x="99" y="317"/>
                  </a:lnTo>
                  <a:lnTo>
                    <a:pt x="99" y="317"/>
                  </a:lnTo>
                  <a:lnTo>
                    <a:pt x="99" y="317"/>
                  </a:lnTo>
                  <a:lnTo>
                    <a:pt x="99" y="317"/>
                  </a:lnTo>
                  <a:lnTo>
                    <a:pt x="99" y="317"/>
                  </a:lnTo>
                  <a:lnTo>
                    <a:pt x="99" y="314"/>
                  </a:lnTo>
                  <a:lnTo>
                    <a:pt x="99" y="314"/>
                  </a:lnTo>
                  <a:lnTo>
                    <a:pt x="97" y="312"/>
                  </a:lnTo>
                  <a:lnTo>
                    <a:pt x="97" y="312"/>
                  </a:lnTo>
                  <a:lnTo>
                    <a:pt x="95" y="312"/>
                  </a:lnTo>
                  <a:lnTo>
                    <a:pt x="95" y="312"/>
                  </a:lnTo>
                  <a:lnTo>
                    <a:pt x="95" y="312"/>
                  </a:lnTo>
                  <a:lnTo>
                    <a:pt x="95" y="312"/>
                  </a:lnTo>
                  <a:lnTo>
                    <a:pt x="95" y="312"/>
                  </a:lnTo>
                  <a:lnTo>
                    <a:pt x="95" y="310"/>
                  </a:lnTo>
                  <a:lnTo>
                    <a:pt x="95" y="310"/>
                  </a:lnTo>
                  <a:lnTo>
                    <a:pt x="95" y="310"/>
                  </a:lnTo>
                  <a:lnTo>
                    <a:pt x="95" y="310"/>
                  </a:lnTo>
                  <a:lnTo>
                    <a:pt x="95" y="310"/>
                  </a:lnTo>
                  <a:lnTo>
                    <a:pt x="95" y="310"/>
                  </a:lnTo>
                  <a:lnTo>
                    <a:pt x="95" y="310"/>
                  </a:lnTo>
                  <a:lnTo>
                    <a:pt x="92" y="307"/>
                  </a:lnTo>
                  <a:lnTo>
                    <a:pt x="92" y="307"/>
                  </a:lnTo>
                  <a:lnTo>
                    <a:pt x="92" y="307"/>
                  </a:lnTo>
                  <a:lnTo>
                    <a:pt x="92" y="307"/>
                  </a:lnTo>
                  <a:lnTo>
                    <a:pt x="92" y="307"/>
                  </a:lnTo>
                  <a:lnTo>
                    <a:pt x="92" y="307"/>
                  </a:lnTo>
                  <a:lnTo>
                    <a:pt x="92" y="305"/>
                  </a:lnTo>
                  <a:lnTo>
                    <a:pt x="92" y="305"/>
                  </a:lnTo>
                  <a:lnTo>
                    <a:pt x="92" y="305"/>
                  </a:lnTo>
                  <a:lnTo>
                    <a:pt x="92" y="303"/>
                  </a:lnTo>
                  <a:lnTo>
                    <a:pt x="90" y="300"/>
                  </a:lnTo>
                  <a:lnTo>
                    <a:pt x="90" y="298"/>
                  </a:lnTo>
                  <a:lnTo>
                    <a:pt x="88" y="298"/>
                  </a:lnTo>
                  <a:lnTo>
                    <a:pt x="85" y="298"/>
                  </a:lnTo>
                  <a:lnTo>
                    <a:pt x="85" y="298"/>
                  </a:lnTo>
                  <a:lnTo>
                    <a:pt x="83" y="295"/>
                  </a:lnTo>
                  <a:lnTo>
                    <a:pt x="81" y="293"/>
                  </a:lnTo>
                  <a:lnTo>
                    <a:pt x="78" y="293"/>
                  </a:lnTo>
                  <a:lnTo>
                    <a:pt x="78" y="293"/>
                  </a:lnTo>
                  <a:lnTo>
                    <a:pt x="73" y="295"/>
                  </a:lnTo>
                  <a:lnTo>
                    <a:pt x="73" y="295"/>
                  </a:lnTo>
                  <a:lnTo>
                    <a:pt x="73" y="295"/>
                  </a:lnTo>
                  <a:lnTo>
                    <a:pt x="73" y="298"/>
                  </a:lnTo>
                  <a:lnTo>
                    <a:pt x="73" y="298"/>
                  </a:lnTo>
                  <a:lnTo>
                    <a:pt x="73" y="298"/>
                  </a:lnTo>
                  <a:lnTo>
                    <a:pt x="73" y="298"/>
                  </a:lnTo>
                  <a:lnTo>
                    <a:pt x="73" y="298"/>
                  </a:lnTo>
                  <a:lnTo>
                    <a:pt x="71" y="298"/>
                  </a:lnTo>
                  <a:lnTo>
                    <a:pt x="71" y="298"/>
                  </a:lnTo>
                  <a:lnTo>
                    <a:pt x="71" y="298"/>
                  </a:lnTo>
                  <a:lnTo>
                    <a:pt x="69" y="295"/>
                  </a:lnTo>
                  <a:lnTo>
                    <a:pt x="69" y="298"/>
                  </a:lnTo>
                  <a:lnTo>
                    <a:pt x="69" y="303"/>
                  </a:lnTo>
                  <a:lnTo>
                    <a:pt x="71" y="305"/>
                  </a:lnTo>
                  <a:lnTo>
                    <a:pt x="71" y="307"/>
                  </a:lnTo>
                  <a:lnTo>
                    <a:pt x="73" y="307"/>
                  </a:lnTo>
                  <a:lnTo>
                    <a:pt x="73" y="310"/>
                  </a:lnTo>
                  <a:lnTo>
                    <a:pt x="71" y="310"/>
                  </a:lnTo>
                  <a:lnTo>
                    <a:pt x="71" y="312"/>
                  </a:lnTo>
                  <a:lnTo>
                    <a:pt x="71" y="312"/>
                  </a:lnTo>
                  <a:lnTo>
                    <a:pt x="71" y="314"/>
                  </a:lnTo>
                  <a:lnTo>
                    <a:pt x="71" y="317"/>
                  </a:lnTo>
                  <a:lnTo>
                    <a:pt x="71" y="317"/>
                  </a:lnTo>
                  <a:lnTo>
                    <a:pt x="71" y="319"/>
                  </a:lnTo>
                  <a:lnTo>
                    <a:pt x="71" y="321"/>
                  </a:lnTo>
                  <a:lnTo>
                    <a:pt x="50" y="324"/>
                  </a:lnTo>
                  <a:lnTo>
                    <a:pt x="47" y="324"/>
                  </a:lnTo>
                  <a:lnTo>
                    <a:pt x="47" y="324"/>
                  </a:lnTo>
                  <a:lnTo>
                    <a:pt x="45" y="321"/>
                  </a:lnTo>
                  <a:lnTo>
                    <a:pt x="43" y="321"/>
                  </a:lnTo>
                  <a:lnTo>
                    <a:pt x="43" y="319"/>
                  </a:lnTo>
                  <a:lnTo>
                    <a:pt x="43" y="321"/>
                  </a:lnTo>
                  <a:lnTo>
                    <a:pt x="40" y="321"/>
                  </a:lnTo>
                  <a:lnTo>
                    <a:pt x="38" y="321"/>
                  </a:lnTo>
                  <a:lnTo>
                    <a:pt x="36" y="321"/>
                  </a:lnTo>
                  <a:lnTo>
                    <a:pt x="36" y="324"/>
                  </a:lnTo>
                  <a:lnTo>
                    <a:pt x="33" y="324"/>
                  </a:lnTo>
                  <a:lnTo>
                    <a:pt x="33" y="324"/>
                  </a:lnTo>
                  <a:lnTo>
                    <a:pt x="31" y="324"/>
                  </a:lnTo>
                  <a:lnTo>
                    <a:pt x="31" y="324"/>
                  </a:lnTo>
                  <a:lnTo>
                    <a:pt x="28" y="321"/>
                  </a:lnTo>
                  <a:lnTo>
                    <a:pt x="28" y="321"/>
                  </a:lnTo>
                  <a:lnTo>
                    <a:pt x="28" y="321"/>
                  </a:lnTo>
                  <a:lnTo>
                    <a:pt x="28" y="321"/>
                  </a:lnTo>
                  <a:lnTo>
                    <a:pt x="26" y="321"/>
                  </a:lnTo>
                  <a:lnTo>
                    <a:pt x="24" y="319"/>
                  </a:lnTo>
                  <a:lnTo>
                    <a:pt x="24" y="321"/>
                  </a:lnTo>
                  <a:lnTo>
                    <a:pt x="24" y="321"/>
                  </a:lnTo>
                  <a:lnTo>
                    <a:pt x="24" y="324"/>
                  </a:lnTo>
                  <a:lnTo>
                    <a:pt x="24" y="326"/>
                  </a:lnTo>
                  <a:lnTo>
                    <a:pt x="24" y="329"/>
                  </a:lnTo>
                  <a:lnTo>
                    <a:pt x="24" y="329"/>
                  </a:lnTo>
                  <a:lnTo>
                    <a:pt x="24" y="331"/>
                  </a:lnTo>
                  <a:lnTo>
                    <a:pt x="26" y="333"/>
                  </a:lnTo>
                  <a:lnTo>
                    <a:pt x="26" y="333"/>
                  </a:lnTo>
                  <a:lnTo>
                    <a:pt x="26" y="336"/>
                  </a:lnTo>
                  <a:lnTo>
                    <a:pt x="26" y="336"/>
                  </a:lnTo>
                  <a:lnTo>
                    <a:pt x="26" y="338"/>
                  </a:lnTo>
                  <a:lnTo>
                    <a:pt x="26" y="338"/>
                  </a:lnTo>
                  <a:lnTo>
                    <a:pt x="21" y="345"/>
                  </a:lnTo>
                  <a:lnTo>
                    <a:pt x="21" y="345"/>
                  </a:lnTo>
                  <a:lnTo>
                    <a:pt x="21" y="347"/>
                  </a:lnTo>
                  <a:lnTo>
                    <a:pt x="21" y="350"/>
                  </a:lnTo>
                  <a:lnTo>
                    <a:pt x="21" y="350"/>
                  </a:lnTo>
                  <a:lnTo>
                    <a:pt x="24" y="347"/>
                  </a:lnTo>
                  <a:lnTo>
                    <a:pt x="26" y="347"/>
                  </a:lnTo>
                  <a:lnTo>
                    <a:pt x="26" y="347"/>
                  </a:lnTo>
                  <a:lnTo>
                    <a:pt x="28" y="347"/>
                  </a:lnTo>
                  <a:lnTo>
                    <a:pt x="31" y="350"/>
                  </a:lnTo>
                  <a:lnTo>
                    <a:pt x="33" y="355"/>
                  </a:lnTo>
                  <a:lnTo>
                    <a:pt x="36" y="357"/>
                  </a:lnTo>
                  <a:lnTo>
                    <a:pt x="36" y="357"/>
                  </a:lnTo>
                  <a:lnTo>
                    <a:pt x="33" y="359"/>
                  </a:lnTo>
                  <a:lnTo>
                    <a:pt x="33" y="359"/>
                  </a:lnTo>
                  <a:lnTo>
                    <a:pt x="31" y="359"/>
                  </a:lnTo>
                  <a:lnTo>
                    <a:pt x="31" y="359"/>
                  </a:lnTo>
                  <a:lnTo>
                    <a:pt x="31" y="359"/>
                  </a:lnTo>
                  <a:lnTo>
                    <a:pt x="31" y="362"/>
                  </a:lnTo>
                  <a:lnTo>
                    <a:pt x="31" y="364"/>
                  </a:lnTo>
                  <a:lnTo>
                    <a:pt x="31" y="364"/>
                  </a:lnTo>
                  <a:lnTo>
                    <a:pt x="31" y="364"/>
                  </a:lnTo>
                  <a:lnTo>
                    <a:pt x="31" y="366"/>
                  </a:lnTo>
                  <a:lnTo>
                    <a:pt x="31" y="366"/>
                  </a:lnTo>
                  <a:lnTo>
                    <a:pt x="33" y="366"/>
                  </a:lnTo>
                  <a:lnTo>
                    <a:pt x="36" y="369"/>
                  </a:lnTo>
                  <a:lnTo>
                    <a:pt x="38" y="369"/>
                  </a:lnTo>
                  <a:lnTo>
                    <a:pt x="38" y="371"/>
                  </a:lnTo>
                  <a:lnTo>
                    <a:pt x="43" y="371"/>
                  </a:lnTo>
                  <a:lnTo>
                    <a:pt x="43" y="371"/>
                  </a:lnTo>
                  <a:lnTo>
                    <a:pt x="45" y="374"/>
                  </a:lnTo>
                  <a:lnTo>
                    <a:pt x="43" y="376"/>
                  </a:lnTo>
                  <a:lnTo>
                    <a:pt x="40" y="376"/>
                  </a:lnTo>
                  <a:lnTo>
                    <a:pt x="40" y="378"/>
                  </a:lnTo>
                  <a:lnTo>
                    <a:pt x="38" y="385"/>
                  </a:lnTo>
                  <a:lnTo>
                    <a:pt x="38" y="385"/>
                  </a:lnTo>
                  <a:lnTo>
                    <a:pt x="38" y="388"/>
                  </a:lnTo>
                  <a:lnTo>
                    <a:pt x="38" y="388"/>
                  </a:lnTo>
                  <a:lnTo>
                    <a:pt x="40" y="388"/>
                  </a:lnTo>
                  <a:lnTo>
                    <a:pt x="40" y="390"/>
                  </a:lnTo>
                  <a:lnTo>
                    <a:pt x="43" y="390"/>
                  </a:lnTo>
                  <a:lnTo>
                    <a:pt x="40" y="392"/>
                  </a:lnTo>
                  <a:lnTo>
                    <a:pt x="40" y="392"/>
                  </a:lnTo>
                  <a:lnTo>
                    <a:pt x="38" y="392"/>
                  </a:lnTo>
                  <a:lnTo>
                    <a:pt x="38" y="395"/>
                  </a:lnTo>
                  <a:lnTo>
                    <a:pt x="38" y="395"/>
                  </a:lnTo>
                  <a:lnTo>
                    <a:pt x="38" y="395"/>
                  </a:lnTo>
                  <a:lnTo>
                    <a:pt x="33" y="392"/>
                  </a:lnTo>
                  <a:lnTo>
                    <a:pt x="33" y="392"/>
                  </a:lnTo>
                  <a:lnTo>
                    <a:pt x="31" y="392"/>
                  </a:lnTo>
                  <a:lnTo>
                    <a:pt x="28" y="392"/>
                  </a:lnTo>
                  <a:lnTo>
                    <a:pt x="28" y="392"/>
                  </a:lnTo>
                  <a:lnTo>
                    <a:pt x="24" y="385"/>
                  </a:lnTo>
                  <a:lnTo>
                    <a:pt x="21" y="383"/>
                  </a:lnTo>
                  <a:lnTo>
                    <a:pt x="19" y="383"/>
                  </a:lnTo>
                  <a:lnTo>
                    <a:pt x="17" y="383"/>
                  </a:lnTo>
                  <a:lnTo>
                    <a:pt x="17" y="385"/>
                  </a:lnTo>
                  <a:lnTo>
                    <a:pt x="14" y="388"/>
                  </a:lnTo>
                  <a:lnTo>
                    <a:pt x="14" y="388"/>
                  </a:lnTo>
                  <a:lnTo>
                    <a:pt x="12" y="388"/>
                  </a:lnTo>
                  <a:lnTo>
                    <a:pt x="10" y="390"/>
                  </a:lnTo>
                  <a:lnTo>
                    <a:pt x="7" y="390"/>
                  </a:lnTo>
                  <a:lnTo>
                    <a:pt x="5" y="392"/>
                  </a:lnTo>
                  <a:lnTo>
                    <a:pt x="5" y="392"/>
                  </a:lnTo>
                  <a:lnTo>
                    <a:pt x="2" y="395"/>
                  </a:lnTo>
                  <a:lnTo>
                    <a:pt x="0" y="404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2" y="409"/>
                  </a:lnTo>
                  <a:lnTo>
                    <a:pt x="7" y="411"/>
                  </a:lnTo>
                  <a:lnTo>
                    <a:pt x="12" y="416"/>
                  </a:lnTo>
                  <a:lnTo>
                    <a:pt x="12" y="416"/>
                  </a:lnTo>
                  <a:lnTo>
                    <a:pt x="12" y="416"/>
                  </a:lnTo>
                  <a:lnTo>
                    <a:pt x="12" y="416"/>
                  </a:lnTo>
                  <a:lnTo>
                    <a:pt x="12" y="418"/>
                  </a:lnTo>
                  <a:lnTo>
                    <a:pt x="14" y="418"/>
                  </a:lnTo>
                  <a:lnTo>
                    <a:pt x="14" y="418"/>
                  </a:lnTo>
                  <a:lnTo>
                    <a:pt x="14" y="421"/>
                  </a:lnTo>
                  <a:lnTo>
                    <a:pt x="17" y="423"/>
                  </a:lnTo>
                  <a:lnTo>
                    <a:pt x="19" y="426"/>
                  </a:lnTo>
                  <a:lnTo>
                    <a:pt x="24" y="428"/>
                  </a:lnTo>
                  <a:lnTo>
                    <a:pt x="31" y="433"/>
                  </a:lnTo>
                  <a:lnTo>
                    <a:pt x="36" y="440"/>
                  </a:lnTo>
                  <a:lnTo>
                    <a:pt x="38" y="442"/>
                  </a:lnTo>
                  <a:lnTo>
                    <a:pt x="38" y="442"/>
                  </a:lnTo>
                  <a:lnTo>
                    <a:pt x="36" y="445"/>
                  </a:lnTo>
                  <a:lnTo>
                    <a:pt x="36" y="445"/>
                  </a:lnTo>
                  <a:lnTo>
                    <a:pt x="36" y="445"/>
                  </a:lnTo>
                  <a:lnTo>
                    <a:pt x="36" y="445"/>
                  </a:lnTo>
                  <a:lnTo>
                    <a:pt x="38" y="447"/>
                  </a:lnTo>
                  <a:lnTo>
                    <a:pt x="38" y="449"/>
                  </a:lnTo>
                  <a:lnTo>
                    <a:pt x="38" y="449"/>
                  </a:lnTo>
                  <a:lnTo>
                    <a:pt x="38" y="452"/>
                  </a:lnTo>
                  <a:lnTo>
                    <a:pt x="38" y="452"/>
                  </a:lnTo>
                  <a:lnTo>
                    <a:pt x="38" y="449"/>
                  </a:lnTo>
                  <a:lnTo>
                    <a:pt x="38" y="449"/>
                  </a:lnTo>
                  <a:lnTo>
                    <a:pt x="38" y="452"/>
                  </a:lnTo>
                  <a:lnTo>
                    <a:pt x="38" y="452"/>
                  </a:lnTo>
                  <a:lnTo>
                    <a:pt x="38" y="452"/>
                  </a:lnTo>
                  <a:lnTo>
                    <a:pt x="40" y="454"/>
                  </a:lnTo>
                  <a:lnTo>
                    <a:pt x="40" y="456"/>
                  </a:lnTo>
                  <a:lnTo>
                    <a:pt x="43" y="456"/>
                  </a:lnTo>
                  <a:lnTo>
                    <a:pt x="45" y="459"/>
                  </a:lnTo>
                  <a:lnTo>
                    <a:pt x="45" y="461"/>
                  </a:lnTo>
                  <a:lnTo>
                    <a:pt x="47" y="463"/>
                  </a:lnTo>
                  <a:lnTo>
                    <a:pt x="47" y="463"/>
                  </a:lnTo>
                  <a:lnTo>
                    <a:pt x="47" y="463"/>
                  </a:lnTo>
                  <a:lnTo>
                    <a:pt x="55" y="459"/>
                  </a:lnTo>
                  <a:lnTo>
                    <a:pt x="55" y="456"/>
                  </a:lnTo>
                  <a:lnTo>
                    <a:pt x="57" y="449"/>
                  </a:lnTo>
                  <a:lnTo>
                    <a:pt x="57" y="449"/>
                  </a:lnTo>
                  <a:lnTo>
                    <a:pt x="57" y="449"/>
                  </a:lnTo>
                  <a:lnTo>
                    <a:pt x="57" y="449"/>
                  </a:lnTo>
                  <a:lnTo>
                    <a:pt x="59" y="452"/>
                  </a:lnTo>
                  <a:lnTo>
                    <a:pt x="59" y="452"/>
                  </a:lnTo>
                  <a:lnTo>
                    <a:pt x="59" y="452"/>
                  </a:lnTo>
                  <a:lnTo>
                    <a:pt x="59" y="452"/>
                  </a:lnTo>
                  <a:lnTo>
                    <a:pt x="62" y="452"/>
                  </a:lnTo>
                  <a:lnTo>
                    <a:pt x="64" y="452"/>
                  </a:lnTo>
                  <a:lnTo>
                    <a:pt x="64" y="452"/>
                  </a:lnTo>
                  <a:lnTo>
                    <a:pt x="64" y="449"/>
                  </a:lnTo>
                  <a:lnTo>
                    <a:pt x="66" y="445"/>
                  </a:lnTo>
                  <a:lnTo>
                    <a:pt x="66" y="445"/>
                  </a:lnTo>
                  <a:lnTo>
                    <a:pt x="66" y="442"/>
                  </a:lnTo>
                  <a:lnTo>
                    <a:pt x="66" y="442"/>
                  </a:lnTo>
                  <a:lnTo>
                    <a:pt x="69" y="442"/>
                  </a:lnTo>
                  <a:lnTo>
                    <a:pt x="69" y="442"/>
                  </a:lnTo>
                  <a:lnTo>
                    <a:pt x="73" y="440"/>
                  </a:lnTo>
                  <a:lnTo>
                    <a:pt x="78" y="440"/>
                  </a:lnTo>
                  <a:lnTo>
                    <a:pt x="81" y="440"/>
                  </a:lnTo>
                  <a:lnTo>
                    <a:pt x="81" y="437"/>
                  </a:lnTo>
                  <a:lnTo>
                    <a:pt x="81" y="435"/>
                  </a:lnTo>
                  <a:lnTo>
                    <a:pt x="83" y="435"/>
                  </a:lnTo>
                  <a:lnTo>
                    <a:pt x="83" y="435"/>
                  </a:lnTo>
                  <a:lnTo>
                    <a:pt x="85" y="435"/>
                  </a:lnTo>
                  <a:lnTo>
                    <a:pt x="85" y="433"/>
                  </a:lnTo>
                  <a:lnTo>
                    <a:pt x="85" y="433"/>
                  </a:lnTo>
                  <a:lnTo>
                    <a:pt x="85" y="430"/>
                  </a:lnTo>
                  <a:lnTo>
                    <a:pt x="88" y="430"/>
                  </a:lnTo>
                  <a:lnTo>
                    <a:pt x="88" y="430"/>
                  </a:lnTo>
                  <a:lnTo>
                    <a:pt x="88" y="430"/>
                  </a:lnTo>
                  <a:lnTo>
                    <a:pt x="90" y="430"/>
                  </a:lnTo>
                  <a:lnTo>
                    <a:pt x="90" y="430"/>
                  </a:lnTo>
                  <a:lnTo>
                    <a:pt x="90" y="430"/>
                  </a:lnTo>
                  <a:lnTo>
                    <a:pt x="92" y="430"/>
                  </a:lnTo>
                  <a:lnTo>
                    <a:pt x="92" y="430"/>
                  </a:lnTo>
                  <a:lnTo>
                    <a:pt x="92" y="430"/>
                  </a:lnTo>
                  <a:lnTo>
                    <a:pt x="95" y="433"/>
                  </a:lnTo>
                  <a:lnTo>
                    <a:pt x="95" y="435"/>
                  </a:lnTo>
                  <a:lnTo>
                    <a:pt x="95" y="435"/>
                  </a:lnTo>
                  <a:lnTo>
                    <a:pt x="97" y="437"/>
                  </a:lnTo>
                  <a:lnTo>
                    <a:pt x="102" y="442"/>
                  </a:lnTo>
                  <a:lnTo>
                    <a:pt x="104" y="442"/>
                  </a:lnTo>
                  <a:lnTo>
                    <a:pt x="104" y="442"/>
                  </a:lnTo>
                  <a:lnTo>
                    <a:pt x="104" y="440"/>
                  </a:lnTo>
                  <a:lnTo>
                    <a:pt x="107" y="440"/>
                  </a:lnTo>
                  <a:lnTo>
                    <a:pt x="107" y="442"/>
                  </a:lnTo>
                  <a:lnTo>
                    <a:pt x="107" y="442"/>
                  </a:lnTo>
                  <a:lnTo>
                    <a:pt x="109" y="445"/>
                  </a:lnTo>
                  <a:lnTo>
                    <a:pt x="109" y="445"/>
                  </a:lnTo>
                  <a:lnTo>
                    <a:pt x="109" y="445"/>
                  </a:lnTo>
                  <a:lnTo>
                    <a:pt x="111" y="447"/>
                  </a:lnTo>
                  <a:lnTo>
                    <a:pt x="114" y="449"/>
                  </a:lnTo>
                  <a:lnTo>
                    <a:pt x="114" y="449"/>
                  </a:lnTo>
                  <a:lnTo>
                    <a:pt x="118" y="452"/>
                  </a:lnTo>
                  <a:lnTo>
                    <a:pt x="118" y="452"/>
                  </a:lnTo>
                  <a:lnTo>
                    <a:pt x="118" y="452"/>
                  </a:lnTo>
                  <a:lnTo>
                    <a:pt x="118" y="452"/>
                  </a:lnTo>
                  <a:lnTo>
                    <a:pt x="121" y="454"/>
                  </a:lnTo>
                  <a:lnTo>
                    <a:pt x="121" y="456"/>
                  </a:lnTo>
                  <a:lnTo>
                    <a:pt x="121" y="456"/>
                  </a:lnTo>
                  <a:lnTo>
                    <a:pt x="123" y="454"/>
                  </a:lnTo>
                  <a:lnTo>
                    <a:pt x="126" y="452"/>
                  </a:lnTo>
                  <a:lnTo>
                    <a:pt x="126" y="452"/>
                  </a:lnTo>
                  <a:lnTo>
                    <a:pt x="126" y="452"/>
                  </a:lnTo>
                  <a:lnTo>
                    <a:pt x="126" y="452"/>
                  </a:lnTo>
                  <a:lnTo>
                    <a:pt x="126" y="449"/>
                  </a:lnTo>
                  <a:lnTo>
                    <a:pt x="128" y="449"/>
                  </a:lnTo>
                  <a:lnTo>
                    <a:pt x="128" y="449"/>
                  </a:lnTo>
                  <a:lnTo>
                    <a:pt x="128" y="449"/>
                  </a:lnTo>
                  <a:lnTo>
                    <a:pt x="130" y="452"/>
                  </a:lnTo>
                  <a:lnTo>
                    <a:pt x="130" y="452"/>
                  </a:lnTo>
                  <a:lnTo>
                    <a:pt x="130" y="452"/>
                  </a:lnTo>
                  <a:lnTo>
                    <a:pt x="133" y="452"/>
                  </a:lnTo>
                  <a:lnTo>
                    <a:pt x="133" y="449"/>
                  </a:lnTo>
                  <a:lnTo>
                    <a:pt x="135" y="447"/>
                  </a:lnTo>
                  <a:lnTo>
                    <a:pt x="135" y="447"/>
                  </a:lnTo>
                  <a:lnTo>
                    <a:pt x="135" y="449"/>
                  </a:lnTo>
                  <a:lnTo>
                    <a:pt x="137" y="449"/>
                  </a:lnTo>
                  <a:lnTo>
                    <a:pt x="137" y="447"/>
                  </a:lnTo>
                  <a:lnTo>
                    <a:pt x="137" y="447"/>
                  </a:lnTo>
                  <a:lnTo>
                    <a:pt x="137" y="447"/>
                  </a:lnTo>
                  <a:lnTo>
                    <a:pt x="137" y="447"/>
                  </a:lnTo>
                  <a:lnTo>
                    <a:pt x="137" y="447"/>
                  </a:lnTo>
                  <a:lnTo>
                    <a:pt x="137" y="447"/>
                  </a:lnTo>
                  <a:lnTo>
                    <a:pt x="137" y="445"/>
                  </a:lnTo>
                  <a:lnTo>
                    <a:pt x="137" y="445"/>
                  </a:lnTo>
                  <a:lnTo>
                    <a:pt x="137" y="442"/>
                  </a:lnTo>
                  <a:lnTo>
                    <a:pt x="137" y="440"/>
                  </a:lnTo>
                  <a:lnTo>
                    <a:pt x="140" y="440"/>
                  </a:lnTo>
                  <a:lnTo>
                    <a:pt x="137" y="435"/>
                  </a:lnTo>
                  <a:lnTo>
                    <a:pt x="137" y="433"/>
                  </a:lnTo>
                  <a:lnTo>
                    <a:pt x="140" y="433"/>
                  </a:lnTo>
                  <a:lnTo>
                    <a:pt x="142" y="433"/>
                  </a:lnTo>
                  <a:lnTo>
                    <a:pt x="144" y="433"/>
                  </a:lnTo>
                  <a:lnTo>
                    <a:pt x="144" y="433"/>
                  </a:lnTo>
                  <a:lnTo>
                    <a:pt x="144" y="433"/>
                  </a:lnTo>
                  <a:lnTo>
                    <a:pt x="147" y="435"/>
                  </a:lnTo>
                  <a:lnTo>
                    <a:pt x="147" y="435"/>
                  </a:lnTo>
                  <a:lnTo>
                    <a:pt x="147" y="435"/>
                  </a:lnTo>
                  <a:lnTo>
                    <a:pt x="149" y="435"/>
                  </a:lnTo>
                  <a:lnTo>
                    <a:pt x="149" y="435"/>
                  </a:lnTo>
                  <a:lnTo>
                    <a:pt x="149" y="435"/>
                  </a:lnTo>
                  <a:lnTo>
                    <a:pt x="152" y="435"/>
                  </a:lnTo>
                  <a:lnTo>
                    <a:pt x="152" y="435"/>
                  </a:lnTo>
                  <a:lnTo>
                    <a:pt x="152" y="435"/>
                  </a:lnTo>
                  <a:lnTo>
                    <a:pt x="154" y="433"/>
                  </a:lnTo>
                  <a:lnTo>
                    <a:pt x="154" y="433"/>
                  </a:lnTo>
                  <a:lnTo>
                    <a:pt x="154" y="433"/>
                  </a:lnTo>
                  <a:lnTo>
                    <a:pt x="154" y="430"/>
                  </a:lnTo>
                  <a:lnTo>
                    <a:pt x="156" y="430"/>
                  </a:lnTo>
                  <a:lnTo>
                    <a:pt x="161" y="430"/>
                  </a:lnTo>
                  <a:lnTo>
                    <a:pt x="163" y="430"/>
                  </a:lnTo>
                  <a:lnTo>
                    <a:pt x="166" y="428"/>
                  </a:lnTo>
                  <a:lnTo>
                    <a:pt x="168" y="426"/>
                  </a:lnTo>
                  <a:lnTo>
                    <a:pt x="168" y="426"/>
                  </a:lnTo>
                  <a:lnTo>
                    <a:pt x="170" y="426"/>
                  </a:lnTo>
                  <a:lnTo>
                    <a:pt x="173" y="423"/>
                  </a:lnTo>
                  <a:lnTo>
                    <a:pt x="175" y="423"/>
                  </a:lnTo>
                  <a:lnTo>
                    <a:pt x="175" y="423"/>
                  </a:lnTo>
                  <a:lnTo>
                    <a:pt x="175" y="426"/>
                  </a:lnTo>
                  <a:lnTo>
                    <a:pt x="175" y="426"/>
                  </a:lnTo>
                  <a:lnTo>
                    <a:pt x="175" y="426"/>
                  </a:lnTo>
                  <a:lnTo>
                    <a:pt x="175" y="426"/>
                  </a:lnTo>
                  <a:lnTo>
                    <a:pt x="175" y="428"/>
                  </a:lnTo>
                  <a:lnTo>
                    <a:pt x="175" y="428"/>
                  </a:lnTo>
                  <a:lnTo>
                    <a:pt x="175" y="428"/>
                  </a:lnTo>
                  <a:lnTo>
                    <a:pt x="175" y="430"/>
                  </a:lnTo>
                  <a:lnTo>
                    <a:pt x="178" y="430"/>
                  </a:lnTo>
                  <a:lnTo>
                    <a:pt x="178" y="433"/>
                  </a:lnTo>
                  <a:lnTo>
                    <a:pt x="178" y="433"/>
                  </a:lnTo>
                  <a:lnTo>
                    <a:pt x="178" y="433"/>
                  </a:lnTo>
                  <a:lnTo>
                    <a:pt x="178" y="435"/>
                  </a:lnTo>
                  <a:lnTo>
                    <a:pt x="178" y="435"/>
                  </a:lnTo>
                  <a:lnTo>
                    <a:pt x="175" y="435"/>
                  </a:lnTo>
                  <a:lnTo>
                    <a:pt x="175" y="437"/>
                  </a:lnTo>
                  <a:lnTo>
                    <a:pt x="173" y="437"/>
                  </a:lnTo>
                  <a:lnTo>
                    <a:pt x="173" y="437"/>
                  </a:lnTo>
                  <a:lnTo>
                    <a:pt x="173" y="440"/>
                  </a:lnTo>
                  <a:lnTo>
                    <a:pt x="173" y="440"/>
                  </a:lnTo>
                  <a:lnTo>
                    <a:pt x="173" y="440"/>
                  </a:lnTo>
                  <a:lnTo>
                    <a:pt x="173" y="442"/>
                  </a:lnTo>
                  <a:lnTo>
                    <a:pt x="173" y="445"/>
                  </a:lnTo>
                  <a:lnTo>
                    <a:pt x="175" y="445"/>
                  </a:lnTo>
                  <a:lnTo>
                    <a:pt x="175" y="445"/>
                  </a:lnTo>
                  <a:lnTo>
                    <a:pt x="175" y="447"/>
                  </a:lnTo>
                  <a:lnTo>
                    <a:pt x="175" y="447"/>
                  </a:lnTo>
                  <a:lnTo>
                    <a:pt x="175" y="447"/>
                  </a:lnTo>
                  <a:lnTo>
                    <a:pt x="175" y="449"/>
                  </a:lnTo>
                  <a:lnTo>
                    <a:pt x="175" y="449"/>
                  </a:lnTo>
                  <a:lnTo>
                    <a:pt x="175" y="449"/>
                  </a:lnTo>
                  <a:lnTo>
                    <a:pt x="175" y="449"/>
                  </a:lnTo>
                  <a:lnTo>
                    <a:pt x="175" y="452"/>
                  </a:lnTo>
                  <a:lnTo>
                    <a:pt x="175" y="454"/>
                  </a:lnTo>
                  <a:lnTo>
                    <a:pt x="175" y="456"/>
                  </a:lnTo>
                  <a:lnTo>
                    <a:pt x="175" y="456"/>
                  </a:lnTo>
                  <a:lnTo>
                    <a:pt x="178" y="456"/>
                  </a:lnTo>
                  <a:lnTo>
                    <a:pt x="178" y="456"/>
                  </a:lnTo>
                  <a:lnTo>
                    <a:pt x="178" y="454"/>
                  </a:lnTo>
                  <a:lnTo>
                    <a:pt x="180" y="454"/>
                  </a:lnTo>
                  <a:lnTo>
                    <a:pt x="180" y="454"/>
                  </a:lnTo>
                  <a:lnTo>
                    <a:pt x="182" y="454"/>
                  </a:lnTo>
                  <a:lnTo>
                    <a:pt x="182" y="454"/>
                  </a:lnTo>
                  <a:lnTo>
                    <a:pt x="182" y="454"/>
                  </a:lnTo>
                  <a:lnTo>
                    <a:pt x="182" y="454"/>
                  </a:lnTo>
                  <a:lnTo>
                    <a:pt x="185" y="454"/>
                  </a:lnTo>
                  <a:lnTo>
                    <a:pt x="185" y="454"/>
                  </a:lnTo>
                  <a:lnTo>
                    <a:pt x="185" y="456"/>
                  </a:lnTo>
                  <a:lnTo>
                    <a:pt x="185" y="456"/>
                  </a:lnTo>
                  <a:lnTo>
                    <a:pt x="185" y="456"/>
                  </a:lnTo>
                  <a:lnTo>
                    <a:pt x="187" y="456"/>
                  </a:lnTo>
                  <a:lnTo>
                    <a:pt x="187" y="456"/>
                  </a:lnTo>
                  <a:lnTo>
                    <a:pt x="189" y="456"/>
                  </a:lnTo>
                  <a:lnTo>
                    <a:pt x="192" y="456"/>
                  </a:lnTo>
                  <a:lnTo>
                    <a:pt x="194" y="454"/>
                  </a:lnTo>
                  <a:lnTo>
                    <a:pt x="196" y="454"/>
                  </a:lnTo>
                  <a:lnTo>
                    <a:pt x="199" y="452"/>
                  </a:lnTo>
                  <a:lnTo>
                    <a:pt x="199" y="452"/>
                  </a:lnTo>
                  <a:lnTo>
                    <a:pt x="199" y="452"/>
                  </a:lnTo>
                  <a:lnTo>
                    <a:pt x="204" y="445"/>
                  </a:lnTo>
                  <a:lnTo>
                    <a:pt x="208" y="440"/>
                  </a:lnTo>
                  <a:lnTo>
                    <a:pt x="208" y="440"/>
                  </a:lnTo>
                  <a:lnTo>
                    <a:pt x="208" y="437"/>
                  </a:lnTo>
                  <a:lnTo>
                    <a:pt x="211" y="437"/>
                  </a:lnTo>
                  <a:lnTo>
                    <a:pt x="213" y="435"/>
                  </a:lnTo>
                  <a:lnTo>
                    <a:pt x="215" y="433"/>
                  </a:lnTo>
                  <a:lnTo>
                    <a:pt x="218" y="428"/>
                  </a:lnTo>
                  <a:lnTo>
                    <a:pt x="218" y="428"/>
                  </a:lnTo>
                  <a:lnTo>
                    <a:pt x="218" y="428"/>
                  </a:lnTo>
                  <a:lnTo>
                    <a:pt x="220" y="426"/>
                  </a:lnTo>
                  <a:lnTo>
                    <a:pt x="220" y="426"/>
                  </a:lnTo>
                  <a:lnTo>
                    <a:pt x="223" y="426"/>
                  </a:lnTo>
                  <a:lnTo>
                    <a:pt x="227" y="423"/>
                  </a:lnTo>
                  <a:lnTo>
                    <a:pt x="230" y="421"/>
                  </a:lnTo>
                  <a:lnTo>
                    <a:pt x="232" y="421"/>
                  </a:lnTo>
                  <a:lnTo>
                    <a:pt x="232" y="421"/>
                  </a:lnTo>
                  <a:lnTo>
                    <a:pt x="232" y="421"/>
                  </a:lnTo>
                  <a:lnTo>
                    <a:pt x="232" y="418"/>
                  </a:lnTo>
                  <a:lnTo>
                    <a:pt x="234" y="418"/>
                  </a:lnTo>
                  <a:lnTo>
                    <a:pt x="234" y="414"/>
                  </a:lnTo>
                  <a:lnTo>
                    <a:pt x="234" y="411"/>
                  </a:lnTo>
                  <a:lnTo>
                    <a:pt x="237" y="411"/>
                  </a:lnTo>
                  <a:lnTo>
                    <a:pt x="237" y="411"/>
                  </a:lnTo>
                  <a:lnTo>
                    <a:pt x="246" y="409"/>
                  </a:lnTo>
                  <a:lnTo>
                    <a:pt x="249" y="409"/>
                  </a:lnTo>
                  <a:lnTo>
                    <a:pt x="251" y="409"/>
                  </a:lnTo>
                  <a:lnTo>
                    <a:pt x="253" y="407"/>
                  </a:lnTo>
                  <a:lnTo>
                    <a:pt x="253" y="407"/>
                  </a:lnTo>
                  <a:lnTo>
                    <a:pt x="256" y="407"/>
                  </a:lnTo>
                  <a:lnTo>
                    <a:pt x="256" y="404"/>
                  </a:lnTo>
                  <a:lnTo>
                    <a:pt x="256" y="402"/>
                  </a:lnTo>
                  <a:lnTo>
                    <a:pt x="258" y="402"/>
                  </a:lnTo>
                  <a:lnTo>
                    <a:pt x="258" y="400"/>
                  </a:lnTo>
                  <a:lnTo>
                    <a:pt x="258" y="397"/>
                  </a:lnTo>
                  <a:lnTo>
                    <a:pt x="260" y="395"/>
                  </a:lnTo>
                  <a:lnTo>
                    <a:pt x="260" y="395"/>
                  </a:lnTo>
                  <a:lnTo>
                    <a:pt x="260" y="392"/>
                  </a:lnTo>
                  <a:lnTo>
                    <a:pt x="263" y="390"/>
                  </a:lnTo>
                  <a:lnTo>
                    <a:pt x="267" y="385"/>
                  </a:lnTo>
                  <a:lnTo>
                    <a:pt x="267" y="383"/>
                  </a:lnTo>
                  <a:lnTo>
                    <a:pt x="270" y="381"/>
                  </a:lnTo>
                  <a:lnTo>
                    <a:pt x="272" y="376"/>
                  </a:lnTo>
                  <a:lnTo>
                    <a:pt x="272" y="374"/>
                  </a:lnTo>
                  <a:lnTo>
                    <a:pt x="272" y="374"/>
                  </a:lnTo>
                  <a:lnTo>
                    <a:pt x="272" y="371"/>
                  </a:lnTo>
                  <a:lnTo>
                    <a:pt x="272" y="371"/>
                  </a:lnTo>
                  <a:lnTo>
                    <a:pt x="272" y="371"/>
                  </a:lnTo>
                  <a:lnTo>
                    <a:pt x="272" y="369"/>
                  </a:lnTo>
                  <a:lnTo>
                    <a:pt x="270" y="369"/>
                  </a:lnTo>
                  <a:lnTo>
                    <a:pt x="272" y="366"/>
                  </a:lnTo>
                  <a:lnTo>
                    <a:pt x="272" y="364"/>
                  </a:lnTo>
                  <a:lnTo>
                    <a:pt x="270" y="364"/>
                  </a:lnTo>
                  <a:lnTo>
                    <a:pt x="270" y="364"/>
                  </a:lnTo>
                  <a:lnTo>
                    <a:pt x="270" y="359"/>
                  </a:lnTo>
                  <a:lnTo>
                    <a:pt x="270" y="357"/>
                  </a:lnTo>
                  <a:lnTo>
                    <a:pt x="270" y="355"/>
                  </a:lnTo>
                  <a:lnTo>
                    <a:pt x="270" y="352"/>
                  </a:lnTo>
                  <a:lnTo>
                    <a:pt x="270" y="350"/>
                  </a:lnTo>
                  <a:lnTo>
                    <a:pt x="270" y="350"/>
                  </a:lnTo>
                  <a:lnTo>
                    <a:pt x="270" y="347"/>
                  </a:lnTo>
                  <a:lnTo>
                    <a:pt x="272" y="345"/>
                  </a:lnTo>
                  <a:lnTo>
                    <a:pt x="272" y="336"/>
                  </a:lnTo>
                  <a:lnTo>
                    <a:pt x="270" y="324"/>
                  </a:lnTo>
                  <a:lnTo>
                    <a:pt x="270" y="321"/>
                  </a:lnTo>
                  <a:lnTo>
                    <a:pt x="270" y="321"/>
                  </a:lnTo>
                  <a:lnTo>
                    <a:pt x="270" y="321"/>
                  </a:lnTo>
                  <a:lnTo>
                    <a:pt x="270" y="319"/>
                  </a:lnTo>
                  <a:lnTo>
                    <a:pt x="270" y="319"/>
                  </a:lnTo>
                  <a:lnTo>
                    <a:pt x="270" y="319"/>
                  </a:lnTo>
                  <a:lnTo>
                    <a:pt x="270" y="317"/>
                  </a:lnTo>
                  <a:lnTo>
                    <a:pt x="270" y="314"/>
                  </a:lnTo>
                  <a:lnTo>
                    <a:pt x="270" y="314"/>
                  </a:lnTo>
                  <a:lnTo>
                    <a:pt x="270" y="314"/>
                  </a:lnTo>
                  <a:lnTo>
                    <a:pt x="270" y="312"/>
                  </a:lnTo>
                  <a:lnTo>
                    <a:pt x="272" y="312"/>
                  </a:lnTo>
                  <a:lnTo>
                    <a:pt x="272" y="310"/>
                  </a:lnTo>
                  <a:lnTo>
                    <a:pt x="275" y="307"/>
                  </a:lnTo>
                  <a:lnTo>
                    <a:pt x="275" y="307"/>
                  </a:lnTo>
                  <a:lnTo>
                    <a:pt x="279" y="305"/>
                  </a:lnTo>
                  <a:lnTo>
                    <a:pt x="282" y="303"/>
                  </a:lnTo>
                  <a:lnTo>
                    <a:pt x="284" y="300"/>
                  </a:lnTo>
                  <a:lnTo>
                    <a:pt x="284" y="298"/>
                  </a:lnTo>
                  <a:lnTo>
                    <a:pt x="286" y="298"/>
                  </a:lnTo>
                  <a:lnTo>
                    <a:pt x="286" y="298"/>
                  </a:lnTo>
                  <a:lnTo>
                    <a:pt x="286" y="298"/>
                  </a:lnTo>
                  <a:lnTo>
                    <a:pt x="289" y="298"/>
                  </a:lnTo>
                  <a:lnTo>
                    <a:pt x="289" y="298"/>
                  </a:lnTo>
                  <a:lnTo>
                    <a:pt x="289" y="295"/>
                  </a:lnTo>
                  <a:lnTo>
                    <a:pt x="289" y="295"/>
                  </a:lnTo>
                  <a:lnTo>
                    <a:pt x="289" y="295"/>
                  </a:lnTo>
                  <a:lnTo>
                    <a:pt x="294" y="291"/>
                  </a:lnTo>
                  <a:lnTo>
                    <a:pt x="294" y="288"/>
                  </a:lnTo>
                  <a:lnTo>
                    <a:pt x="294" y="286"/>
                  </a:lnTo>
                  <a:lnTo>
                    <a:pt x="294" y="286"/>
                  </a:lnTo>
                  <a:lnTo>
                    <a:pt x="294" y="284"/>
                  </a:lnTo>
                  <a:lnTo>
                    <a:pt x="294" y="284"/>
                  </a:lnTo>
                  <a:lnTo>
                    <a:pt x="294" y="284"/>
                  </a:lnTo>
                  <a:lnTo>
                    <a:pt x="296" y="281"/>
                  </a:lnTo>
                  <a:lnTo>
                    <a:pt x="296" y="279"/>
                  </a:lnTo>
                  <a:lnTo>
                    <a:pt x="298" y="276"/>
                  </a:lnTo>
                  <a:lnTo>
                    <a:pt x="298" y="274"/>
                  </a:lnTo>
                  <a:lnTo>
                    <a:pt x="301" y="272"/>
                  </a:lnTo>
                  <a:lnTo>
                    <a:pt x="303" y="269"/>
                  </a:lnTo>
                  <a:lnTo>
                    <a:pt x="303" y="267"/>
                  </a:lnTo>
                  <a:lnTo>
                    <a:pt x="305" y="265"/>
                  </a:lnTo>
                  <a:lnTo>
                    <a:pt x="305" y="265"/>
                  </a:lnTo>
                  <a:lnTo>
                    <a:pt x="305" y="265"/>
                  </a:lnTo>
                  <a:lnTo>
                    <a:pt x="305" y="265"/>
                  </a:lnTo>
                  <a:lnTo>
                    <a:pt x="308" y="262"/>
                  </a:lnTo>
                  <a:lnTo>
                    <a:pt x="310" y="260"/>
                  </a:lnTo>
                  <a:lnTo>
                    <a:pt x="310" y="260"/>
                  </a:lnTo>
                  <a:lnTo>
                    <a:pt x="312" y="258"/>
                  </a:lnTo>
                  <a:lnTo>
                    <a:pt x="315" y="255"/>
                  </a:lnTo>
                  <a:lnTo>
                    <a:pt x="315" y="255"/>
                  </a:lnTo>
                  <a:lnTo>
                    <a:pt x="315" y="255"/>
                  </a:lnTo>
                  <a:lnTo>
                    <a:pt x="315" y="255"/>
                  </a:lnTo>
                  <a:lnTo>
                    <a:pt x="315" y="255"/>
                  </a:lnTo>
                  <a:lnTo>
                    <a:pt x="317" y="255"/>
                  </a:lnTo>
                  <a:lnTo>
                    <a:pt x="320" y="253"/>
                  </a:lnTo>
                  <a:lnTo>
                    <a:pt x="324" y="253"/>
                  </a:lnTo>
                  <a:lnTo>
                    <a:pt x="324" y="253"/>
                  </a:lnTo>
                  <a:lnTo>
                    <a:pt x="327" y="250"/>
                  </a:lnTo>
                  <a:lnTo>
                    <a:pt x="329" y="250"/>
                  </a:lnTo>
                  <a:lnTo>
                    <a:pt x="331" y="250"/>
                  </a:lnTo>
                  <a:lnTo>
                    <a:pt x="331" y="248"/>
                  </a:lnTo>
                  <a:lnTo>
                    <a:pt x="331" y="248"/>
                  </a:lnTo>
                  <a:lnTo>
                    <a:pt x="334" y="248"/>
                  </a:lnTo>
                  <a:lnTo>
                    <a:pt x="334" y="248"/>
                  </a:lnTo>
                  <a:lnTo>
                    <a:pt x="334" y="246"/>
                  </a:lnTo>
                  <a:lnTo>
                    <a:pt x="336" y="246"/>
                  </a:lnTo>
                  <a:lnTo>
                    <a:pt x="343" y="236"/>
                  </a:lnTo>
                  <a:lnTo>
                    <a:pt x="346" y="234"/>
                  </a:lnTo>
                  <a:lnTo>
                    <a:pt x="348" y="232"/>
                  </a:lnTo>
                  <a:lnTo>
                    <a:pt x="348" y="232"/>
                  </a:lnTo>
                  <a:lnTo>
                    <a:pt x="348" y="232"/>
                  </a:lnTo>
                  <a:lnTo>
                    <a:pt x="348" y="232"/>
                  </a:lnTo>
                  <a:lnTo>
                    <a:pt x="348" y="232"/>
                  </a:lnTo>
                  <a:lnTo>
                    <a:pt x="348" y="229"/>
                  </a:lnTo>
                  <a:lnTo>
                    <a:pt x="350" y="229"/>
                  </a:lnTo>
                  <a:lnTo>
                    <a:pt x="350" y="229"/>
                  </a:lnTo>
                  <a:lnTo>
                    <a:pt x="353" y="227"/>
                  </a:lnTo>
                  <a:lnTo>
                    <a:pt x="353" y="224"/>
                  </a:lnTo>
                  <a:lnTo>
                    <a:pt x="355" y="224"/>
                  </a:lnTo>
                  <a:lnTo>
                    <a:pt x="353" y="215"/>
                  </a:lnTo>
                  <a:lnTo>
                    <a:pt x="353" y="210"/>
                  </a:lnTo>
                  <a:lnTo>
                    <a:pt x="353" y="208"/>
                  </a:lnTo>
                  <a:lnTo>
                    <a:pt x="353" y="208"/>
                  </a:lnTo>
                  <a:lnTo>
                    <a:pt x="355" y="196"/>
                  </a:lnTo>
                  <a:lnTo>
                    <a:pt x="355" y="196"/>
                  </a:lnTo>
                  <a:lnTo>
                    <a:pt x="360" y="184"/>
                  </a:lnTo>
                  <a:lnTo>
                    <a:pt x="364" y="177"/>
                  </a:lnTo>
                  <a:lnTo>
                    <a:pt x="364" y="177"/>
                  </a:lnTo>
                  <a:lnTo>
                    <a:pt x="364" y="172"/>
                  </a:lnTo>
                  <a:lnTo>
                    <a:pt x="364" y="170"/>
                  </a:lnTo>
                  <a:lnTo>
                    <a:pt x="364" y="170"/>
                  </a:lnTo>
                  <a:lnTo>
                    <a:pt x="364" y="168"/>
                  </a:lnTo>
                  <a:lnTo>
                    <a:pt x="362" y="168"/>
                  </a:lnTo>
                  <a:lnTo>
                    <a:pt x="362" y="165"/>
                  </a:lnTo>
                  <a:lnTo>
                    <a:pt x="362" y="165"/>
                  </a:lnTo>
                  <a:lnTo>
                    <a:pt x="362" y="163"/>
                  </a:lnTo>
                  <a:lnTo>
                    <a:pt x="362" y="158"/>
                  </a:lnTo>
                  <a:lnTo>
                    <a:pt x="362" y="158"/>
                  </a:lnTo>
                  <a:lnTo>
                    <a:pt x="360" y="151"/>
                  </a:lnTo>
                  <a:lnTo>
                    <a:pt x="360" y="146"/>
                  </a:lnTo>
                  <a:lnTo>
                    <a:pt x="360" y="142"/>
                  </a:lnTo>
                  <a:lnTo>
                    <a:pt x="360" y="142"/>
                  </a:lnTo>
                  <a:lnTo>
                    <a:pt x="362" y="139"/>
                  </a:lnTo>
                  <a:lnTo>
                    <a:pt x="362" y="137"/>
                  </a:lnTo>
                  <a:lnTo>
                    <a:pt x="364" y="134"/>
                  </a:lnTo>
                  <a:lnTo>
                    <a:pt x="364" y="132"/>
                  </a:lnTo>
                  <a:lnTo>
                    <a:pt x="364" y="130"/>
                  </a:lnTo>
                  <a:lnTo>
                    <a:pt x="367" y="125"/>
                  </a:lnTo>
                  <a:lnTo>
                    <a:pt x="367" y="123"/>
                  </a:lnTo>
                  <a:lnTo>
                    <a:pt x="369" y="120"/>
                  </a:lnTo>
                  <a:lnTo>
                    <a:pt x="372" y="113"/>
                  </a:lnTo>
                  <a:lnTo>
                    <a:pt x="372" y="113"/>
                  </a:lnTo>
                  <a:lnTo>
                    <a:pt x="372" y="97"/>
                  </a:lnTo>
                  <a:lnTo>
                    <a:pt x="372" y="97"/>
                  </a:lnTo>
                  <a:lnTo>
                    <a:pt x="372" y="94"/>
                  </a:lnTo>
                  <a:lnTo>
                    <a:pt x="372" y="94"/>
                  </a:lnTo>
                  <a:lnTo>
                    <a:pt x="372" y="94"/>
                  </a:lnTo>
                  <a:lnTo>
                    <a:pt x="372" y="92"/>
                  </a:lnTo>
                  <a:lnTo>
                    <a:pt x="372" y="85"/>
                  </a:lnTo>
                  <a:lnTo>
                    <a:pt x="372" y="85"/>
                  </a:lnTo>
                  <a:lnTo>
                    <a:pt x="372" y="82"/>
                  </a:lnTo>
                  <a:lnTo>
                    <a:pt x="372" y="82"/>
                  </a:lnTo>
                  <a:lnTo>
                    <a:pt x="374" y="75"/>
                  </a:lnTo>
                  <a:lnTo>
                    <a:pt x="374" y="75"/>
                  </a:lnTo>
                  <a:lnTo>
                    <a:pt x="374" y="73"/>
                  </a:lnTo>
                  <a:lnTo>
                    <a:pt x="376" y="73"/>
                  </a:lnTo>
                  <a:lnTo>
                    <a:pt x="376" y="73"/>
                  </a:lnTo>
                  <a:lnTo>
                    <a:pt x="376" y="73"/>
                  </a:lnTo>
                  <a:lnTo>
                    <a:pt x="376" y="71"/>
                  </a:lnTo>
                  <a:lnTo>
                    <a:pt x="379" y="71"/>
                  </a:lnTo>
                  <a:lnTo>
                    <a:pt x="379" y="68"/>
                  </a:lnTo>
                  <a:lnTo>
                    <a:pt x="379" y="68"/>
                  </a:lnTo>
                  <a:lnTo>
                    <a:pt x="379" y="63"/>
                  </a:lnTo>
                  <a:lnTo>
                    <a:pt x="379" y="63"/>
                  </a:lnTo>
                  <a:lnTo>
                    <a:pt x="381" y="63"/>
                  </a:lnTo>
                  <a:lnTo>
                    <a:pt x="383" y="59"/>
                  </a:lnTo>
                  <a:lnTo>
                    <a:pt x="383" y="59"/>
                  </a:lnTo>
                  <a:lnTo>
                    <a:pt x="383" y="59"/>
                  </a:lnTo>
                  <a:lnTo>
                    <a:pt x="388" y="52"/>
                  </a:lnTo>
                  <a:lnTo>
                    <a:pt x="391" y="49"/>
                  </a:lnTo>
                  <a:lnTo>
                    <a:pt x="391" y="47"/>
                  </a:lnTo>
                  <a:lnTo>
                    <a:pt x="391" y="47"/>
                  </a:lnTo>
                  <a:lnTo>
                    <a:pt x="391" y="45"/>
                  </a:lnTo>
                  <a:lnTo>
                    <a:pt x="393" y="42"/>
                  </a:lnTo>
                  <a:lnTo>
                    <a:pt x="393" y="42"/>
                  </a:lnTo>
                  <a:lnTo>
                    <a:pt x="393" y="40"/>
                  </a:lnTo>
                  <a:lnTo>
                    <a:pt x="393" y="40"/>
                  </a:lnTo>
                  <a:lnTo>
                    <a:pt x="393" y="40"/>
                  </a:lnTo>
                  <a:lnTo>
                    <a:pt x="395" y="33"/>
                  </a:lnTo>
                  <a:lnTo>
                    <a:pt x="395" y="33"/>
                  </a:lnTo>
                  <a:lnTo>
                    <a:pt x="398" y="33"/>
                  </a:lnTo>
                  <a:lnTo>
                    <a:pt x="400" y="30"/>
                  </a:lnTo>
                  <a:lnTo>
                    <a:pt x="400" y="30"/>
                  </a:lnTo>
                  <a:lnTo>
                    <a:pt x="400" y="30"/>
                  </a:lnTo>
                  <a:lnTo>
                    <a:pt x="400" y="28"/>
                  </a:lnTo>
                  <a:lnTo>
                    <a:pt x="400" y="28"/>
                  </a:lnTo>
                  <a:lnTo>
                    <a:pt x="402" y="21"/>
                  </a:lnTo>
                  <a:lnTo>
                    <a:pt x="402" y="14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54">
              <a:extLst>
                <a:ext uri="{FF2B5EF4-FFF2-40B4-BE49-F238E27FC236}">
                  <a16:creationId xmlns:a16="http://schemas.microsoft.com/office/drawing/2014/main" id="{B478ED28-7BD1-EA3B-BF39-2C2A0DA896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0784" y="3080742"/>
              <a:ext cx="511937" cy="589619"/>
            </a:xfrm>
            <a:custGeom>
              <a:avLst/>
              <a:gdLst>
                <a:gd name="T0" fmla="*/ 381 w 402"/>
                <a:gd name="T1" fmla="*/ 7 h 463"/>
                <a:gd name="T2" fmla="*/ 360 w 402"/>
                <a:gd name="T3" fmla="*/ 9 h 463"/>
                <a:gd name="T4" fmla="*/ 341 w 402"/>
                <a:gd name="T5" fmla="*/ 0 h 463"/>
                <a:gd name="T6" fmla="*/ 320 w 402"/>
                <a:gd name="T7" fmla="*/ 7 h 463"/>
                <a:gd name="T8" fmla="*/ 305 w 402"/>
                <a:gd name="T9" fmla="*/ 9 h 463"/>
                <a:gd name="T10" fmla="*/ 284 w 402"/>
                <a:gd name="T11" fmla="*/ 40 h 463"/>
                <a:gd name="T12" fmla="*/ 265 w 402"/>
                <a:gd name="T13" fmla="*/ 82 h 463"/>
                <a:gd name="T14" fmla="*/ 265 w 402"/>
                <a:gd name="T15" fmla="*/ 92 h 463"/>
                <a:gd name="T16" fmla="*/ 256 w 402"/>
                <a:gd name="T17" fmla="*/ 101 h 463"/>
                <a:gd name="T18" fmla="*/ 227 w 402"/>
                <a:gd name="T19" fmla="*/ 94 h 463"/>
                <a:gd name="T20" fmla="*/ 215 w 402"/>
                <a:gd name="T21" fmla="*/ 90 h 463"/>
                <a:gd name="T22" fmla="*/ 199 w 402"/>
                <a:gd name="T23" fmla="*/ 85 h 463"/>
                <a:gd name="T24" fmla="*/ 187 w 402"/>
                <a:gd name="T25" fmla="*/ 82 h 463"/>
                <a:gd name="T26" fmla="*/ 135 w 402"/>
                <a:gd name="T27" fmla="*/ 82 h 463"/>
                <a:gd name="T28" fmla="*/ 109 w 402"/>
                <a:gd name="T29" fmla="*/ 97 h 463"/>
                <a:gd name="T30" fmla="*/ 109 w 402"/>
                <a:gd name="T31" fmla="*/ 118 h 463"/>
                <a:gd name="T32" fmla="*/ 109 w 402"/>
                <a:gd name="T33" fmla="*/ 130 h 463"/>
                <a:gd name="T34" fmla="*/ 133 w 402"/>
                <a:gd name="T35" fmla="*/ 125 h 463"/>
                <a:gd name="T36" fmla="*/ 156 w 402"/>
                <a:gd name="T37" fmla="*/ 123 h 463"/>
                <a:gd name="T38" fmla="*/ 173 w 402"/>
                <a:gd name="T39" fmla="*/ 139 h 463"/>
                <a:gd name="T40" fmla="*/ 166 w 402"/>
                <a:gd name="T41" fmla="*/ 168 h 463"/>
                <a:gd name="T42" fmla="*/ 149 w 402"/>
                <a:gd name="T43" fmla="*/ 196 h 463"/>
                <a:gd name="T44" fmla="*/ 152 w 402"/>
                <a:gd name="T45" fmla="*/ 210 h 463"/>
                <a:gd name="T46" fmla="*/ 178 w 402"/>
                <a:gd name="T47" fmla="*/ 224 h 463"/>
                <a:gd name="T48" fmla="*/ 178 w 402"/>
                <a:gd name="T49" fmla="*/ 258 h 463"/>
                <a:gd name="T50" fmla="*/ 178 w 402"/>
                <a:gd name="T51" fmla="*/ 274 h 463"/>
                <a:gd name="T52" fmla="*/ 175 w 402"/>
                <a:gd name="T53" fmla="*/ 293 h 463"/>
                <a:gd name="T54" fmla="*/ 166 w 402"/>
                <a:gd name="T55" fmla="*/ 310 h 463"/>
                <a:gd name="T56" fmla="*/ 159 w 402"/>
                <a:gd name="T57" fmla="*/ 329 h 463"/>
                <a:gd name="T58" fmla="*/ 147 w 402"/>
                <a:gd name="T59" fmla="*/ 324 h 463"/>
                <a:gd name="T60" fmla="*/ 137 w 402"/>
                <a:gd name="T61" fmla="*/ 312 h 463"/>
                <a:gd name="T62" fmla="*/ 123 w 402"/>
                <a:gd name="T63" fmla="*/ 326 h 463"/>
                <a:gd name="T64" fmla="*/ 99 w 402"/>
                <a:gd name="T65" fmla="*/ 321 h 463"/>
                <a:gd name="T66" fmla="*/ 95 w 402"/>
                <a:gd name="T67" fmla="*/ 310 h 463"/>
                <a:gd name="T68" fmla="*/ 81 w 402"/>
                <a:gd name="T69" fmla="*/ 293 h 463"/>
                <a:gd name="T70" fmla="*/ 71 w 402"/>
                <a:gd name="T71" fmla="*/ 312 h 463"/>
                <a:gd name="T72" fmla="*/ 28 w 402"/>
                <a:gd name="T73" fmla="*/ 321 h 463"/>
                <a:gd name="T74" fmla="*/ 21 w 402"/>
                <a:gd name="T75" fmla="*/ 350 h 463"/>
                <a:gd name="T76" fmla="*/ 36 w 402"/>
                <a:gd name="T77" fmla="*/ 369 h 463"/>
                <a:gd name="T78" fmla="*/ 33 w 402"/>
                <a:gd name="T79" fmla="*/ 392 h 463"/>
                <a:gd name="T80" fmla="*/ 7 w 402"/>
                <a:gd name="T81" fmla="*/ 411 h 463"/>
                <a:gd name="T82" fmla="*/ 38 w 402"/>
                <a:gd name="T83" fmla="*/ 449 h 463"/>
                <a:gd name="T84" fmla="*/ 59 w 402"/>
                <a:gd name="T85" fmla="*/ 452 h 463"/>
                <a:gd name="T86" fmla="*/ 85 w 402"/>
                <a:gd name="T87" fmla="*/ 433 h 463"/>
                <a:gd name="T88" fmla="*/ 107 w 402"/>
                <a:gd name="T89" fmla="*/ 442 h 463"/>
                <a:gd name="T90" fmla="*/ 128 w 402"/>
                <a:gd name="T91" fmla="*/ 449 h 463"/>
                <a:gd name="T92" fmla="*/ 137 w 402"/>
                <a:gd name="T93" fmla="*/ 433 h 463"/>
                <a:gd name="T94" fmla="*/ 166 w 402"/>
                <a:gd name="T95" fmla="*/ 428 h 463"/>
                <a:gd name="T96" fmla="*/ 175 w 402"/>
                <a:gd name="T97" fmla="*/ 437 h 463"/>
                <a:gd name="T98" fmla="*/ 178 w 402"/>
                <a:gd name="T99" fmla="*/ 456 h 463"/>
                <a:gd name="T100" fmla="*/ 204 w 402"/>
                <a:gd name="T101" fmla="*/ 445 h 463"/>
                <a:gd name="T102" fmla="*/ 237 w 402"/>
                <a:gd name="T103" fmla="*/ 411 h 463"/>
                <a:gd name="T104" fmla="*/ 272 w 402"/>
                <a:gd name="T105" fmla="*/ 374 h 463"/>
                <a:gd name="T106" fmla="*/ 270 w 402"/>
                <a:gd name="T107" fmla="*/ 321 h 463"/>
                <a:gd name="T108" fmla="*/ 289 w 402"/>
                <a:gd name="T109" fmla="*/ 295 h 463"/>
                <a:gd name="T110" fmla="*/ 310 w 402"/>
                <a:gd name="T111" fmla="*/ 260 h 463"/>
                <a:gd name="T112" fmla="*/ 346 w 402"/>
                <a:gd name="T113" fmla="*/ 234 h 463"/>
                <a:gd name="T114" fmla="*/ 364 w 402"/>
                <a:gd name="T115" fmla="*/ 170 h 463"/>
                <a:gd name="T116" fmla="*/ 372 w 402"/>
                <a:gd name="T117" fmla="*/ 113 h 463"/>
                <a:gd name="T118" fmla="*/ 379 w 402"/>
                <a:gd name="T119" fmla="*/ 63 h 463"/>
                <a:gd name="T120" fmla="*/ 400 w 402"/>
                <a:gd name="T121" fmla="*/ 28 h 4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02" h="463">
                  <a:moveTo>
                    <a:pt x="402" y="14"/>
                  </a:moveTo>
                  <a:lnTo>
                    <a:pt x="400" y="11"/>
                  </a:lnTo>
                  <a:lnTo>
                    <a:pt x="398" y="11"/>
                  </a:lnTo>
                  <a:lnTo>
                    <a:pt x="398" y="11"/>
                  </a:lnTo>
                  <a:lnTo>
                    <a:pt x="398" y="9"/>
                  </a:lnTo>
                  <a:lnTo>
                    <a:pt x="395" y="7"/>
                  </a:lnTo>
                  <a:lnTo>
                    <a:pt x="393" y="4"/>
                  </a:lnTo>
                  <a:lnTo>
                    <a:pt x="393" y="4"/>
                  </a:lnTo>
                  <a:lnTo>
                    <a:pt x="393" y="4"/>
                  </a:lnTo>
                  <a:lnTo>
                    <a:pt x="391" y="4"/>
                  </a:lnTo>
                  <a:lnTo>
                    <a:pt x="391" y="4"/>
                  </a:lnTo>
                  <a:lnTo>
                    <a:pt x="391" y="4"/>
                  </a:lnTo>
                  <a:lnTo>
                    <a:pt x="388" y="4"/>
                  </a:lnTo>
                  <a:lnTo>
                    <a:pt x="388" y="4"/>
                  </a:lnTo>
                  <a:lnTo>
                    <a:pt x="388" y="7"/>
                  </a:lnTo>
                  <a:lnTo>
                    <a:pt x="388" y="7"/>
                  </a:lnTo>
                  <a:lnTo>
                    <a:pt x="388" y="7"/>
                  </a:lnTo>
                  <a:lnTo>
                    <a:pt x="388" y="7"/>
                  </a:lnTo>
                  <a:lnTo>
                    <a:pt x="386" y="7"/>
                  </a:lnTo>
                  <a:lnTo>
                    <a:pt x="386" y="7"/>
                  </a:lnTo>
                  <a:lnTo>
                    <a:pt x="381" y="7"/>
                  </a:lnTo>
                  <a:lnTo>
                    <a:pt x="381" y="7"/>
                  </a:lnTo>
                  <a:lnTo>
                    <a:pt x="381" y="7"/>
                  </a:lnTo>
                  <a:lnTo>
                    <a:pt x="381" y="7"/>
                  </a:lnTo>
                  <a:lnTo>
                    <a:pt x="381" y="7"/>
                  </a:lnTo>
                  <a:lnTo>
                    <a:pt x="381" y="9"/>
                  </a:lnTo>
                  <a:lnTo>
                    <a:pt x="379" y="9"/>
                  </a:lnTo>
                  <a:lnTo>
                    <a:pt x="379" y="9"/>
                  </a:lnTo>
                  <a:lnTo>
                    <a:pt x="379" y="11"/>
                  </a:lnTo>
                  <a:lnTo>
                    <a:pt x="376" y="11"/>
                  </a:lnTo>
                  <a:lnTo>
                    <a:pt x="376" y="11"/>
                  </a:lnTo>
                  <a:lnTo>
                    <a:pt x="376" y="11"/>
                  </a:lnTo>
                  <a:lnTo>
                    <a:pt x="374" y="9"/>
                  </a:lnTo>
                  <a:lnTo>
                    <a:pt x="374" y="7"/>
                  </a:lnTo>
                  <a:lnTo>
                    <a:pt x="372" y="7"/>
                  </a:lnTo>
                  <a:lnTo>
                    <a:pt x="369" y="7"/>
                  </a:lnTo>
                  <a:lnTo>
                    <a:pt x="369" y="7"/>
                  </a:lnTo>
                  <a:lnTo>
                    <a:pt x="367" y="9"/>
                  </a:lnTo>
                  <a:lnTo>
                    <a:pt x="367" y="9"/>
                  </a:lnTo>
                  <a:lnTo>
                    <a:pt x="364" y="9"/>
                  </a:lnTo>
                  <a:lnTo>
                    <a:pt x="364" y="7"/>
                  </a:lnTo>
                  <a:lnTo>
                    <a:pt x="362" y="7"/>
                  </a:lnTo>
                  <a:lnTo>
                    <a:pt x="362" y="7"/>
                  </a:lnTo>
                  <a:lnTo>
                    <a:pt x="360" y="9"/>
                  </a:lnTo>
                  <a:lnTo>
                    <a:pt x="360" y="9"/>
                  </a:lnTo>
                  <a:lnTo>
                    <a:pt x="360" y="9"/>
                  </a:lnTo>
                  <a:lnTo>
                    <a:pt x="360" y="7"/>
                  </a:lnTo>
                  <a:lnTo>
                    <a:pt x="357" y="7"/>
                  </a:lnTo>
                  <a:lnTo>
                    <a:pt x="357" y="4"/>
                  </a:lnTo>
                  <a:lnTo>
                    <a:pt x="357" y="4"/>
                  </a:lnTo>
                  <a:lnTo>
                    <a:pt x="357" y="4"/>
                  </a:lnTo>
                  <a:lnTo>
                    <a:pt x="355" y="4"/>
                  </a:lnTo>
                  <a:lnTo>
                    <a:pt x="355" y="4"/>
                  </a:lnTo>
                  <a:lnTo>
                    <a:pt x="355" y="4"/>
                  </a:lnTo>
                  <a:lnTo>
                    <a:pt x="355" y="4"/>
                  </a:lnTo>
                  <a:lnTo>
                    <a:pt x="353" y="4"/>
                  </a:lnTo>
                  <a:lnTo>
                    <a:pt x="353" y="4"/>
                  </a:lnTo>
                  <a:lnTo>
                    <a:pt x="353" y="4"/>
                  </a:lnTo>
                  <a:lnTo>
                    <a:pt x="353" y="4"/>
                  </a:lnTo>
                  <a:lnTo>
                    <a:pt x="353" y="4"/>
                  </a:lnTo>
                  <a:lnTo>
                    <a:pt x="348" y="4"/>
                  </a:lnTo>
                  <a:lnTo>
                    <a:pt x="346" y="4"/>
                  </a:lnTo>
                  <a:lnTo>
                    <a:pt x="343" y="2"/>
                  </a:lnTo>
                  <a:lnTo>
                    <a:pt x="341" y="2"/>
                  </a:lnTo>
                  <a:lnTo>
                    <a:pt x="341" y="0"/>
                  </a:lnTo>
                  <a:lnTo>
                    <a:pt x="341" y="0"/>
                  </a:lnTo>
                  <a:lnTo>
                    <a:pt x="341" y="0"/>
                  </a:lnTo>
                  <a:lnTo>
                    <a:pt x="341" y="0"/>
                  </a:lnTo>
                  <a:lnTo>
                    <a:pt x="341" y="0"/>
                  </a:lnTo>
                  <a:lnTo>
                    <a:pt x="338" y="0"/>
                  </a:lnTo>
                  <a:lnTo>
                    <a:pt x="338" y="0"/>
                  </a:lnTo>
                  <a:lnTo>
                    <a:pt x="336" y="0"/>
                  </a:lnTo>
                  <a:lnTo>
                    <a:pt x="336" y="0"/>
                  </a:lnTo>
                  <a:lnTo>
                    <a:pt x="334" y="2"/>
                  </a:lnTo>
                  <a:lnTo>
                    <a:pt x="334" y="2"/>
                  </a:lnTo>
                  <a:lnTo>
                    <a:pt x="331" y="4"/>
                  </a:lnTo>
                  <a:lnTo>
                    <a:pt x="329" y="4"/>
                  </a:lnTo>
                  <a:lnTo>
                    <a:pt x="329" y="4"/>
                  </a:lnTo>
                  <a:lnTo>
                    <a:pt x="327" y="4"/>
                  </a:lnTo>
                  <a:lnTo>
                    <a:pt x="327" y="4"/>
                  </a:lnTo>
                  <a:lnTo>
                    <a:pt x="327" y="4"/>
                  </a:lnTo>
                  <a:lnTo>
                    <a:pt x="327" y="4"/>
                  </a:lnTo>
                  <a:lnTo>
                    <a:pt x="324" y="7"/>
                  </a:lnTo>
                  <a:lnTo>
                    <a:pt x="324" y="7"/>
                  </a:lnTo>
                  <a:lnTo>
                    <a:pt x="324" y="7"/>
                  </a:lnTo>
                  <a:lnTo>
                    <a:pt x="322" y="7"/>
                  </a:lnTo>
                  <a:lnTo>
                    <a:pt x="322" y="7"/>
                  </a:lnTo>
                  <a:lnTo>
                    <a:pt x="320" y="7"/>
                  </a:lnTo>
                  <a:lnTo>
                    <a:pt x="320" y="7"/>
                  </a:lnTo>
                  <a:lnTo>
                    <a:pt x="317" y="7"/>
                  </a:lnTo>
                  <a:lnTo>
                    <a:pt x="317" y="7"/>
                  </a:lnTo>
                  <a:lnTo>
                    <a:pt x="315" y="7"/>
                  </a:lnTo>
                  <a:lnTo>
                    <a:pt x="315" y="7"/>
                  </a:lnTo>
                  <a:lnTo>
                    <a:pt x="315" y="9"/>
                  </a:lnTo>
                  <a:lnTo>
                    <a:pt x="315" y="9"/>
                  </a:lnTo>
                  <a:lnTo>
                    <a:pt x="315" y="9"/>
                  </a:lnTo>
                  <a:lnTo>
                    <a:pt x="312" y="9"/>
                  </a:lnTo>
                  <a:lnTo>
                    <a:pt x="312" y="9"/>
                  </a:lnTo>
                  <a:lnTo>
                    <a:pt x="312" y="9"/>
                  </a:lnTo>
                  <a:lnTo>
                    <a:pt x="312" y="9"/>
                  </a:lnTo>
                  <a:lnTo>
                    <a:pt x="312" y="9"/>
                  </a:lnTo>
                  <a:lnTo>
                    <a:pt x="310" y="7"/>
                  </a:lnTo>
                  <a:lnTo>
                    <a:pt x="310" y="7"/>
                  </a:lnTo>
                  <a:lnTo>
                    <a:pt x="308" y="7"/>
                  </a:lnTo>
                  <a:lnTo>
                    <a:pt x="308" y="7"/>
                  </a:lnTo>
                  <a:lnTo>
                    <a:pt x="308" y="7"/>
                  </a:lnTo>
                  <a:lnTo>
                    <a:pt x="308" y="7"/>
                  </a:lnTo>
                  <a:lnTo>
                    <a:pt x="305" y="7"/>
                  </a:lnTo>
                  <a:lnTo>
                    <a:pt x="305" y="7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305" y="9"/>
                  </a:lnTo>
                  <a:lnTo>
                    <a:pt x="303" y="9"/>
                  </a:lnTo>
                  <a:lnTo>
                    <a:pt x="301" y="9"/>
                  </a:lnTo>
                  <a:lnTo>
                    <a:pt x="298" y="9"/>
                  </a:lnTo>
                  <a:lnTo>
                    <a:pt x="298" y="9"/>
                  </a:lnTo>
                  <a:lnTo>
                    <a:pt x="294" y="9"/>
                  </a:lnTo>
                  <a:lnTo>
                    <a:pt x="294" y="11"/>
                  </a:lnTo>
                  <a:lnTo>
                    <a:pt x="291" y="11"/>
                  </a:lnTo>
                  <a:lnTo>
                    <a:pt x="291" y="14"/>
                  </a:lnTo>
                  <a:lnTo>
                    <a:pt x="289" y="19"/>
                  </a:lnTo>
                  <a:lnTo>
                    <a:pt x="289" y="23"/>
                  </a:lnTo>
                  <a:lnTo>
                    <a:pt x="289" y="23"/>
                  </a:lnTo>
                  <a:lnTo>
                    <a:pt x="289" y="26"/>
                  </a:lnTo>
                  <a:lnTo>
                    <a:pt x="286" y="28"/>
                  </a:lnTo>
                  <a:lnTo>
                    <a:pt x="286" y="28"/>
                  </a:lnTo>
                  <a:lnTo>
                    <a:pt x="286" y="30"/>
                  </a:lnTo>
                  <a:lnTo>
                    <a:pt x="286" y="30"/>
                  </a:lnTo>
                  <a:lnTo>
                    <a:pt x="286" y="33"/>
                  </a:lnTo>
                  <a:lnTo>
                    <a:pt x="286" y="33"/>
                  </a:lnTo>
                  <a:lnTo>
                    <a:pt x="286" y="35"/>
                  </a:lnTo>
                  <a:lnTo>
                    <a:pt x="284" y="40"/>
                  </a:lnTo>
                  <a:lnTo>
                    <a:pt x="284" y="42"/>
                  </a:lnTo>
                  <a:lnTo>
                    <a:pt x="284" y="42"/>
                  </a:lnTo>
                  <a:lnTo>
                    <a:pt x="286" y="45"/>
                  </a:lnTo>
                  <a:lnTo>
                    <a:pt x="286" y="45"/>
                  </a:lnTo>
                  <a:lnTo>
                    <a:pt x="286" y="45"/>
                  </a:lnTo>
                  <a:lnTo>
                    <a:pt x="284" y="49"/>
                  </a:lnTo>
                  <a:lnTo>
                    <a:pt x="284" y="52"/>
                  </a:lnTo>
                  <a:lnTo>
                    <a:pt x="282" y="54"/>
                  </a:lnTo>
                  <a:lnTo>
                    <a:pt x="279" y="59"/>
                  </a:lnTo>
                  <a:lnTo>
                    <a:pt x="277" y="63"/>
                  </a:lnTo>
                  <a:lnTo>
                    <a:pt x="277" y="66"/>
                  </a:lnTo>
                  <a:lnTo>
                    <a:pt x="275" y="73"/>
                  </a:lnTo>
                  <a:lnTo>
                    <a:pt x="270" y="78"/>
                  </a:lnTo>
                  <a:lnTo>
                    <a:pt x="272" y="78"/>
                  </a:lnTo>
                  <a:lnTo>
                    <a:pt x="272" y="78"/>
                  </a:lnTo>
                  <a:lnTo>
                    <a:pt x="272" y="80"/>
                  </a:lnTo>
                  <a:lnTo>
                    <a:pt x="270" y="80"/>
                  </a:lnTo>
                  <a:lnTo>
                    <a:pt x="267" y="80"/>
                  </a:lnTo>
                  <a:lnTo>
                    <a:pt x="267" y="80"/>
                  </a:lnTo>
                  <a:lnTo>
                    <a:pt x="265" y="80"/>
                  </a:lnTo>
                  <a:lnTo>
                    <a:pt x="265" y="80"/>
                  </a:lnTo>
                  <a:lnTo>
                    <a:pt x="265" y="82"/>
                  </a:lnTo>
                  <a:lnTo>
                    <a:pt x="265" y="82"/>
                  </a:lnTo>
                  <a:lnTo>
                    <a:pt x="265" y="82"/>
                  </a:lnTo>
                  <a:lnTo>
                    <a:pt x="265" y="85"/>
                  </a:lnTo>
                  <a:lnTo>
                    <a:pt x="265" y="85"/>
                  </a:lnTo>
                  <a:lnTo>
                    <a:pt x="265" y="85"/>
                  </a:lnTo>
                  <a:lnTo>
                    <a:pt x="265" y="85"/>
                  </a:lnTo>
                  <a:lnTo>
                    <a:pt x="265" y="85"/>
                  </a:lnTo>
                  <a:lnTo>
                    <a:pt x="265" y="85"/>
                  </a:lnTo>
                  <a:lnTo>
                    <a:pt x="265" y="85"/>
                  </a:lnTo>
                  <a:lnTo>
                    <a:pt x="265" y="85"/>
                  </a:lnTo>
                  <a:lnTo>
                    <a:pt x="265" y="87"/>
                  </a:lnTo>
                  <a:lnTo>
                    <a:pt x="265" y="87"/>
                  </a:lnTo>
                  <a:lnTo>
                    <a:pt x="265" y="87"/>
                  </a:lnTo>
                  <a:lnTo>
                    <a:pt x="265" y="87"/>
                  </a:lnTo>
                  <a:lnTo>
                    <a:pt x="265" y="87"/>
                  </a:lnTo>
                  <a:lnTo>
                    <a:pt x="265" y="87"/>
                  </a:lnTo>
                  <a:lnTo>
                    <a:pt x="265" y="90"/>
                  </a:lnTo>
                  <a:lnTo>
                    <a:pt x="263" y="90"/>
                  </a:lnTo>
                  <a:lnTo>
                    <a:pt x="265" y="92"/>
                  </a:lnTo>
                  <a:lnTo>
                    <a:pt x="265" y="92"/>
                  </a:lnTo>
                  <a:lnTo>
                    <a:pt x="265" y="92"/>
                  </a:lnTo>
                  <a:lnTo>
                    <a:pt x="265" y="92"/>
                  </a:lnTo>
                  <a:lnTo>
                    <a:pt x="265" y="94"/>
                  </a:lnTo>
                  <a:lnTo>
                    <a:pt x="267" y="99"/>
                  </a:lnTo>
                  <a:lnTo>
                    <a:pt x="270" y="104"/>
                  </a:lnTo>
                  <a:lnTo>
                    <a:pt x="270" y="106"/>
                  </a:lnTo>
                  <a:lnTo>
                    <a:pt x="267" y="106"/>
                  </a:lnTo>
                  <a:lnTo>
                    <a:pt x="267" y="106"/>
                  </a:lnTo>
                  <a:lnTo>
                    <a:pt x="267" y="106"/>
                  </a:lnTo>
                  <a:lnTo>
                    <a:pt x="265" y="108"/>
                  </a:lnTo>
                  <a:lnTo>
                    <a:pt x="263" y="106"/>
                  </a:lnTo>
                  <a:lnTo>
                    <a:pt x="263" y="106"/>
                  </a:lnTo>
                  <a:lnTo>
                    <a:pt x="263" y="104"/>
                  </a:lnTo>
                  <a:lnTo>
                    <a:pt x="263" y="104"/>
                  </a:lnTo>
                  <a:lnTo>
                    <a:pt x="263" y="104"/>
                  </a:lnTo>
                  <a:lnTo>
                    <a:pt x="263" y="104"/>
                  </a:lnTo>
                  <a:lnTo>
                    <a:pt x="260" y="101"/>
                  </a:lnTo>
                  <a:lnTo>
                    <a:pt x="260" y="101"/>
                  </a:lnTo>
                  <a:lnTo>
                    <a:pt x="260" y="101"/>
                  </a:lnTo>
                  <a:lnTo>
                    <a:pt x="260" y="101"/>
                  </a:lnTo>
                  <a:lnTo>
                    <a:pt x="258" y="101"/>
                  </a:lnTo>
                  <a:lnTo>
                    <a:pt x="258" y="101"/>
                  </a:lnTo>
                  <a:lnTo>
                    <a:pt x="256" y="101"/>
                  </a:lnTo>
                  <a:lnTo>
                    <a:pt x="256" y="101"/>
                  </a:lnTo>
                  <a:lnTo>
                    <a:pt x="256" y="101"/>
                  </a:lnTo>
                  <a:lnTo>
                    <a:pt x="256" y="101"/>
                  </a:lnTo>
                  <a:lnTo>
                    <a:pt x="256" y="101"/>
                  </a:lnTo>
                  <a:lnTo>
                    <a:pt x="253" y="101"/>
                  </a:lnTo>
                  <a:lnTo>
                    <a:pt x="253" y="99"/>
                  </a:lnTo>
                  <a:lnTo>
                    <a:pt x="253" y="99"/>
                  </a:lnTo>
                  <a:lnTo>
                    <a:pt x="253" y="99"/>
                  </a:lnTo>
                  <a:lnTo>
                    <a:pt x="251" y="99"/>
                  </a:lnTo>
                  <a:lnTo>
                    <a:pt x="251" y="99"/>
                  </a:lnTo>
                  <a:lnTo>
                    <a:pt x="251" y="97"/>
                  </a:lnTo>
                  <a:lnTo>
                    <a:pt x="249" y="94"/>
                  </a:lnTo>
                  <a:lnTo>
                    <a:pt x="249" y="94"/>
                  </a:lnTo>
                  <a:lnTo>
                    <a:pt x="246" y="94"/>
                  </a:lnTo>
                  <a:lnTo>
                    <a:pt x="246" y="94"/>
                  </a:lnTo>
                  <a:lnTo>
                    <a:pt x="246" y="94"/>
                  </a:lnTo>
                  <a:lnTo>
                    <a:pt x="244" y="94"/>
                  </a:lnTo>
                  <a:lnTo>
                    <a:pt x="239" y="94"/>
                  </a:lnTo>
                  <a:lnTo>
                    <a:pt x="234" y="92"/>
                  </a:lnTo>
                  <a:lnTo>
                    <a:pt x="232" y="92"/>
                  </a:lnTo>
                  <a:lnTo>
                    <a:pt x="230" y="92"/>
                  </a:lnTo>
                  <a:lnTo>
                    <a:pt x="227" y="94"/>
                  </a:lnTo>
                  <a:lnTo>
                    <a:pt x="227" y="94"/>
                  </a:lnTo>
                  <a:lnTo>
                    <a:pt x="225" y="94"/>
                  </a:lnTo>
                  <a:lnTo>
                    <a:pt x="225" y="94"/>
                  </a:lnTo>
                  <a:lnTo>
                    <a:pt x="225" y="94"/>
                  </a:lnTo>
                  <a:lnTo>
                    <a:pt x="225" y="94"/>
                  </a:lnTo>
                  <a:lnTo>
                    <a:pt x="223" y="94"/>
                  </a:lnTo>
                  <a:lnTo>
                    <a:pt x="223" y="94"/>
                  </a:lnTo>
                  <a:lnTo>
                    <a:pt x="223" y="92"/>
                  </a:lnTo>
                  <a:lnTo>
                    <a:pt x="223" y="92"/>
                  </a:lnTo>
                  <a:lnTo>
                    <a:pt x="223" y="92"/>
                  </a:lnTo>
                  <a:lnTo>
                    <a:pt x="223" y="92"/>
                  </a:lnTo>
                  <a:lnTo>
                    <a:pt x="223" y="92"/>
                  </a:lnTo>
                  <a:lnTo>
                    <a:pt x="223" y="92"/>
                  </a:lnTo>
                  <a:lnTo>
                    <a:pt x="220" y="90"/>
                  </a:lnTo>
                  <a:lnTo>
                    <a:pt x="220" y="90"/>
                  </a:lnTo>
                  <a:lnTo>
                    <a:pt x="220" y="90"/>
                  </a:lnTo>
                  <a:lnTo>
                    <a:pt x="220" y="90"/>
                  </a:lnTo>
                  <a:lnTo>
                    <a:pt x="220" y="90"/>
                  </a:lnTo>
                  <a:lnTo>
                    <a:pt x="218" y="87"/>
                  </a:lnTo>
                  <a:lnTo>
                    <a:pt x="218" y="90"/>
                  </a:lnTo>
                  <a:lnTo>
                    <a:pt x="218" y="90"/>
                  </a:lnTo>
                  <a:lnTo>
                    <a:pt x="215" y="87"/>
                  </a:lnTo>
                  <a:lnTo>
                    <a:pt x="215" y="90"/>
                  </a:lnTo>
                  <a:lnTo>
                    <a:pt x="213" y="90"/>
                  </a:lnTo>
                  <a:lnTo>
                    <a:pt x="213" y="90"/>
                  </a:lnTo>
                  <a:lnTo>
                    <a:pt x="213" y="90"/>
                  </a:lnTo>
                  <a:lnTo>
                    <a:pt x="213" y="92"/>
                  </a:lnTo>
                  <a:lnTo>
                    <a:pt x="211" y="92"/>
                  </a:lnTo>
                  <a:lnTo>
                    <a:pt x="211" y="90"/>
                  </a:lnTo>
                  <a:lnTo>
                    <a:pt x="208" y="90"/>
                  </a:lnTo>
                  <a:lnTo>
                    <a:pt x="208" y="90"/>
                  </a:lnTo>
                  <a:lnTo>
                    <a:pt x="206" y="90"/>
                  </a:lnTo>
                  <a:lnTo>
                    <a:pt x="206" y="90"/>
                  </a:lnTo>
                  <a:lnTo>
                    <a:pt x="206" y="90"/>
                  </a:lnTo>
                  <a:lnTo>
                    <a:pt x="204" y="90"/>
                  </a:lnTo>
                  <a:lnTo>
                    <a:pt x="204" y="90"/>
                  </a:lnTo>
                  <a:lnTo>
                    <a:pt x="201" y="90"/>
                  </a:lnTo>
                  <a:lnTo>
                    <a:pt x="201" y="90"/>
                  </a:lnTo>
                  <a:lnTo>
                    <a:pt x="201" y="87"/>
                  </a:lnTo>
                  <a:lnTo>
                    <a:pt x="201" y="87"/>
                  </a:lnTo>
                  <a:lnTo>
                    <a:pt x="201" y="85"/>
                  </a:lnTo>
                  <a:lnTo>
                    <a:pt x="201" y="85"/>
                  </a:lnTo>
                  <a:lnTo>
                    <a:pt x="199" y="85"/>
                  </a:lnTo>
                  <a:lnTo>
                    <a:pt x="199" y="85"/>
                  </a:lnTo>
                  <a:lnTo>
                    <a:pt x="199" y="85"/>
                  </a:lnTo>
                  <a:lnTo>
                    <a:pt x="199" y="85"/>
                  </a:lnTo>
                  <a:lnTo>
                    <a:pt x="199" y="87"/>
                  </a:lnTo>
                  <a:lnTo>
                    <a:pt x="199" y="87"/>
                  </a:lnTo>
                  <a:lnTo>
                    <a:pt x="194" y="87"/>
                  </a:lnTo>
                  <a:lnTo>
                    <a:pt x="194" y="87"/>
                  </a:lnTo>
                  <a:lnTo>
                    <a:pt x="194" y="85"/>
                  </a:lnTo>
                  <a:lnTo>
                    <a:pt x="194" y="85"/>
                  </a:lnTo>
                  <a:lnTo>
                    <a:pt x="194" y="85"/>
                  </a:lnTo>
                  <a:lnTo>
                    <a:pt x="194" y="85"/>
                  </a:lnTo>
                  <a:lnTo>
                    <a:pt x="192" y="85"/>
                  </a:lnTo>
                  <a:lnTo>
                    <a:pt x="192" y="85"/>
                  </a:lnTo>
                  <a:lnTo>
                    <a:pt x="192" y="85"/>
                  </a:lnTo>
                  <a:lnTo>
                    <a:pt x="194" y="85"/>
                  </a:lnTo>
                  <a:lnTo>
                    <a:pt x="192" y="82"/>
                  </a:lnTo>
                  <a:lnTo>
                    <a:pt x="192" y="85"/>
                  </a:lnTo>
                  <a:lnTo>
                    <a:pt x="192" y="85"/>
                  </a:lnTo>
                  <a:lnTo>
                    <a:pt x="192" y="85"/>
                  </a:lnTo>
                  <a:lnTo>
                    <a:pt x="189" y="82"/>
                  </a:lnTo>
                  <a:lnTo>
                    <a:pt x="189" y="82"/>
                  </a:lnTo>
                  <a:lnTo>
                    <a:pt x="187" y="82"/>
                  </a:lnTo>
                  <a:lnTo>
                    <a:pt x="187" y="82"/>
                  </a:lnTo>
                  <a:lnTo>
                    <a:pt x="187" y="82"/>
                  </a:lnTo>
                  <a:lnTo>
                    <a:pt x="187" y="82"/>
                  </a:lnTo>
                  <a:lnTo>
                    <a:pt x="185" y="80"/>
                  </a:lnTo>
                  <a:lnTo>
                    <a:pt x="185" y="80"/>
                  </a:lnTo>
                  <a:lnTo>
                    <a:pt x="182" y="80"/>
                  </a:lnTo>
                  <a:lnTo>
                    <a:pt x="182" y="80"/>
                  </a:lnTo>
                  <a:lnTo>
                    <a:pt x="182" y="80"/>
                  </a:lnTo>
                  <a:lnTo>
                    <a:pt x="182" y="80"/>
                  </a:lnTo>
                  <a:lnTo>
                    <a:pt x="182" y="82"/>
                  </a:lnTo>
                  <a:lnTo>
                    <a:pt x="182" y="82"/>
                  </a:lnTo>
                  <a:lnTo>
                    <a:pt x="178" y="82"/>
                  </a:lnTo>
                  <a:lnTo>
                    <a:pt x="178" y="82"/>
                  </a:lnTo>
                  <a:lnTo>
                    <a:pt x="178" y="82"/>
                  </a:lnTo>
                  <a:lnTo>
                    <a:pt x="175" y="82"/>
                  </a:lnTo>
                  <a:lnTo>
                    <a:pt x="175" y="82"/>
                  </a:lnTo>
                  <a:lnTo>
                    <a:pt x="175" y="82"/>
                  </a:lnTo>
                  <a:lnTo>
                    <a:pt x="170" y="80"/>
                  </a:lnTo>
                  <a:lnTo>
                    <a:pt x="168" y="82"/>
                  </a:lnTo>
                  <a:lnTo>
                    <a:pt x="168" y="82"/>
                  </a:lnTo>
                  <a:lnTo>
                    <a:pt x="161" y="82"/>
                  </a:lnTo>
                  <a:lnTo>
                    <a:pt x="154" y="82"/>
                  </a:lnTo>
                  <a:lnTo>
                    <a:pt x="144" y="82"/>
                  </a:lnTo>
                  <a:lnTo>
                    <a:pt x="135" y="82"/>
                  </a:lnTo>
                  <a:lnTo>
                    <a:pt x="133" y="82"/>
                  </a:lnTo>
                  <a:lnTo>
                    <a:pt x="126" y="82"/>
                  </a:lnTo>
                  <a:lnTo>
                    <a:pt x="116" y="82"/>
                  </a:lnTo>
                  <a:lnTo>
                    <a:pt x="116" y="85"/>
                  </a:lnTo>
                  <a:lnTo>
                    <a:pt x="116" y="87"/>
                  </a:lnTo>
                  <a:lnTo>
                    <a:pt x="116" y="87"/>
                  </a:lnTo>
                  <a:lnTo>
                    <a:pt x="114" y="90"/>
                  </a:lnTo>
                  <a:lnTo>
                    <a:pt x="114" y="90"/>
                  </a:lnTo>
                  <a:lnTo>
                    <a:pt x="111" y="90"/>
                  </a:lnTo>
                  <a:lnTo>
                    <a:pt x="111" y="90"/>
                  </a:lnTo>
                  <a:lnTo>
                    <a:pt x="111" y="90"/>
                  </a:lnTo>
                  <a:lnTo>
                    <a:pt x="111" y="92"/>
                  </a:lnTo>
                  <a:lnTo>
                    <a:pt x="111" y="92"/>
                  </a:lnTo>
                  <a:lnTo>
                    <a:pt x="111" y="92"/>
                  </a:lnTo>
                  <a:lnTo>
                    <a:pt x="111" y="92"/>
                  </a:lnTo>
                  <a:lnTo>
                    <a:pt x="111" y="94"/>
                  </a:lnTo>
                  <a:lnTo>
                    <a:pt x="111" y="94"/>
                  </a:lnTo>
                  <a:lnTo>
                    <a:pt x="109" y="94"/>
                  </a:lnTo>
                  <a:lnTo>
                    <a:pt x="109" y="94"/>
                  </a:lnTo>
                  <a:lnTo>
                    <a:pt x="109" y="94"/>
                  </a:lnTo>
                  <a:lnTo>
                    <a:pt x="109" y="97"/>
                  </a:lnTo>
                  <a:lnTo>
                    <a:pt x="109" y="97"/>
                  </a:lnTo>
                  <a:lnTo>
                    <a:pt x="109" y="97"/>
                  </a:lnTo>
                  <a:lnTo>
                    <a:pt x="109" y="99"/>
                  </a:lnTo>
                  <a:lnTo>
                    <a:pt x="111" y="99"/>
                  </a:lnTo>
                  <a:lnTo>
                    <a:pt x="111" y="99"/>
                  </a:lnTo>
                  <a:lnTo>
                    <a:pt x="109" y="101"/>
                  </a:lnTo>
                  <a:lnTo>
                    <a:pt x="109" y="101"/>
                  </a:lnTo>
                  <a:lnTo>
                    <a:pt x="109" y="104"/>
                  </a:lnTo>
                  <a:lnTo>
                    <a:pt x="109" y="104"/>
                  </a:lnTo>
                  <a:lnTo>
                    <a:pt x="109" y="104"/>
                  </a:lnTo>
                  <a:lnTo>
                    <a:pt x="109" y="106"/>
                  </a:lnTo>
                  <a:lnTo>
                    <a:pt x="109" y="106"/>
                  </a:lnTo>
                  <a:lnTo>
                    <a:pt x="107" y="106"/>
                  </a:lnTo>
                  <a:lnTo>
                    <a:pt x="109" y="108"/>
                  </a:lnTo>
                  <a:lnTo>
                    <a:pt x="109" y="111"/>
                  </a:lnTo>
                  <a:lnTo>
                    <a:pt x="107" y="111"/>
                  </a:lnTo>
                  <a:lnTo>
                    <a:pt x="109" y="113"/>
                  </a:lnTo>
                  <a:lnTo>
                    <a:pt x="109" y="116"/>
                  </a:lnTo>
                  <a:lnTo>
                    <a:pt x="109" y="116"/>
                  </a:lnTo>
                  <a:lnTo>
                    <a:pt x="109" y="116"/>
                  </a:lnTo>
                  <a:lnTo>
                    <a:pt x="111" y="116"/>
                  </a:lnTo>
                  <a:lnTo>
                    <a:pt x="111" y="116"/>
                  </a:lnTo>
                  <a:lnTo>
                    <a:pt x="109" y="118"/>
                  </a:lnTo>
                  <a:lnTo>
                    <a:pt x="111" y="118"/>
                  </a:lnTo>
                  <a:lnTo>
                    <a:pt x="111" y="120"/>
                  </a:lnTo>
                  <a:lnTo>
                    <a:pt x="114" y="120"/>
                  </a:lnTo>
                  <a:lnTo>
                    <a:pt x="114" y="120"/>
                  </a:lnTo>
                  <a:lnTo>
                    <a:pt x="114" y="123"/>
                  </a:lnTo>
                  <a:lnTo>
                    <a:pt x="114" y="125"/>
                  </a:lnTo>
                  <a:lnTo>
                    <a:pt x="114" y="125"/>
                  </a:lnTo>
                  <a:lnTo>
                    <a:pt x="114" y="125"/>
                  </a:lnTo>
                  <a:lnTo>
                    <a:pt x="114" y="125"/>
                  </a:lnTo>
                  <a:lnTo>
                    <a:pt x="114" y="125"/>
                  </a:lnTo>
                  <a:lnTo>
                    <a:pt x="114" y="125"/>
                  </a:lnTo>
                  <a:lnTo>
                    <a:pt x="114" y="127"/>
                  </a:lnTo>
                  <a:lnTo>
                    <a:pt x="111" y="127"/>
                  </a:lnTo>
                  <a:lnTo>
                    <a:pt x="111" y="127"/>
                  </a:lnTo>
                  <a:lnTo>
                    <a:pt x="109" y="127"/>
                  </a:lnTo>
                  <a:lnTo>
                    <a:pt x="109" y="127"/>
                  </a:lnTo>
                  <a:lnTo>
                    <a:pt x="109" y="130"/>
                  </a:lnTo>
                  <a:lnTo>
                    <a:pt x="109" y="130"/>
                  </a:lnTo>
                  <a:lnTo>
                    <a:pt x="109" y="130"/>
                  </a:lnTo>
                  <a:lnTo>
                    <a:pt x="109" y="130"/>
                  </a:lnTo>
                  <a:lnTo>
                    <a:pt x="109" y="130"/>
                  </a:lnTo>
                  <a:lnTo>
                    <a:pt x="109" y="130"/>
                  </a:lnTo>
                  <a:lnTo>
                    <a:pt x="109" y="132"/>
                  </a:lnTo>
                  <a:lnTo>
                    <a:pt x="109" y="132"/>
                  </a:lnTo>
                  <a:lnTo>
                    <a:pt x="111" y="132"/>
                  </a:lnTo>
                  <a:lnTo>
                    <a:pt x="111" y="132"/>
                  </a:lnTo>
                  <a:lnTo>
                    <a:pt x="114" y="132"/>
                  </a:lnTo>
                  <a:lnTo>
                    <a:pt x="114" y="132"/>
                  </a:lnTo>
                  <a:lnTo>
                    <a:pt x="116" y="130"/>
                  </a:lnTo>
                  <a:lnTo>
                    <a:pt x="116" y="130"/>
                  </a:lnTo>
                  <a:lnTo>
                    <a:pt x="118" y="130"/>
                  </a:lnTo>
                  <a:lnTo>
                    <a:pt x="118" y="130"/>
                  </a:lnTo>
                  <a:lnTo>
                    <a:pt x="118" y="127"/>
                  </a:lnTo>
                  <a:lnTo>
                    <a:pt x="118" y="127"/>
                  </a:lnTo>
                  <a:lnTo>
                    <a:pt x="121" y="127"/>
                  </a:lnTo>
                  <a:lnTo>
                    <a:pt x="121" y="127"/>
                  </a:lnTo>
                  <a:lnTo>
                    <a:pt x="123" y="127"/>
                  </a:lnTo>
                  <a:lnTo>
                    <a:pt x="123" y="127"/>
                  </a:lnTo>
                  <a:lnTo>
                    <a:pt x="126" y="130"/>
                  </a:lnTo>
                  <a:lnTo>
                    <a:pt x="128" y="130"/>
                  </a:lnTo>
                  <a:lnTo>
                    <a:pt x="130" y="127"/>
                  </a:lnTo>
                  <a:lnTo>
                    <a:pt x="130" y="127"/>
                  </a:lnTo>
                  <a:lnTo>
                    <a:pt x="130" y="125"/>
                  </a:lnTo>
                  <a:lnTo>
                    <a:pt x="133" y="125"/>
                  </a:lnTo>
                  <a:lnTo>
                    <a:pt x="133" y="125"/>
                  </a:lnTo>
                  <a:lnTo>
                    <a:pt x="135" y="125"/>
                  </a:lnTo>
                  <a:lnTo>
                    <a:pt x="135" y="125"/>
                  </a:lnTo>
                  <a:lnTo>
                    <a:pt x="135" y="125"/>
                  </a:lnTo>
                  <a:lnTo>
                    <a:pt x="137" y="125"/>
                  </a:lnTo>
                  <a:lnTo>
                    <a:pt x="137" y="125"/>
                  </a:lnTo>
                  <a:lnTo>
                    <a:pt x="137" y="125"/>
                  </a:lnTo>
                  <a:lnTo>
                    <a:pt x="137" y="123"/>
                  </a:lnTo>
                  <a:lnTo>
                    <a:pt x="140" y="123"/>
                  </a:lnTo>
                  <a:lnTo>
                    <a:pt x="140" y="123"/>
                  </a:lnTo>
                  <a:lnTo>
                    <a:pt x="140" y="123"/>
                  </a:lnTo>
                  <a:lnTo>
                    <a:pt x="140" y="123"/>
                  </a:lnTo>
                  <a:lnTo>
                    <a:pt x="140" y="123"/>
                  </a:lnTo>
                  <a:lnTo>
                    <a:pt x="140" y="123"/>
                  </a:lnTo>
                  <a:lnTo>
                    <a:pt x="142" y="123"/>
                  </a:lnTo>
                  <a:lnTo>
                    <a:pt x="142" y="120"/>
                  </a:lnTo>
                  <a:lnTo>
                    <a:pt x="142" y="120"/>
                  </a:lnTo>
                  <a:lnTo>
                    <a:pt x="142" y="120"/>
                  </a:lnTo>
                  <a:lnTo>
                    <a:pt x="152" y="120"/>
                  </a:lnTo>
                  <a:lnTo>
                    <a:pt x="154" y="120"/>
                  </a:lnTo>
                  <a:lnTo>
                    <a:pt x="154" y="123"/>
                  </a:lnTo>
                  <a:lnTo>
                    <a:pt x="156" y="123"/>
                  </a:lnTo>
                  <a:lnTo>
                    <a:pt x="156" y="123"/>
                  </a:lnTo>
                  <a:lnTo>
                    <a:pt x="156" y="123"/>
                  </a:lnTo>
                  <a:lnTo>
                    <a:pt x="159" y="123"/>
                  </a:lnTo>
                  <a:lnTo>
                    <a:pt x="161" y="123"/>
                  </a:lnTo>
                  <a:lnTo>
                    <a:pt x="161" y="123"/>
                  </a:lnTo>
                  <a:lnTo>
                    <a:pt x="163" y="123"/>
                  </a:lnTo>
                  <a:lnTo>
                    <a:pt x="163" y="123"/>
                  </a:lnTo>
                  <a:lnTo>
                    <a:pt x="163" y="123"/>
                  </a:lnTo>
                  <a:lnTo>
                    <a:pt x="166" y="125"/>
                  </a:lnTo>
                  <a:lnTo>
                    <a:pt x="166" y="125"/>
                  </a:lnTo>
                  <a:lnTo>
                    <a:pt x="166" y="125"/>
                  </a:lnTo>
                  <a:lnTo>
                    <a:pt x="166" y="125"/>
                  </a:lnTo>
                  <a:lnTo>
                    <a:pt x="166" y="125"/>
                  </a:lnTo>
                  <a:lnTo>
                    <a:pt x="168" y="125"/>
                  </a:lnTo>
                  <a:lnTo>
                    <a:pt x="168" y="127"/>
                  </a:lnTo>
                  <a:lnTo>
                    <a:pt x="168" y="130"/>
                  </a:lnTo>
                  <a:lnTo>
                    <a:pt x="168" y="132"/>
                  </a:lnTo>
                  <a:lnTo>
                    <a:pt x="168" y="134"/>
                  </a:lnTo>
                  <a:lnTo>
                    <a:pt x="168" y="137"/>
                  </a:lnTo>
                  <a:lnTo>
                    <a:pt x="170" y="137"/>
                  </a:lnTo>
                  <a:lnTo>
                    <a:pt x="173" y="139"/>
                  </a:lnTo>
                  <a:lnTo>
                    <a:pt x="173" y="139"/>
                  </a:lnTo>
                  <a:lnTo>
                    <a:pt x="173" y="142"/>
                  </a:lnTo>
                  <a:lnTo>
                    <a:pt x="175" y="144"/>
                  </a:lnTo>
                  <a:lnTo>
                    <a:pt x="175" y="144"/>
                  </a:lnTo>
                  <a:lnTo>
                    <a:pt x="175" y="146"/>
                  </a:lnTo>
                  <a:lnTo>
                    <a:pt x="178" y="146"/>
                  </a:lnTo>
                  <a:lnTo>
                    <a:pt x="178" y="149"/>
                  </a:lnTo>
                  <a:lnTo>
                    <a:pt x="178" y="149"/>
                  </a:lnTo>
                  <a:lnTo>
                    <a:pt x="178" y="149"/>
                  </a:lnTo>
                  <a:lnTo>
                    <a:pt x="178" y="149"/>
                  </a:lnTo>
                  <a:lnTo>
                    <a:pt x="178" y="149"/>
                  </a:lnTo>
                  <a:lnTo>
                    <a:pt x="178" y="151"/>
                  </a:lnTo>
                  <a:lnTo>
                    <a:pt x="178" y="151"/>
                  </a:lnTo>
                  <a:lnTo>
                    <a:pt x="178" y="153"/>
                  </a:lnTo>
                  <a:lnTo>
                    <a:pt x="175" y="156"/>
                  </a:lnTo>
                  <a:lnTo>
                    <a:pt x="173" y="158"/>
                  </a:lnTo>
                  <a:lnTo>
                    <a:pt x="170" y="161"/>
                  </a:lnTo>
                  <a:lnTo>
                    <a:pt x="170" y="163"/>
                  </a:lnTo>
                  <a:lnTo>
                    <a:pt x="170" y="163"/>
                  </a:lnTo>
                  <a:lnTo>
                    <a:pt x="168" y="168"/>
                  </a:lnTo>
                  <a:lnTo>
                    <a:pt x="168" y="168"/>
                  </a:lnTo>
                  <a:lnTo>
                    <a:pt x="166" y="168"/>
                  </a:lnTo>
                  <a:lnTo>
                    <a:pt x="166" y="168"/>
                  </a:lnTo>
                  <a:lnTo>
                    <a:pt x="163" y="168"/>
                  </a:lnTo>
                  <a:lnTo>
                    <a:pt x="161" y="168"/>
                  </a:lnTo>
                  <a:lnTo>
                    <a:pt x="159" y="168"/>
                  </a:lnTo>
                  <a:lnTo>
                    <a:pt x="156" y="170"/>
                  </a:lnTo>
                  <a:lnTo>
                    <a:pt x="156" y="170"/>
                  </a:lnTo>
                  <a:lnTo>
                    <a:pt x="156" y="172"/>
                  </a:lnTo>
                  <a:lnTo>
                    <a:pt x="156" y="172"/>
                  </a:lnTo>
                  <a:lnTo>
                    <a:pt x="156" y="175"/>
                  </a:lnTo>
                  <a:lnTo>
                    <a:pt x="152" y="177"/>
                  </a:lnTo>
                  <a:lnTo>
                    <a:pt x="152" y="177"/>
                  </a:lnTo>
                  <a:lnTo>
                    <a:pt x="149" y="182"/>
                  </a:lnTo>
                  <a:lnTo>
                    <a:pt x="147" y="184"/>
                  </a:lnTo>
                  <a:lnTo>
                    <a:pt x="147" y="187"/>
                  </a:lnTo>
                  <a:lnTo>
                    <a:pt x="147" y="187"/>
                  </a:lnTo>
                  <a:lnTo>
                    <a:pt x="147" y="189"/>
                  </a:lnTo>
                  <a:lnTo>
                    <a:pt x="147" y="191"/>
                  </a:lnTo>
                  <a:lnTo>
                    <a:pt x="147" y="194"/>
                  </a:lnTo>
                  <a:lnTo>
                    <a:pt x="149" y="194"/>
                  </a:lnTo>
                  <a:lnTo>
                    <a:pt x="149" y="194"/>
                  </a:lnTo>
                  <a:lnTo>
                    <a:pt x="149" y="194"/>
                  </a:lnTo>
                  <a:lnTo>
                    <a:pt x="149" y="196"/>
                  </a:lnTo>
                  <a:lnTo>
                    <a:pt x="149" y="196"/>
                  </a:lnTo>
                  <a:lnTo>
                    <a:pt x="149" y="196"/>
                  </a:lnTo>
                  <a:lnTo>
                    <a:pt x="149" y="198"/>
                  </a:lnTo>
                  <a:lnTo>
                    <a:pt x="149" y="198"/>
                  </a:lnTo>
                  <a:lnTo>
                    <a:pt x="149" y="198"/>
                  </a:lnTo>
                  <a:lnTo>
                    <a:pt x="149" y="198"/>
                  </a:lnTo>
                  <a:lnTo>
                    <a:pt x="149" y="201"/>
                  </a:lnTo>
                  <a:lnTo>
                    <a:pt x="149" y="201"/>
                  </a:lnTo>
                  <a:lnTo>
                    <a:pt x="147" y="201"/>
                  </a:lnTo>
                  <a:lnTo>
                    <a:pt x="144" y="205"/>
                  </a:lnTo>
                  <a:lnTo>
                    <a:pt x="144" y="205"/>
                  </a:lnTo>
                  <a:lnTo>
                    <a:pt x="144" y="208"/>
                  </a:lnTo>
                  <a:lnTo>
                    <a:pt x="147" y="210"/>
                  </a:lnTo>
                  <a:lnTo>
                    <a:pt x="147" y="210"/>
                  </a:lnTo>
                  <a:lnTo>
                    <a:pt x="147" y="210"/>
                  </a:lnTo>
                  <a:lnTo>
                    <a:pt x="149" y="210"/>
                  </a:lnTo>
                  <a:lnTo>
                    <a:pt x="149" y="210"/>
                  </a:lnTo>
                  <a:lnTo>
                    <a:pt x="149" y="210"/>
                  </a:lnTo>
                  <a:lnTo>
                    <a:pt x="149" y="210"/>
                  </a:lnTo>
                  <a:lnTo>
                    <a:pt x="149" y="210"/>
                  </a:lnTo>
                  <a:lnTo>
                    <a:pt x="152" y="210"/>
                  </a:lnTo>
                  <a:lnTo>
                    <a:pt x="152" y="210"/>
                  </a:lnTo>
                  <a:lnTo>
                    <a:pt x="152" y="210"/>
                  </a:lnTo>
                  <a:lnTo>
                    <a:pt x="152" y="210"/>
                  </a:lnTo>
                  <a:lnTo>
                    <a:pt x="154" y="210"/>
                  </a:lnTo>
                  <a:lnTo>
                    <a:pt x="156" y="210"/>
                  </a:lnTo>
                  <a:lnTo>
                    <a:pt x="159" y="210"/>
                  </a:lnTo>
                  <a:lnTo>
                    <a:pt x="161" y="213"/>
                  </a:lnTo>
                  <a:lnTo>
                    <a:pt x="161" y="215"/>
                  </a:lnTo>
                  <a:lnTo>
                    <a:pt x="161" y="217"/>
                  </a:lnTo>
                  <a:lnTo>
                    <a:pt x="161" y="220"/>
                  </a:lnTo>
                  <a:lnTo>
                    <a:pt x="161" y="220"/>
                  </a:lnTo>
                  <a:lnTo>
                    <a:pt x="163" y="220"/>
                  </a:lnTo>
                  <a:lnTo>
                    <a:pt x="163" y="220"/>
                  </a:lnTo>
                  <a:lnTo>
                    <a:pt x="166" y="220"/>
                  </a:lnTo>
                  <a:lnTo>
                    <a:pt x="166" y="220"/>
                  </a:lnTo>
                  <a:lnTo>
                    <a:pt x="166" y="220"/>
                  </a:lnTo>
                  <a:lnTo>
                    <a:pt x="168" y="220"/>
                  </a:lnTo>
                  <a:lnTo>
                    <a:pt x="168" y="220"/>
                  </a:lnTo>
                  <a:lnTo>
                    <a:pt x="168" y="220"/>
                  </a:lnTo>
                  <a:lnTo>
                    <a:pt x="170" y="220"/>
                  </a:lnTo>
                  <a:lnTo>
                    <a:pt x="173" y="222"/>
                  </a:lnTo>
                  <a:lnTo>
                    <a:pt x="175" y="222"/>
                  </a:lnTo>
                  <a:lnTo>
                    <a:pt x="175" y="224"/>
                  </a:lnTo>
                  <a:lnTo>
                    <a:pt x="178" y="224"/>
                  </a:lnTo>
                  <a:lnTo>
                    <a:pt x="178" y="227"/>
                  </a:lnTo>
                  <a:lnTo>
                    <a:pt x="180" y="229"/>
                  </a:lnTo>
                  <a:lnTo>
                    <a:pt x="180" y="229"/>
                  </a:lnTo>
                  <a:lnTo>
                    <a:pt x="180" y="232"/>
                  </a:lnTo>
                  <a:lnTo>
                    <a:pt x="178" y="236"/>
                  </a:lnTo>
                  <a:lnTo>
                    <a:pt x="178" y="239"/>
                  </a:lnTo>
                  <a:lnTo>
                    <a:pt x="178" y="239"/>
                  </a:lnTo>
                  <a:lnTo>
                    <a:pt x="178" y="241"/>
                  </a:lnTo>
                  <a:lnTo>
                    <a:pt x="178" y="241"/>
                  </a:lnTo>
                  <a:lnTo>
                    <a:pt x="178" y="243"/>
                  </a:lnTo>
                  <a:lnTo>
                    <a:pt x="178" y="243"/>
                  </a:lnTo>
                  <a:lnTo>
                    <a:pt x="175" y="246"/>
                  </a:lnTo>
                  <a:lnTo>
                    <a:pt x="175" y="246"/>
                  </a:lnTo>
                  <a:lnTo>
                    <a:pt x="175" y="248"/>
                  </a:lnTo>
                  <a:lnTo>
                    <a:pt x="175" y="250"/>
                  </a:lnTo>
                  <a:lnTo>
                    <a:pt x="175" y="250"/>
                  </a:lnTo>
                  <a:lnTo>
                    <a:pt x="175" y="255"/>
                  </a:lnTo>
                  <a:lnTo>
                    <a:pt x="178" y="255"/>
                  </a:lnTo>
                  <a:lnTo>
                    <a:pt x="178" y="258"/>
                  </a:lnTo>
                  <a:lnTo>
                    <a:pt x="178" y="258"/>
                  </a:lnTo>
                  <a:lnTo>
                    <a:pt x="178" y="258"/>
                  </a:lnTo>
                  <a:lnTo>
                    <a:pt x="178" y="258"/>
                  </a:lnTo>
                  <a:lnTo>
                    <a:pt x="178" y="260"/>
                  </a:lnTo>
                  <a:lnTo>
                    <a:pt x="178" y="260"/>
                  </a:lnTo>
                  <a:lnTo>
                    <a:pt x="178" y="260"/>
                  </a:lnTo>
                  <a:lnTo>
                    <a:pt x="178" y="260"/>
                  </a:lnTo>
                  <a:lnTo>
                    <a:pt x="178" y="262"/>
                  </a:lnTo>
                  <a:lnTo>
                    <a:pt x="178" y="262"/>
                  </a:lnTo>
                  <a:lnTo>
                    <a:pt x="178" y="265"/>
                  </a:lnTo>
                  <a:lnTo>
                    <a:pt x="178" y="265"/>
                  </a:lnTo>
                  <a:lnTo>
                    <a:pt x="178" y="265"/>
                  </a:lnTo>
                  <a:lnTo>
                    <a:pt x="178" y="267"/>
                  </a:lnTo>
                  <a:lnTo>
                    <a:pt x="178" y="267"/>
                  </a:lnTo>
                  <a:lnTo>
                    <a:pt x="178" y="267"/>
                  </a:lnTo>
                  <a:lnTo>
                    <a:pt x="175" y="267"/>
                  </a:lnTo>
                  <a:lnTo>
                    <a:pt x="178" y="269"/>
                  </a:lnTo>
                  <a:lnTo>
                    <a:pt x="178" y="269"/>
                  </a:lnTo>
                  <a:lnTo>
                    <a:pt x="180" y="269"/>
                  </a:lnTo>
                  <a:lnTo>
                    <a:pt x="180" y="272"/>
                  </a:lnTo>
                  <a:lnTo>
                    <a:pt x="180" y="272"/>
                  </a:lnTo>
                  <a:lnTo>
                    <a:pt x="178" y="272"/>
                  </a:lnTo>
                  <a:lnTo>
                    <a:pt x="178" y="274"/>
                  </a:lnTo>
                  <a:lnTo>
                    <a:pt x="178" y="274"/>
                  </a:lnTo>
                  <a:lnTo>
                    <a:pt x="178" y="274"/>
                  </a:lnTo>
                  <a:lnTo>
                    <a:pt x="178" y="276"/>
                  </a:lnTo>
                  <a:lnTo>
                    <a:pt x="178" y="276"/>
                  </a:lnTo>
                  <a:lnTo>
                    <a:pt x="178" y="279"/>
                  </a:lnTo>
                  <a:lnTo>
                    <a:pt x="178" y="279"/>
                  </a:lnTo>
                  <a:lnTo>
                    <a:pt x="178" y="279"/>
                  </a:lnTo>
                  <a:lnTo>
                    <a:pt x="175" y="279"/>
                  </a:lnTo>
                  <a:lnTo>
                    <a:pt x="175" y="281"/>
                  </a:lnTo>
                  <a:lnTo>
                    <a:pt x="175" y="281"/>
                  </a:lnTo>
                  <a:lnTo>
                    <a:pt x="175" y="281"/>
                  </a:lnTo>
                  <a:lnTo>
                    <a:pt x="175" y="281"/>
                  </a:lnTo>
                  <a:lnTo>
                    <a:pt x="173" y="281"/>
                  </a:lnTo>
                  <a:lnTo>
                    <a:pt x="173" y="281"/>
                  </a:lnTo>
                  <a:lnTo>
                    <a:pt x="173" y="284"/>
                  </a:lnTo>
                  <a:lnTo>
                    <a:pt x="175" y="284"/>
                  </a:lnTo>
                  <a:lnTo>
                    <a:pt x="175" y="286"/>
                  </a:lnTo>
                  <a:lnTo>
                    <a:pt x="175" y="286"/>
                  </a:lnTo>
                  <a:lnTo>
                    <a:pt x="178" y="286"/>
                  </a:lnTo>
                  <a:lnTo>
                    <a:pt x="178" y="286"/>
                  </a:lnTo>
                  <a:lnTo>
                    <a:pt x="175" y="286"/>
                  </a:lnTo>
                  <a:lnTo>
                    <a:pt x="175" y="288"/>
                  </a:lnTo>
                  <a:lnTo>
                    <a:pt x="175" y="288"/>
                  </a:lnTo>
                  <a:lnTo>
                    <a:pt x="175" y="293"/>
                  </a:lnTo>
                  <a:lnTo>
                    <a:pt x="175" y="295"/>
                  </a:lnTo>
                  <a:lnTo>
                    <a:pt x="175" y="295"/>
                  </a:lnTo>
                  <a:lnTo>
                    <a:pt x="175" y="298"/>
                  </a:lnTo>
                  <a:lnTo>
                    <a:pt x="175" y="298"/>
                  </a:lnTo>
                  <a:lnTo>
                    <a:pt x="173" y="298"/>
                  </a:lnTo>
                  <a:lnTo>
                    <a:pt x="173" y="298"/>
                  </a:lnTo>
                  <a:lnTo>
                    <a:pt x="168" y="300"/>
                  </a:lnTo>
                  <a:lnTo>
                    <a:pt x="166" y="303"/>
                  </a:lnTo>
                  <a:lnTo>
                    <a:pt x="166" y="303"/>
                  </a:lnTo>
                  <a:lnTo>
                    <a:pt x="166" y="303"/>
                  </a:lnTo>
                  <a:lnTo>
                    <a:pt x="166" y="303"/>
                  </a:lnTo>
                  <a:lnTo>
                    <a:pt x="166" y="303"/>
                  </a:lnTo>
                  <a:lnTo>
                    <a:pt x="166" y="305"/>
                  </a:lnTo>
                  <a:lnTo>
                    <a:pt x="166" y="305"/>
                  </a:lnTo>
                  <a:lnTo>
                    <a:pt x="166" y="305"/>
                  </a:lnTo>
                  <a:lnTo>
                    <a:pt x="168" y="305"/>
                  </a:lnTo>
                  <a:lnTo>
                    <a:pt x="168" y="305"/>
                  </a:lnTo>
                  <a:lnTo>
                    <a:pt x="166" y="307"/>
                  </a:lnTo>
                  <a:lnTo>
                    <a:pt x="166" y="310"/>
                  </a:lnTo>
                  <a:lnTo>
                    <a:pt x="166" y="310"/>
                  </a:lnTo>
                  <a:lnTo>
                    <a:pt x="166" y="310"/>
                  </a:lnTo>
                  <a:lnTo>
                    <a:pt x="166" y="310"/>
                  </a:lnTo>
                  <a:lnTo>
                    <a:pt x="163" y="312"/>
                  </a:lnTo>
                  <a:lnTo>
                    <a:pt x="163" y="312"/>
                  </a:lnTo>
                  <a:lnTo>
                    <a:pt x="166" y="312"/>
                  </a:lnTo>
                  <a:lnTo>
                    <a:pt x="166" y="312"/>
                  </a:lnTo>
                  <a:lnTo>
                    <a:pt x="163" y="314"/>
                  </a:lnTo>
                  <a:lnTo>
                    <a:pt x="161" y="314"/>
                  </a:lnTo>
                  <a:lnTo>
                    <a:pt x="161" y="314"/>
                  </a:lnTo>
                  <a:lnTo>
                    <a:pt x="161" y="317"/>
                  </a:lnTo>
                  <a:lnTo>
                    <a:pt x="166" y="319"/>
                  </a:lnTo>
                  <a:lnTo>
                    <a:pt x="166" y="321"/>
                  </a:lnTo>
                  <a:lnTo>
                    <a:pt x="166" y="321"/>
                  </a:lnTo>
                  <a:lnTo>
                    <a:pt x="163" y="321"/>
                  </a:lnTo>
                  <a:lnTo>
                    <a:pt x="163" y="321"/>
                  </a:lnTo>
                  <a:lnTo>
                    <a:pt x="163" y="321"/>
                  </a:lnTo>
                  <a:lnTo>
                    <a:pt x="161" y="324"/>
                  </a:lnTo>
                  <a:lnTo>
                    <a:pt x="161" y="324"/>
                  </a:lnTo>
                  <a:lnTo>
                    <a:pt x="161" y="324"/>
                  </a:lnTo>
                  <a:lnTo>
                    <a:pt x="161" y="326"/>
                  </a:lnTo>
                  <a:lnTo>
                    <a:pt x="161" y="326"/>
                  </a:lnTo>
                  <a:lnTo>
                    <a:pt x="159" y="326"/>
                  </a:lnTo>
                  <a:lnTo>
                    <a:pt x="159" y="326"/>
                  </a:lnTo>
                  <a:lnTo>
                    <a:pt x="159" y="329"/>
                  </a:lnTo>
                  <a:lnTo>
                    <a:pt x="159" y="329"/>
                  </a:lnTo>
                  <a:lnTo>
                    <a:pt x="159" y="329"/>
                  </a:lnTo>
                  <a:lnTo>
                    <a:pt x="159" y="329"/>
                  </a:lnTo>
                  <a:lnTo>
                    <a:pt x="156" y="329"/>
                  </a:lnTo>
                  <a:lnTo>
                    <a:pt x="156" y="329"/>
                  </a:lnTo>
                  <a:lnTo>
                    <a:pt x="156" y="329"/>
                  </a:lnTo>
                  <a:lnTo>
                    <a:pt x="156" y="329"/>
                  </a:lnTo>
                  <a:lnTo>
                    <a:pt x="154" y="329"/>
                  </a:lnTo>
                  <a:lnTo>
                    <a:pt x="154" y="329"/>
                  </a:lnTo>
                  <a:lnTo>
                    <a:pt x="152" y="329"/>
                  </a:lnTo>
                  <a:lnTo>
                    <a:pt x="152" y="329"/>
                  </a:lnTo>
                  <a:lnTo>
                    <a:pt x="152" y="329"/>
                  </a:lnTo>
                  <a:lnTo>
                    <a:pt x="152" y="329"/>
                  </a:lnTo>
                  <a:lnTo>
                    <a:pt x="152" y="329"/>
                  </a:lnTo>
                  <a:lnTo>
                    <a:pt x="149" y="329"/>
                  </a:lnTo>
                  <a:lnTo>
                    <a:pt x="149" y="329"/>
                  </a:lnTo>
                  <a:lnTo>
                    <a:pt x="147" y="329"/>
                  </a:lnTo>
                  <a:lnTo>
                    <a:pt x="147" y="329"/>
                  </a:lnTo>
                  <a:lnTo>
                    <a:pt x="144" y="329"/>
                  </a:lnTo>
                  <a:lnTo>
                    <a:pt x="144" y="326"/>
                  </a:lnTo>
                  <a:lnTo>
                    <a:pt x="144" y="326"/>
                  </a:lnTo>
                  <a:lnTo>
                    <a:pt x="147" y="324"/>
                  </a:lnTo>
                  <a:lnTo>
                    <a:pt x="147" y="324"/>
                  </a:lnTo>
                  <a:lnTo>
                    <a:pt x="147" y="321"/>
                  </a:lnTo>
                  <a:lnTo>
                    <a:pt x="149" y="321"/>
                  </a:lnTo>
                  <a:lnTo>
                    <a:pt x="149" y="321"/>
                  </a:lnTo>
                  <a:lnTo>
                    <a:pt x="147" y="321"/>
                  </a:lnTo>
                  <a:lnTo>
                    <a:pt x="147" y="321"/>
                  </a:lnTo>
                  <a:lnTo>
                    <a:pt x="147" y="319"/>
                  </a:lnTo>
                  <a:lnTo>
                    <a:pt x="147" y="319"/>
                  </a:lnTo>
                  <a:lnTo>
                    <a:pt x="147" y="319"/>
                  </a:lnTo>
                  <a:lnTo>
                    <a:pt x="147" y="317"/>
                  </a:lnTo>
                  <a:lnTo>
                    <a:pt x="144" y="317"/>
                  </a:lnTo>
                  <a:lnTo>
                    <a:pt x="144" y="317"/>
                  </a:lnTo>
                  <a:lnTo>
                    <a:pt x="142" y="314"/>
                  </a:lnTo>
                  <a:lnTo>
                    <a:pt x="142" y="312"/>
                  </a:lnTo>
                  <a:lnTo>
                    <a:pt x="142" y="310"/>
                  </a:lnTo>
                  <a:lnTo>
                    <a:pt x="142" y="310"/>
                  </a:lnTo>
                  <a:lnTo>
                    <a:pt x="140" y="307"/>
                  </a:lnTo>
                  <a:lnTo>
                    <a:pt x="140" y="307"/>
                  </a:lnTo>
                  <a:lnTo>
                    <a:pt x="140" y="307"/>
                  </a:lnTo>
                  <a:lnTo>
                    <a:pt x="140" y="307"/>
                  </a:lnTo>
                  <a:lnTo>
                    <a:pt x="140" y="310"/>
                  </a:lnTo>
                  <a:lnTo>
                    <a:pt x="137" y="312"/>
                  </a:lnTo>
                  <a:lnTo>
                    <a:pt x="137" y="312"/>
                  </a:lnTo>
                  <a:lnTo>
                    <a:pt x="137" y="312"/>
                  </a:lnTo>
                  <a:lnTo>
                    <a:pt x="137" y="312"/>
                  </a:lnTo>
                  <a:lnTo>
                    <a:pt x="137" y="314"/>
                  </a:lnTo>
                  <a:lnTo>
                    <a:pt x="133" y="317"/>
                  </a:lnTo>
                  <a:lnTo>
                    <a:pt x="133" y="319"/>
                  </a:lnTo>
                  <a:lnTo>
                    <a:pt x="133" y="319"/>
                  </a:lnTo>
                  <a:lnTo>
                    <a:pt x="133" y="319"/>
                  </a:lnTo>
                  <a:lnTo>
                    <a:pt x="133" y="319"/>
                  </a:lnTo>
                  <a:lnTo>
                    <a:pt x="130" y="321"/>
                  </a:lnTo>
                  <a:lnTo>
                    <a:pt x="130" y="321"/>
                  </a:lnTo>
                  <a:lnTo>
                    <a:pt x="130" y="321"/>
                  </a:lnTo>
                  <a:lnTo>
                    <a:pt x="128" y="321"/>
                  </a:lnTo>
                  <a:lnTo>
                    <a:pt x="128" y="324"/>
                  </a:lnTo>
                  <a:lnTo>
                    <a:pt x="126" y="324"/>
                  </a:lnTo>
                  <a:lnTo>
                    <a:pt x="126" y="324"/>
                  </a:lnTo>
                  <a:lnTo>
                    <a:pt x="126" y="324"/>
                  </a:lnTo>
                  <a:lnTo>
                    <a:pt x="126" y="326"/>
                  </a:lnTo>
                  <a:lnTo>
                    <a:pt x="126" y="326"/>
                  </a:lnTo>
                  <a:lnTo>
                    <a:pt x="126" y="326"/>
                  </a:lnTo>
                  <a:lnTo>
                    <a:pt x="123" y="326"/>
                  </a:lnTo>
                  <a:lnTo>
                    <a:pt x="123" y="326"/>
                  </a:lnTo>
                  <a:lnTo>
                    <a:pt x="123" y="326"/>
                  </a:lnTo>
                  <a:lnTo>
                    <a:pt x="123" y="326"/>
                  </a:lnTo>
                  <a:lnTo>
                    <a:pt x="123" y="326"/>
                  </a:lnTo>
                  <a:lnTo>
                    <a:pt x="121" y="326"/>
                  </a:lnTo>
                  <a:lnTo>
                    <a:pt x="121" y="326"/>
                  </a:lnTo>
                  <a:lnTo>
                    <a:pt x="118" y="326"/>
                  </a:lnTo>
                  <a:lnTo>
                    <a:pt x="109" y="321"/>
                  </a:lnTo>
                  <a:lnTo>
                    <a:pt x="109" y="321"/>
                  </a:lnTo>
                  <a:lnTo>
                    <a:pt x="109" y="321"/>
                  </a:lnTo>
                  <a:lnTo>
                    <a:pt x="109" y="324"/>
                  </a:lnTo>
                  <a:lnTo>
                    <a:pt x="107" y="324"/>
                  </a:lnTo>
                  <a:lnTo>
                    <a:pt x="107" y="321"/>
                  </a:lnTo>
                  <a:lnTo>
                    <a:pt x="102" y="321"/>
                  </a:lnTo>
                  <a:lnTo>
                    <a:pt x="102" y="321"/>
                  </a:lnTo>
                  <a:lnTo>
                    <a:pt x="102" y="321"/>
                  </a:lnTo>
                  <a:lnTo>
                    <a:pt x="99" y="321"/>
                  </a:lnTo>
                  <a:lnTo>
                    <a:pt x="99" y="321"/>
                  </a:lnTo>
                  <a:lnTo>
                    <a:pt x="99" y="321"/>
                  </a:lnTo>
                  <a:lnTo>
                    <a:pt x="97" y="321"/>
                  </a:lnTo>
                  <a:lnTo>
                    <a:pt x="99" y="321"/>
                  </a:lnTo>
                  <a:lnTo>
                    <a:pt x="99" y="321"/>
                  </a:lnTo>
                  <a:lnTo>
                    <a:pt x="99" y="321"/>
                  </a:lnTo>
                  <a:lnTo>
                    <a:pt x="99" y="321"/>
                  </a:lnTo>
                  <a:lnTo>
                    <a:pt x="99" y="319"/>
                  </a:lnTo>
                  <a:lnTo>
                    <a:pt x="99" y="319"/>
                  </a:lnTo>
                  <a:lnTo>
                    <a:pt x="99" y="319"/>
                  </a:lnTo>
                  <a:lnTo>
                    <a:pt x="99" y="319"/>
                  </a:lnTo>
                  <a:lnTo>
                    <a:pt x="99" y="319"/>
                  </a:lnTo>
                  <a:lnTo>
                    <a:pt x="99" y="317"/>
                  </a:lnTo>
                  <a:lnTo>
                    <a:pt x="99" y="317"/>
                  </a:lnTo>
                  <a:lnTo>
                    <a:pt x="99" y="317"/>
                  </a:lnTo>
                  <a:lnTo>
                    <a:pt x="99" y="317"/>
                  </a:lnTo>
                  <a:lnTo>
                    <a:pt x="99" y="317"/>
                  </a:lnTo>
                  <a:lnTo>
                    <a:pt x="99" y="314"/>
                  </a:lnTo>
                  <a:lnTo>
                    <a:pt x="99" y="314"/>
                  </a:lnTo>
                  <a:lnTo>
                    <a:pt x="97" y="312"/>
                  </a:lnTo>
                  <a:lnTo>
                    <a:pt x="97" y="312"/>
                  </a:lnTo>
                  <a:lnTo>
                    <a:pt x="95" y="312"/>
                  </a:lnTo>
                  <a:lnTo>
                    <a:pt x="95" y="312"/>
                  </a:lnTo>
                  <a:lnTo>
                    <a:pt x="95" y="312"/>
                  </a:lnTo>
                  <a:lnTo>
                    <a:pt x="95" y="312"/>
                  </a:lnTo>
                  <a:lnTo>
                    <a:pt x="95" y="312"/>
                  </a:lnTo>
                  <a:lnTo>
                    <a:pt x="95" y="310"/>
                  </a:lnTo>
                  <a:lnTo>
                    <a:pt x="95" y="310"/>
                  </a:lnTo>
                  <a:lnTo>
                    <a:pt x="95" y="310"/>
                  </a:lnTo>
                  <a:lnTo>
                    <a:pt x="95" y="310"/>
                  </a:lnTo>
                  <a:lnTo>
                    <a:pt x="95" y="310"/>
                  </a:lnTo>
                  <a:lnTo>
                    <a:pt x="95" y="310"/>
                  </a:lnTo>
                  <a:lnTo>
                    <a:pt x="95" y="310"/>
                  </a:lnTo>
                  <a:lnTo>
                    <a:pt x="92" y="307"/>
                  </a:lnTo>
                  <a:lnTo>
                    <a:pt x="92" y="307"/>
                  </a:lnTo>
                  <a:lnTo>
                    <a:pt x="92" y="307"/>
                  </a:lnTo>
                  <a:lnTo>
                    <a:pt x="92" y="307"/>
                  </a:lnTo>
                  <a:lnTo>
                    <a:pt x="92" y="307"/>
                  </a:lnTo>
                  <a:lnTo>
                    <a:pt x="92" y="307"/>
                  </a:lnTo>
                  <a:lnTo>
                    <a:pt x="92" y="305"/>
                  </a:lnTo>
                  <a:lnTo>
                    <a:pt x="92" y="305"/>
                  </a:lnTo>
                  <a:lnTo>
                    <a:pt x="92" y="305"/>
                  </a:lnTo>
                  <a:lnTo>
                    <a:pt x="92" y="303"/>
                  </a:lnTo>
                  <a:lnTo>
                    <a:pt x="90" y="300"/>
                  </a:lnTo>
                  <a:lnTo>
                    <a:pt x="90" y="298"/>
                  </a:lnTo>
                  <a:lnTo>
                    <a:pt x="88" y="298"/>
                  </a:lnTo>
                  <a:lnTo>
                    <a:pt x="85" y="298"/>
                  </a:lnTo>
                  <a:lnTo>
                    <a:pt x="85" y="298"/>
                  </a:lnTo>
                  <a:lnTo>
                    <a:pt x="83" y="295"/>
                  </a:lnTo>
                  <a:lnTo>
                    <a:pt x="81" y="293"/>
                  </a:lnTo>
                  <a:lnTo>
                    <a:pt x="78" y="293"/>
                  </a:lnTo>
                  <a:lnTo>
                    <a:pt x="78" y="293"/>
                  </a:lnTo>
                  <a:lnTo>
                    <a:pt x="73" y="295"/>
                  </a:lnTo>
                  <a:lnTo>
                    <a:pt x="73" y="295"/>
                  </a:lnTo>
                  <a:lnTo>
                    <a:pt x="73" y="295"/>
                  </a:lnTo>
                  <a:lnTo>
                    <a:pt x="73" y="298"/>
                  </a:lnTo>
                  <a:lnTo>
                    <a:pt x="73" y="298"/>
                  </a:lnTo>
                  <a:lnTo>
                    <a:pt x="73" y="298"/>
                  </a:lnTo>
                  <a:lnTo>
                    <a:pt x="73" y="298"/>
                  </a:lnTo>
                  <a:lnTo>
                    <a:pt x="73" y="298"/>
                  </a:lnTo>
                  <a:lnTo>
                    <a:pt x="71" y="298"/>
                  </a:lnTo>
                  <a:lnTo>
                    <a:pt x="71" y="298"/>
                  </a:lnTo>
                  <a:lnTo>
                    <a:pt x="71" y="298"/>
                  </a:lnTo>
                  <a:lnTo>
                    <a:pt x="69" y="295"/>
                  </a:lnTo>
                  <a:lnTo>
                    <a:pt x="69" y="298"/>
                  </a:lnTo>
                  <a:lnTo>
                    <a:pt x="69" y="303"/>
                  </a:lnTo>
                  <a:lnTo>
                    <a:pt x="71" y="305"/>
                  </a:lnTo>
                  <a:lnTo>
                    <a:pt x="71" y="307"/>
                  </a:lnTo>
                  <a:lnTo>
                    <a:pt x="73" y="307"/>
                  </a:lnTo>
                  <a:lnTo>
                    <a:pt x="73" y="310"/>
                  </a:lnTo>
                  <a:lnTo>
                    <a:pt x="71" y="310"/>
                  </a:lnTo>
                  <a:lnTo>
                    <a:pt x="71" y="312"/>
                  </a:lnTo>
                  <a:lnTo>
                    <a:pt x="71" y="312"/>
                  </a:lnTo>
                  <a:lnTo>
                    <a:pt x="71" y="314"/>
                  </a:lnTo>
                  <a:lnTo>
                    <a:pt x="71" y="317"/>
                  </a:lnTo>
                  <a:lnTo>
                    <a:pt x="71" y="317"/>
                  </a:lnTo>
                  <a:lnTo>
                    <a:pt x="71" y="319"/>
                  </a:lnTo>
                  <a:lnTo>
                    <a:pt x="71" y="321"/>
                  </a:lnTo>
                  <a:lnTo>
                    <a:pt x="50" y="324"/>
                  </a:lnTo>
                  <a:lnTo>
                    <a:pt x="47" y="324"/>
                  </a:lnTo>
                  <a:lnTo>
                    <a:pt x="47" y="324"/>
                  </a:lnTo>
                  <a:lnTo>
                    <a:pt x="45" y="321"/>
                  </a:lnTo>
                  <a:lnTo>
                    <a:pt x="43" y="321"/>
                  </a:lnTo>
                  <a:lnTo>
                    <a:pt x="43" y="319"/>
                  </a:lnTo>
                  <a:lnTo>
                    <a:pt x="43" y="321"/>
                  </a:lnTo>
                  <a:lnTo>
                    <a:pt x="40" y="321"/>
                  </a:lnTo>
                  <a:lnTo>
                    <a:pt x="38" y="321"/>
                  </a:lnTo>
                  <a:lnTo>
                    <a:pt x="36" y="321"/>
                  </a:lnTo>
                  <a:lnTo>
                    <a:pt x="36" y="324"/>
                  </a:lnTo>
                  <a:lnTo>
                    <a:pt x="33" y="324"/>
                  </a:lnTo>
                  <a:lnTo>
                    <a:pt x="33" y="324"/>
                  </a:lnTo>
                  <a:lnTo>
                    <a:pt x="31" y="324"/>
                  </a:lnTo>
                  <a:lnTo>
                    <a:pt x="31" y="324"/>
                  </a:lnTo>
                  <a:lnTo>
                    <a:pt x="28" y="321"/>
                  </a:lnTo>
                  <a:lnTo>
                    <a:pt x="28" y="321"/>
                  </a:lnTo>
                  <a:lnTo>
                    <a:pt x="28" y="321"/>
                  </a:lnTo>
                  <a:lnTo>
                    <a:pt x="28" y="321"/>
                  </a:lnTo>
                  <a:lnTo>
                    <a:pt x="26" y="321"/>
                  </a:lnTo>
                  <a:lnTo>
                    <a:pt x="24" y="319"/>
                  </a:lnTo>
                  <a:lnTo>
                    <a:pt x="24" y="321"/>
                  </a:lnTo>
                  <a:lnTo>
                    <a:pt x="24" y="321"/>
                  </a:lnTo>
                  <a:lnTo>
                    <a:pt x="24" y="324"/>
                  </a:lnTo>
                  <a:lnTo>
                    <a:pt x="24" y="326"/>
                  </a:lnTo>
                  <a:lnTo>
                    <a:pt x="24" y="329"/>
                  </a:lnTo>
                  <a:lnTo>
                    <a:pt x="24" y="329"/>
                  </a:lnTo>
                  <a:lnTo>
                    <a:pt x="24" y="331"/>
                  </a:lnTo>
                  <a:lnTo>
                    <a:pt x="26" y="333"/>
                  </a:lnTo>
                  <a:lnTo>
                    <a:pt x="26" y="333"/>
                  </a:lnTo>
                  <a:lnTo>
                    <a:pt x="26" y="336"/>
                  </a:lnTo>
                  <a:lnTo>
                    <a:pt x="26" y="336"/>
                  </a:lnTo>
                  <a:lnTo>
                    <a:pt x="26" y="338"/>
                  </a:lnTo>
                  <a:lnTo>
                    <a:pt x="26" y="338"/>
                  </a:lnTo>
                  <a:lnTo>
                    <a:pt x="21" y="345"/>
                  </a:lnTo>
                  <a:lnTo>
                    <a:pt x="21" y="345"/>
                  </a:lnTo>
                  <a:lnTo>
                    <a:pt x="21" y="347"/>
                  </a:lnTo>
                  <a:lnTo>
                    <a:pt x="21" y="350"/>
                  </a:lnTo>
                  <a:lnTo>
                    <a:pt x="21" y="350"/>
                  </a:lnTo>
                  <a:lnTo>
                    <a:pt x="24" y="347"/>
                  </a:lnTo>
                  <a:lnTo>
                    <a:pt x="26" y="347"/>
                  </a:lnTo>
                  <a:lnTo>
                    <a:pt x="26" y="347"/>
                  </a:lnTo>
                  <a:lnTo>
                    <a:pt x="28" y="347"/>
                  </a:lnTo>
                  <a:lnTo>
                    <a:pt x="31" y="350"/>
                  </a:lnTo>
                  <a:lnTo>
                    <a:pt x="33" y="355"/>
                  </a:lnTo>
                  <a:lnTo>
                    <a:pt x="36" y="357"/>
                  </a:lnTo>
                  <a:lnTo>
                    <a:pt x="36" y="357"/>
                  </a:lnTo>
                  <a:lnTo>
                    <a:pt x="33" y="359"/>
                  </a:lnTo>
                  <a:lnTo>
                    <a:pt x="33" y="359"/>
                  </a:lnTo>
                  <a:lnTo>
                    <a:pt x="31" y="359"/>
                  </a:lnTo>
                  <a:lnTo>
                    <a:pt x="31" y="359"/>
                  </a:lnTo>
                  <a:lnTo>
                    <a:pt x="31" y="359"/>
                  </a:lnTo>
                  <a:lnTo>
                    <a:pt x="31" y="362"/>
                  </a:lnTo>
                  <a:lnTo>
                    <a:pt x="31" y="364"/>
                  </a:lnTo>
                  <a:lnTo>
                    <a:pt x="31" y="364"/>
                  </a:lnTo>
                  <a:lnTo>
                    <a:pt x="31" y="364"/>
                  </a:lnTo>
                  <a:lnTo>
                    <a:pt x="31" y="366"/>
                  </a:lnTo>
                  <a:lnTo>
                    <a:pt x="31" y="366"/>
                  </a:lnTo>
                  <a:lnTo>
                    <a:pt x="33" y="366"/>
                  </a:lnTo>
                  <a:lnTo>
                    <a:pt x="36" y="369"/>
                  </a:lnTo>
                  <a:lnTo>
                    <a:pt x="38" y="369"/>
                  </a:lnTo>
                  <a:lnTo>
                    <a:pt x="38" y="371"/>
                  </a:lnTo>
                  <a:lnTo>
                    <a:pt x="43" y="371"/>
                  </a:lnTo>
                  <a:lnTo>
                    <a:pt x="43" y="371"/>
                  </a:lnTo>
                  <a:lnTo>
                    <a:pt x="45" y="374"/>
                  </a:lnTo>
                  <a:lnTo>
                    <a:pt x="43" y="376"/>
                  </a:lnTo>
                  <a:lnTo>
                    <a:pt x="40" y="376"/>
                  </a:lnTo>
                  <a:lnTo>
                    <a:pt x="40" y="378"/>
                  </a:lnTo>
                  <a:lnTo>
                    <a:pt x="38" y="385"/>
                  </a:lnTo>
                  <a:lnTo>
                    <a:pt x="38" y="385"/>
                  </a:lnTo>
                  <a:lnTo>
                    <a:pt x="38" y="388"/>
                  </a:lnTo>
                  <a:lnTo>
                    <a:pt x="38" y="388"/>
                  </a:lnTo>
                  <a:lnTo>
                    <a:pt x="40" y="388"/>
                  </a:lnTo>
                  <a:lnTo>
                    <a:pt x="40" y="390"/>
                  </a:lnTo>
                  <a:lnTo>
                    <a:pt x="43" y="390"/>
                  </a:lnTo>
                  <a:lnTo>
                    <a:pt x="40" y="392"/>
                  </a:lnTo>
                  <a:lnTo>
                    <a:pt x="40" y="392"/>
                  </a:lnTo>
                  <a:lnTo>
                    <a:pt x="38" y="392"/>
                  </a:lnTo>
                  <a:lnTo>
                    <a:pt x="38" y="395"/>
                  </a:lnTo>
                  <a:lnTo>
                    <a:pt x="38" y="395"/>
                  </a:lnTo>
                  <a:lnTo>
                    <a:pt x="38" y="395"/>
                  </a:lnTo>
                  <a:lnTo>
                    <a:pt x="33" y="392"/>
                  </a:lnTo>
                  <a:lnTo>
                    <a:pt x="33" y="392"/>
                  </a:lnTo>
                  <a:lnTo>
                    <a:pt x="31" y="392"/>
                  </a:lnTo>
                  <a:lnTo>
                    <a:pt x="28" y="392"/>
                  </a:lnTo>
                  <a:lnTo>
                    <a:pt x="28" y="392"/>
                  </a:lnTo>
                  <a:lnTo>
                    <a:pt x="24" y="385"/>
                  </a:lnTo>
                  <a:lnTo>
                    <a:pt x="21" y="383"/>
                  </a:lnTo>
                  <a:lnTo>
                    <a:pt x="19" y="383"/>
                  </a:lnTo>
                  <a:lnTo>
                    <a:pt x="17" y="383"/>
                  </a:lnTo>
                  <a:lnTo>
                    <a:pt x="17" y="385"/>
                  </a:lnTo>
                  <a:lnTo>
                    <a:pt x="14" y="388"/>
                  </a:lnTo>
                  <a:lnTo>
                    <a:pt x="14" y="388"/>
                  </a:lnTo>
                  <a:lnTo>
                    <a:pt x="12" y="388"/>
                  </a:lnTo>
                  <a:lnTo>
                    <a:pt x="10" y="390"/>
                  </a:lnTo>
                  <a:lnTo>
                    <a:pt x="7" y="390"/>
                  </a:lnTo>
                  <a:lnTo>
                    <a:pt x="5" y="392"/>
                  </a:lnTo>
                  <a:lnTo>
                    <a:pt x="5" y="392"/>
                  </a:lnTo>
                  <a:lnTo>
                    <a:pt x="2" y="395"/>
                  </a:lnTo>
                  <a:lnTo>
                    <a:pt x="0" y="404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2" y="409"/>
                  </a:lnTo>
                  <a:lnTo>
                    <a:pt x="7" y="411"/>
                  </a:lnTo>
                  <a:lnTo>
                    <a:pt x="12" y="416"/>
                  </a:lnTo>
                  <a:lnTo>
                    <a:pt x="12" y="416"/>
                  </a:lnTo>
                  <a:lnTo>
                    <a:pt x="12" y="416"/>
                  </a:lnTo>
                  <a:lnTo>
                    <a:pt x="12" y="416"/>
                  </a:lnTo>
                  <a:lnTo>
                    <a:pt x="12" y="418"/>
                  </a:lnTo>
                  <a:lnTo>
                    <a:pt x="14" y="418"/>
                  </a:lnTo>
                  <a:lnTo>
                    <a:pt x="14" y="418"/>
                  </a:lnTo>
                  <a:lnTo>
                    <a:pt x="14" y="421"/>
                  </a:lnTo>
                  <a:lnTo>
                    <a:pt x="17" y="423"/>
                  </a:lnTo>
                  <a:lnTo>
                    <a:pt x="19" y="426"/>
                  </a:lnTo>
                  <a:lnTo>
                    <a:pt x="24" y="428"/>
                  </a:lnTo>
                  <a:lnTo>
                    <a:pt x="31" y="433"/>
                  </a:lnTo>
                  <a:lnTo>
                    <a:pt x="36" y="440"/>
                  </a:lnTo>
                  <a:lnTo>
                    <a:pt x="38" y="442"/>
                  </a:lnTo>
                  <a:lnTo>
                    <a:pt x="38" y="442"/>
                  </a:lnTo>
                  <a:lnTo>
                    <a:pt x="36" y="445"/>
                  </a:lnTo>
                  <a:lnTo>
                    <a:pt x="36" y="445"/>
                  </a:lnTo>
                  <a:lnTo>
                    <a:pt x="36" y="445"/>
                  </a:lnTo>
                  <a:lnTo>
                    <a:pt x="36" y="445"/>
                  </a:lnTo>
                  <a:lnTo>
                    <a:pt x="38" y="447"/>
                  </a:lnTo>
                  <a:lnTo>
                    <a:pt x="38" y="449"/>
                  </a:lnTo>
                  <a:lnTo>
                    <a:pt x="38" y="449"/>
                  </a:lnTo>
                  <a:lnTo>
                    <a:pt x="38" y="452"/>
                  </a:lnTo>
                  <a:lnTo>
                    <a:pt x="38" y="452"/>
                  </a:lnTo>
                  <a:lnTo>
                    <a:pt x="38" y="449"/>
                  </a:lnTo>
                  <a:lnTo>
                    <a:pt x="38" y="449"/>
                  </a:lnTo>
                  <a:lnTo>
                    <a:pt x="38" y="452"/>
                  </a:lnTo>
                  <a:lnTo>
                    <a:pt x="38" y="452"/>
                  </a:lnTo>
                  <a:lnTo>
                    <a:pt x="38" y="452"/>
                  </a:lnTo>
                  <a:lnTo>
                    <a:pt x="40" y="454"/>
                  </a:lnTo>
                  <a:lnTo>
                    <a:pt x="40" y="456"/>
                  </a:lnTo>
                  <a:lnTo>
                    <a:pt x="43" y="456"/>
                  </a:lnTo>
                  <a:lnTo>
                    <a:pt x="45" y="459"/>
                  </a:lnTo>
                  <a:lnTo>
                    <a:pt x="45" y="461"/>
                  </a:lnTo>
                  <a:lnTo>
                    <a:pt x="47" y="463"/>
                  </a:lnTo>
                  <a:lnTo>
                    <a:pt x="47" y="463"/>
                  </a:lnTo>
                  <a:lnTo>
                    <a:pt x="47" y="463"/>
                  </a:lnTo>
                  <a:lnTo>
                    <a:pt x="55" y="459"/>
                  </a:lnTo>
                  <a:lnTo>
                    <a:pt x="55" y="456"/>
                  </a:lnTo>
                  <a:lnTo>
                    <a:pt x="57" y="449"/>
                  </a:lnTo>
                  <a:lnTo>
                    <a:pt x="57" y="449"/>
                  </a:lnTo>
                  <a:lnTo>
                    <a:pt x="57" y="449"/>
                  </a:lnTo>
                  <a:lnTo>
                    <a:pt x="57" y="449"/>
                  </a:lnTo>
                  <a:lnTo>
                    <a:pt x="59" y="452"/>
                  </a:lnTo>
                  <a:lnTo>
                    <a:pt x="59" y="452"/>
                  </a:lnTo>
                  <a:lnTo>
                    <a:pt x="59" y="452"/>
                  </a:lnTo>
                  <a:lnTo>
                    <a:pt x="59" y="452"/>
                  </a:lnTo>
                  <a:lnTo>
                    <a:pt x="62" y="452"/>
                  </a:lnTo>
                  <a:lnTo>
                    <a:pt x="64" y="452"/>
                  </a:lnTo>
                  <a:lnTo>
                    <a:pt x="64" y="452"/>
                  </a:lnTo>
                  <a:lnTo>
                    <a:pt x="64" y="449"/>
                  </a:lnTo>
                  <a:lnTo>
                    <a:pt x="66" y="445"/>
                  </a:lnTo>
                  <a:lnTo>
                    <a:pt x="66" y="445"/>
                  </a:lnTo>
                  <a:lnTo>
                    <a:pt x="66" y="442"/>
                  </a:lnTo>
                  <a:lnTo>
                    <a:pt x="66" y="442"/>
                  </a:lnTo>
                  <a:lnTo>
                    <a:pt x="69" y="442"/>
                  </a:lnTo>
                  <a:lnTo>
                    <a:pt x="69" y="442"/>
                  </a:lnTo>
                  <a:lnTo>
                    <a:pt x="73" y="440"/>
                  </a:lnTo>
                  <a:lnTo>
                    <a:pt x="78" y="440"/>
                  </a:lnTo>
                  <a:lnTo>
                    <a:pt x="81" y="440"/>
                  </a:lnTo>
                  <a:lnTo>
                    <a:pt x="81" y="437"/>
                  </a:lnTo>
                  <a:lnTo>
                    <a:pt x="81" y="435"/>
                  </a:lnTo>
                  <a:lnTo>
                    <a:pt x="83" y="435"/>
                  </a:lnTo>
                  <a:lnTo>
                    <a:pt x="83" y="435"/>
                  </a:lnTo>
                  <a:lnTo>
                    <a:pt x="85" y="435"/>
                  </a:lnTo>
                  <a:lnTo>
                    <a:pt x="85" y="433"/>
                  </a:lnTo>
                  <a:lnTo>
                    <a:pt x="85" y="433"/>
                  </a:lnTo>
                  <a:lnTo>
                    <a:pt x="85" y="430"/>
                  </a:lnTo>
                  <a:lnTo>
                    <a:pt x="88" y="430"/>
                  </a:lnTo>
                  <a:lnTo>
                    <a:pt x="88" y="430"/>
                  </a:lnTo>
                  <a:lnTo>
                    <a:pt x="88" y="430"/>
                  </a:lnTo>
                  <a:lnTo>
                    <a:pt x="90" y="430"/>
                  </a:lnTo>
                  <a:lnTo>
                    <a:pt x="90" y="430"/>
                  </a:lnTo>
                  <a:lnTo>
                    <a:pt x="90" y="430"/>
                  </a:lnTo>
                  <a:lnTo>
                    <a:pt x="92" y="430"/>
                  </a:lnTo>
                  <a:lnTo>
                    <a:pt x="92" y="430"/>
                  </a:lnTo>
                  <a:lnTo>
                    <a:pt x="92" y="430"/>
                  </a:lnTo>
                  <a:lnTo>
                    <a:pt x="95" y="433"/>
                  </a:lnTo>
                  <a:lnTo>
                    <a:pt x="95" y="435"/>
                  </a:lnTo>
                  <a:lnTo>
                    <a:pt x="95" y="435"/>
                  </a:lnTo>
                  <a:lnTo>
                    <a:pt x="97" y="437"/>
                  </a:lnTo>
                  <a:lnTo>
                    <a:pt x="102" y="442"/>
                  </a:lnTo>
                  <a:lnTo>
                    <a:pt x="104" y="442"/>
                  </a:lnTo>
                  <a:lnTo>
                    <a:pt x="104" y="442"/>
                  </a:lnTo>
                  <a:lnTo>
                    <a:pt x="104" y="440"/>
                  </a:lnTo>
                  <a:lnTo>
                    <a:pt x="107" y="440"/>
                  </a:lnTo>
                  <a:lnTo>
                    <a:pt x="107" y="442"/>
                  </a:lnTo>
                  <a:lnTo>
                    <a:pt x="107" y="442"/>
                  </a:lnTo>
                  <a:lnTo>
                    <a:pt x="109" y="445"/>
                  </a:lnTo>
                  <a:lnTo>
                    <a:pt x="109" y="445"/>
                  </a:lnTo>
                  <a:lnTo>
                    <a:pt x="109" y="445"/>
                  </a:lnTo>
                  <a:lnTo>
                    <a:pt x="111" y="447"/>
                  </a:lnTo>
                  <a:lnTo>
                    <a:pt x="114" y="449"/>
                  </a:lnTo>
                  <a:lnTo>
                    <a:pt x="114" y="449"/>
                  </a:lnTo>
                  <a:lnTo>
                    <a:pt x="118" y="452"/>
                  </a:lnTo>
                  <a:lnTo>
                    <a:pt x="118" y="452"/>
                  </a:lnTo>
                  <a:lnTo>
                    <a:pt x="118" y="452"/>
                  </a:lnTo>
                  <a:lnTo>
                    <a:pt x="118" y="452"/>
                  </a:lnTo>
                  <a:lnTo>
                    <a:pt x="121" y="454"/>
                  </a:lnTo>
                  <a:lnTo>
                    <a:pt x="121" y="456"/>
                  </a:lnTo>
                  <a:lnTo>
                    <a:pt x="121" y="456"/>
                  </a:lnTo>
                  <a:lnTo>
                    <a:pt x="123" y="454"/>
                  </a:lnTo>
                  <a:lnTo>
                    <a:pt x="126" y="452"/>
                  </a:lnTo>
                  <a:lnTo>
                    <a:pt x="126" y="452"/>
                  </a:lnTo>
                  <a:lnTo>
                    <a:pt x="126" y="452"/>
                  </a:lnTo>
                  <a:lnTo>
                    <a:pt x="126" y="452"/>
                  </a:lnTo>
                  <a:lnTo>
                    <a:pt x="126" y="449"/>
                  </a:lnTo>
                  <a:lnTo>
                    <a:pt x="128" y="449"/>
                  </a:lnTo>
                  <a:lnTo>
                    <a:pt x="128" y="449"/>
                  </a:lnTo>
                  <a:lnTo>
                    <a:pt x="128" y="449"/>
                  </a:lnTo>
                  <a:lnTo>
                    <a:pt x="130" y="452"/>
                  </a:lnTo>
                  <a:lnTo>
                    <a:pt x="130" y="452"/>
                  </a:lnTo>
                  <a:lnTo>
                    <a:pt x="130" y="452"/>
                  </a:lnTo>
                  <a:lnTo>
                    <a:pt x="133" y="452"/>
                  </a:lnTo>
                  <a:lnTo>
                    <a:pt x="133" y="449"/>
                  </a:lnTo>
                  <a:lnTo>
                    <a:pt x="135" y="447"/>
                  </a:lnTo>
                  <a:lnTo>
                    <a:pt x="135" y="447"/>
                  </a:lnTo>
                  <a:lnTo>
                    <a:pt x="135" y="449"/>
                  </a:lnTo>
                  <a:lnTo>
                    <a:pt x="137" y="449"/>
                  </a:lnTo>
                  <a:lnTo>
                    <a:pt x="137" y="447"/>
                  </a:lnTo>
                  <a:lnTo>
                    <a:pt x="137" y="447"/>
                  </a:lnTo>
                  <a:lnTo>
                    <a:pt x="137" y="447"/>
                  </a:lnTo>
                  <a:lnTo>
                    <a:pt x="137" y="447"/>
                  </a:lnTo>
                  <a:lnTo>
                    <a:pt x="137" y="447"/>
                  </a:lnTo>
                  <a:lnTo>
                    <a:pt x="137" y="447"/>
                  </a:lnTo>
                  <a:lnTo>
                    <a:pt x="137" y="445"/>
                  </a:lnTo>
                  <a:lnTo>
                    <a:pt x="137" y="445"/>
                  </a:lnTo>
                  <a:lnTo>
                    <a:pt x="137" y="442"/>
                  </a:lnTo>
                  <a:lnTo>
                    <a:pt x="137" y="440"/>
                  </a:lnTo>
                  <a:lnTo>
                    <a:pt x="140" y="440"/>
                  </a:lnTo>
                  <a:lnTo>
                    <a:pt x="137" y="435"/>
                  </a:lnTo>
                  <a:lnTo>
                    <a:pt x="137" y="433"/>
                  </a:lnTo>
                  <a:lnTo>
                    <a:pt x="140" y="433"/>
                  </a:lnTo>
                  <a:lnTo>
                    <a:pt x="142" y="433"/>
                  </a:lnTo>
                  <a:lnTo>
                    <a:pt x="144" y="433"/>
                  </a:lnTo>
                  <a:lnTo>
                    <a:pt x="144" y="433"/>
                  </a:lnTo>
                  <a:lnTo>
                    <a:pt x="144" y="433"/>
                  </a:lnTo>
                  <a:lnTo>
                    <a:pt x="147" y="435"/>
                  </a:lnTo>
                  <a:lnTo>
                    <a:pt x="147" y="435"/>
                  </a:lnTo>
                  <a:lnTo>
                    <a:pt x="147" y="435"/>
                  </a:lnTo>
                  <a:lnTo>
                    <a:pt x="149" y="435"/>
                  </a:lnTo>
                  <a:lnTo>
                    <a:pt x="149" y="435"/>
                  </a:lnTo>
                  <a:lnTo>
                    <a:pt x="149" y="435"/>
                  </a:lnTo>
                  <a:lnTo>
                    <a:pt x="152" y="435"/>
                  </a:lnTo>
                  <a:lnTo>
                    <a:pt x="152" y="435"/>
                  </a:lnTo>
                  <a:lnTo>
                    <a:pt x="152" y="435"/>
                  </a:lnTo>
                  <a:lnTo>
                    <a:pt x="154" y="433"/>
                  </a:lnTo>
                  <a:lnTo>
                    <a:pt x="154" y="433"/>
                  </a:lnTo>
                  <a:lnTo>
                    <a:pt x="154" y="433"/>
                  </a:lnTo>
                  <a:lnTo>
                    <a:pt x="154" y="430"/>
                  </a:lnTo>
                  <a:lnTo>
                    <a:pt x="156" y="430"/>
                  </a:lnTo>
                  <a:lnTo>
                    <a:pt x="161" y="430"/>
                  </a:lnTo>
                  <a:lnTo>
                    <a:pt x="163" y="430"/>
                  </a:lnTo>
                  <a:lnTo>
                    <a:pt x="166" y="428"/>
                  </a:lnTo>
                  <a:lnTo>
                    <a:pt x="168" y="426"/>
                  </a:lnTo>
                  <a:lnTo>
                    <a:pt x="168" y="426"/>
                  </a:lnTo>
                  <a:lnTo>
                    <a:pt x="170" y="426"/>
                  </a:lnTo>
                  <a:lnTo>
                    <a:pt x="173" y="423"/>
                  </a:lnTo>
                  <a:lnTo>
                    <a:pt x="175" y="423"/>
                  </a:lnTo>
                  <a:lnTo>
                    <a:pt x="175" y="423"/>
                  </a:lnTo>
                  <a:lnTo>
                    <a:pt x="175" y="426"/>
                  </a:lnTo>
                  <a:lnTo>
                    <a:pt x="175" y="426"/>
                  </a:lnTo>
                  <a:lnTo>
                    <a:pt x="175" y="426"/>
                  </a:lnTo>
                  <a:lnTo>
                    <a:pt x="175" y="426"/>
                  </a:lnTo>
                  <a:lnTo>
                    <a:pt x="175" y="428"/>
                  </a:lnTo>
                  <a:lnTo>
                    <a:pt x="175" y="428"/>
                  </a:lnTo>
                  <a:lnTo>
                    <a:pt x="175" y="428"/>
                  </a:lnTo>
                  <a:lnTo>
                    <a:pt x="175" y="430"/>
                  </a:lnTo>
                  <a:lnTo>
                    <a:pt x="178" y="430"/>
                  </a:lnTo>
                  <a:lnTo>
                    <a:pt x="178" y="433"/>
                  </a:lnTo>
                  <a:lnTo>
                    <a:pt x="178" y="433"/>
                  </a:lnTo>
                  <a:lnTo>
                    <a:pt x="178" y="433"/>
                  </a:lnTo>
                  <a:lnTo>
                    <a:pt x="178" y="435"/>
                  </a:lnTo>
                  <a:lnTo>
                    <a:pt x="178" y="435"/>
                  </a:lnTo>
                  <a:lnTo>
                    <a:pt x="175" y="435"/>
                  </a:lnTo>
                  <a:lnTo>
                    <a:pt x="175" y="437"/>
                  </a:lnTo>
                  <a:lnTo>
                    <a:pt x="173" y="437"/>
                  </a:lnTo>
                  <a:lnTo>
                    <a:pt x="173" y="437"/>
                  </a:lnTo>
                  <a:lnTo>
                    <a:pt x="173" y="440"/>
                  </a:lnTo>
                  <a:lnTo>
                    <a:pt x="173" y="440"/>
                  </a:lnTo>
                  <a:lnTo>
                    <a:pt x="173" y="440"/>
                  </a:lnTo>
                  <a:lnTo>
                    <a:pt x="173" y="442"/>
                  </a:lnTo>
                  <a:lnTo>
                    <a:pt x="173" y="445"/>
                  </a:lnTo>
                  <a:lnTo>
                    <a:pt x="175" y="445"/>
                  </a:lnTo>
                  <a:lnTo>
                    <a:pt x="175" y="445"/>
                  </a:lnTo>
                  <a:lnTo>
                    <a:pt x="175" y="447"/>
                  </a:lnTo>
                  <a:lnTo>
                    <a:pt x="175" y="447"/>
                  </a:lnTo>
                  <a:lnTo>
                    <a:pt x="175" y="447"/>
                  </a:lnTo>
                  <a:lnTo>
                    <a:pt x="175" y="449"/>
                  </a:lnTo>
                  <a:lnTo>
                    <a:pt x="175" y="449"/>
                  </a:lnTo>
                  <a:lnTo>
                    <a:pt x="175" y="449"/>
                  </a:lnTo>
                  <a:lnTo>
                    <a:pt x="175" y="449"/>
                  </a:lnTo>
                  <a:lnTo>
                    <a:pt x="175" y="452"/>
                  </a:lnTo>
                  <a:lnTo>
                    <a:pt x="175" y="454"/>
                  </a:lnTo>
                  <a:lnTo>
                    <a:pt x="175" y="456"/>
                  </a:lnTo>
                  <a:lnTo>
                    <a:pt x="175" y="456"/>
                  </a:lnTo>
                  <a:lnTo>
                    <a:pt x="178" y="456"/>
                  </a:lnTo>
                  <a:lnTo>
                    <a:pt x="178" y="456"/>
                  </a:lnTo>
                  <a:lnTo>
                    <a:pt x="178" y="454"/>
                  </a:lnTo>
                  <a:lnTo>
                    <a:pt x="180" y="454"/>
                  </a:lnTo>
                  <a:lnTo>
                    <a:pt x="180" y="454"/>
                  </a:lnTo>
                  <a:lnTo>
                    <a:pt x="182" y="454"/>
                  </a:lnTo>
                  <a:lnTo>
                    <a:pt x="182" y="454"/>
                  </a:lnTo>
                  <a:lnTo>
                    <a:pt x="182" y="454"/>
                  </a:lnTo>
                  <a:lnTo>
                    <a:pt x="182" y="454"/>
                  </a:lnTo>
                  <a:lnTo>
                    <a:pt x="185" y="454"/>
                  </a:lnTo>
                  <a:lnTo>
                    <a:pt x="185" y="454"/>
                  </a:lnTo>
                  <a:lnTo>
                    <a:pt x="185" y="456"/>
                  </a:lnTo>
                  <a:lnTo>
                    <a:pt x="185" y="456"/>
                  </a:lnTo>
                  <a:lnTo>
                    <a:pt x="185" y="456"/>
                  </a:lnTo>
                  <a:lnTo>
                    <a:pt x="187" y="456"/>
                  </a:lnTo>
                  <a:lnTo>
                    <a:pt x="187" y="456"/>
                  </a:lnTo>
                  <a:lnTo>
                    <a:pt x="189" y="456"/>
                  </a:lnTo>
                  <a:lnTo>
                    <a:pt x="192" y="456"/>
                  </a:lnTo>
                  <a:lnTo>
                    <a:pt x="194" y="454"/>
                  </a:lnTo>
                  <a:lnTo>
                    <a:pt x="196" y="454"/>
                  </a:lnTo>
                  <a:lnTo>
                    <a:pt x="199" y="452"/>
                  </a:lnTo>
                  <a:lnTo>
                    <a:pt x="199" y="452"/>
                  </a:lnTo>
                  <a:lnTo>
                    <a:pt x="199" y="452"/>
                  </a:lnTo>
                  <a:lnTo>
                    <a:pt x="204" y="445"/>
                  </a:lnTo>
                  <a:lnTo>
                    <a:pt x="208" y="440"/>
                  </a:lnTo>
                  <a:lnTo>
                    <a:pt x="208" y="440"/>
                  </a:lnTo>
                  <a:lnTo>
                    <a:pt x="208" y="437"/>
                  </a:lnTo>
                  <a:lnTo>
                    <a:pt x="211" y="437"/>
                  </a:lnTo>
                  <a:lnTo>
                    <a:pt x="213" y="435"/>
                  </a:lnTo>
                  <a:lnTo>
                    <a:pt x="215" y="433"/>
                  </a:lnTo>
                  <a:lnTo>
                    <a:pt x="218" y="428"/>
                  </a:lnTo>
                  <a:lnTo>
                    <a:pt x="218" y="428"/>
                  </a:lnTo>
                  <a:lnTo>
                    <a:pt x="218" y="428"/>
                  </a:lnTo>
                  <a:lnTo>
                    <a:pt x="220" y="426"/>
                  </a:lnTo>
                  <a:lnTo>
                    <a:pt x="220" y="426"/>
                  </a:lnTo>
                  <a:lnTo>
                    <a:pt x="223" y="426"/>
                  </a:lnTo>
                  <a:lnTo>
                    <a:pt x="227" y="423"/>
                  </a:lnTo>
                  <a:lnTo>
                    <a:pt x="230" y="421"/>
                  </a:lnTo>
                  <a:lnTo>
                    <a:pt x="232" y="421"/>
                  </a:lnTo>
                  <a:lnTo>
                    <a:pt x="232" y="421"/>
                  </a:lnTo>
                  <a:lnTo>
                    <a:pt x="232" y="421"/>
                  </a:lnTo>
                  <a:lnTo>
                    <a:pt x="232" y="418"/>
                  </a:lnTo>
                  <a:lnTo>
                    <a:pt x="234" y="418"/>
                  </a:lnTo>
                  <a:lnTo>
                    <a:pt x="234" y="414"/>
                  </a:lnTo>
                  <a:lnTo>
                    <a:pt x="234" y="411"/>
                  </a:lnTo>
                  <a:lnTo>
                    <a:pt x="237" y="411"/>
                  </a:lnTo>
                  <a:lnTo>
                    <a:pt x="237" y="411"/>
                  </a:lnTo>
                  <a:lnTo>
                    <a:pt x="246" y="409"/>
                  </a:lnTo>
                  <a:lnTo>
                    <a:pt x="249" y="409"/>
                  </a:lnTo>
                  <a:lnTo>
                    <a:pt x="251" y="409"/>
                  </a:lnTo>
                  <a:lnTo>
                    <a:pt x="253" y="407"/>
                  </a:lnTo>
                  <a:lnTo>
                    <a:pt x="253" y="407"/>
                  </a:lnTo>
                  <a:lnTo>
                    <a:pt x="256" y="407"/>
                  </a:lnTo>
                  <a:lnTo>
                    <a:pt x="256" y="404"/>
                  </a:lnTo>
                  <a:lnTo>
                    <a:pt x="256" y="402"/>
                  </a:lnTo>
                  <a:lnTo>
                    <a:pt x="258" y="402"/>
                  </a:lnTo>
                  <a:lnTo>
                    <a:pt x="258" y="400"/>
                  </a:lnTo>
                  <a:lnTo>
                    <a:pt x="258" y="397"/>
                  </a:lnTo>
                  <a:lnTo>
                    <a:pt x="260" y="395"/>
                  </a:lnTo>
                  <a:lnTo>
                    <a:pt x="260" y="395"/>
                  </a:lnTo>
                  <a:lnTo>
                    <a:pt x="260" y="392"/>
                  </a:lnTo>
                  <a:lnTo>
                    <a:pt x="263" y="390"/>
                  </a:lnTo>
                  <a:lnTo>
                    <a:pt x="267" y="385"/>
                  </a:lnTo>
                  <a:lnTo>
                    <a:pt x="267" y="383"/>
                  </a:lnTo>
                  <a:lnTo>
                    <a:pt x="270" y="381"/>
                  </a:lnTo>
                  <a:lnTo>
                    <a:pt x="272" y="376"/>
                  </a:lnTo>
                  <a:lnTo>
                    <a:pt x="272" y="374"/>
                  </a:lnTo>
                  <a:lnTo>
                    <a:pt x="272" y="374"/>
                  </a:lnTo>
                  <a:lnTo>
                    <a:pt x="272" y="371"/>
                  </a:lnTo>
                  <a:lnTo>
                    <a:pt x="272" y="371"/>
                  </a:lnTo>
                  <a:lnTo>
                    <a:pt x="272" y="371"/>
                  </a:lnTo>
                  <a:lnTo>
                    <a:pt x="272" y="369"/>
                  </a:lnTo>
                  <a:lnTo>
                    <a:pt x="270" y="369"/>
                  </a:lnTo>
                  <a:lnTo>
                    <a:pt x="272" y="366"/>
                  </a:lnTo>
                  <a:lnTo>
                    <a:pt x="272" y="364"/>
                  </a:lnTo>
                  <a:lnTo>
                    <a:pt x="270" y="364"/>
                  </a:lnTo>
                  <a:lnTo>
                    <a:pt x="270" y="364"/>
                  </a:lnTo>
                  <a:lnTo>
                    <a:pt x="270" y="359"/>
                  </a:lnTo>
                  <a:lnTo>
                    <a:pt x="270" y="357"/>
                  </a:lnTo>
                  <a:lnTo>
                    <a:pt x="270" y="355"/>
                  </a:lnTo>
                  <a:lnTo>
                    <a:pt x="270" y="352"/>
                  </a:lnTo>
                  <a:lnTo>
                    <a:pt x="270" y="350"/>
                  </a:lnTo>
                  <a:lnTo>
                    <a:pt x="270" y="350"/>
                  </a:lnTo>
                  <a:lnTo>
                    <a:pt x="270" y="347"/>
                  </a:lnTo>
                  <a:lnTo>
                    <a:pt x="272" y="345"/>
                  </a:lnTo>
                  <a:lnTo>
                    <a:pt x="272" y="336"/>
                  </a:lnTo>
                  <a:lnTo>
                    <a:pt x="270" y="324"/>
                  </a:lnTo>
                  <a:lnTo>
                    <a:pt x="270" y="321"/>
                  </a:lnTo>
                  <a:lnTo>
                    <a:pt x="270" y="321"/>
                  </a:lnTo>
                  <a:lnTo>
                    <a:pt x="270" y="321"/>
                  </a:lnTo>
                  <a:lnTo>
                    <a:pt x="270" y="319"/>
                  </a:lnTo>
                  <a:lnTo>
                    <a:pt x="270" y="319"/>
                  </a:lnTo>
                  <a:lnTo>
                    <a:pt x="270" y="319"/>
                  </a:lnTo>
                  <a:lnTo>
                    <a:pt x="270" y="317"/>
                  </a:lnTo>
                  <a:lnTo>
                    <a:pt x="270" y="314"/>
                  </a:lnTo>
                  <a:lnTo>
                    <a:pt x="270" y="314"/>
                  </a:lnTo>
                  <a:lnTo>
                    <a:pt x="270" y="314"/>
                  </a:lnTo>
                  <a:lnTo>
                    <a:pt x="270" y="312"/>
                  </a:lnTo>
                  <a:lnTo>
                    <a:pt x="272" y="312"/>
                  </a:lnTo>
                  <a:lnTo>
                    <a:pt x="272" y="310"/>
                  </a:lnTo>
                  <a:lnTo>
                    <a:pt x="275" y="307"/>
                  </a:lnTo>
                  <a:lnTo>
                    <a:pt x="275" y="307"/>
                  </a:lnTo>
                  <a:lnTo>
                    <a:pt x="279" y="305"/>
                  </a:lnTo>
                  <a:lnTo>
                    <a:pt x="282" y="303"/>
                  </a:lnTo>
                  <a:lnTo>
                    <a:pt x="284" y="300"/>
                  </a:lnTo>
                  <a:lnTo>
                    <a:pt x="284" y="298"/>
                  </a:lnTo>
                  <a:lnTo>
                    <a:pt x="286" y="298"/>
                  </a:lnTo>
                  <a:lnTo>
                    <a:pt x="286" y="298"/>
                  </a:lnTo>
                  <a:lnTo>
                    <a:pt x="286" y="298"/>
                  </a:lnTo>
                  <a:lnTo>
                    <a:pt x="289" y="298"/>
                  </a:lnTo>
                  <a:lnTo>
                    <a:pt x="289" y="298"/>
                  </a:lnTo>
                  <a:lnTo>
                    <a:pt x="289" y="295"/>
                  </a:lnTo>
                  <a:lnTo>
                    <a:pt x="289" y="295"/>
                  </a:lnTo>
                  <a:lnTo>
                    <a:pt x="289" y="295"/>
                  </a:lnTo>
                  <a:lnTo>
                    <a:pt x="294" y="291"/>
                  </a:lnTo>
                  <a:lnTo>
                    <a:pt x="294" y="288"/>
                  </a:lnTo>
                  <a:lnTo>
                    <a:pt x="294" y="286"/>
                  </a:lnTo>
                  <a:lnTo>
                    <a:pt x="294" y="286"/>
                  </a:lnTo>
                  <a:lnTo>
                    <a:pt x="294" y="284"/>
                  </a:lnTo>
                  <a:lnTo>
                    <a:pt x="294" y="284"/>
                  </a:lnTo>
                  <a:lnTo>
                    <a:pt x="294" y="284"/>
                  </a:lnTo>
                  <a:lnTo>
                    <a:pt x="296" y="281"/>
                  </a:lnTo>
                  <a:lnTo>
                    <a:pt x="296" y="279"/>
                  </a:lnTo>
                  <a:lnTo>
                    <a:pt x="298" y="276"/>
                  </a:lnTo>
                  <a:lnTo>
                    <a:pt x="298" y="274"/>
                  </a:lnTo>
                  <a:lnTo>
                    <a:pt x="301" y="272"/>
                  </a:lnTo>
                  <a:lnTo>
                    <a:pt x="303" y="269"/>
                  </a:lnTo>
                  <a:lnTo>
                    <a:pt x="303" y="267"/>
                  </a:lnTo>
                  <a:lnTo>
                    <a:pt x="305" y="265"/>
                  </a:lnTo>
                  <a:lnTo>
                    <a:pt x="305" y="265"/>
                  </a:lnTo>
                  <a:lnTo>
                    <a:pt x="305" y="265"/>
                  </a:lnTo>
                  <a:lnTo>
                    <a:pt x="305" y="265"/>
                  </a:lnTo>
                  <a:lnTo>
                    <a:pt x="308" y="262"/>
                  </a:lnTo>
                  <a:lnTo>
                    <a:pt x="310" y="260"/>
                  </a:lnTo>
                  <a:lnTo>
                    <a:pt x="310" y="260"/>
                  </a:lnTo>
                  <a:lnTo>
                    <a:pt x="312" y="258"/>
                  </a:lnTo>
                  <a:lnTo>
                    <a:pt x="315" y="255"/>
                  </a:lnTo>
                  <a:lnTo>
                    <a:pt x="315" y="255"/>
                  </a:lnTo>
                  <a:lnTo>
                    <a:pt x="315" y="255"/>
                  </a:lnTo>
                  <a:lnTo>
                    <a:pt x="315" y="255"/>
                  </a:lnTo>
                  <a:lnTo>
                    <a:pt x="315" y="255"/>
                  </a:lnTo>
                  <a:lnTo>
                    <a:pt x="317" y="255"/>
                  </a:lnTo>
                  <a:lnTo>
                    <a:pt x="320" y="253"/>
                  </a:lnTo>
                  <a:lnTo>
                    <a:pt x="324" y="253"/>
                  </a:lnTo>
                  <a:lnTo>
                    <a:pt x="324" y="253"/>
                  </a:lnTo>
                  <a:lnTo>
                    <a:pt x="327" y="250"/>
                  </a:lnTo>
                  <a:lnTo>
                    <a:pt x="329" y="250"/>
                  </a:lnTo>
                  <a:lnTo>
                    <a:pt x="331" y="250"/>
                  </a:lnTo>
                  <a:lnTo>
                    <a:pt x="331" y="248"/>
                  </a:lnTo>
                  <a:lnTo>
                    <a:pt x="331" y="248"/>
                  </a:lnTo>
                  <a:lnTo>
                    <a:pt x="334" y="248"/>
                  </a:lnTo>
                  <a:lnTo>
                    <a:pt x="334" y="248"/>
                  </a:lnTo>
                  <a:lnTo>
                    <a:pt x="334" y="246"/>
                  </a:lnTo>
                  <a:lnTo>
                    <a:pt x="336" y="246"/>
                  </a:lnTo>
                  <a:lnTo>
                    <a:pt x="343" y="236"/>
                  </a:lnTo>
                  <a:lnTo>
                    <a:pt x="346" y="234"/>
                  </a:lnTo>
                  <a:lnTo>
                    <a:pt x="348" y="232"/>
                  </a:lnTo>
                  <a:lnTo>
                    <a:pt x="348" y="232"/>
                  </a:lnTo>
                  <a:lnTo>
                    <a:pt x="348" y="232"/>
                  </a:lnTo>
                  <a:lnTo>
                    <a:pt x="348" y="232"/>
                  </a:lnTo>
                  <a:lnTo>
                    <a:pt x="348" y="232"/>
                  </a:lnTo>
                  <a:lnTo>
                    <a:pt x="348" y="229"/>
                  </a:lnTo>
                  <a:lnTo>
                    <a:pt x="350" y="229"/>
                  </a:lnTo>
                  <a:lnTo>
                    <a:pt x="350" y="229"/>
                  </a:lnTo>
                  <a:lnTo>
                    <a:pt x="353" y="227"/>
                  </a:lnTo>
                  <a:lnTo>
                    <a:pt x="353" y="224"/>
                  </a:lnTo>
                  <a:lnTo>
                    <a:pt x="355" y="224"/>
                  </a:lnTo>
                  <a:lnTo>
                    <a:pt x="353" y="215"/>
                  </a:lnTo>
                  <a:lnTo>
                    <a:pt x="353" y="210"/>
                  </a:lnTo>
                  <a:lnTo>
                    <a:pt x="353" y="208"/>
                  </a:lnTo>
                  <a:lnTo>
                    <a:pt x="353" y="208"/>
                  </a:lnTo>
                  <a:lnTo>
                    <a:pt x="355" y="196"/>
                  </a:lnTo>
                  <a:lnTo>
                    <a:pt x="355" y="196"/>
                  </a:lnTo>
                  <a:lnTo>
                    <a:pt x="360" y="184"/>
                  </a:lnTo>
                  <a:lnTo>
                    <a:pt x="364" y="177"/>
                  </a:lnTo>
                  <a:lnTo>
                    <a:pt x="364" y="177"/>
                  </a:lnTo>
                  <a:lnTo>
                    <a:pt x="364" y="172"/>
                  </a:lnTo>
                  <a:lnTo>
                    <a:pt x="364" y="170"/>
                  </a:lnTo>
                  <a:lnTo>
                    <a:pt x="364" y="170"/>
                  </a:lnTo>
                  <a:lnTo>
                    <a:pt x="364" y="168"/>
                  </a:lnTo>
                  <a:lnTo>
                    <a:pt x="362" y="168"/>
                  </a:lnTo>
                  <a:lnTo>
                    <a:pt x="362" y="165"/>
                  </a:lnTo>
                  <a:lnTo>
                    <a:pt x="362" y="165"/>
                  </a:lnTo>
                  <a:lnTo>
                    <a:pt x="362" y="163"/>
                  </a:lnTo>
                  <a:lnTo>
                    <a:pt x="362" y="158"/>
                  </a:lnTo>
                  <a:lnTo>
                    <a:pt x="362" y="158"/>
                  </a:lnTo>
                  <a:lnTo>
                    <a:pt x="360" y="151"/>
                  </a:lnTo>
                  <a:lnTo>
                    <a:pt x="360" y="146"/>
                  </a:lnTo>
                  <a:lnTo>
                    <a:pt x="360" y="142"/>
                  </a:lnTo>
                  <a:lnTo>
                    <a:pt x="360" y="142"/>
                  </a:lnTo>
                  <a:lnTo>
                    <a:pt x="362" y="139"/>
                  </a:lnTo>
                  <a:lnTo>
                    <a:pt x="362" y="137"/>
                  </a:lnTo>
                  <a:lnTo>
                    <a:pt x="364" y="134"/>
                  </a:lnTo>
                  <a:lnTo>
                    <a:pt x="364" y="132"/>
                  </a:lnTo>
                  <a:lnTo>
                    <a:pt x="364" y="130"/>
                  </a:lnTo>
                  <a:lnTo>
                    <a:pt x="367" y="125"/>
                  </a:lnTo>
                  <a:lnTo>
                    <a:pt x="367" y="123"/>
                  </a:lnTo>
                  <a:lnTo>
                    <a:pt x="369" y="120"/>
                  </a:lnTo>
                  <a:lnTo>
                    <a:pt x="372" y="113"/>
                  </a:lnTo>
                  <a:lnTo>
                    <a:pt x="372" y="113"/>
                  </a:lnTo>
                  <a:lnTo>
                    <a:pt x="372" y="97"/>
                  </a:lnTo>
                  <a:lnTo>
                    <a:pt x="372" y="97"/>
                  </a:lnTo>
                  <a:lnTo>
                    <a:pt x="372" y="94"/>
                  </a:lnTo>
                  <a:lnTo>
                    <a:pt x="372" y="94"/>
                  </a:lnTo>
                  <a:lnTo>
                    <a:pt x="372" y="94"/>
                  </a:lnTo>
                  <a:lnTo>
                    <a:pt x="372" y="92"/>
                  </a:lnTo>
                  <a:lnTo>
                    <a:pt x="372" y="85"/>
                  </a:lnTo>
                  <a:lnTo>
                    <a:pt x="372" y="85"/>
                  </a:lnTo>
                  <a:lnTo>
                    <a:pt x="372" y="82"/>
                  </a:lnTo>
                  <a:lnTo>
                    <a:pt x="372" y="82"/>
                  </a:lnTo>
                  <a:lnTo>
                    <a:pt x="374" y="75"/>
                  </a:lnTo>
                  <a:lnTo>
                    <a:pt x="374" y="75"/>
                  </a:lnTo>
                  <a:lnTo>
                    <a:pt x="374" y="73"/>
                  </a:lnTo>
                  <a:lnTo>
                    <a:pt x="376" y="73"/>
                  </a:lnTo>
                  <a:lnTo>
                    <a:pt x="376" y="73"/>
                  </a:lnTo>
                  <a:lnTo>
                    <a:pt x="376" y="73"/>
                  </a:lnTo>
                  <a:lnTo>
                    <a:pt x="376" y="71"/>
                  </a:lnTo>
                  <a:lnTo>
                    <a:pt x="379" y="71"/>
                  </a:lnTo>
                  <a:lnTo>
                    <a:pt x="379" y="68"/>
                  </a:lnTo>
                  <a:lnTo>
                    <a:pt x="379" y="68"/>
                  </a:lnTo>
                  <a:lnTo>
                    <a:pt x="379" y="63"/>
                  </a:lnTo>
                  <a:lnTo>
                    <a:pt x="379" y="63"/>
                  </a:lnTo>
                  <a:lnTo>
                    <a:pt x="381" y="63"/>
                  </a:lnTo>
                  <a:lnTo>
                    <a:pt x="383" y="59"/>
                  </a:lnTo>
                  <a:lnTo>
                    <a:pt x="383" y="59"/>
                  </a:lnTo>
                  <a:lnTo>
                    <a:pt x="383" y="59"/>
                  </a:lnTo>
                  <a:lnTo>
                    <a:pt x="388" y="52"/>
                  </a:lnTo>
                  <a:lnTo>
                    <a:pt x="391" y="49"/>
                  </a:lnTo>
                  <a:lnTo>
                    <a:pt x="391" y="47"/>
                  </a:lnTo>
                  <a:lnTo>
                    <a:pt x="391" y="47"/>
                  </a:lnTo>
                  <a:lnTo>
                    <a:pt x="391" y="45"/>
                  </a:lnTo>
                  <a:lnTo>
                    <a:pt x="393" y="42"/>
                  </a:lnTo>
                  <a:lnTo>
                    <a:pt x="393" y="42"/>
                  </a:lnTo>
                  <a:lnTo>
                    <a:pt x="393" y="40"/>
                  </a:lnTo>
                  <a:lnTo>
                    <a:pt x="393" y="40"/>
                  </a:lnTo>
                  <a:lnTo>
                    <a:pt x="393" y="40"/>
                  </a:lnTo>
                  <a:lnTo>
                    <a:pt x="395" y="33"/>
                  </a:lnTo>
                  <a:lnTo>
                    <a:pt x="395" y="33"/>
                  </a:lnTo>
                  <a:lnTo>
                    <a:pt x="398" y="33"/>
                  </a:lnTo>
                  <a:lnTo>
                    <a:pt x="400" y="30"/>
                  </a:lnTo>
                  <a:lnTo>
                    <a:pt x="400" y="30"/>
                  </a:lnTo>
                  <a:lnTo>
                    <a:pt x="400" y="30"/>
                  </a:lnTo>
                  <a:lnTo>
                    <a:pt x="400" y="28"/>
                  </a:lnTo>
                  <a:lnTo>
                    <a:pt x="400" y="28"/>
                  </a:lnTo>
                  <a:lnTo>
                    <a:pt x="402" y="21"/>
                  </a:lnTo>
                  <a:lnTo>
                    <a:pt x="402" y="14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55">
              <a:extLst>
                <a:ext uri="{FF2B5EF4-FFF2-40B4-BE49-F238E27FC236}">
                  <a16:creationId xmlns:a16="http://schemas.microsoft.com/office/drawing/2014/main" id="{89AA1B8D-1D63-0C6C-DB73-2D56C58176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66067" y="4104616"/>
              <a:ext cx="90417" cy="70042"/>
            </a:xfrm>
            <a:custGeom>
              <a:avLst/>
              <a:gdLst>
                <a:gd name="T0" fmla="*/ 14 w 71"/>
                <a:gd name="T1" fmla="*/ 24 h 55"/>
                <a:gd name="T2" fmla="*/ 14 w 71"/>
                <a:gd name="T3" fmla="*/ 24 h 55"/>
                <a:gd name="T4" fmla="*/ 11 w 71"/>
                <a:gd name="T5" fmla="*/ 24 h 55"/>
                <a:gd name="T6" fmla="*/ 11 w 71"/>
                <a:gd name="T7" fmla="*/ 22 h 55"/>
                <a:gd name="T8" fmla="*/ 11 w 71"/>
                <a:gd name="T9" fmla="*/ 19 h 55"/>
                <a:gd name="T10" fmla="*/ 9 w 71"/>
                <a:gd name="T11" fmla="*/ 14 h 55"/>
                <a:gd name="T12" fmla="*/ 9 w 71"/>
                <a:gd name="T13" fmla="*/ 3 h 55"/>
                <a:gd name="T14" fmla="*/ 9 w 71"/>
                <a:gd name="T15" fmla="*/ 0 h 55"/>
                <a:gd name="T16" fmla="*/ 7 w 71"/>
                <a:gd name="T17" fmla="*/ 0 h 55"/>
                <a:gd name="T18" fmla="*/ 2 w 71"/>
                <a:gd name="T19" fmla="*/ 0 h 55"/>
                <a:gd name="T20" fmla="*/ 2 w 71"/>
                <a:gd name="T21" fmla="*/ 3 h 55"/>
                <a:gd name="T22" fmla="*/ 2 w 71"/>
                <a:gd name="T23" fmla="*/ 5 h 55"/>
                <a:gd name="T24" fmla="*/ 2 w 71"/>
                <a:gd name="T25" fmla="*/ 14 h 55"/>
                <a:gd name="T26" fmla="*/ 2 w 71"/>
                <a:gd name="T27" fmla="*/ 17 h 55"/>
                <a:gd name="T28" fmla="*/ 0 w 71"/>
                <a:gd name="T29" fmla="*/ 19 h 55"/>
                <a:gd name="T30" fmla="*/ 0 w 71"/>
                <a:gd name="T31" fmla="*/ 19 h 55"/>
                <a:gd name="T32" fmla="*/ 0 w 71"/>
                <a:gd name="T33" fmla="*/ 22 h 55"/>
                <a:gd name="T34" fmla="*/ 2 w 71"/>
                <a:gd name="T35" fmla="*/ 24 h 55"/>
                <a:gd name="T36" fmla="*/ 2 w 71"/>
                <a:gd name="T37" fmla="*/ 24 h 55"/>
                <a:gd name="T38" fmla="*/ 4 w 71"/>
                <a:gd name="T39" fmla="*/ 26 h 55"/>
                <a:gd name="T40" fmla="*/ 4 w 71"/>
                <a:gd name="T41" fmla="*/ 26 h 55"/>
                <a:gd name="T42" fmla="*/ 9 w 71"/>
                <a:gd name="T43" fmla="*/ 26 h 55"/>
                <a:gd name="T44" fmla="*/ 11 w 71"/>
                <a:gd name="T45" fmla="*/ 31 h 55"/>
                <a:gd name="T46" fmla="*/ 11 w 71"/>
                <a:gd name="T47" fmla="*/ 31 h 55"/>
                <a:gd name="T48" fmla="*/ 14 w 71"/>
                <a:gd name="T49" fmla="*/ 31 h 55"/>
                <a:gd name="T50" fmla="*/ 14 w 71"/>
                <a:gd name="T51" fmla="*/ 31 h 55"/>
                <a:gd name="T52" fmla="*/ 14 w 71"/>
                <a:gd name="T53" fmla="*/ 29 h 55"/>
                <a:gd name="T54" fmla="*/ 14 w 71"/>
                <a:gd name="T55" fmla="*/ 29 h 55"/>
                <a:gd name="T56" fmla="*/ 14 w 71"/>
                <a:gd name="T57" fmla="*/ 26 h 55"/>
                <a:gd name="T58" fmla="*/ 30 w 71"/>
                <a:gd name="T59" fmla="*/ 52 h 55"/>
                <a:gd name="T60" fmla="*/ 28 w 71"/>
                <a:gd name="T61" fmla="*/ 50 h 55"/>
                <a:gd name="T62" fmla="*/ 23 w 71"/>
                <a:gd name="T63" fmla="*/ 48 h 55"/>
                <a:gd name="T64" fmla="*/ 23 w 71"/>
                <a:gd name="T65" fmla="*/ 48 h 55"/>
                <a:gd name="T66" fmla="*/ 21 w 71"/>
                <a:gd name="T67" fmla="*/ 50 h 55"/>
                <a:gd name="T68" fmla="*/ 23 w 71"/>
                <a:gd name="T69" fmla="*/ 52 h 55"/>
                <a:gd name="T70" fmla="*/ 23 w 71"/>
                <a:gd name="T71" fmla="*/ 52 h 55"/>
                <a:gd name="T72" fmla="*/ 23 w 71"/>
                <a:gd name="T73" fmla="*/ 52 h 55"/>
                <a:gd name="T74" fmla="*/ 26 w 71"/>
                <a:gd name="T75" fmla="*/ 55 h 55"/>
                <a:gd name="T76" fmla="*/ 33 w 71"/>
                <a:gd name="T77" fmla="*/ 55 h 55"/>
                <a:gd name="T78" fmla="*/ 35 w 71"/>
                <a:gd name="T79" fmla="*/ 55 h 55"/>
                <a:gd name="T80" fmla="*/ 33 w 71"/>
                <a:gd name="T81" fmla="*/ 55 h 55"/>
                <a:gd name="T82" fmla="*/ 71 w 71"/>
                <a:gd name="T83" fmla="*/ 48 h 55"/>
                <a:gd name="T84" fmla="*/ 68 w 71"/>
                <a:gd name="T85" fmla="*/ 38 h 55"/>
                <a:gd name="T86" fmla="*/ 66 w 71"/>
                <a:gd name="T87" fmla="*/ 38 h 55"/>
                <a:gd name="T88" fmla="*/ 66 w 71"/>
                <a:gd name="T89" fmla="*/ 38 h 55"/>
                <a:gd name="T90" fmla="*/ 66 w 71"/>
                <a:gd name="T91" fmla="*/ 38 h 55"/>
                <a:gd name="T92" fmla="*/ 63 w 71"/>
                <a:gd name="T93" fmla="*/ 38 h 55"/>
                <a:gd name="T94" fmla="*/ 63 w 71"/>
                <a:gd name="T95" fmla="*/ 40 h 55"/>
                <a:gd name="T96" fmla="*/ 61 w 71"/>
                <a:gd name="T97" fmla="*/ 45 h 55"/>
                <a:gd name="T98" fmla="*/ 59 w 71"/>
                <a:gd name="T99" fmla="*/ 45 h 55"/>
                <a:gd name="T100" fmla="*/ 59 w 71"/>
                <a:gd name="T101" fmla="*/ 45 h 55"/>
                <a:gd name="T102" fmla="*/ 56 w 71"/>
                <a:gd name="T103" fmla="*/ 45 h 55"/>
                <a:gd name="T104" fmla="*/ 54 w 71"/>
                <a:gd name="T105" fmla="*/ 43 h 55"/>
                <a:gd name="T106" fmla="*/ 52 w 71"/>
                <a:gd name="T107" fmla="*/ 43 h 55"/>
                <a:gd name="T108" fmla="*/ 56 w 71"/>
                <a:gd name="T109" fmla="*/ 45 h 55"/>
                <a:gd name="T110" fmla="*/ 59 w 71"/>
                <a:gd name="T111" fmla="*/ 48 h 55"/>
                <a:gd name="T112" fmla="*/ 63 w 71"/>
                <a:gd name="T113" fmla="*/ 48 h 55"/>
                <a:gd name="T114" fmla="*/ 63 w 71"/>
                <a:gd name="T115" fmla="*/ 50 h 55"/>
                <a:gd name="T116" fmla="*/ 68 w 71"/>
                <a:gd name="T117" fmla="*/ 52 h 55"/>
                <a:gd name="T118" fmla="*/ 68 w 71"/>
                <a:gd name="T119" fmla="*/ 55 h 55"/>
                <a:gd name="T120" fmla="*/ 68 w 71"/>
                <a:gd name="T121" fmla="*/ 55 h 55"/>
                <a:gd name="T122" fmla="*/ 71 w 71"/>
                <a:gd name="T123" fmla="*/ 55 h 55"/>
                <a:gd name="T124" fmla="*/ 71 w 71"/>
                <a:gd name="T125" fmla="*/ 48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1" h="55">
                  <a:moveTo>
                    <a:pt x="14" y="26"/>
                  </a:moveTo>
                  <a:lnTo>
                    <a:pt x="14" y="24"/>
                  </a:lnTo>
                  <a:lnTo>
                    <a:pt x="14" y="24"/>
                  </a:lnTo>
                  <a:lnTo>
                    <a:pt x="14" y="24"/>
                  </a:lnTo>
                  <a:lnTo>
                    <a:pt x="11" y="24"/>
                  </a:lnTo>
                  <a:lnTo>
                    <a:pt x="11" y="24"/>
                  </a:lnTo>
                  <a:lnTo>
                    <a:pt x="11" y="24"/>
                  </a:lnTo>
                  <a:lnTo>
                    <a:pt x="11" y="22"/>
                  </a:lnTo>
                  <a:lnTo>
                    <a:pt x="11" y="22"/>
                  </a:lnTo>
                  <a:lnTo>
                    <a:pt x="11" y="19"/>
                  </a:lnTo>
                  <a:lnTo>
                    <a:pt x="9" y="14"/>
                  </a:lnTo>
                  <a:lnTo>
                    <a:pt x="9" y="14"/>
                  </a:lnTo>
                  <a:lnTo>
                    <a:pt x="9" y="3"/>
                  </a:lnTo>
                  <a:lnTo>
                    <a:pt x="9" y="3"/>
                  </a:lnTo>
                  <a:lnTo>
                    <a:pt x="9" y="0"/>
                  </a:lnTo>
                  <a:lnTo>
                    <a:pt x="9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3"/>
                  </a:lnTo>
                  <a:lnTo>
                    <a:pt x="2" y="3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14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2" y="26"/>
                  </a:lnTo>
                  <a:lnTo>
                    <a:pt x="4" y="26"/>
                  </a:lnTo>
                  <a:lnTo>
                    <a:pt x="4" y="26"/>
                  </a:lnTo>
                  <a:lnTo>
                    <a:pt x="4" y="26"/>
                  </a:lnTo>
                  <a:lnTo>
                    <a:pt x="7" y="26"/>
                  </a:lnTo>
                  <a:lnTo>
                    <a:pt x="9" y="26"/>
                  </a:lnTo>
                  <a:lnTo>
                    <a:pt x="11" y="31"/>
                  </a:lnTo>
                  <a:lnTo>
                    <a:pt x="11" y="31"/>
                  </a:lnTo>
                  <a:lnTo>
                    <a:pt x="11" y="31"/>
                  </a:lnTo>
                  <a:lnTo>
                    <a:pt x="11" y="31"/>
                  </a:lnTo>
                  <a:lnTo>
                    <a:pt x="14" y="31"/>
                  </a:lnTo>
                  <a:lnTo>
                    <a:pt x="14" y="31"/>
                  </a:lnTo>
                  <a:lnTo>
                    <a:pt x="14" y="31"/>
                  </a:lnTo>
                  <a:lnTo>
                    <a:pt x="14" y="31"/>
                  </a:lnTo>
                  <a:lnTo>
                    <a:pt x="14" y="31"/>
                  </a:lnTo>
                  <a:lnTo>
                    <a:pt x="14" y="29"/>
                  </a:lnTo>
                  <a:lnTo>
                    <a:pt x="14" y="29"/>
                  </a:lnTo>
                  <a:lnTo>
                    <a:pt x="14" y="29"/>
                  </a:lnTo>
                  <a:lnTo>
                    <a:pt x="14" y="26"/>
                  </a:lnTo>
                  <a:lnTo>
                    <a:pt x="14" y="26"/>
                  </a:lnTo>
                  <a:close/>
                  <a:moveTo>
                    <a:pt x="30" y="52"/>
                  </a:moveTo>
                  <a:lnTo>
                    <a:pt x="30" y="52"/>
                  </a:lnTo>
                  <a:lnTo>
                    <a:pt x="30" y="50"/>
                  </a:lnTo>
                  <a:lnTo>
                    <a:pt x="28" y="50"/>
                  </a:lnTo>
                  <a:lnTo>
                    <a:pt x="26" y="48"/>
                  </a:lnTo>
                  <a:lnTo>
                    <a:pt x="23" y="48"/>
                  </a:lnTo>
                  <a:lnTo>
                    <a:pt x="23" y="48"/>
                  </a:lnTo>
                  <a:lnTo>
                    <a:pt x="23" y="48"/>
                  </a:lnTo>
                  <a:lnTo>
                    <a:pt x="21" y="48"/>
                  </a:lnTo>
                  <a:lnTo>
                    <a:pt x="21" y="50"/>
                  </a:lnTo>
                  <a:lnTo>
                    <a:pt x="23" y="50"/>
                  </a:lnTo>
                  <a:lnTo>
                    <a:pt x="23" y="52"/>
                  </a:lnTo>
                  <a:lnTo>
                    <a:pt x="23" y="52"/>
                  </a:lnTo>
                  <a:lnTo>
                    <a:pt x="23" y="52"/>
                  </a:lnTo>
                  <a:lnTo>
                    <a:pt x="23" y="52"/>
                  </a:lnTo>
                  <a:lnTo>
                    <a:pt x="23" y="52"/>
                  </a:lnTo>
                  <a:lnTo>
                    <a:pt x="23" y="55"/>
                  </a:lnTo>
                  <a:lnTo>
                    <a:pt x="26" y="55"/>
                  </a:lnTo>
                  <a:lnTo>
                    <a:pt x="28" y="55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35" y="55"/>
                  </a:lnTo>
                  <a:lnTo>
                    <a:pt x="35" y="55"/>
                  </a:lnTo>
                  <a:lnTo>
                    <a:pt x="33" y="55"/>
                  </a:lnTo>
                  <a:lnTo>
                    <a:pt x="30" y="52"/>
                  </a:lnTo>
                  <a:close/>
                  <a:moveTo>
                    <a:pt x="71" y="48"/>
                  </a:moveTo>
                  <a:lnTo>
                    <a:pt x="68" y="40"/>
                  </a:lnTo>
                  <a:lnTo>
                    <a:pt x="68" y="38"/>
                  </a:lnTo>
                  <a:lnTo>
                    <a:pt x="66" y="38"/>
                  </a:lnTo>
                  <a:lnTo>
                    <a:pt x="66" y="38"/>
                  </a:lnTo>
                  <a:lnTo>
                    <a:pt x="66" y="38"/>
                  </a:lnTo>
                  <a:lnTo>
                    <a:pt x="66" y="38"/>
                  </a:lnTo>
                  <a:lnTo>
                    <a:pt x="66" y="38"/>
                  </a:lnTo>
                  <a:lnTo>
                    <a:pt x="66" y="38"/>
                  </a:lnTo>
                  <a:lnTo>
                    <a:pt x="66" y="38"/>
                  </a:lnTo>
                  <a:lnTo>
                    <a:pt x="63" y="38"/>
                  </a:lnTo>
                  <a:lnTo>
                    <a:pt x="63" y="40"/>
                  </a:lnTo>
                  <a:lnTo>
                    <a:pt x="63" y="40"/>
                  </a:lnTo>
                  <a:lnTo>
                    <a:pt x="63" y="43"/>
                  </a:lnTo>
                  <a:lnTo>
                    <a:pt x="61" y="45"/>
                  </a:lnTo>
                  <a:lnTo>
                    <a:pt x="61" y="45"/>
                  </a:lnTo>
                  <a:lnTo>
                    <a:pt x="59" y="45"/>
                  </a:lnTo>
                  <a:lnTo>
                    <a:pt x="59" y="45"/>
                  </a:lnTo>
                  <a:lnTo>
                    <a:pt x="59" y="45"/>
                  </a:lnTo>
                  <a:lnTo>
                    <a:pt x="59" y="45"/>
                  </a:lnTo>
                  <a:lnTo>
                    <a:pt x="56" y="45"/>
                  </a:lnTo>
                  <a:lnTo>
                    <a:pt x="56" y="45"/>
                  </a:lnTo>
                  <a:lnTo>
                    <a:pt x="54" y="43"/>
                  </a:lnTo>
                  <a:lnTo>
                    <a:pt x="54" y="43"/>
                  </a:lnTo>
                  <a:lnTo>
                    <a:pt x="52" y="43"/>
                  </a:lnTo>
                  <a:lnTo>
                    <a:pt x="54" y="45"/>
                  </a:lnTo>
                  <a:lnTo>
                    <a:pt x="56" y="45"/>
                  </a:lnTo>
                  <a:lnTo>
                    <a:pt x="56" y="45"/>
                  </a:lnTo>
                  <a:lnTo>
                    <a:pt x="59" y="48"/>
                  </a:lnTo>
                  <a:lnTo>
                    <a:pt x="61" y="48"/>
                  </a:lnTo>
                  <a:lnTo>
                    <a:pt x="63" y="48"/>
                  </a:lnTo>
                  <a:lnTo>
                    <a:pt x="63" y="50"/>
                  </a:lnTo>
                  <a:lnTo>
                    <a:pt x="63" y="50"/>
                  </a:lnTo>
                  <a:lnTo>
                    <a:pt x="66" y="52"/>
                  </a:lnTo>
                  <a:lnTo>
                    <a:pt x="68" y="52"/>
                  </a:lnTo>
                  <a:lnTo>
                    <a:pt x="68" y="55"/>
                  </a:lnTo>
                  <a:lnTo>
                    <a:pt x="68" y="55"/>
                  </a:lnTo>
                  <a:lnTo>
                    <a:pt x="68" y="55"/>
                  </a:lnTo>
                  <a:lnTo>
                    <a:pt x="68" y="55"/>
                  </a:lnTo>
                  <a:lnTo>
                    <a:pt x="68" y="55"/>
                  </a:lnTo>
                  <a:lnTo>
                    <a:pt x="71" y="55"/>
                  </a:lnTo>
                  <a:lnTo>
                    <a:pt x="71" y="55"/>
                  </a:lnTo>
                  <a:lnTo>
                    <a:pt x="71" y="48"/>
                  </a:lnTo>
                  <a:lnTo>
                    <a:pt x="71" y="48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56">
              <a:extLst>
                <a:ext uri="{FF2B5EF4-FFF2-40B4-BE49-F238E27FC236}">
                  <a16:creationId xmlns:a16="http://schemas.microsoft.com/office/drawing/2014/main" id="{7062BECF-96B0-8B5C-6093-971FD053CDC9}"/>
                </a:ext>
              </a:extLst>
            </p:cNvPr>
            <p:cNvSpPr>
              <a:spLocks/>
            </p:cNvSpPr>
            <p:nvPr/>
          </p:nvSpPr>
          <p:spPr bwMode="auto">
            <a:xfrm>
              <a:off x="8037422" y="1696475"/>
              <a:ext cx="716967" cy="1127026"/>
            </a:xfrm>
            <a:custGeom>
              <a:avLst/>
              <a:gdLst>
                <a:gd name="T0" fmla="*/ 544 w 563"/>
                <a:gd name="T1" fmla="*/ 216 h 885"/>
                <a:gd name="T2" fmla="*/ 419 w 563"/>
                <a:gd name="T3" fmla="*/ 152 h 885"/>
                <a:gd name="T4" fmla="*/ 301 w 563"/>
                <a:gd name="T5" fmla="*/ 88 h 885"/>
                <a:gd name="T6" fmla="*/ 175 w 563"/>
                <a:gd name="T7" fmla="*/ 22 h 885"/>
                <a:gd name="T8" fmla="*/ 100 w 563"/>
                <a:gd name="T9" fmla="*/ 19 h 885"/>
                <a:gd name="T10" fmla="*/ 92 w 563"/>
                <a:gd name="T11" fmla="*/ 74 h 885"/>
                <a:gd name="T12" fmla="*/ 102 w 563"/>
                <a:gd name="T13" fmla="*/ 121 h 885"/>
                <a:gd name="T14" fmla="*/ 114 w 563"/>
                <a:gd name="T15" fmla="*/ 147 h 885"/>
                <a:gd name="T16" fmla="*/ 128 w 563"/>
                <a:gd name="T17" fmla="*/ 194 h 885"/>
                <a:gd name="T18" fmla="*/ 121 w 563"/>
                <a:gd name="T19" fmla="*/ 244 h 885"/>
                <a:gd name="T20" fmla="*/ 116 w 563"/>
                <a:gd name="T21" fmla="*/ 294 h 885"/>
                <a:gd name="T22" fmla="*/ 111 w 563"/>
                <a:gd name="T23" fmla="*/ 339 h 885"/>
                <a:gd name="T24" fmla="*/ 97 w 563"/>
                <a:gd name="T25" fmla="*/ 386 h 885"/>
                <a:gd name="T26" fmla="*/ 45 w 563"/>
                <a:gd name="T27" fmla="*/ 443 h 885"/>
                <a:gd name="T28" fmla="*/ 17 w 563"/>
                <a:gd name="T29" fmla="*/ 485 h 885"/>
                <a:gd name="T30" fmla="*/ 10 w 563"/>
                <a:gd name="T31" fmla="*/ 504 h 885"/>
                <a:gd name="T32" fmla="*/ 7 w 563"/>
                <a:gd name="T33" fmla="*/ 535 h 885"/>
                <a:gd name="T34" fmla="*/ 57 w 563"/>
                <a:gd name="T35" fmla="*/ 594 h 885"/>
                <a:gd name="T36" fmla="*/ 64 w 563"/>
                <a:gd name="T37" fmla="*/ 601 h 885"/>
                <a:gd name="T38" fmla="*/ 76 w 563"/>
                <a:gd name="T39" fmla="*/ 616 h 885"/>
                <a:gd name="T40" fmla="*/ 78 w 563"/>
                <a:gd name="T41" fmla="*/ 630 h 885"/>
                <a:gd name="T42" fmla="*/ 85 w 563"/>
                <a:gd name="T43" fmla="*/ 637 h 885"/>
                <a:gd name="T44" fmla="*/ 85 w 563"/>
                <a:gd name="T45" fmla="*/ 646 h 885"/>
                <a:gd name="T46" fmla="*/ 88 w 563"/>
                <a:gd name="T47" fmla="*/ 661 h 885"/>
                <a:gd name="T48" fmla="*/ 85 w 563"/>
                <a:gd name="T49" fmla="*/ 687 h 885"/>
                <a:gd name="T50" fmla="*/ 92 w 563"/>
                <a:gd name="T51" fmla="*/ 722 h 885"/>
                <a:gd name="T52" fmla="*/ 116 w 563"/>
                <a:gd name="T53" fmla="*/ 748 h 885"/>
                <a:gd name="T54" fmla="*/ 55 w 563"/>
                <a:gd name="T55" fmla="*/ 751 h 885"/>
                <a:gd name="T56" fmla="*/ 73 w 563"/>
                <a:gd name="T57" fmla="*/ 814 h 885"/>
                <a:gd name="T58" fmla="*/ 88 w 563"/>
                <a:gd name="T59" fmla="*/ 822 h 885"/>
                <a:gd name="T60" fmla="*/ 118 w 563"/>
                <a:gd name="T61" fmla="*/ 883 h 885"/>
                <a:gd name="T62" fmla="*/ 152 w 563"/>
                <a:gd name="T63" fmla="*/ 876 h 885"/>
                <a:gd name="T64" fmla="*/ 166 w 563"/>
                <a:gd name="T65" fmla="*/ 866 h 885"/>
                <a:gd name="T66" fmla="*/ 178 w 563"/>
                <a:gd name="T67" fmla="*/ 881 h 885"/>
                <a:gd name="T68" fmla="*/ 189 w 563"/>
                <a:gd name="T69" fmla="*/ 876 h 885"/>
                <a:gd name="T70" fmla="*/ 201 w 563"/>
                <a:gd name="T71" fmla="*/ 869 h 885"/>
                <a:gd name="T72" fmla="*/ 227 w 563"/>
                <a:gd name="T73" fmla="*/ 857 h 885"/>
                <a:gd name="T74" fmla="*/ 294 w 563"/>
                <a:gd name="T75" fmla="*/ 836 h 885"/>
                <a:gd name="T76" fmla="*/ 291 w 563"/>
                <a:gd name="T77" fmla="*/ 810 h 885"/>
                <a:gd name="T78" fmla="*/ 305 w 563"/>
                <a:gd name="T79" fmla="*/ 803 h 885"/>
                <a:gd name="T80" fmla="*/ 324 w 563"/>
                <a:gd name="T81" fmla="*/ 803 h 885"/>
                <a:gd name="T82" fmla="*/ 346 w 563"/>
                <a:gd name="T83" fmla="*/ 800 h 885"/>
                <a:gd name="T84" fmla="*/ 353 w 563"/>
                <a:gd name="T85" fmla="*/ 798 h 885"/>
                <a:gd name="T86" fmla="*/ 365 w 563"/>
                <a:gd name="T87" fmla="*/ 795 h 885"/>
                <a:gd name="T88" fmla="*/ 379 w 563"/>
                <a:gd name="T89" fmla="*/ 788 h 885"/>
                <a:gd name="T90" fmla="*/ 393 w 563"/>
                <a:gd name="T91" fmla="*/ 781 h 885"/>
                <a:gd name="T92" fmla="*/ 402 w 563"/>
                <a:gd name="T93" fmla="*/ 772 h 885"/>
                <a:gd name="T94" fmla="*/ 407 w 563"/>
                <a:gd name="T95" fmla="*/ 762 h 885"/>
                <a:gd name="T96" fmla="*/ 414 w 563"/>
                <a:gd name="T97" fmla="*/ 755 h 885"/>
                <a:gd name="T98" fmla="*/ 438 w 563"/>
                <a:gd name="T99" fmla="*/ 736 h 885"/>
                <a:gd name="T100" fmla="*/ 445 w 563"/>
                <a:gd name="T101" fmla="*/ 724 h 885"/>
                <a:gd name="T102" fmla="*/ 450 w 563"/>
                <a:gd name="T103" fmla="*/ 713 h 885"/>
                <a:gd name="T104" fmla="*/ 469 w 563"/>
                <a:gd name="T105" fmla="*/ 703 h 885"/>
                <a:gd name="T106" fmla="*/ 485 w 563"/>
                <a:gd name="T107" fmla="*/ 696 h 885"/>
                <a:gd name="T108" fmla="*/ 509 w 563"/>
                <a:gd name="T109" fmla="*/ 689 h 885"/>
                <a:gd name="T110" fmla="*/ 490 w 563"/>
                <a:gd name="T111" fmla="*/ 665 h 885"/>
                <a:gd name="T112" fmla="*/ 485 w 563"/>
                <a:gd name="T113" fmla="*/ 632 h 885"/>
                <a:gd name="T114" fmla="*/ 447 w 563"/>
                <a:gd name="T115" fmla="*/ 599 h 885"/>
                <a:gd name="T116" fmla="*/ 469 w 563"/>
                <a:gd name="T117" fmla="*/ 554 h 885"/>
                <a:gd name="T118" fmla="*/ 488 w 563"/>
                <a:gd name="T119" fmla="*/ 526 h 885"/>
                <a:gd name="T120" fmla="*/ 483 w 563"/>
                <a:gd name="T121" fmla="*/ 511 h 885"/>
                <a:gd name="T122" fmla="*/ 497 w 563"/>
                <a:gd name="T123" fmla="*/ 481 h 885"/>
                <a:gd name="T124" fmla="*/ 509 w 563"/>
                <a:gd name="T125" fmla="*/ 445 h 8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63" h="885">
                  <a:moveTo>
                    <a:pt x="563" y="422"/>
                  </a:moveTo>
                  <a:lnTo>
                    <a:pt x="563" y="410"/>
                  </a:lnTo>
                  <a:lnTo>
                    <a:pt x="563" y="396"/>
                  </a:lnTo>
                  <a:lnTo>
                    <a:pt x="563" y="384"/>
                  </a:lnTo>
                  <a:lnTo>
                    <a:pt x="563" y="369"/>
                  </a:lnTo>
                  <a:lnTo>
                    <a:pt x="563" y="358"/>
                  </a:lnTo>
                  <a:lnTo>
                    <a:pt x="563" y="343"/>
                  </a:lnTo>
                  <a:lnTo>
                    <a:pt x="563" y="332"/>
                  </a:lnTo>
                  <a:lnTo>
                    <a:pt x="563" y="317"/>
                  </a:lnTo>
                  <a:lnTo>
                    <a:pt x="563" y="306"/>
                  </a:lnTo>
                  <a:lnTo>
                    <a:pt x="563" y="291"/>
                  </a:lnTo>
                  <a:lnTo>
                    <a:pt x="563" y="280"/>
                  </a:lnTo>
                  <a:lnTo>
                    <a:pt x="563" y="265"/>
                  </a:lnTo>
                  <a:lnTo>
                    <a:pt x="563" y="254"/>
                  </a:lnTo>
                  <a:lnTo>
                    <a:pt x="563" y="239"/>
                  </a:lnTo>
                  <a:lnTo>
                    <a:pt x="563" y="227"/>
                  </a:lnTo>
                  <a:lnTo>
                    <a:pt x="559" y="223"/>
                  </a:lnTo>
                  <a:lnTo>
                    <a:pt x="551" y="220"/>
                  </a:lnTo>
                  <a:lnTo>
                    <a:pt x="544" y="216"/>
                  </a:lnTo>
                  <a:lnTo>
                    <a:pt x="537" y="213"/>
                  </a:lnTo>
                  <a:lnTo>
                    <a:pt x="530" y="209"/>
                  </a:lnTo>
                  <a:lnTo>
                    <a:pt x="525" y="206"/>
                  </a:lnTo>
                  <a:lnTo>
                    <a:pt x="518" y="204"/>
                  </a:lnTo>
                  <a:lnTo>
                    <a:pt x="511" y="199"/>
                  </a:lnTo>
                  <a:lnTo>
                    <a:pt x="504" y="197"/>
                  </a:lnTo>
                  <a:lnTo>
                    <a:pt x="497" y="192"/>
                  </a:lnTo>
                  <a:lnTo>
                    <a:pt x="492" y="190"/>
                  </a:lnTo>
                  <a:lnTo>
                    <a:pt x="485" y="185"/>
                  </a:lnTo>
                  <a:lnTo>
                    <a:pt x="478" y="183"/>
                  </a:lnTo>
                  <a:lnTo>
                    <a:pt x="471" y="178"/>
                  </a:lnTo>
                  <a:lnTo>
                    <a:pt x="466" y="175"/>
                  </a:lnTo>
                  <a:lnTo>
                    <a:pt x="459" y="171"/>
                  </a:lnTo>
                  <a:lnTo>
                    <a:pt x="452" y="168"/>
                  </a:lnTo>
                  <a:lnTo>
                    <a:pt x="445" y="164"/>
                  </a:lnTo>
                  <a:lnTo>
                    <a:pt x="438" y="161"/>
                  </a:lnTo>
                  <a:lnTo>
                    <a:pt x="433" y="159"/>
                  </a:lnTo>
                  <a:lnTo>
                    <a:pt x="426" y="154"/>
                  </a:lnTo>
                  <a:lnTo>
                    <a:pt x="419" y="152"/>
                  </a:lnTo>
                  <a:lnTo>
                    <a:pt x="412" y="147"/>
                  </a:lnTo>
                  <a:lnTo>
                    <a:pt x="405" y="145"/>
                  </a:lnTo>
                  <a:lnTo>
                    <a:pt x="400" y="140"/>
                  </a:lnTo>
                  <a:lnTo>
                    <a:pt x="393" y="138"/>
                  </a:lnTo>
                  <a:lnTo>
                    <a:pt x="386" y="133"/>
                  </a:lnTo>
                  <a:lnTo>
                    <a:pt x="379" y="130"/>
                  </a:lnTo>
                  <a:lnTo>
                    <a:pt x="372" y="126"/>
                  </a:lnTo>
                  <a:lnTo>
                    <a:pt x="367" y="123"/>
                  </a:lnTo>
                  <a:lnTo>
                    <a:pt x="360" y="119"/>
                  </a:lnTo>
                  <a:lnTo>
                    <a:pt x="353" y="116"/>
                  </a:lnTo>
                  <a:lnTo>
                    <a:pt x="346" y="112"/>
                  </a:lnTo>
                  <a:lnTo>
                    <a:pt x="338" y="109"/>
                  </a:lnTo>
                  <a:lnTo>
                    <a:pt x="334" y="107"/>
                  </a:lnTo>
                  <a:lnTo>
                    <a:pt x="327" y="102"/>
                  </a:lnTo>
                  <a:lnTo>
                    <a:pt x="320" y="100"/>
                  </a:lnTo>
                  <a:lnTo>
                    <a:pt x="312" y="95"/>
                  </a:lnTo>
                  <a:lnTo>
                    <a:pt x="308" y="93"/>
                  </a:lnTo>
                  <a:lnTo>
                    <a:pt x="308" y="93"/>
                  </a:lnTo>
                  <a:lnTo>
                    <a:pt x="301" y="88"/>
                  </a:lnTo>
                  <a:lnTo>
                    <a:pt x="294" y="85"/>
                  </a:lnTo>
                  <a:lnTo>
                    <a:pt x="286" y="81"/>
                  </a:lnTo>
                  <a:lnTo>
                    <a:pt x="279" y="78"/>
                  </a:lnTo>
                  <a:lnTo>
                    <a:pt x="275" y="74"/>
                  </a:lnTo>
                  <a:lnTo>
                    <a:pt x="268" y="71"/>
                  </a:lnTo>
                  <a:lnTo>
                    <a:pt x="260" y="67"/>
                  </a:lnTo>
                  <a:lnTo>
                    <a:pt x="253" y="64"/>
                  </a:lnTo>
                  <a:lnTo>
                    <a:pt x="246" y="59"/>
                  </a:lnTo>
                  <a:lnTo>
                    <a:pt x="241" y="57"/>
                  </a:lnTo>
                  <a:lnTo>
                    <a:pt x="234" y="52"/>
                  </a:lnTo>
                  <a:lnTo>
                    <a:pt x="227" y="50"/>
                  </a:lnTo>
                  <a:lnTo>
                    <a:pt x="220" y="45"/>
                  </a:lnTo>
                  <a:lnTo>
                    <a:pt x="213" y="43"/>
                  </a:lnTo>
                  <a:lnTo>
                    <a:pt x="208" y="38"/>
                  </a:lnTo>
                  <a:lnTo>
                    <a:pt x="201" y="36"/>
                  </a:lnTo>
                  <a:lnTo>
                    <a:pt x="194" y="31"/>
                  </a:lnTo>
                  <a:lnTo>
                    <a:pt x="187" y="29"/>
                  </a:lnTo>
                  <a:lnTo>
                    <a:pt x="182" y="24"/>
                  </a:lnTo>
                  <a:lnTo>
                    <a:pt x="175" y="22"/>
                  </a:lnTo>
                  <a:lnTo>
                    <a:pt x="168" y="17"/>
                  </a:lnTo>
                  <a:lnTo>
                    <a:pt x="161" y="14"/>
                  </a:lnTo>
                  <a:lnTo>
                    <a:pt x="154" y="10"/>
                  </a:lnTo>
                  <a:lnTo>
                    <a:pt x="149" y="7"/>
                  </a:lnTo>
                  <a:lnTo>
                    <a:pt x="142" y="3"/>
                  </a:lnTo>
                  <a:lnTo>
                    <a:pt x="137" y="0"/>
                  </a:lnTo>
                  <a:lnTo>
                    <a:pt x="135" y="0"/>
                  </a:lnTo>
                  <a:lnTo>
                    <a:pt x="133" y="3"/>
                  </a:lnTo>
                  <a:lnTo>
                    <a:pt x="130" y="5"/>
                  </a:lnTo>
                  <a:lnTo>
                    <a:pt x="128" y="5"/>
                  </a:lnTo>
                  <a:lnTo>
                    <a:pt x="123" y="7"/>
                  </a:lnTo>
                  <a:lnTo>
                    <a:pt x="121" y="10"/>
                  </a:lnTo>
                  <a:lnTo>
                    <a:pt x="118" y="10"/>
                  </a:lnTo>
                  <a:lnTo>
                    <a:pt x="114" y="12"/>
                  </a:lnTo>
                  <a:lnTo>
                    <a:pt x="111" y="12"/>
                  </a:lnTo>
                  <a:lnTo>
                    <a:pt x="109" y="14"/>
                  </a:lnTo>
                  <a:lnTo>
                    <a:pt x="107" y="17"/>
                  </a:lnTo>
                  <a:lnTo>
                    <a:pt x="102" y="17"/>
                  </a:lnTo>
                  <a:lnTo>
                    <a:pt x="100" y="19"/>
                  </a:lnTo>
                  <a:lnTo>
                    <a:pt x="97" y="22"/>
                  </a:lnTo>
                  <a:lnTo>
                    <a:pt x="92" y="22"/>
                  </a:lnTo>
                  <a:lnTo>
                    <a:pt x="90" y="24"/>
                  </a:lnTo>
                  <a:lnTo>
                    <a:pt x="88" y="26"/>
                  </a:lnTo>
                  <a:lnTo>
                    <a:pt x="83" y="26"/>
                  </a:lnTo>
                  <a:lnTo>
                    <a:pt x="83" y="26"/>
                  </a:lnTo>
                  <a:lnTo>
                    <a:pt x="83" y="31"/>
                  </a:lnTo>
                  <a:lnTo>
                    <a:pt x="85" y="33"/>
                  </a:lnTo>
                  <a:lnTo>
                    <a:pt x="85" y="38"/>
                  </a:lnTo>
                  <a:lnTo>
                    <a:pt x="85" y="41"/>
                  </a:lnTo>
                  <a:lnTo>
                    <a:pt x="85" y="45"/>
                  </a:lnTo>
                  <a:lnTo>
                    <a:pt x="88" y="50"/>
                  </a:lnTo>
                  <a:lnTo>
                    <a:pt x="88" y="52"/>
                  </a:lnTo>
                  <a:lnTo>
                    <a:pt x="88" y="57"/>
                  </a:lnTo>
                  <a:lnTo>
                    <a:pt x="88" y="59"/>
                  </a:lnTo>
                  <a:lnTo>
                    <a:pt x="90" y="64"/>
                  </a:lnTo>
                  <a:lnTo>
                    <a:pt x="90" y="67"/>
                  </a:lnTo>
                  <a:lnTo>
                    <a:pt x="90" y="71"/>
                  </a:lnTo>
                  <a:lnTo>
                    <a:pt x="92" y="74"/>
                  </a:lnTo>
                  <a:lnTo>
                    <a:pt x="92" y="78"/>
                  </a:lnTo>
                  <a:lnTo>
                    <a:pt x="92" y="81"/>
                  </a:lnTo>
                  <a:lnTo>
                    <a:pt x="92" y="83"/>
                  </a:lnTo>
                  <a:lnTo>
                    <a:pt x="92" y="85"/>
                  </a:lnTo>
                  <a:lnTo>
                    <a:pt x="92" y="85"/>
                  </a:lnTo>
                  <a:lnTo>
                    <a:pt x="92" y="88"/>
                  </a:lnTo>
                  <a:lnTo>
                    <a:pt x="92" y="93"/>
                  </a:lnTo>
                  <a:lnTo>
                    <a:pt x="92" y="97"/>
                  </a:lnTo>
                  <a:lnTo>
                    <a:pt x="92" y="102"/>
                  </a:lnTo>
                  <a:lnTo>
                    <a:pt x="92" y="107"/>
                  </a:lnTo>
                  <a:lnTo>
                    <a:pt x="95" y="109"/>
                  </a:lnTo>
                  <a:lnTo>
                    <a:pt x="95" y="112"/>
                  </a:lnTo>
                  <a:lnTo>
                    <a:pt x="95" y="114"/>
                  </a:lnTo>
                  <a:lnTo>
                    <a:pt x="95" y="114"/>
                  </a:lnTo>
                  <a:lnTo>
                    <a:pt x="95" y="114"/>
                  </a:lnTo>
                  <a:lnTo>
                    <a:pt x="97" y="116"/>
                  </a:lnTo>
                  <a:lnTo>
                    <a:pt x="97" y="116"/>
                  </a:lnTo>
                  <a:lnTo>
                    <a:pt x="100" y="119"/>
                  </a:lnTo>
                  <a:lnTo>
                    <a:pt x="102" y="121"/>
                  </a:lnTo>
                  <a:lnTo>
                    <a:pt x="102" y="121"/>
                  </a:lnTo>
                  <a:lnTo>
                    <a:pt x="104" y="123"/>
                  </a:lnTo>
                  <a:lnTo>
                    <a:pt x="104" y="126"/>
                  </a:lnTo>
                  <a:lnTo>
                    <a:pt x="104" y="126"/>
                  </a:lnTo>
                  <a:lnTo>
                    <a:pt x="107" y="128"/>
                  </a:lnTo>
                  <a:lnTo>
                    <a:pt x="107" y="128"/>
                  </a:lnTo>
                  <a:lnTo>
                    <a:pt x="107" y="130"/>
                  </a:lnTo>
                  <a:lnTo>
                    <a:pt x="109" y="133"/>
                  </a:lnTo>
                  <a:lnTo>
                    <a:pt x="109" y="133"/>
                  </a:lnTo>
                  <a:lnTo>
                    <a:pt x="111" y="135"/>
                  </a:lnTo>
                  <a:lnTo>
                    <a:pt x="111" y="135"/>
                  </a:lnTo>
                  <a:lnTo>
                    <a:pt x="111" y="138"/>
                  </a:lnTo>
                  <a:lnTo>
                    <a:pt x="114" y="140"/>
                  </a:lnTo>
                  <a:lnTo>
                    <a:pt x="114" y="140"/>
                  </a:lnTo>
                  <a:lnTo>
                    <a:pt x="114" y="142"/>
                  </a:lnTo>
                  <a:lnTo>
                    <a:pt x="116" y="142"/>
                  </a:lnTo>
                  <a:lnTo>
                    <a:pt x="116" y="145"/>
                  </a:lnTo>
                  <a:lnTo>
                    <a:pt x="114" y="145"/>
                  </a:lnTo>
                  <a:lnTo>
                    <a:pt x="114" y="147"/>
                  </a:lnTo>
                  <a:lnTo>
                    <a:pt x="114" y="149"/>
                  </a:lnTo>
                  <a:lnTo>
                    <a:pt x="114" y="154"/>
                  </a:lnTo>
                  <a:lnTo>
                    <a:pt x="114" y="154"/>
                  </a:lnTo>
                  <a:lnTo>
                    <a:pt x="114" y="156"/>
                  </a:lnTo>
                  <a:lnTo>
                    <a:pt x="116" y="156"/>
                  </a:lnTo>
                  <a:lnTo>
                    <a:pt x="121" y="161"/>
                  </a:lnTo>
                  <a:lnTo>
                    <a:pt x="121" y="161"/>
                  </a:lnTo>
                  <a:lnTo>
                    <a:pt x="126" y="166"/>
                  </a:lnTo>
                  <a:lnTo>
                    <a:pt x="128" y="168"/>
                  </a:lnTo>
                  <a:lnTo>
                    <a:pt x="130" y="173"/>
                  </a:lnTo>
                  <a:lnTo>
                    <a:pt x="133" y="175"/>
                  </a:lnTo>
                  <a:lnTo>
                    <a:pt x="135" y="178"/>
                  </a:lnTo>
                  <a:lnTo>
                    <a:pt x="135" y="178"/>
                  </a:lnTo>
                  <a:lnTo>
                    <a:pt x="135" y="180"/>
                  </a:lnTo>
                  <a:lnTo>
                    <a:pt x="135" y="180"/>
                  </a:lnTo>
                  <a:lnTo>
                    <a:pt x="135" y="183"/>
                  </a:lnTo>
                  <a:lnTo>
                    <a:pt x="133" y="187"/>
                  </a:lnTo>
                  <a:lnTo>
                    <a:pt x="130" y="190"/>
                  </a:lnTo>
                  <a:lnTo>
                    <a:pt x="128" y="194"/>
                  </a:lnTo>
                  <a:lnTo>
                    <a:pt x="126" y="199"/>
                  </a:lnTo>
                  <a:lnTo>
                    <a:pt x="126" y="199"/>
                  </a:lnTo>
                  <a:lnTo>
                    <a:pt x="123" y="204"/>
                  </a:lnTo>
                  <a:lnTo>
                    <a:pt x="123" y="206"/>
                  </a:lnTo>
                  <a:lnTo>
                    <a:pt x="123" y="209"/>
                  </a:lnTo>
                  <a:lnTo>
                    <a:pt x="123" y="211"/>
                  </a:lnTo>
                  <a:lnTo>
                    <a:pt x="123" y="213"/>
                  </a:lnTo>
                  <a:lnTo>
                    <a:pt x="123" y="216"/>
                  </a:lnTo>
                  <a:lnTo>
                    <a:pt x="123" y="218"/>
                  </a:lnTo>
                  <a:lnTo>
                    <a:pt x="121" y="223"/>
                  </a:lnTo>
                  <a:lnTo>
                    <a:pt x="121" y="225"/>
                  </a:lnTo>
                  <a:lnTo>
                    <a:pt x="121" y="227"/>
                  </a:lnTo>
                  <a:lnTo>
                    <a:pt x="121" y="230"/>
                  </a:lnTo>
                  <a:lnTo>
                    <a:pt x="121" y="232"/>
                  </a:lnTo>
                  <a:lnTo>
                    <a:pt x="121" y="235"/>
                  </a:lnTo>
                  <a:lnTo>
                    <a:pt x="121" y="237"/>
                  </a:lnTo>
                  <a:lnTo>
                    <a:pt x="121" y="239"/>
                  </a:lnTo>
                  <a:lnTo>
                    <a:pt x="121" y="242"/>
                  </a:lnTo>
                  <a:lnTo>
                    <a:pt x="121" y="244"/>
                  </a:lnTo>
                  <a:lnTo>
                    <a:pt x="121" y="246"/>
                  </a:lnTo>
                  <a:lnTo>
                    <a:pt x="118" y="251"/>
                  </a:lnTo>
                  <a:lnTo>
                    <a:pt x="118" y="254"/>
                  </a:lnTo>
                  <a:lnTo>
                    <a:pt x="118" y="256"/>
                  </a:lnTo>
                  <a:lnTo>
                    <a:pt x="118" y="258"/>
                  </a:lnTo>
                  <a:lnTo>
                    <a:pt x="118" y="261"/>
                  </a:lnTo>
                  <a:lnTo>
                    <a:pt x="118" y="263"/>
                  </a:lnTo>
                  <a:lnTo>
                    <a:pt x="118" y="265"/>
                  </a:lnTo>
                  <a:lnTo>
                    <a:pt x="118" y="268"/>
                  </a:lnTo>
                  <a:lnTo>
                    <a:pt x="118" y="270"/>
                  </a:lnTo>
                  <a:lnTo>
                    <a:pt x="118" y="272"/>
                  </a:lnTo>
                  <a:lnTo>
                    <a:pt x="118" y="275"/>
                  </a:lnTo>
                  <a:lnTo>
                    <a:pt x="116" y="277"/>
                  </a:lnTo>
                  <a:lnTo>
                    <a:pt x="116" y="280"/>
                  </a:lnTo>
                  <a:lnTo>
                    <a:pt x="116" y="284"/>
                  </a:lnTo>
                  <a:lnTo>
                    <a:pt x="116" y="287"/>
                  </a:lnTo>
                  <a:lnTo>
                    <a:pt x="116" y="289"/>
                  </a:lnTo>
                  <a:lnTo>
                    <a:pt x="116" y="291"/>
                  </a:lnTo>
                  <a:lnTo>
                    <a:pt x="116" y="294"/>
                  </a:lnTo>
                  <a:lnTo>
                    <a:pt x="116" y="296"/>
                  </a:lnTo>
                  <a:lnTo>
                    <a:pt x="116" y="298"/>
                  </a:lnTo>
                  <a:lnTo>
                    <a:pt x="116" y="301"/>
                  </a:lnTo>
                  <a:lnTo>
                    <a:pt x="116" y="303"/>
                  </a:lnTo>
                  <a:lnTo>
                    <a:pt x="114" y="306"/>
                  </a:lnTo>
                  <a:lnTo>
                    <a:pt x="114" y="308"/>
                  </a:lnTo>
                  <a:lnTo>
                    <a:pt x="114" y="310"/>
                  </a:lnTo>
                  <a:lnTo>
                    <a:pt x="114" y="310"/>
                  </a:lnTo>
                  <a:lnTo>
                    <a:pt x="114" y="315"/>
                  </a:lnTo>
                  <a:lnTo>
                    <a:pt x="114" y="317"/>
                  </a:lnTo>
                  <a:lnTo>
                    <a:pt x="114" y="320"/>
                  </a:lnTo>
                  <a:lnTo>
                    <a:pt x="114" y="322"/>
                  </a:lnTo>
                  <a:lnTo>
                    <a:pt x="114" y="325"/>
                  </a:lnTo>
                  <a:lnTo>
                    <a:pt x="114" y="327"/>
                  </a:lnTo>
                  <a:lnTo>
                    <a:pt x="114" y="329"/>
                  </a:lnTo>
                  <a:lnTo>
                    <a:pt x="114" y="332"/>
                  </a:lnTo>
                  <a:lnTo>
                    <a:pt x="111" y="334"/>
                  </a:lnTo>
                  <a:lnTo>
                    <a:pt x="111" y="336"/>
                  </a:lnTo>
                  <a:lnTo>
                    <a:pt x="111" y="339"/>
                  </a:lnTo>
                  <a:lnTo>
                    <a:pt x="111" y="341"/>
                  </a:lnTo>
                  <a:lnTo>
                    <a:pt x="111" y="343"/>
                  </a:lnTo>
                  <a:lnTo>
                    <a:pt x="111" y="346"/>
                  </a:lnTo>
                  <a:lnTo>
                    <a:pt x="111" y="351"/>
                  </a:lnTo>
                  <a:lnTo>
                    <a:pt x="111" y="353"/>
                  </a:lnTo>
                  <a:lnTo>
                    <a:pt x="111" y="358"/>
                  </a:lnTo>
                  <a:lnTo>
                    <a:pt x="111" y="360"/>
                  </a:lnTo>
                  <a:lnTo>
                    <a:pt x="109" y="362"/>
                  </a:lnTo>
                  <a:lnTo>
                    <a:pt x="109" y="365"/>
                  </a:lnTo>
                  <a:lnTo>
                    <a:pt x="109" y="367"/>
                  </a:lnTo>
                  <a:lnTo>
                    <a:pt x="109" y="369"/>
                  </a:lnTo>
                  <a:lnTo>
                    <a:pt x="109" y="372"/>
                  </a:lnTo>
                  <a:lnTo>
                    <a:pt x="109" y="372"/>
                  </a:lnTo>
                  <a:lnTo>
                    <a:pt x="109" y="372"/>
                  </a:lnTo>
                  <a:lnTo>
                    <a:pt x="109" y="374"/>
                  </a:lnTo>
                  <a:lnTo>
                    <a:pt x="107" y="377"/>
                  </a:lnTo>
                  <a:lnTo>
                    <a:pt x="104" y="379"/>
                  </a:lnTo>
                  <a:lnTo>
                    <a:pt x="100" y="381"/>
                  </a:lnTo>
                  <a:lnTo>
                    <a:pt x="97" y="386"/>
                  </a:lnTo>
                  <a:lnTo>
                    <a:pt x="95" y="388"/>
                  </a:lnTo>
                  <a:lnTo>
                    <a:pt x="92" y="391"/>
                  </a:lnTo>
                  <a:lnTo>
                    <a:pt x="88" y="396"/>
                  </a:lnTo>
                  <a:lnTo>
                    <a:pt x="85" y="398"/>
                  </a:lnTo>
                  <a:lnTo>
                    <a:pt x="83" y="400"/>
                  </a:lnTo>
                  <a:lnTo>
                    <a:pt x="78" y="405"/>
                  </a:lnTo>
                  <a:lnTo>
                    <a:pt x="76" y="407"/>
                  </a:lnTo>
                  <a:lnTo>
                    <a:pt x="73" y="412"/>
                  </a:lnTo>
                  <a:lnTo>
                    <a:pt x="71" y="414"/>
                  </a:lnTo>
                  <a:lnTo>
                    <a:pt x="66" y="417"/>
                  </a:lnTo>
                  <a:lnTo>
                    <a:pt x="64" y="422"/>
                  </a:lnTo>
                  <a:lnTo>
                    <a:pt x="62" y="424"/>
                  </a:lnTo>
                  <a:lnTo>
                    <a:pt x="59" y="426"/>
                  </a:lnTo>
                  <a:lnTo>
                    <a:pt x="57" y="429"/>
                  </a:lnTo>
                  <a:lnTo>
                    <a:pt x="52" y="433"/>
                  </a:lnTo>
                  <a:lnTo>
                    <a:pt x="50" y="436"/>
                  </a:lnTo>
                  <a:lnTo>
                    <a:pt x="50" y="438"/>
                  </a:lnTo>
                  <a:lnTo>
                    <a:pt x="47" y="440"/>
                  </a:lnTo>
                  <a:lnTo>
                    <a:pt x="45" y="443"/>
                  </a:lnTo>
                  <a:lnTo>
                    <a:pt x="45" y="445"/>
                  </a:lnTo>
                  <a:lnTo>
                    <a:pt x="43" y="448"/>
                  </a:lnTo>
                  <a:lnTo>
                    <a:pt x="40" y="450"/>
                  </a:lnTo>
                  <a:lnTo>
                    <a:pt x="38" y="452"/>
                  </a:lnTo>
                  <a:lnTo>
                    <a:pt x="38" y="455"/>
                  </a:lnTo>
                  <a:lnTo>
                    <a:pt x="36" y="457"/>
                  </a:lnTo>
                  <a:lnTo>
                    <a:pt x="33" y="459"/>
                  </a:lnTo>
                  <a:lnTo>
                    <a:pt x="33" y="459"/>
                  </a:lnTo>
                  <a:lnTo>
                    <a:pt x="31" y="462"/>
                  </a:lnTo>
                  <a:lnTo>
                    <a:pt x="29" y="464"/>
                  </a:lnTo>
                  <a:lnTo>
                    <a:pt x="29" y="467"/>
                  </a:lnTo>
                  <a:lnTo>
                    <a:pt x="26" y="469"/>
                  </a:lnTo>
                  <a:lnTo>
                    <a:pt x="24" y="471"/>
                  </a:lnTo>
                  <a:lnTo>
                    <a:pt x="24" y="474"/>
                  </a:lnTo>
                  <a:lnTo>
                    <a:pt x="21" y="476"/>
                  </a:lnTo>
                  <a:lnTo>
                    <a:pt x="21" y="478"/>
                  </a:lnTo>
                  <a:lnTo>
                    <a:pt x="19" y="483"/>
                  </a:lnTo>
                  <a:lnTo>
                    <a:pt x="17" y="485"/>
                  </a:lnTo>
                  <a:lnTo>
                    <a:pt x="17" y="485"/>
                  </a:lnTo>
                  <a:lnTo>
                    <a:pt x="17" y="488"/>
                  </a:lnTo>
                  <a:lnTo>
                    <a:pt x="17" y="488"/>
                  </a:lnTo>
                  <a:lnTo>
                    <a:pt x="19" y="490"/>
                  </a:lnTo>
                  <a:lnTo>
                    <a:pt x="19" y="493"/>
                  </a:lnTo>
                  <a:lnTo>
                    <a:pt x="19" y="493"/>
                  </a:lnTo>
                  <a:lnTo>
                    <a:pt x="17" y="493"/>
                  </a:lnTo>
                  <a:lnTo>
                    <a:pt x="17" y="493"/>
                  </a:lnTo>
                  <a:lnTo>
                    <a:pt x="14" y="493"/>
                  </a:lnTo>
                  <a:lnTo>
                    <a:pt x="14" y="495"/>
                  </a:lnTo>
                  <a:lnTo>
                    <a:pt x="12" y="495"/>
                  </a:lnTo>
                  <a:lnTo>
                    <a:pt x="12" y="497"/>
                  </a:lnTo>
                  <a:lnTo>
                    <a:pt x="12" y="497"/>
                  </a:lnTo>
                  <a:lnTo>
                    <a:pt x="12" y="497"/>
                  </a:lnTo>
                  <a:lnTo>
                    <a:pt x="12" y="497"/>
                  </a:lnTo>
                  <a:lnTo>
                    <a:pt x="12" y="497"/>
                  </a:lnTo>
                  <a:lnTo>
                    <a:pt x="12" y="500"/>
                  </a:lnTo>
                  <a:lnTo>
                    <a:pt x="12" y="502"/>
                  </a:lnTo>
                  <a:lnTo>
                    <a:pt x="12" y="502"/>
                  </a:lnTo>
                  <a:lnTo>
                    <a:pt x="10" y="504"/>
                  </a:lnTo>
                  <a:lnTo>
                    <a:pt x="10" y="504"/>
                  </a:lnTo>
                  <a:lnTo>
                    <a:pt x="7" y="504"/>
                  </a:lnTo>
                  <a:lnTo>
                    <a:pt x="7" y="504"/>
                  </a:lnTo>
                  <a:lnTo>
                    <a:pt x="5" y="504"/>
                  </a:lnTo>
                  <a:lnTo>
                    <a:pt x="3" y="507"/>
                  </a:lnTo>
                  <a:lnTo>
                    <a:pt x="0" y="509"/>
                  </a:lnTo>
                  <a:lnTo>
                    <a:pt x="0" y="511"/>
                  </a:lnTo>
                  <a:lnTo>
                    <a:pt x="3" y="516"/>
                  </a:lnTo>
                  <a:lnTo>
                    <a:pt x="3" y="519"/>
                  </a:lnTo>
                  <a:lnTo>
                    <a:pt x="3" y="521"/>
                  </a:lnTo>
                  <a:lnTo>
                    <a:pt x="5" y="523"/>
                  </a:lnTo>
                  <a:lnTo>
                    <a:pt x="5" y="523"/>
                  </a:lnTo>
                  <a:lnTo>
                    <a:pt x="5" y="526"/>
                  </a:lnTo>
                  <a:lnTo>
                    <a:pt x="5" y="528"/>
                  </a:lnTo>
                  <a:lnTo>
                    <a:pt x="5" y="528"/>
                  </a:lnTo>
                  <a:lnTo>
                    <a:pt x="5" y="530"/>
                  </a:lnTo>
                  <a:lnTo>
                    <a:pt x="7" y="533"/>
                  </a:lnTo>
                  <a:lnTo>
                    <a:pt x="7" y="535"/>
                  </a:lnTo>
                  <a:lnTo>
                    <a:pt x="7" y="535"/>
                  </a:lnTo>
                  <a:lnTo>
                    <a:pt x="7" y="538"/>
                  </a:lnTo>
                  <a:lnTo>
                    <a:pt x="7" y="540"/>
                  </a:lnTo>
                  <a:lnTo>
                    <a:pt x="7" y="542"/>
                  </a:lnTo>
                  <a:lnTo>
                    <a:pt x="7" y="542"/>
                  </a:lnTo>
                  <a:lnTo>
                    <a:pt x="10" y="545"/>
                  </a:lnTo>
                  <a:lnTo>
                    <a:pt x="10" y="547"/>
                  </a:lnTo>
                  <a:lnTo>
                    <a:pt x="10" y="549"/>
                  </a:lnTo>
                  <a:lnTo>
                    <a:pt x="21" y="566"/>
                  </a:lnTo>
                  <a:lnTo>
                    <a:pt x="33" y="582"/>
                  </a:lnTo>
                  <a:lnTo>
                    <a:pt x="52" y="582"/>
                  </a:lnTo>
                  <a:lnTo>
                    <a:pt x="55" y="582"/>
                  </a:lnTo>
                  <a:lnTo>
                    <a:pt x="57" y="587"/>
                  </a:lnTo>
                  <a:lnTo>
                    <a:pt x="57" y="587"/>
                  </a:lnTo>
                  <a:lnTo>
                    <a:pt x="57" y="587"/>
                  </a:lnTo>
                  <a:lnTo>
                    <a:pt x="57" y="590"/>
                  </a:lnTo>
                  <a:lnTo>
                    <a:pt x="57" y="590"/>
                  </a:lnTo>
                  <a:lnTo>
                    <a:pt x="57" y="590"/>
                  </a:lnTo>
                  <a:lnTo>
                    <a:pt x="57" y="592"/>
                  </a:lnTo>
                  <a:lnTo>
                    <a:pt x="57" y="594"/>
                  </a:lnTo>
                  <a:lnTo>
                    <a:pt x="57" y="594"/>
                  </a:lnTo>
                  <a:lnTo>
                    <a:pt x="59" y="597"/>
                  </a:lnTo>
                  <a:lnTo>
                    <a:pt x="59" y="597"/>
                  </a:lnTo>
                  <a:lnTo>
                    <a:pt x="59" y="599"/>
                  </a:lnTo>
                  <a:lnTo>
                    <a:pt x="59" y="599"/>
                  </a:lnTo>
                  <a:lnTo>
                    <a:pt x="59" y="599"/>
                  </a:lnTo>
                  <a:lnTo>
                    <a:pt x="62" y="599"/>
                  </a:lnTo>
                  <a:lnTo>
                    <a:pt x="62" y="599"/>
                  </a:lnTo>
                  <a:lnTo>
                    <a:pt x="62" y="599"/>
                  </a:lnTo>
                  <a:lnTo>
                    <a:pt x="62" y="601"/>
                  </a:lnTo>
                  <a:lnTo>
                    <a:pt x="62" y="601"/>
                  </a:lnTo>
                  <a:lnTo>
                    <a:pt x="62" y="601"/>
                  </a:lnTo>
                  <a:lnTo>
                    <a:pt x="62" y="599"/>
                  </a:lnTo>
                  <a:lnTo>
                    <a:pt x="64" y="599"/>
                  </a:lnTo>
                  <a:lnTo>
                    <a:pt x="64" y="599"/>
                  </a:lnTo>
                  <a:lnTo>
                    <a:pt x="64" y="599"/>
                  </a:lnTo>
                  <a:lnTo>
                    <a:pt x="64" y="601"/>
                  </a:lnTo>
                  <a:lnTo>
                    <a:pt x="64" y="601"/>
                  </a:lnTo>
                  <a:lnTo>
                    <a:pt x="64" y="601"/>
                  </a:lnTo>
                  <a:lnTo>
                    <a:pt x="64" y="601"/>
                  </a:lnTo>
                  <a:lnTo>
                    <a:pt x="66" y="601"/>
                  </a:lnTo>
                  <a:lnTo>
                    <a:pt x="69" y="601"/>
                  </a:lnTo>
                  <a:lnTo>
                    <a:pt x="69" y="601"/>
                  </a:lnTo>
                  <a:lnTo>
                    <a:pt x="69" y="604"/>
                  </a:lnTo>
                  <a:lnTo>
                    <a:pt x="69" y="604"/>
                  </a:lnTo>
                  <a:lnTo>
                    <a:pt x="69" y="606"/>
                  </a:lnTo>
                  <a:lnTo>
                    <a:pt x="69" y="604"/>
                  </a:lnTo>
                  <a:lnTo>
                    <a:pt x="69" y="604"/>
                  </a:lnTo>
                  <a:lnTo>
                    <a:pt x="71" y="604"/>
                  </a:lnTo>
                  <a:lnTo>
                    <a:pt x="71" y="604"/>
                  </a:lnTo>
                  <a:lnTo>
                    <a:pt x="71" y="606"/>
                  </a:lnTo>
                  <a:lnTo>
                    <a:pt x="71" y="606"/>
                  </a:lnTo>
                  <a:lnTo>
                    <a:pt x="71" y="606"/>
                  </a:lnTo>
                  <a:lnTo>
                    <a:pt x="73" y="606"/>
                  </a:lnTo>
                  <a:lnTo>
                    <a:pt x="73" y="606"/>
                  </a:lnTo>
                  <a:lnTo>
                    <a:pt x="76" y="609"/>
                  </a:lnTo>
                  <a:lnTo>
                    <a:pt x="76" y="613"/>
                  </a:lnTo>
                  <a:lnTo>
                    <a:pt x="76" y="616"/>
                  </a:lnTo>
                  <a:lnTo>
                    <a:pt x="76" y="616"/>
                  </a:lnTo>
                  <a:lnTo>
                    <a:pt x="76" y="616"/>
                  </a:lnTo>
                  <a:lnTo>
                    <a:pt x="76" y="616"/>
                  </a:lnTo>
                  <a:lnTo>
                    <a:pt x="76" y="616"/>
                  </a:lnTo>
                  <a:lnTo>
                    <a:pt x="76" y="616"/>
                  </a:lnTo>
                  <a:lnTo>
                    <a:pt x="76" y="618"/>
                  </a:lnTo>
                  <a:lnTo>
                    <a:pt x="76" y="616"/>
                  </a:lnTo>
                  <a:lnTo>
                    <a:pt x="76" y="616"/>
                  </a:lnTo>
                  <a:lnTo>
                    <a:pt x="78" y="616"/>
                  </a:lnTo>
                  <a:lnTo>
                    <a:pt x="78" y="618"/>
                  </a:lnTo>
                  <a:lnTo>
                    <a:pt x="78" y="618"/>
                  </a:lnTo>
                  <a:lnTo>
                    <a:pt x="78" y="618"/>
                  </a:lnTo>
                  <a:lnTo>
                    <a:pt x="78" y="618"/>
                  </a:lnTo>
                  <a:lnTo>
                    <a:pt x="78" y="620"/>
                  </a:lnTo>
                  <a:lnTo>
                    <a:pt x="78" y="623"/>
                  </a:lnTo>
                  <a:lnTo>
                    <a:pt x="78" y="625"/>
                  </a:lnTo>
                  <a:lnTo>
                    <a:pt x="78" y="627"/>
                  </a:lnTo>
                  <a:lnTo>
                    <a:pt x="78" y="627"/>
                  </a:lnTo>
                  <a:lnTo>
                    <a:pt x="78" y="630"/>
                  </a:lnTo>
                  <a:lnTo>
                    <a:pt x="78" y="630"/>
                  </a:lnTo>
                  <a:lnTo>
                    <a:pt x="78" y="630"/>
                  </a:lnTo>
                  <a:lnTo>
                    <a:pt x="78" y="630"/>
                  </a:lnTo>
                  <a:lnTo>
                    <a:pt x="78" y="630"/>
                  </a:lnTo>
                  <a:lnTo>
                    <a:pt x="78" y="632"/>
                  </a:lnTo>
                  <a:lnTo>
                    <a:pt x="78" y="632"/>
                  </a:lnTo>
                  <a:lnTo>
                    <a:pt x="78" y="632"/>
                  </a:lnTo>
                  <a:lnTo>
                    <a:pt x="78" y="632"/>
                  </a:lnTo>
                  <a:lnTo>
                    <a:pt x="78" y="632"/>
                  </a:lnTo>
                  <a:lnTo>
                    <a:pt x="78" y="632"/>
                  </a:lnTo>
                  <a:lnTo>
                    <a:pt x="81" y="635"/>
                  </a:lnTo>
                  <a:lnTo>
                    <a:pt x="81" y="635"/>
                  </a:lnTo>
                  <a:lnTo>
                    <a:pt x="83" y="637"/>
                  </a:lnTo>
                  <a:lnTo>
                    <a:pt x="83" y="637"/>
                  </a:lnTo>
                  <a:lnTo>
                    <a:pt x="83" y="635"/>
                  </a:lnTo>
                  <a:lnTo>
                    <a:pt x="85" y="635"/>
                  </a:lnTo>
                  <a:lnTo>
                    <a:pt x="85" y="635"/>
                  </a:lnTo>
                  <a:lnTo>
                    <a:pt x="88" y="637"/>
                  </a:lnTo>
                  <a:lnTo>
                    <a:pt x="85" y="637"/>
                  </a:lnTo>
                  <a:lnTo>
                    <a:pt x="85" y="637"/>
                  </a:lnTo>
                  <a:lnTo>
                    <a:pt x="85" y="639"/>
                  </a:lnTo>
                  <a:lnTo>
                    <a:pt x="85" y="639"/>
                  </a:lnTo>
                  <a:lnTo>
                    <a:pt x="88" y="639"/>
                  </a:lnTo>
                  <a:lnTo>
                    <a:pt x="88" y="639"/>
                  </a:lnTo>
                  <a:lnTo>
                    <a:pt x="88" y="639"/>
                  </a:lnTo>
                  <a:lnTo>
                    <a:pt x="88" y="642"/>
                  </a:lnTo>
                  <a:lnTo>
                    <a:pt x="88" y="642"/>
                  </a:lnTo>
                  <a:lnTo>
                    <a:pt x="88" y="642"/>
                  </a:lnTo>
                  <a:lnTo>
                    <a:pt x="88" y="642"/>
                  </a:lnTo>
                  <a:lnTo>
                    <a:pt x="88" y="644"/>
                  </a:lnTo>
                  <a:lnTo>
                    <a:pt x="88" y="644"/>
                  </a:lnTo>
                  <a:lnTo>
                    <a:pt x="88" y="644"/>
                  </a:lnTo>
                  <a:lnTo>
                    <a:pt x="88" y="644"/>
                  </a:lnTo>
                  <a:lnTo>
                    <a:pt x="88" y="644"/>
                  </a:lnTo>
                  <a:lnTo>
                    <a:pt x="88" y="644"/>
                  </a:lnTo>
                  <a:lnTo>
                    <a:pt x="88" y="646"/>
                  </a:lnTo>
                  <a:lnTo>
                    <a:pt x="85" y="646"/>
                  </a:lnTo>
                  <a:lnTo>
                    <a:pt x="85" y="646"/>
                  </a:lnTo>
                  <a:lnTo>
                    <a:pt x="85" y="649"/>
                  </a:lnTo>
                  <a:lnTo>
                    <a:pt x="88" y="649"/>
                  </a:lnTo>
                  <a:lnTo>
                    <a:pt x="88" y="649"/>
                  </a:lnTo>
                  <a:lnTo>
                    <a:pt x="88" y="649"/>
                  </a:lnTo>
                  <a:lnTo>
                    <a:pt x="88" y="649"/>
                  </a:lnTo>
                  <a:lnTo>
                    <a:pt x="90" y="653"/>
                  </a:lnTo>
                  <a:lnTo>
                    <a:pt x="90" y="653"/>
                  </a:lnTo>
                  <a:lnTo>
                    <a:pt x="88" y="653"/>
                  </a:lnTo>
                  <a:lnTo>
                    <a:pt x="88" y="656"/>
                  </a:lnTo>
                  <a:lnTo>
                    <a:pt x="88" y="656"/>
                  </a:lnTo>
                  <a:lnTo>
                    <a:pt x="90" y="656"/>
                  </a:lnTo>
                  <a:lnTo>
                    <a:pt x="90" y="656"/>
                  </a:lnTo>
                  <a:lnTo>
                    <a:pt x="90" y="656"/>
                  </a:lnTo>
                  <a:lnTo>
                    <a:pt x="88" y="656"/>
                  </a:lnTo>
                  <a:lnTo>
                    <a:pt x="88" y="656"/>
                  </a:lnTo>
                  <a:lnTo>
                    <a:pt x="88" y="656"/>
                  </a:lnTo>
                  <a:lnTo>
                    <a:pt x="88" y="658"/>
                  </a:lnTo>
                  <a:lnTo>
                    <a:pt x="88" y="658"/>
                  </a:lnTo>
                  <a:lnTo>
                    <a:pt x="88" y="661"/>
                  </a:lnTo>
                  <a:lnTo>
                    <a:pt x="88" y="663"/>
                  </a:lnTo>
                  <a:lnTo>
                    <a:pt x="90" y="663"/>
                  </a:lnTo>
                  <a:lnTo>
                    <a:pt x="90" y="665"/>
                  </a:lnTo>
                  <a:lnTo>
                    <a:pt x="92" y="668"/>
                  </a:lnTo>
                  <a:lnTo>
                    <a:pt x="90" y="668"/>
                  </a:lnTo>
                  <a:lnTo>
                    <a:pt x="88" y="670"/>
                  </a:lnTo>
                  <a:lnTo>
                    <a:pt x="88" y="672"/>
                  </a:lnTo>
                  <a:lnTo>
                    <a:pt x="88" y="672"/>
                  </a:lnTo>
                  <a:lnTo>
                    <a:pt x="88" y="675"/>
                  </a:lnTo>
                  <a:lnTo>
                    <a:pt x="88" y="677"/>
                  </a:lnTo>
                  <a:lnTo>
                    <a:pt x="88" y="677"/>
                  </a:lnTo>
                  <a:lnTo>
                    <a:pt x="88" y="677"/>
                  </a:lnTo>
                  <a:lnTo>
                    <a:pt x="88" y="677"/>
                  </a:lnTo>
                  <a:lnTo>
                    <a:pt x="88" y="677"/>
                  </a:lnTo>
                  <a:lnTo>
                    <a:pt x="88" y="680"/>
                  </a:lnTo>
                  <a:lnTo>
                    <a:pt x="88" y="680"/>
                  </a:lnTo>
                  <a:lnTo>
                    <a:pt x="85" y="682"/>
                  </a:lnTo>
                  <a:lnTo>
                    <a:pt x="85" y="682"/>
                  </a:lnTo>
                  <a:lnTo>
                    <a:pt x="85" y="687"/>
                  </a:lnTo>
                  <a:lnTo>
                    <a:pt x="85" y="691"/>
                  </a:lnTo>
                  <a:lnTo>
                    <a:pt x="85" y="696"/>
                  </a:lnTo>
                  <a:lnTo>
                    <a:pt x="88" y="698"/>
                  </a:lnTo>
                  <a:lnTo>
                    <a:pt x="88" y="701"/>
                  </a:lnTo>
                  <a:lnTo>
                    <a:pt x="88" y="701"/>
                  </a:lnTo>
                  <a:lnTo>
                    <a:pt x="88" y="703"/>
                  </a:lnTo>
                  <a:lnTo>
                    <a:pt x="88" y="706"/>
                  </a:lnTo>
                  <a:lnTo>
                    <a:pt x="88" y="706"/>
                  </a:lnTo>
                  <a:lnTo>
                    <a:pt x="92" y="715"/>
                  </a:lnTo>
                  <a:lnTo>
                    <a:pt x="92" y="715"/>
                  </a:lnTo>
                  <a:lnTo>
                    <a:pt x="92" y="717"/>
                  </a:lnTo>
                  <a:lnTo>
                    <a:pt x="92" y="717"/>
                  </a:lnTo>
                  <a:lnTo>
                    <a:pt x="90" y="720"/>
                  </a:lnTo>
                  <a:lnTo>
                    <a:pt x="90" y="720"/>
                  </a:lnTo>
                  <a:lnTo>
                    <a:pt x="92" y="722"/>
                  </a:lnTo>
                  <a:lnTo>
                    <a:pt x="92" y="722"/>
                  </a:lnTo>
                  <a:lnTo>
                    <a:pt x="92" y="722"/>
                  </a:lnTo>
                  <a:lnTo>
                    <a:pt x="92" y="722"/>
                  </a:lnTo>
                  <a:lnTo>
                    <a:pt x="92" y="722"/>
                  </a:lnTo>
                  <a:lnTo>
                    <a:pt x="95" y="722"/>
                  </a:lnTo>
                  <a:lnTo>
                    <a:pt x="95" y="722"/>
                  </a:lnTo>
                  <a:lnTo>
                    <a:pt x="95" y="722"/>
                  </a:lnTo>
                  <a:lnTo>
                    <a:pt x="95" y="722"/>
                  </a:lnTo>
                  <a:lnTo>
                    <a:pt x="97" y="724"/>
                  </a:lnTo>
                  <a:lnTo>
                    <a:pt x="97" y="727"/>
                  </a:lnTo>
                  <a:lnTo>
                    <a:pt x="97" y="727"/>
                  </a:lnTo>
                  <a:lnTo>
                    <a:pt x="100" y="727"/>
                  </a:lnTo>
                  <a:lnTo>
                    <a:pt x="100" y="729"/>
                  </a:lnTo>
                  <a:lnTo>
                    <a:pt x="100" y="729"/>
                  </a:lnTo>
                  <a:lnTo>
                    <a:pt x="100" y="732"/>
                  </a:lnTo>
                  <a:lnTo>
                    <a:pt x="100" y="732"/>
                  </a:lnTo>
                  <a:lnTo>
                    <a:pt x="100" y="732"/>
                  </a:lnTo>
                  <a:lnTo>
                    <a:pt x="107" y="739"/>
                  </a:lnTo>
                  <a:lnTo>
                    <a:pt x="109" y="743"/>
                  </a:lnTo>
                  <a:lnTo>
                    <a:pt x="111" y="743"/>
                  </a:lnTo>
                  <a:lnTo>
                    <a:pt x="111" y="743"/>
                  </a:lnTo>
                  <a:lnTo>
                    <a:pt x="114" y="746"/>
                  </a:lnTo>
                  <a:lnTo>
                    <a:pt x="116" y="748"/>
                  </a:lnTo>
                  <a:lnTo>
                    <a:pt x="118" y="748"/>
                  </a:lnTo>
                  <a:lnTo>
                    <a:pt x="121" y="751"/>
                  </a:lnTo>
                  <a:lnTo>
                    <a:pt x="118" y="751"/>
                  </a:lnTo>
                  <a:lnTo>
                    <a:pt x="107" y="753"/>
                  </a:lnTo>
                  <a:lnTo>
                    <a:pt x="104" y="753"/>
                  </a:lnTo>
                  <a:lnTo>
                    <a:pt x="95" y="751"/>
                  </a:lnTo>
                  <a:lnTo>
                    <a:pt x="92" y="751"/>
                  </a:lnTo>
                  <a:lnTo>
                    <a:pt x="90" y="751"/>
                  </a:lnTo>
                  <a:lnTo>
                    <a:pt x="90" y="751"/>
                  </a:lnTo>
                  <a:lnTo>
                    <a:pt x="88" y="751"/>
                  </a:lnTo>
                  <a:lnTo>
                    <a:pt x="88" y="753"/>
                  </a:lnTo>
                  <a:lnTo>
                    <a:pt x="88" y="753"/>
                  </a:lnTo>
                  <a:lnTo>
                    <a:pt x="85" y="753"/>
                  </a:lnTo>
                  <a:lnTo>
                    <a:pt x="83" y="753"/>
                  </a:lnTo>
                  <a:lnTo>
                    <a:pt x="81" y="751"/>
                  </a:lnTo>
                  <a:lnTo>
                    <a:pt x="78" y="751"/>
                  </a:lnTo>
                  <a:lnTo>
                    <a:pt x="71" y="753"/>
                  </a:lnTo>
                  <a:lnTo>
                    <a:pt x="69" y="753"/>
                  </a:lnTo>
                  <a:lnTo>
                    <a:pt x="55" y="751"/>
                  </a:lnTo>
                  <a:lnTo>
                    <a:pt x="40" y="751"/>
                  </a:lnTo>
                  <a:lnTo>
                    <a:pt x="40" y="751"/>
                  </a:lnTo>
                  <a:lnTo>
                    <a:pt x="40" y="751"/>
                  </a:lnTo>
                  <a:lnTo>
                    <a:pt x="40" y="751"/>
                  </a:lnTo>
                  <a:lnTo>
                    <a:pt x="40" y="753"/>
                  </a:lnTo>
                  <a:lnTo>
                    <a:pt x="40" y="753"/>
                  </a:lnTo>
                  <a:lnTo>
                    <a:pt x="38" y="758"/>
                  </a:lnTo>
                  <a:lnTo>
                    <a:pt x="36" y="760"/>
                  </a:lnTo>
                  <a:lnTo>
                    <a:pt x="31" y="762"/>
                  </a:lnTo>
                  <a:lnTo>
                    <a:pt x="29" y="767"/>
                  </a:lnTo>
                  <a:lnTo>
                    <a:pt x="29" y="769"/>
                  </a:lnTo>
                  <a:lnTo>
                    <a:pt x="33" y="772"/>
                  </a:lnTo>
                  <a:lnTo>
                    <a:pt x="47" y="791"/>
                  </a:lnTo>
                  <a:lnTo>
                    <a:pt x="47" y="793"/>
                  </a:lnTo>
                  <a:lnTo>
                    <a:pt x="50" y="793"/>
                  </a:lnTo>
                  <a:lnTo>
                    <a:pt x="62" y="805"/>
                  </a:lnTo>
                  <a:lnTo>
                    <a:pt x="73" y="814"/>
                  </a:lnTo>
                  <a:lnTo>
                    <a:pt x="73" y="814"/>
                  </a:lnTo>
                  <a:lnTo>
                    <a:pt x="73" y="814"/>
                  </a:lnTo>
                  <a:lnTo>
                    <a:pt x="76" y="814"/>
                  </a:lnTo>
                  <a:lnTo>
                    <a:pt x="76" y="814"/>
                  </a:lnTo>
                  <a:lnTo>
                    <a:pt x="76" y="814"/>
                  </a:lnTo>
                  <a:lnTo>
                    <a:pt x="76" y="814"/>
                  </a:lnTo>
                  <a:lnTo>
                    <a:pt x="78" y="814"/>
                  </a:lnTo>
                  <a:lnTo>
                    <a:pt x="78" y="817"/>
                  </a:lnTo>
                  <a:lnTo>
                    <a:pt x="78" y="817"/>
                  </a:lnTo>
                  <a:lnTo>
                    <a:pt x="81" y="817"/>
                  </a:lnTo>
                  <a:lnTo>
                    <a:pt x="81" y="817"/>
                  </a:lnTo>
                  <a:lnTo>
                    <a:pt x="81" y="817"/>
                  </a:lnTo>
                  <a:lnTo>
                    <a:pt x="81" y="817"/>
                  </a:lnTo>
                  <a:lnTo>
                    <a:pt x="81" y="819"/>
                  </a:lnTo>
                  <a:lnTo>
                    <a:pt x="81" y="819"/>
                  </a:lnTo>
                  <a:lnTo>
                    <a:pt x="81" y="822"/>
                  </a:lnTo>
                  <a:lnTo>
                    <a:pt x="81" y="822"/>
                  </a:lnTo>
                  <a:lnTo>
                    <a:pt x="83" y="822"/>
                  </a:lnTo>
                  <a:lnTo>
                    <a:pt x="85" y="822"/>
                  </a:lnTo>
                  <a:lnTo>
                    <a:pt x="85" y="822"/>
                  </a:lnTo>
                  <a:lnTo>
                    <a:pt x="88" y="822"/>
                  </a:lnTo>
                  <a:lnTo>
                    <a:pt x="88" y="824"/>
                  </a:lnTo>
                  <a:lnTo>
                    <a:pt x="90" y="826"/>
                  </a:lnTo>
                  <a:lnTo>
                    <a:pt x="92" y="831"/>
                  </a:lnTo>
                  <a:lnTo>
                    <a:pt x="95" y="831"/>
                  </a:lnTo>
                  <a:lnTo>
                    <a:pt x="95" y="833"/>
                  </a:lnTo>
                  <a:lnTo>
                    <a:pt x="102" y="850"/>
                  </a:lnTo>
                  <a:lnTo>
                    <a:pt x="107" y="862"/>
                  </a:lnTo>
                  <a:lnTo>
                    <a:pt x="107" y="866"/>
                  </a:lnTo>
                  <a:lnTo>
                    <a:pt x="109" y="866"/>
                  </a:lnTo>
                  <a:lnTo>
                    <a:pt x="111" y="866"/>
                  </a:lnTo>
                  <a:lnTo>
                    <a:pt x="114" y="869"/>
                  </a:lnTo>
                  <a:lnTo>
                    <a:pt x="114" y="869"/>
                  </a:lnTo>
                  <a:lnTo>
                    <a:pt x="114" y="874"/>
                  </a:lnTo>
                  <a:lnTo>
                    <a:pt x="114" y="876"/>
                  </a:lnTo>
                  <a:lnTo>
                    <a:pt x="111" y="881"/>
                  </a:lnTo>
                  <a:lnTo>
                    <a:pt x="109" y="883"/>
                  </a:lnTo>
                  <a:lnTo>
                    <a:pt x="111" y="883"/>
                  </a:lnTo>
                  <a:lnTo>
                    <a:pt x="114" y="883"/>
                  </a:lnTo>
                  <a:lnTo>
                    <a:pt x="118" y="883"/>
                  </a:lnTo>
                  <a:lnTo>
                    <a:pt x="121" y="883"/>
                  </a:lnTo>
                  <a:lnTo>
                    <a:pt x="123" y="885"/>
                  </a:lnTo>
                  <a:lnTo>
                    <a:pt x="126" y="885"/>
                  </a:lnTo>
                  <a:lnTo>
                    <a:pt x="126" y="885"/>
                  </a:lnTo>
                  <a:lnTo>
                    <a:pt x="133" y="885"/>
                  </a:lnTo>
                  <a:lnTo>
                    <a:pt x="135" y="883"/>
                  </a:lnTo>
                  <a:lnTo>
                    <a:pt x="135" y="883"/>
                  </a:lnTo>
                  <a:lnTo>
                    <a:pt x="137" y="883"/>
                  </a:lnTo>
                  <a:lnTo>
                    <a:pt x="137" y="881"/>
                  </a:lnTo>
                  <a:lnTo>
                    <a:pt x="140" y="881"/>
                  </a:lnTo>
                  <a:lnTo>
                    <a:pt x="140" y="878"/>
                  </a:lnTo>
                  <a:lnTo>
                    <a:pt x="142" y="878"/>
                  </a:lnTo>
                  <a:lnTo>
                    <a:pt x="144" y="878"/>
                  </a:lnTo>
                  <a:lnTo>
                    <a:pt x="147" y="878"/>
                  </a:lnTo>
                  <a:lnTo>
                    <a:pt x="147" y="878"/>
                  </a:lnTo>
                  <a:lnTo>
                    <a:pt x="149" y="878"/>
                  </a:lnTo>
                  <a:lnTo>
                    <a:pt x="149" y="878"/>
                  </a:lnTo>
                  <a:lnTo>
                    <a:pt x="152" y="876"/>
                  </a:lnTo>
                  <a:lnTo>
                    <a:pt x="152" y="876"/>
                  </a:lnTo>
                  <a:lnTo>
                    <a:pt x="156" y="874"/>
                  </a:lnTo>
                  <a:lnTo>
                    <a:pt x="159" y="874"/>
                  </a:lnTo>
                  <a:lnTo>
                    <a:pt x="159" y="874"/>
                  </a:lnTo>
                  <a:lnTo>
                    <a:pt x="159" y="869"/>
                  </a:lnTo>
                  <a:lnTo>
                    <a:pt x="159" y="869"/>
                  </a:lnTo>
                  <a:lnTo>
                    <a:pt x="159" y="869"/>
                  </a:lnTo>
                  <a:lnTo>
                    <a:pt x="159" y="869"/>
                  </a:lnTo>
                  <a:lnTo>
                    <a:pt x="161" y="869"/>
                  </a:lnTo>
                  <a:lnTo>
                    <a:pt x="161" y="869"/>
                  </a:lnTo>
                  <a:lnTo>
                    <a:pt x="161" y="869"/>
                  </a:lnTo>
                  <a:lnTo>
                    <a:pt x="161" y="869"/>
                  </a:lnTo>
                  <a:lnTo>
                    <a:pt x="163" y="866"/>
                  </a:lnTo>
                  <a:lnTo>
                    <a:pt x="163" y="866"/>
                  </a:lnTo>
                  <a:lnTo>
                    <a:pt x="163" y="864"/>
                  </a:lnTo>
                  <a:lnTo>
                    <a:pt x="166" y="864"/>
                  </a:lnTo>
                  <a:lnTo>
                    <a:pt x="166" y="864"/>
                  </a:lnTo>
                  <a:lnTo>
                    <a:pt x="166" y="864"/>
                  </a:lnTo>
                  <a:lnTo>
                    <a:pt x="166" y="864"/>
                  </a:lnTo>
                  <a:lnTo>
                    <a:pt x="166" y="866"/>
                  </a:lnTo>
                  <a:lnTo>
                    <a:pt x="166" y="866"/>
                  </a:lnTo>
                  <a:lnTo>
                    <a:pt x="166" y="869"/>
                  </a:lnTo>
                  <a:lnTo>
                    <a:pt x="168" y="869"/>
                  </a:lnTo>
                  <a:lnTo>
                    <a:pt x="168" y="869"/>
                  </a:lnTo>
                  <a:lnTo>
                    <a:pt x="168" y="869"/>
                  </a:lnTo>
                  <a:lnTo>
                    <a:pt x="171" y="869"/>
                  </a:lnTo>
                  <a:lnTo>
                    <a:pt x="171" y="871"/>
                  </a:lnTo>
                  <a:lnTo>
                    <a:pt x="171" y="871"/>
                  </a:lnTo>
                  <a:lnTo>
                    <a:pt x="171" y="871"/>
                  </a:lnTo>
                  <a:lnTo>
                    <a:pt x="171" y="871"/>
                  </a:lnTo>
                  <a:lnTo>
                    <a:pt x="171" y="874"/>
                  </a:lnTo>
                  <a:lnTo>
                    <a:pt x="171" y="874"/>
                  </a:lnTo>
                  <a:lnTo>
                    <a:pt x="171" y="874"/>
                  </a:lnTo>
                  <a:lnTo>
                    <a:pt x="171" y="876"/>
                  </a:lnTo>
                  <a:lnTo>
                    <a:pt x="173" y="876"/>
                  </a:lnTo>
                  <a:lnTo>
                    <a:pt x="175" y="876"/>
                  </a:lnTo>
                  <a:lnTo>
                    <a:pt x="175" y="876"/>
                  </a:lnTo>
                  <a:lnTo>
                    <a:pt x="178" y="878"/>
                  </a:lnTo>
                  <a:lnTo>
                    <a:pt x="178" y="881"/>
                  </a:lnTo>
                  <a:lnTo>
                    <a:pt x="180" y="881"/>
                  </a:lnTo>
                  <a:lnTo>
                    <a:pt x="180" y="881"/>
                  </a:lnTo>
                  <a:lnTo>
                    <a:pt x="180" y="881"/>
                  </a:lnTo>
                  <a:lnTo>
                    <a:pt x="180" y="881"/>
                  </a:lnTo>
                  <a:lnTo>
                    <a:pt x="182" y="881"/>
                  </a:lnTo>
                  <a:lnTo>
                    <a:pt x="182" y="881"/>
                  </a:lnTo>
                  <a:lnTo>
                    <a:pt x="182" y="881"/>
                  </a:lnTo>
                  <a:lnTo>
                    <a:pt x="182" y="881"/>
                  </a:lnTo>
                  <a:lnTo>
                    <a:pt x="182" y="881"/>
                  </a:lnTo>
                  <a:lnTo>
                    <a:pt x="182" y="881"/>
                  </a:lnTo>
                  <a:lnTo>
                    <a:pt x="182" y="878"/>
                  </a:lnTo>
                  <a:lnTo>
                    <a:pt x="182" y="878"/>
                  </a:lnTo>
                  <a:lnTo>
                    <a:pt x="182" y="878"/>
                  </a:lnTo>
                  <a:lnTo>
                    <a:pt x="185" y="878"/>
                  </a:lnTo>
                  <a:lnTo>
                    <a:pt x="185" y="876"/>
                  </a:lnTo>
                  <a:lnTo>
                    <a:pt x="187" y="876"/>
                  </a:lnTo>
                  <a:lnTo>
                    <a:pt x="189" y="876"/>
                  </a:lnTo>
                  <a:lnTo>
                    <a:pt x="189" y="876"/>
                  </a:lnTo>
                  <a:lnTo>
                    <a:pt x="189" y="876"/>
                  </a:lnTo>
                  <a:lnTo>
                    <a:pt x="192" y="876"/>
                  </a:lnTo>
                  <a:lnTo>
                    <a:pt x="192" y="876"/>
                  </a:lnTo>
                  <a:lnTo>
                    <a:pt x="194" y="876"/>
                  </a:lnTo>
                  <a:lnTo>
                    <a:pt x="194" y="876"/>
                  </a:lnTo>
                  <a:lnTo>
                    <a:pt x="194" y="874"/>
                  </a:lnTo>
                  <a:lnTo>
                    <a:pt x="194" y="874"/>
                  </a:lnTo>
                  <a:lnTo>
                    <a:pt x="194" y="874"/>
                  </a:lnTo>
                  <a:lnTo>
                    <a:pt x="194" y="874"/>
                  </a:lnTo>
                  <a:lnTo>
                    <a:pt x="197" y="874"/>
                  </a:lnTo>
                  <a:lnTo>
                    <a:pt x="197" y="874"/>
                  </a:lnTo>
                  <a:lnTo>
                    <a:pt x="197" y="874"/>
                  </a:lnTo>
                  <a:lnTo>
                    <a:pt x="197" y="874"/>
                  </a:lnTo>
                  <a:lnTo>
                    <a:pt x="199" y="874"/>
                  </a:lnTo>
                  <a:lnTo>
                    <a:pt x="199" y="871"/>
                  </a:lnTo>
                  <a:lnTo>
                    <a:pt x="201" y="869"/>
                  </a:lnTo>
                  <a:lnTo>
                    <a:pt x="201" y="869"/>
                  </a:lnTo>
                  <a:lnTo>
                    <a:pt x="201" y="869"/>
                  </a:lnTo>
                  <a:lnTo>
                    <a:pt x="201" y="869"/>
                  </a:lnTo>
                  <a:lnTo>
                    <a:pt x="201" y="869"/>
                  </a:lnTo>
                  <a:lnTo>
                    <a:pt x="204" y="869"/>
                  </a:lnTo>
                  <a:lnTo>
                    <a:pt x="204" y="866"/>
                  </a:lnTo>
                  <a:lnTo>
                    <a:pt x="204" y="866"/>
                  </a:lnTo>
                  <a:lnTo>
                    <a:pt x="204" y="866"/>
                  </a:lnTo>
                  <a:lnTo>
                    <a:pt x="211" y="864"/>
                  </a:lnTo>
                  <a:lnTo>
                    <a:pt x="213" y="864"/>
                  </a:lnTo>
                  <a:lnTo>
                    <a:pt x="213" y="862"/>
                  </a:lnTo>
                  <a:lnTo>
                    <a:pt x="215" y="864"/>
                  </a:lnTo>
                  <a:lnTo>
                    <a:pt x="215" y="862"/>
                  </a:lnTo>
                  <a:lnTo>
                    <a:pt x="218" y="862"/>
                  </a:lnTo>
                  <a:lnTo>
                    <a:pt x="218" y="862"/>
                  </a:lnTo>
                  <a:lnTo>
                    <a:pt x="218" y="862"/>
                  </a:lnTo>
                  <a:lnTo>
                    <a:pt x="220" y="862"/>
                  </a:lnTo>
                  <a:lnTo>
                    <a:pt x="223" y="859"/>
                  </a:lnTo>
                  <a:lnTo>
                    <a:pt x="223" y="859"/>
                  </a:lnTo>
                  <a:lnTo>
                    <a:pt x="225" y="859"/>
                  </a:lnTo>
                  <a:lnTo>
                    <a:pt x="225" y="857"/>
                  </a:lnTo>
                  <a:lnTo>
                    <a:pt x="227" y="857"/>
                  </a:lnTo>
                  <a:lnTo>
                    <a:pt x="227" y="857"/>
                  </a:lnTo>
                  <a:lnTo>
                    <a:pt x="234" y="859"/>
                  </a:lnTo>
                  <a:lnTo>
                    <a:pt x="237" y="859"/>
                  </a:lnTo>
                  <a:lnTo>
                    <a:pt x="239" y="859"/>
                  </a:lnTo>
                  <a:lnTo>
                    <a:pt x="244" y="857"/>
                  </a:lnTo>
                  <a:lnTo>
                    <a:pt x="249" y="857"/>
                  </a:lnTo>
                  <a:lnTo>
                    <a:pt x="272" y="855"/>
                  </a:lnTo>
                  <a:lnTo>
                    <a:pt x="277" y="855"/>
                  </a:lnTo>
                  <a:lnTo>
                    <a:pt x="277" y="852"/>
                  </a:lnTo>
                  <a:lnTo>
                    <a:pt x="277" y="850"/>
                  </a:lnTo>
                  <a:lnTo>
                    <a:pt x="279" y="848"/>
                  </a:lnTo>
                  <a:lnTo>
                    <a:pt x="279" y="845"/>
                  </a:lnTo>
                  <a:lnTo>
                    <a:pt x="282" y="845"/>
                  </a:lnTo>
                  <a:lnTo>
                    <a:pt x="286" y="843"/>
                  </a:lnTo>
                  <a:lnTo>
                    <a:pt x="286" y="843"/>
                  </a:lnTo>
                  <a:lnTo>
                    <a:pt x="289" y="843"/>
                  </a:lnTo>
                  <a:lnTo>
                    <a:pt x="291" y="838"/>
                  </a:lnTo>
                  <a:lnTo>
                    <a:pt x="291" y="838"/>
                  </a:lnTo>
                  <a:lnTo>
                    <a:pt x="294" y="836"/>
                  </a:lnTo>
                  <a:lnTo>
                    <a:pt x="294" y="836"/>
                  </a:lnTo>
                  <a:lnTo>
                    <a:pt x="294" y="833"/>
                  </a:lnTo>
                  <a:lnTo>
                    <a:pt x="298" y="829"/>
                  </a:lnTo>
                  <a:lnTo>
                    <a:pt x="301" y="824"/>
                  </a:lnTo>
                  <a:lnTo>
                    <a:pt x="303" y="824"/>
                  </a:lnTo>
                  <a:lnTo>
                    <a:pt x="303" y="822"/>
                  </a:lnTo>
                  <a:lnTo>
                    <a:pt x="305" y="822"/>
                  </a:lnTo>
                  <a:lnTo>
                    <a:pt x="303" y="819"/>
                  </a:lnTo>
                  <a:lnTo>
                    <a:pt x="301" y="819"/>
                  </a:lnTo>
                  <a:lnTo>
                    <a:pt x="301" y="817"/>
                  </a:lnTo>
                  <a:lnTo>
                    <a:pt x="301" y="817"/>
                  </a:lnTo>
                  <a:lnTo>
                    <a:pt x="294" y="814"/>
                  </a:lnTo>
                  <a:lnTo>
                    <a:pt x="294" y="814"/>
                  </a:lnTo>
                  <a:lnTo>
                    <a:pt x="294" y="812"/>
                  </a:lnTo>
                  <a:lnTo>
                    <a:pt x="294" y="812"/>
                  </a:lnTo>
                  <a:lnTo>
                    <a:pt x="294" y="812"/>
                  </a:lnTo>
                  <a:lnTo>
                    <a:pt x="291" y="812"/>
                  </a:lnTo>
                  <a:lnTo>
                    <a:pt x="291" y="812"/>
                  </a:lnTo>
                  <a:lnTo>
                    <a:pt x="291" y="810"/>
                  </a:lnTo>
                  <a:lnTo>
                    <a:pt x="291" y="810"/>
                  </a:lnTo>
                  <a:lnTo>
                    <a:pt x="294" y="810"/>
                  </a:lnTo>
                  <a:lnTo>
                    <a:pt x="294" y="810"/>
                  </a:lnTo>
                  <a:lnTo>
                    <a:pt x="294" y="810"/>
                  </a:lnTo>
                  <a:lnTo>
                    <a:pt x="294" y="807"/>
                  </a:lnTo>
                  <a:lnTo>
                    <a:pt x="294" y="807"/>
                  </a:lnTo>
                  <a:lnTo>
                    <a:pt x="294" y="807"/>
                  </a:lnTo>
                  <a:lnTo>
                    <a:pt x="294" y="807"/>
                  </a:lnTo>
                  <a:lnTo>
                    <a:pt x="296" y="807"/>
                  </a:lnTo>
                  <a:lnTo>
                    <a:pt x="296" y="807"/>
                  </a:lnTo>
                  <a:lnTo>
                    <a:pt x="296" y="807"/>
                  </a:lnTo>
                  <a:lnTo>
                    <a:pt x="296" y="805"/>
                  </a:lnTo>
                  <a:lnTo>
                    <a:pt x="296" y="805"/>
                  </a:lnTo>
                  <a:lnTo>
                    <a:pt x="298" y="805"/>
                  </a:lnTo>
                  <a:lnTo>
                    <a:pt x="298" y="805"/>
                  </a:lnTo>
                  <a:lnTo>
                    <a:pt x="301" y="803"/>
                  </a:lnTo>
                  <a:lnTo>
                    <a:pt x="303" y="803"/>
                  </a:lnTo>
                  <a:lnTo>
                    <a:pt x="305" y="803"/>
                  </a:lnTo>
                  <a:lnTo>
                    <a:pt x="305" y="803"/>
                  </a:lnTo>
                  <a:lnTo>
                    <a:pt x="305" y="803"/>
                  </a:lnTo>
                  <a:lnTo>
                    <a:pt x="308" y="803"/>
                  </a:lnTo>
                  <a:lnTo>
                    <a:pt x="308" y="803"/>
                  </a:lnTo>
                  <a:lnTo>
                    <a:pt x="308" y="803"/>
                  </a:lnTo>
                  <a:lnTo>
                    <a:pt x="308" y="803"/>
                  </a:lnTo>
                  <a:lnTo>
                    <a:pt x="310" y="803"/>
                  </a:lnTo>
                  <a:lnTo>
                    <a:pt x="312" y="803"/>
                  </a:lnTo>
                  <a:lnTo>
                    <a:pt x="312" y="803"/>
                  </a:lnTo>
                  <a:lnTo>
                    <a:pt x="312" y="803"/>
                  </a:lnTo>
                  <a:lnTo>
                    <a:pt x="312" y="803"/>
                  </a:lnTo>
                  <a:lnTo>
                    <a:pt x="315" y="803"/>
                  </a:lnTo>
                  <a:lnTo>
                    <a:pt x="315" y="803"/>
                  </a:lnTo>
                  <a:lnTo>
                    <a:pt x="315" y="803"/>
                  </a:lnTo>
                  <a:lnTo>
                    <a:pt x="315" y="803"/>
                  </a:lnTo>
                  <a:lnTo>
                    <a:pt x="317" y="803"/>
                  </a:lnTo>
                  <a:lnTo>
                    <a:pt x="317" y="803"/>
                  </a:lnTo>
                  <a:lnTo>
                    <a:pt x="317" y="803"/>
                  </a:lnTo>
                  <a:lnTo>
                    <a:pt x="320" y="803"/>
                  </a:lnTo>
                  <a:lnTo>
                    <a:pt x="322" y="803"/>
                  </a:lnTo>
                  <a:lnTo>
                    <a:pt x="324" y="803"/>
                  </a:lnTo>
                  <a:lnTo>
                    <a:pt x="324" y="803"/>
                  </a:lnTo>
                  <a:lnTo>
                    <a:pt x="324" y="803"/>
                  </a:lnTo>
                  <a:lnTo>
                    <a:pt x="327" y="803"/>
                  </a:lnTo>
                  <a:lnTo>
                    <a:pt x="327" y="803"/>
                  </a:lnTo>
                  <a:lnTo>
                    <a:pt x="327" y="803"/>
                  </a:lnTo>
                  <a:lnTo>
                    <a:pt x="329" y="803"/>
                  </a:lnTo>
                  <a:lnTo>
                    <a:pt x="331" y="803"/>
                  </a:lnTo>
                  <a:lnTo>
                    <a:pt x="331" y="803"/>
                  </a:lnTo>
                  <a:lnTo>
                    <a:pt x="334" y="803"/>
                  </a:lnTo>
                  <a:lnTo>
                    <a:pt x="336" y="803"/>
                  </a:lnTo>
                  <a:lnTo>
                    <a:pt x="336" y="803"/>
                  </a:lnTo>
                  <a:lnTo>
                    <a:pt x="336" y="803"/>
                  </a:lnTo>
                  <a:lnTo>
                    <a:pt x="338" y="800"/>
                  </a:lnTo>
                  <a:lnTo>
                    <a:pt x="338" y="800"/>
                  </a:lnTo>
                  <a:lnTo>
                    <a:pt x="338" y="800"/>
                  </a:lnTo>
                  <a:lnTo>
                    <a:pt x="341" y="800"/>
                  </a:lnTo>
                  <a:lnTo>
                    <a:pt x="341" y="800"/>
                  </a:lnTo>
                  <a:lnTo>
                    <a:pt x="346" y="800"/>
                  </a:lnTo>
                  <a:lnTo>
                    <a:pt x="346" y="800"/>
                  </a:lnTo>
                  <a:lnTo>
                    <a:pt x="346" y="800"/>
                  </a:lnTo>
                  <a:lnTo>
                    <a:pt x="348" y="800"/>
                  </a:lnTo>
                  <a:lnTo>
                    <a:pt x="348" y="800"/>
                  </a:lnTo>
                  <a:lnTo>
                    <a:pt x="348" y="800"/>
                  </a:lnTo>
                  <a:lnTo>
                    <a:pt x="350" y="798"/>
                  </a:lnTo>
                  <a:lnTo>
                    <a:pt x="350" y="798"/>
                  </a:lnTo>
                  <a:lnTo>
                    <a:pt x="350" y="798"/>
                  </a:lnTo>
                  <a:lnTo>
                    <a:pt x="350" y="798"/>
                  </a:lnTo>
                  <a:lnTo>
                    <a:pt x="350" y="798"/>
                  </a:lnTo>
                  <a:lnTo>
                    <a:pt x="350" y="798"/>
                  </a:lnTo>
                  <a:lnTo>
                    <a:pt x="350" y="798"/>
                  </a:lnTo>
                  <a:lnTo>
                    <a:pt x="350" y="798"/>
                  </a:lnTo>
                  <a:lnTo>
                    <a:pt x="353" y="798"/>
                  </a:lnTo>
                  <a:lnTo>
                    <a:pt x="353" y="798"/>
                  </a:lnTo>
                  <a:lnTo>
                    <a:pt x="353" y="798"/>
                  </a:lnTo>
                  <a:lnTo>
                    <a:pt x="353" y="798"/>
                  </a:lnTo>
                  <a:lnTo>
                    <a:pt x="353" y="798"/>
                  </a:lnTo>
                  <a:lnTo>
                    <a:pt x="353" y="798"/>
                  </a:lnTo>
                  <a:lnTo>
                    <a:pt x="353" y="798"/>
                  </a:lnTo>
                  <a:lnTo>
                    <a:pt x="353" y="798"/>
                  </a:lnTo>
                  <a:lnTo>
                    <a:pt x="355" y="795"/>
                  </a:lnTo>
                  <a:lnTo>
                    <a:pt x="355" y="795"/>
                  </a:lnTo>
                  <a:lnTo>
                    <a:pt x="355" y="795"/>
                  </a:lnTo>
                  <a:lnTo>
                    <a:pt x="355" y="795"/>
                  </a:lnTo>
                  <a:lnTo>
                    <a:pt x="357" y="795"/>
                  </a:lnTo>
                  <a:lnTo>
                    <a:pt x="357" y="795"/>
                  </a:lnTo>
                  <a:lnTo>
                    <a:pt x="357" y="795"/>
                  </a:lnTo>
                  <a:lnTo>
                    <a:pt x="357" y="795"/>
                  </a:lnTo>
                  <a:lnTo>
                    <a:pt x="357" y="795"/>
                  </a:lnTo>
                  <a:lnTo>
                    <a:pt x="357" y="795"/>
                  </a:lnTo>
                  <a:lnTo>
                    <a:pt x="357" y="795"/>
                  </a:lnTo>
                  <a:lnTo>
                    <a:pt x="360" y="798"/>
                  </a:lnTo>
                  <a:lnTo>
                    <a:pt x="360" y="798"/>
                  </a:lnTo>
                  <a:lnTo>
                    <a:pt x="360" y="798"/>
                  </a:lnTo>
                  <a:lnTo>
                    <a:pt x="362" y="795"/>
                  </a:lnTo>
                  <a:lnTo>
                    <a:pt x="362" y="795"/>
                  </a:lnTo>
                  <a:lnTo>
                    <a:pt x="362" y="795"/>
                  </a:lnTo>
                  <a:lnTo>
                    <a:pt x="365" y="795"/>
                  </a:lnTo>
                  <a:lnTo>
                    <a:pt x="365" y="798"/>
                  </a:lnTo>
                  <a:lnTo>
                    <a:pt x="367" y="798"/>
                  </a:lnTo>
                  <a:lnTo>
                    <a:pt x="372" y="798"/>
                  </a:lnTo>
                  <a:lnTo>
                    <a:pt x="372" y="798"/>
                  </a:lnTo>
                  <a:lnTo>
                    <a:pt x="372" y="798"/>
                  </a:lnTo>
                  <a:lnTo>
                    <a:pt x="374" y="795"/>
                  </a:lnTo>
                  <a:lnTo>
                    <a:pt x="374" y="795"/>
                  </a:lnTo>
                  <a:lnTo>
                    <a:pt x="374" y="795"/>
                  </a:lnTo>
                  <a:lnTo>
                    <a:pt x="374" y="795"/>
                  </a:lnTo>
                  <a:lnTo>
                    <a:pt x="376" y="795"/>
                  </a:lnTo>
                  <a:lnTo>
                    <a:pt x="376" y="793"/>
                  </a:lnTo>
                  <a:lnTo>
                    <a:pt x="376" y="793"/>
                  </a:lnTo>
                  <a:lnTo>
                    <a:pt x="379" y="791"/>
                  </a:lnTo>
                  <a:lnTo>
                    <a:pt x="379" y="791"/>
                  </a:lnTo>
                  <a:lnTo>
                    <a:pt x="379" y="791"/>
                  </a:lnTo>
                  <a:lnTo>
                    <a:pt x="379" y="788"/>
                  </a:lnTo>
                  <a:lnTo>
                    <a:pt x="379" y="788"/>
                  </a:lnTo>
                  <a:lnTo>
                    <a:pt x="379" y="788"/>
                  </a:lnTo>
                  <a:lnTo>
                    <a:pt x="379" y="788"/>
                  </a:lnTo>
                  <a:lnTo>
                    <a:pt x="381" y="788"/>
                  </a:lnTo>
                  <a:lnTo>
                    <a:pt x="381" y="786"/>
                  </a:lnTo>
                  <a:lnTo>
                    <a:pt x="381" y="786"/>
                  </a:lnTo>
                  <a:lnTo>
                    <a:pt x="381" y="786"/>
                  </a:lnTo>
                  <a:lnTo>
                    <a:pt x="381" y="786"/>
                  </a:lnTo>
                  <a:lnTo>
                    <a:pt x="381" y="786"/>
                  </a:lnTo>
                  <a:lnTo>
                    <a:pt x="383" y="786"/>
                  </a:lnTo>
                  <a:lnTo>
                    <a:pt x="383" y="786"/>
                  </a:lnTo>
                  <a:lnTo>
                    <a:pt x="383" y="786"/>
                  </a:lnTo>
                  <a:lnTo>
                    <a:pt x="383" y="786"/>
                  </a:lnTo>
                  <a:lnTo>
                    <a:pt x="388" y="786"/>
                  </a:lnTo>
                  <a:lnTo>
                    <a:pt x="386" y="786"/>
                  </a:lnTo>
                  <a:lnTo>
                    <a:pt x="388" y="784"/>
                  </a:lnTo>
                  <a:lnTo>
                    <a:pt x="391" y="784"/>
                  </a:lnTo>
                  <a:lnTo>
                    <a:pt x="391" y="784"/>
                  </a:lnTo>
                  <a:lnTo>
                    <a:pt x="393" y="784"/>
                  </a:lnTo>
                  <a:lnTo>
                    <a:pt x="393" y="784"/>
                  </a:lnTo>
                  <a:lnTo>
                    <a:pt x="393" y="781"/>
                  </a:lnTo>
                  <a:lnTo>
                    <a:pt x="393" y="781"/>
                  </a:lnTo>
                  <a:lnTo>
                    <a:pt x="393" y="781"/>
                  </a:lnTo>
                  <a:lnTo>
                    <a:pt x="393" y="781"/>
                  </a:lnTo>
                  <a:lnTo>
                    <a:pt x="393" y="781"/>
                  </a:lnTo>
                  <a:lnTo>
                    <a:pt x="395" y="781"/>
                  </a:lnTo>
                  <a:lnTo>
                    <a:pt x="395" y="781"/>
                  </a:lnTo>
                  <a:lnTo>
                    <a:pt x="395" y="781"/>
                  </a:lnTo>
                  <a:lnTo>
                    <a:pt x="395" y="781"/>
                  </a:lnTo>
                  <a:lnTo>
                    <a:pt x="395" y="781"/>
                  </a:lnTo>
                  <a:lnTo>
                    <a:pt x="395" y="781"/>
                  </a:lnTo>
                  <a:lnTo>
                    <a:pt x="395" y="779"/>
                  </a:lnTo>
                  <a:lnTo>
                    <a:pt x="395" y="779"/>
                  </a:lnTo>
                  <a:lnTo>
                    <a:pt x="395" y="777"/>
                  </a:lnTo>
                  <a:lnTo>
                    <a:pt x="398" y="777"/>
                  </a:lnTo>
                  <a:lnTo>
                    <a:pt x="398" y="777"/>
                  </a:lnTo>
                  <a:lnTo>
                    <a:pt x="400" y="774"/>
                  </a:lnTo>
                  <a:lnTo>
                    <a:pt x="400" y="774"/>
                  </a:lnTo>
                  <a:lnTo>
                    <a:pt x="400" y="772"/>
                  </a:lnTo>
                  <a:lnTo>
                    <a:pt x="402" y="772"/>
                  </a:lnTo>
                  <a:lnTo>
                    <a:pt x="402" y="772"/>
                  </a:lnTo>
                  <a:lnTo>
                    <a:pt x="402" y="772"/>
                  </a:lnTo>
                  <a:lnTo>
                    <a:pt x="402" y="772"/>
                  </a:lnTo>
                  <a:lnTo>
                    <a:pt x="402" y="769"/>
                  </a:lnTo>
                  <a:lnTo>
                    <a:pt x="405" y="772"/>
                  </a:lnTo>
                  <a:lnTo>
                    <a:pt x="405" y="769"/>
                  </a:lnTo>
                  <a:lnTo>
                    <a:pt x="405" y="769"/>
                  </a:lnTo>
                  <a:lnTo>
                    <a:pt x="402" y="769"/>
                  </a:lnTo>
                  <a:lnTo>
                    <a:pt x="402" y="769"/>
                  </a:lnTo>
                  <a:lnTo>
                    <a:pt x="405" y="769"/>
                  </a:lnTo>
                  <a:lnTo>
                    <a:pt x="405" y="769"/>
                  </a:lnTo>
                  <a:lnTo>
                    <a:pt x="405" y="767"/>
                  </a:lnTo>
                  <a:lnTo>
                    <a:pt x="405" y="765"/>
                  </a:lnTo>
                  <a:lnTo>
                    <a:pt x="405" y="765"/>
                  </a:lnTo>
                  <a:lnTo>
                    <a:pt x="405" y="762"/>
                  </a:lnTo>
                  <a:lnTo>
                    <a:pt x="405" y="762"/>
                  </a:lnTo>
                  <a:lnTo>
                    <a:pt x="407" y="762"/>
                  </a:lnTo>
                  <a:lnTo>
                    <a:pt x="407" y="762"/>
                  </a:lnTo>
                  <a:lnTo>
                    <a:pt x="407" y="762"/>
                  </a:lnTo>
                  <a:lnTo>
                    <a:pt x="407" y="762"/>
                  </a:lnTo>
                  <a:lnTo>
                    <a:pt x="407" y="762"/>
                  </a:lnTo>
                  <a:lnTo>
                    <a:pt x="407" y="762"/>
                  </a:lnTo>
                  <a:lnTo>
                    <a:pt x="407" y="762"/>
                  </a:lnTo>
                  <a:lnTo>
                    <a:pt x="407" y="762"/>
                  </a:lnTo>
                  <a:lnTo>
                    <a:pt x="407" y="762"/>
                  </a:lnTo>
                  <a:lnTo>
                    <a:pt x="409" y="762"/>
                  </a:lnTo>
                  <a:lnTo>
                    <a:pt x="409" y="762"/>
                  </a:lnTo>
                  <a:lnTo>
                    <a:pt x="409" y="762"/>
                  </a:lnTo>
                  <a:lnTo>
                    <a:pt x="409" y="762"/>
                  </a:lnTo>
                  <a:lnTo>
                    <a:pt x="409" y="762"/>
                  </a:lnTo>
                  <a:lnTo>
                    <a:pt x="409" y="762"/>
                  </a:lnTo>
                  <a:lnTo>
                    <a:pt x="409" y="762"/>
                  </a:lnTo>
                  <a:lnTo>
                    <a:pt x="409" y="762"/>
                  </a:lnTo>
                  <a:lnTo>
                    <a:pt x="409" y="760"/>
                  </a:lnTo>
                  <a:lnTo>
                    <a:pt x="409" y="760"/>
                  </a:lnTo>
                  <a:lnTo>
                    <a:pt x="412" y="758"/>
                  </a:lnTo>
                  <a:lnTo>
                    <a:pt x="412" y="758"/>
                  </a:lnTo>
                  <a:lnTo>
                    <a:pt x="414" y="755"/>
                  </a:lnTo>
                  <a:lnTo>
                    <a:pt x="414" y="755"/>
                  </a:lnTo>
                  <a:lnTo>
                    <a:pt x="417" y="755"/>
                  </a:lnTo>
                  <a:lnTo>
                    <a:pt x="417" y="753"/>
                  </a:lnTo>
                  <a:lnTo>
                    <a:pt x="419" y="751"/>
                  </a:lnTo>
                  <a:lnTo>
                    <a:pt x="419" y="751"/>
                  </a:lnTo>
                  <a:lnTo>
                    <a:pt x="419" y="751"/>
                  </a:lnTo>
                  <a:lnTo>
                    <a:pt x="421" y="751"/>
                  </a:lnTo>
                  <a:lnTo>
                    <a:pt x="424" y="751"/>
                  </a:lnTo>
                  <a:lnTo>
                    <a:pt x="424" y="751"/>
                  </a:lnTo>
                  <a:lnTo>
                    <a:pt x="426" y="748"/>
                  </a:lnTo>
                  <a:lnTo>
                    <a:pt x="428" y="748"/>
                  </a:lnTo>
                  <a:lnTo>
                    <a:pt x="431" y="741"/>
                  </a:lnTo>
                  <a:lnTo>
                    <a:pt x="433" y="739"/>
                  </a:lnTo>
                  <a:lnTo>
                    <a:pt x="433" y="739"/>
                  </a:lnTo>
                  <a:lnTo>
                    <a:pt x="436" y="739"/>
                  </a:lnTo>
                  <a:lnTo>
                    <a:pt x="436" y="739"/>
                  </a:lnTo>
                  <a:lnTo>
                    <a:pt x="436" y="739"/>
                  </a:lnTo>
                  <a:lnTo>
                    <a:pt x="436" y="739"/>
                  </a:lnTo>
                  <a:lnTo>
                    <a:pt x="436" y="739"/>
                  </a:lnTo>
                  <a:lnTo>
                    <a:pt x="438" y="736"/>
                  </a:lnTo>
                  <a:lnTo>
                    <a:pt x="438" y="736"/>
                  </a:lnTo>
                  <a:lnTo>
                    <a:pt x="440" y="736"/>
                  </a:lnTo>
                  <a:lnTo>
                    <a:pt x="440" y="736"/>
                  </a:lnTo>
                  <a:lnTo>
                    <a:pt x="440" y="734"/>
                  </a:lnTo>
                  <a:lnTo>
                    <a:pt x="443" y="734"/>
                  </a:lnTo>
                  <a:lnTo>
                    <a:pt x="443" y="734"/>
                  </a:lnTo>
                  <a:lnTo>
                    <a:pt x="443" y="734"/>
                  </a:lnTo>
                  <a:lnTo>
                    <a:pt x="443" y="734"/>
                  </a:lnTo>
                  <a:lnTo>
                    <a:pt x="443" y="734"/>
                  </a:lnTo>
                  <a:lnTo>
                    <a:pt x="443" y="732"/>
                  </a:lnTo>
                  <a:lnTo>
                    <a:pt x="443" y="732"/>
                  </a:lnTo>
                  <a:lnTo>
                    <a:pt x="443" y="732"/>
                  </a:lnTo>
                  <a:lnTo>
                    <a:pt x="443" y="729"/>
                  </a:lnTo>
                  <a:lnTo>
                    <a:pt x="445" y="727"/>
                  </a:lnTo>
                  <a:lnTo>
                    <a:pt x="445" y="727"/>
                  </a:lnTo>
                  <a:lnTo>
                    <a:pt x="445" y="727"/>
                  </a:lnTo>
                  <a:lnTo>
                    <a:pt x="445" y="727"/>
                  </a:lnTo>
                  <a:lnTo>
                    <a:pt x="445" y="727"/>
                  </a:lnTo>
                  <a:lnTo>
                    <a:pt x="445" y="724"/>
                  </a:lnTo>
                  <a:lnTo>
                    <a:pt x="443" y="724"/>
                  </a:lnTo>
                  <a:lnTo>
                    <a:pt x="443" y="724"/>
                  </a:lnTo>
                  <a:lnTo>
                    <a:pt x="443" y="722"/>
                  </a:lnTo>
                  <a:lnTo>
                    <a:pt x="443" y="720"/>
                  </a:lnTo>
                  <a:lnTo>
                    <a:pt x="443" y="720"/>
                  </a:lnTo>
                  <a:lnTo>
                    <a:pt x="443" y="720"/>
                  </a:lnTo>
                  <a:lnTo>
                    <a:pt x="443" y="717"/>
                  </a:lnTo>
                  <a:lnTo>
                    <a:pt x="443" y="715"/>
                  </a:lnTo>
                  <a:lnTo>
                    <a:pt x="443" y="715"/>
                  </a:lnTo>
                  <a:lnTo>
                    <a:pt x="445" y="715"/>
                  </a:lnTo>
                  <a:lnTo>
                    <a:pt x="445" y="715"/>
                  </a:lnTo>
                  <a:lnTo>
                    <a:pt x="445" y="715"/>
                  </a:lnTo>
                  <a:lnTo>
                    <a:pt x="447" y="715"/>
                  </a:lnTo>
                  <a:lnTo>
                    <a:pt x="447" y="713"/>
                  </a:lnTo>
                  <a:lnTo>
                    <a:pt x="447" y="713"/>
                  </a:lnTo>
                  <a:lnTo>
                    <a:pt x="447" y="713"/>
                  </a:lnTo>
                  <a:lnTo>
                    <a:pt x="447" y="713"/>
                  </a:lnTo>
                  <a:lnTo>
                    <a:pt x="450" y="713"/>
                  </a:lnTo>
                  <a:lnTo>
                    <a:pt x="450" y="713"/>
                  </a:lnTo>
                  <a:lnTo>
                    <a:pt x="450" y="713"/>
                  </a:lnTo>
                  <a:lnTo>
                    <a:pt x="452" y="713"/>
                  </a:lnTo>
                  <a:lnTo>
                    <a:pt x="452" y="713"/>
                  </a:lnTo>
                  <a:lnTo>
                    <a:pt x="452" y="713"/>
                  </a:lnTo>
                  <a:lnTo>
                    <a:pt x="452" y="713"/>
                  </a:lnTo>
                  <a:lnTo>
                    <a:pt x="454" y="710"/>
                  </a:lnTo>
                  <a:lnTo>
                    <a:pt x="454" y="710"/>
                  </a:lnTo>
                  <a:lnTo>
                    <a:pt x="459" y="710"/>
                  </a:lnTo>
                  <a:lnTo>
                    <a:pt x="459" y="708"/>
                  </a:lnTo>
                  <a:lnTo>
                    <a:pt x="459" y="708"/>
                  </a:lnTo>
                  <a:lnTo>
                    <a:pt x="459" y="708"/>
                  </a:lnTo>
                  <a:lnTo>
                    <a:pt x="459" y="706"/>
                  </a:lnTo>
                  <a:lnTo>
                    <a:pt x="459" y="706"/>
                  </a:lnTo>
                  <a:lnTo>
                    <a:pt x="462" y="703"/>
                  </a:lnTo>
                  <a:lnTo>
                    <a:pt x="466" y="706"/>
                  </a:lnTo>
                  <a:lnTo>
                    <a:pt x="466" y="706"/>
                  </a:lnTo>
                  <a:lnTo>
                    <a:pt x="469" y="706"/>
                  </a:lnTo>
                  <a:lnTo>
                    <a:pt x="469" y="703"/>
                  </a:lnTo>
                  <a:lnTo>
                    <a:pt x="469" y="703"/>
                  </a:lnTo>
                  <a:lnTo>
                    <a:pt x="471" y="701"/>
                  </a:lnTo>
                  <a:lnTo>
                    <a:pt x="471" y="701"/>
                  </a:lnTo>
                  <a:lnTo>
                    <a:pt x="471" y="701"/>
                  </a:lnTo>
                  <a:lnTo>
                    <a:pt x="473" y="701"/>
                  </a:lnTo>
                  <a:lnTo>
                    <a:pt x="473" y="701"/>
                  </a:lnTo>
                  <a:lnTo>
                    <a:pt x="473" y="701"/>
                  </a:lnTo>
                  <a:lnTo>
                    <a:pt x="476" y="698"/>
                  </a:lnTo>
                  <a:lnTo>
                    <a:pt x="476" y="698"/>
                  </a:lnTo>
                  <a:lnTo>
                    <a:pt x="476" y="698"/>
                  </a:lnTo>
                  <a:lnTo>
                    <a:pt x="478" y="698"/>
                  </a:lnTo>
                  <a:lnTo>
                    <a:pt x="478" y="698"/>
                  </a:lnTo>
                  <a:lnTo>
                    <a:pt x="478" y="698"/>
                  </a:lnTo>
                  <a:lnTo>
                    <a:pt x="480" y="698"/>
                  </a:lnTo>
                  <a:lnTo>
                    <a:pt x="480" y="696"/>
                  </a:lnTo>
                  <a:lnTo>
                    <a:pt x="483" y="696"/>
                  </a:lnTo>
                  <a:lnTo>
                    <a:pt x="483" y="696"/>
                  </a:lnTo>
                  <a:lnTo>
                    <a:pt x="483" y="696"/>
                  </a:lnTo>
                  <a:lnTo>
                    <a:pt x="483" y="696"/>
                  </a:lnTo>
                  <a:lnTo>
                    <a:pt x="485" y="696"/>
                  </a:lnTo>
                  <a:lnTo>
                    <a:pt x="485" y="696"/>
                  </a:lnTo>
                  <a:lnTo>
                    <a:pt x="485" y="696"/>
                  </a:lnTo>
                  <a:lnTo>
                    <a:pt x="488" y="696"/>
                  </a:lnTo>
                  <a:lnTo>
                    <a:pt x="488" y="696"/>
                  </a:lnTo>
                  <a:lnTo>
                    <a:pt x="490" y="696"/>
                  </a:lnTo>
                  <a:lnTo>
                    <a:pt x="490" y="696"/>
                  </a:lnTo>
                  <a:lnTo>
                    <a:pt x="490" y="696"/>
                  </a:lnTo>
                  <a:lnTo>
                    <a:pt x="492" y="696"/>
                  </a:lnTo>
                  <a:lnTo>
                    <a:pt x="492" y="696"/>
                  </a:lnTo>
                  <a:lnTo>
                    <a:pt x="495" y="696"/>
                  </a:lnTo>
                  <a:lnTo>
                    <a:pt x="495" y="696"/>
                  </a:lnTo>
                  <a:lnTo>
                    <a:pt x="497" y="698"/>
                  </a:lnTo>
                  <a:lnTo>
                    <a:pt x="497" y="698"/>
                  </a:lnTo>
                  <a:lnTo>
                    <a:pt x="502" y="698"/>
                  </a:lnTo>
                  <a:lnTo>
                    <a:pt x="504" y="701"/>
                  </a:lnTo>
                  <a:lnTo>
                    <a:pt x="506" y="691"/>
                  </a:lnTo>
                  <a:lnTo>
                    <a:pt x="506" y="691"/>
                  </a:lnTo>
                  <a:lnTo>
                    <a:pt x="506" y="691"/>
                  </a:lnTo>
                  <a:lnTo>
                    <a:pt x="509" y="689"/>
                  </a:lnTo>
                  <a:lnTo>
                    <a:pt x="509" y="689"/>
                  </a:lnTo>
                  <a:lnTo>
                    <a:pt x="509" y="689"/>
                  </a:lnTo>
                  <a:lnTo>
                    <a:pt x="509" y="687"/>
                  </a:lnTo>
                  <a:lnTo>
                    <a:pt x="509" y="684"/>
                  </a:lnTo>
                  <a:lnTo>
                    <a:pt x="509" y="684"/>
                  </a:lnTo>
                  <a:lnTo>
                    <a:pt x="509" y="682"/>
                  </a:lnTo>
                  <a:lnTo>
                    <a:pt x="509" y="682"/>
                  </a:lnTo>
                  <a:lnTo>
                    <a:pt x="509" y="677"/>
                  </a:lnTo>
                  <a:lnTo>
                    <a:pt x="506" y="675"/>
                  </a:lnTo>
                  <a:lnTo>
                    <a:pt x="506" y="672"/>
                  </a:lnTo>
                  <a:lnTo>
                    <a:pt x="504" y="672"/>
                  </a:lnTo>
                  <a:lnTo>
                    <a:pt x="499" y="675"/>
                  </a:lnTo>
                  <a:lnTo>
                    <a:pt x="499" y="672"/>
                  </a:lnTo>
                  <a:lnTo>
                    <a:pt x="499" y="672"/>
                  </a:lnTo>
                  <a:lnTo>
                    <a:pt x="499" y="672"/>
                  </a:lnTo>
                  <a:lnTo>
                    <a:pt x="497" y="670"/>
                  </a:lnTo>
                  <a:lnTo>
                    <a:pt x="495" y="668"/>
                  </a:lnTo>
                  <a:lnTo>
                    <a:pt x="492" y="668"/>
                  </a:lnTo>
                  <a:lnTo>
                    <a:pt x="490" y="665"/>
                  </a:lnTo>
                  <a:lnTo>
                    <a:pt x="488" y="663"/>
                  </a:lnTo>
                  <a:lnTo>
                    <a:pt x="488" y="661"/>
                  </a:lnTo>
                  <a:lnTo>
                    <a:pt x="488" y="658"/>
                  </a:lnTo>
                  <a:lnTo>
                    <a:pt x="490" y="642"/>
                  </a:lnTo>
                  <a:lnTo>
                    <a:pt x="490" y="639"/>
                  </a:lnTo>
                  <a:lnTo>
                    <a:pt x="490" y="637"/>
                  </a:lnTo>
                  <a:lnTo>
                    <a:pt x="490" y="637"/>
                  </a:lnTo>
                  <a:lnTo>
                    <a:pt x="490" y="637"/>
                  </a:lnTo>
                  <a:lnTo>
                    <a:pt x="490" y="637"/>
                  </a:lnTo>
                  <a:lnTo>
                    <a:pt x="490" y="637"/>
                  </a:lnTo>
                  <a:lnTo>
                    <a:pt x="488" y="637"/>
                  </a:lnTo>
                  <a:lnTo>
                    <a:pt x="485" y="639"/>
                  </a:lnTo>
                  <a:lnTo>
                    <a:pt x="483" y="639"/>
                  </a:lnTo>
                  <a:lnTo>
                    <a:pt x="483" y="639"/>
                  </a:lnTo>
                  <a:lnTo>
                    <a:pt x="483" y="639"/>
                  </a:lnTo>
                  <a:lnTo>
                    <a:pt x="485" y="635"/>
                  </a:lnTo>
                  <a:lnTo>
                    <a:pt x="485" y="632"/>
                  </a:lnTo>
                  <a:lnTo>
                    <a:pt x="485" y="632"/>
                  </a:lnTo>
                  <a:lnTo>
                    <a:pt x="485" y="632"/>
                  </a:lnTo>
                  <a:lnTo>
                    <a:pt x="480" y="620"/>
                  </a:lnTo>
                  <a:lnTo>
                    <a:pt x="478" y="616"/>
                  </a:lnTo>
                  <a:lnTo>
                    <a:pt x="478" y="616"/>
                  </a:lnTo>
                  <a:lnTo>
                    <a:pt x="480" y="613"/>
                  </a:lnTo>
                  <a:lnTo>
                    <a:pt x="483" y="609"/>
                  </a:lnTo>
                  <a:lnTo>
                    <a:pt x="480" y="606"/>
                  </a:lnTo>
                  <a:lnTo>
                    <a:pt x="476" y="606"/>
                  </a:lnTo>
                  <a:lnTo>
                    <a:pt x="469" y="601"/>
                  </a:lnTo>
                  <a:lnTo>
                    <a:pt x="469" y="604"/>
                  </a:lnTo>
                  <a:lnTo>
                    <a:pt x="466" y="604"/>
                  </a:lnTo>
                  <a:lnTo>
                    <a:pt x="464" y="606"/>
                  </a:lnTo>
                  <a:lnTo>
                    <a:pt x="462" y="606"/>
                  </a:lnTo>
                  <a:lnTo>
                    <a:pt x="459" y="606"/>
                  </a:lnTo>
                  <a:lnTo>
                    <a:pt x="457" y="606"/>
                  </a:lnTo>
                  <a:lnTo>
                    <a:pt x="454" y="606"/>
                  </a:lnTo>
                  <a:lnTo>
                    <a:pt x="452" y="606"/>
                  </a:lnTo>
                  <a:lnTo>
                    <a:pt x="452" y="604"/>
                  </a:lnTo>
                  <a:lnTo>
                    <a:pt x="450" y="601"/>
                  </a:lnTo>
                  <a:lnTo>
                    <a:pt x="447" y="599"/>
                  </a:lnTo>
                  <a:lnTo>
                    <a:pt x="447" y="599"/>
                  </a:lnTo>
                  <a:lnTo>
                    <a:pt x="447" y="597"/>
                  </a:lnTo>
                  <a:lnTo>
                    <a:pt x="450" y="597"/>
                  </a:lnTo>
                  <a:lnTo>
                    <a:pt x="450" y="592"/>
                  </a:lnTo>
                  <a:lnTo>
                    <a:pt x="454" y="582"/>
                  </a:lnTo>
                  <a:lnTo>
                    <a:pt x="457" y="582"/>
                  </a:lnTo>
                  <a:lnTo>
                    <a:pt x="459" y="580"/>
                  </a:lnTo>
                  <a:lnTo>
                    <a:pt x="459" y="580"/>
                  </a:lnTo>
                  <a:lnTo>
                    <a:pt x="464" y="578"/>
                  </a:lnTo>
                  <a:lnTo>
                    <a:pt x="466" y="575"/>
                  </a:lnTo>
                  <a:lnTo>
                    <a:pt x="471" y="571"/>
                  </a:lnTo>
                  <a:lnTo>
                    <a:pt x="473" y="568"/>
                  </a:lnTo>
                  <a:lnTo>
                    <a:pt x="473" y="566"/>
                  </a:lnTo>
                  <a:lnTo>
                    <a:pt x="473" y="566"/>
                  </a:lnTo>
                  <a:lnTo>
                    <a:pt x="471" y="564"/>
                  </a:lnTo>
                  <a:lnTo>
                    <a:pt x="471" y="561"/>
                  </a:lnTo>
                  <a:lnTo>
                    <a:pt x="469" y="561"/>
                  </a:lnTo>
                  <a:lnTo>
                    <a:pt x="469" y="556"/>
                  </a:lnTo>
                  <a:lnTo>
                    <a:pt x="469" y="554"/>
                  </a:lnTo>
                  <a:lnTo>
                    <a:pt x="466" y="552"/>
                  </a:lnTo>
                  <a:lnTo>
                    <a:pt x="464" y="549"/>
                  </a:lnTo>
                  <a:lnTo>
                    <a:pt x="464" y="549"/>
                  </a:lnTo>
                  <a:lnTo>
                    <a:pt x="464" y="547"/>
                  </a:lnTo>
                  <a:lnTo>
                    <a:pt x="464" y="547"/>
                  </a:lnTo>
                  <a:lnTo>
                    <a:pt x="464" y="547"/>
                  </a:lnTo>
                  <a:lnTo>
                    <a:pt x="462" y="545"/>
                  </a:lnTo>
                  <a:lnTo>
                    <a:pt x="462" y="545"/>
                  </a:lnTo>
                  <a:lnTo>
                    <a:pt x="464" y="542"/>
                  </a:lnTo>
                  <a:lnTo>
                    <a:pt x="469" y="538"/>
                  </a:lnTo>
                  <a:lnTo>
                    <a:pt x="469" y="535"/>
                  </a:lnTo>
                  <a:lnTo>
                    <a:pt x="469" y="535"/>
                  </a:lnTo>
                  <a:lnTo>
                    <a:pt x="471" y="533"/>
                  </a:lnTo>
                  <a:lnTo>
                    <a:pt x="480" y="530"/>
                  </a:lnTo>
                  <a:lnTo>
                    <a:pt x="480" y="528"/>
                  </a:lnTo>
                  <a:lnTo>
                    <a:pt x="483" y="526"/>
                  </a:lnTo>
                  <a:lnTo>
                    <a:pt x="485" y="526"/>
                  </a:lnTo>
                  <a:lnTo>
                    <a:pt x="485" y="526"/>
                  </a:lnTo>
                  <a:lnTo>
                    <a:pt x="488" y="526"/>
                  </a:lnTo>
                  <a:lnTo>
                    <a:pt x="488" y="523"/>
                  </a:lnTo>
                  <a:lnTo>
                    <a:pt x="488" y="523"/>
                  </a:lnTo>
                  <a:lnTo>
                    <a:pt x="488" y="521"/>
                  </a:lnTo>
                  <a:lnTo>
                    <a:pt x="488" y="521"/>
                  </a:lnTo>
                  <a:lnTo>
                    <a:pt x="485" y="519"/>
                  </a:lnTo>
                  <a:lnTo>
                    <a:pt x="483" y="519"/>
                  </a:lnTo>
                  <a:lnTo>
                    <a:pt x="483" y="519"/>
                  </a:lnTo>
                  <a:lnTo>
                    <a:pt x="480" y="519"/>
                  </a:lnTo>
                  <a:lnTo>
                    <a:pt x="480" y="516"/>
                  </a:lnTo>
                  <a:lnTo>
                    <a:pt x="480" y="516"/>
                  </a:lnTo>
                  <a:lnTo>
                    <a:pt x="480" y="516"/>
                  </a:lnTo>
                  <a:lnTo>
                    <a:pt x="480" y="514"/>
                  </a:lnTo>
                  <a:lnTo>
                    <a:pt x="480" y="514"/>
                  </a:lnTo>
                  <a:lnTo>
                    <a:pt x="483" y="514"/>
                  </a:lnTo>
                  <a:lnTo>
                    <a:pt x="483" y="514"/>
                  </a:lnTo>
                  <a:lnTo>
                    <a:pt x="483" y="514"/>
                  </a:lnTo>
                  <a:lnTo>
                    <a:pt x="483" y="514"/>
                  </a:lnTo>
                  <a:lnTo>
                    <a:pt x="483" y="511"/>
                  </a:lnTo>
                  <a:lnTo>
                    <a:pt x="483" y="511"/>
                  </a:lnTo>
                  <a:lnTo>
                    <a:pt x="480" y="507"/>
                  </a:lnTo>
                  <a:lnTo>
                    <a:pt x="480" y="504"/>
                  </a:lnTo>
                  <a:lnTo>
                    <a:pt x="478" y="504"/>
                  </a:lnTo>
                  <a:lnTo>
                    <a:pt x="478" y="502"/>
                  </a:lnTo>
                  <a:lnTo>
                    <a:pt x="478" y="500"/>
                  </a:lnTo>
                  <a:lnTo>
                    <a:pt x="480" y="500"/>
                  </a:lnTo>
                  <a:lnTo>
                    <a:pt x="483" y="497"/>
                  </a:lnTo>
                  <a:lnTo>
                    <a:pt x="495" y="495"/>
                  </a:lnTo>
                  <a:lnTo>
                    <a:pt x="495" y="495"/>
                  </a:lnTo>
                  <a:lnTo>
                    <a:pt x="495" y="493"/>
                  </a:lnTo>
                  <a:lnTo>
                    <a:pt x="495" y="493"/>
                  </a:lnTo>
                  <a:lnTo>
                    <a:pt x="495" y="490"/>
                  </a:lnTo>
                  <a:lnTo>
                    <a:pt x="495" y="490"/>
                  </a:lnTo>
                  <a:lnTo>
                    <a:pt x="492" y="488"/>
                  </a:lnTo>
                  <a:lnTo>
                    <a:pt x="492" y="485"/>
                  </a:lnTo>
                  <a:lnTo>
                    <a:pt x="495" y="485"/>
                  </a:lnTo>
                  <a:lnTo>
                    <a:pt x="495" y="483"/>
                  </a:lnTo>
                  <a:lnTo>
                    <a:pt x="497" y="483"/>
                  </a:lnTo>
                  <a:lnTo>
                    <a:pt x="497" y="481"/>
                  </a:lnTo>
                  <a:lnTo>
                    <a:pt x="497" y="481"/>
                  </a:lnTo>
                  <a:lnTo>
                    <a:pt x="497" y="478"/>
                  </a:lnTo>
                  <a:lnTo>
                    <a:pt x="497" y="478"/>
                  </a:lnTo>
                  <a:lnTo>
                    <a:pt x="502" y="474"/>
                  </a:lnTo>
                  <a:lnTo>
                    <a:pt x="504" y="471"/>
                  </a:lnTo>
                  <a:lnTo>
                    <a:pt x="504" y="471"/>
                  </a:lnTo>
                  <a:lnTo>
                    <a:pt x="506" y="471"/>
                  </a:lnTo>
                  <a:lnTo>
                    <a:pt x="506" y="471"/>
                  </a:lnTo>
                  <a:lnTo>
                    <a:pt x="509" y="467"/>
                  </a:lnTo>
                  <a:lnTo>
                    <a:pt x="509" y="464"/>
                  </a:lnTo>
                  <a:lnTo>
                    <a:pt x="511" y="459"/>
                  </a:lnTo>
                  <a:lnTo>
                    <a:pt x="511" y="457"/>
                  </a:lnTo>
                  <a:lnTo>
                    <a:pt x="509" y="455"/>
                  </a:lnTo>
                  <a:lnTo>
                    <a:pt x="509" y="452"/>
                  </a:lnTo>
                  <a:lnTo>
                    <a:pt x="506" y="452"/>
                  </a:lnTo>
                  <a:lnTo>
                    <a:pt x="506" y="450"/>
                  </a:lnTo>
                  <a:lnTo>
                    <a:pt x="506" y="450"/>
                  </a:lnTo>
                  <a:lnTo>
                    <a:pt x="506" y="448"/>
                  </a:lnTo>
                  <a:lnTo>
                    <a:pt x="509" y="445"/>
                  </a:lnTo>
                  <a:lnTo>
                    <a:pt x="511" y="443"/>
                  </a:lnTo>
                  <a:lnTo>
                    <a:pt x="516" y="440"/>
                  </a:lnTo>
                  <a:lnTo>
                    <a:pt x="516" y="438"/>
                  </a:lnTo>
                  <a:lnTo>
                    <a:pt x="518" y="438"/>
                  </a:lnTo>
                  <a:lnTo>
                    <a:pt x="521" y="438"/>
                  </a:lnTo>
                  <a:lnTo>
                    <a:pt x="528" y="440"/>
                  </a:lnTo>
                  <a:lnTo>
                    <a:pt x="533" y="438"/>
                  </a:lnTo>
                  <a:lnTo>
                    <a:pt x="540" y="436"/>
                  </a:lnTo>
                  <a:lnTo>
                    <a:pt x="544" y="436"/>
                  </a:lnTo>
                  <a:lnTo>
                    <a:pt x="549" y="436"/>
                  </a:lnTo>
                  <a:lnTo>
                    <a:pt x="556" y="436"/>
                  </a:lnTo>
                  <a:lnTo>
                    <a:pt x="563" y="438"/>
                  </a:lnTo>
                  <a:lnTo>
                    <a:pt x="563" y="438"/>
                  </a:lnTo>
                  <a:lnTo>
                    <a:pt x="563" y="438"/>
                  </a:lnTo>
                  <a:lnTo>
                    <a:pt x="563" y="433"/>
                  </a:lnTo>
                  <a:lnTo>
                    <a:pt x="563" y="422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57">
              <a:extLst>
                <a:ext uri="{FF2B5EF4-FFF2-40B4-BE49-F238E27FC236}">
                  <a16:creationId xmlns:a16="http://schemas.microsoft.com/office/drawing/2014/main" id="{BCB49FD5-C50E-6540-F2A6-0E7ECCB114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94961" y="2148559"/>
              <a:ext cx="183380" cy="169373"/>
            </a:xfrm>
            <a:custGeom>
              <a:avLst/>
              <a:gdLst>
                <a:gd name="T0" fmla="*/ 57 w 144"/>
                <a:gd name="T1" fmla="*/ 121 h 133"/>
                <a:gd name="T2" fmla="*/ 47 w 144"/>
                <a:gd name="T3" fmla="*/ 123 h 133"/>
                <a:gd name="T4" fmla="*/ 54 w 144"/>
                <a:gd name="T5" fmla="*/ 133 h 133"/>
                <a:gd name="T6" fmla="*/ 36 w 144"/>
                <a:gd name="T7" fmla="*/ 128 h 133"/>
                <a:gd name="T8" fmla="*/ 33 w 144"/>
                <a:gd name="T9" fmla="*/ 130 h 133"/>
                <a:gd name="T10" fmla="*/ 36 w 144"/>
                <a:gd name="T11" fmla="*/ 133 h 133"/>
                <a:gd name="T12" fmla="*/ 38 w 144"/>
                <a:gd name="T13" fmla="*/ 128 h 133"/>
                <a:gd name="T14" fmla="*/ 24 w 144"/>
                <a:gd name="T15" fmla="*/ 17 h 133"/>
                <a:gd name="T16" fmla="*/ 21 w 144"/>
                <a:gd name="T17" fmla="*/ 17 h 133"/>
                <a:gd name="T18" fmla="*/ 17 w 144"/>
                <a:gd name="T19" fmla="*/ 19 h 133"/>
                <a:gd name="T20" fmla="*/ 21 w 144"/>
                <a:gd name="T21" fmla="*/ 24 h 133"/>
                <a:gd name="T22" fmla="*/ 26 w 144"/>
                <a:gd name="T23" fmla="*/ 22 h 133"/>
                <a:gd name="T24" fmla="*/ 19 w 144"/>
                <a:gd name="T25" fmla="*/ 10 h 133"/>
                <a:gd name="T26" fmla="*/ 21 w 144"/>
                <a:gd name="T27" fmla="*/ 5 h 133"/>
                <a:gd name="T28" fmla="*/ 19 w 144"/>
                <a:gd name="T29" fmla="*/ 3 h 133"/>
                <a:gd name="T30" fmla="*/ 10 w 144"/>
                <a:gd name="T31" fmla="*/ 3 h 133"/>
                <a:gd name="T32" fmla="*/ 2 w 144"/>
                <a:gd name="T33" fmla="*/ 5 h 133"/>
                <a:gd name="T34" fmla="*/ 2 w 144"/>
                <a:gd name="T35" fmla="*/ 10 h 133"/>
                <a:gd name="T36" fmla="*/ 5 w 144"/>
                <a:gd name="T37" fmla="*/ 17 h 133"/>
                <a:gd name="T38" fmla="*/ 17 w 144"/>
                <a:gd name="T39" fmla="*/ 10 h 133"/>
                <a:gd name="T40" fmla="*/ 62 w 144"/>
                <a:gd name="T41" fmla="*/ 31 h 133"/>
                <a:gd name="T42" fmla="*/ 54 w 144"/>
                <a:gd name="T43" fmla="*/ 29 h 133"/>
                <a:gd name="T44" fmla="*/ 54 w 144"/>
                <a:gd name="T45" fmla="*/ 33 h 133"/>
                <a:gd name="T46" fmla="*/ 57 w 144"/>
                <a:gd name="T47" fmla="*/ 41 h 133"/>
                <a:gd name="T48" fmla="*/ 69 w 144"/>
                <a:gd name="T49" fmla="*/ 36 h 133"/>
                <a:gd name="T50" fmla="*/ 102 w 144"/>
                <a:gd name="T51" fmla="*/ 121 h 133"/>
                <a:gd name="T52" fmla="*/ 99 w 144"/>
                <a:gd name="T53" fmla="*/ 116 h 133"/>
                <a:gd name="T54" fmla="*/ 99 w 144"/>
                <a:gd name="T55" fmla="*/ 114 h 133"/>
                <a:gd name="T56" fmla="*/ 97 w 144"/>
                <a:gd name="T57" fmla="*/ 114 h 133"/>
                <a:gd name="T58" fmla="*/ 90 w 144"/>
                <a:gd name="T59" fmla="*/ 109 h 133"/>
                <a:gd name="T60" fmla="*/ 88 w 144"/>
                <a:gd name="T61" fmla="*/ 104 h 133"/>
                <a:gd name="T62" fmla="*/ 88 w 144"/>
                <a:gd name="T63" fmla="*/ 104 h 133"/>
                <a:gd name="T64" fmla="*/ 88 w 144"/>
                <a:gd name="T65" fmla="*/ 109 h 133"/>
                <a:gd name="T66" fmla="*/ 85 w 144"/>
                <a:gd name="T67" fmla="*/ 112 h 133"/>
                <a:gd name="T68" fmla="*/ 85 w 144"/>
                <a:gd name="T69" fmla="*/ 119 h 133"/>
                <a:gd name="T70" fmla="*/ 88 w 144"/>
                <a:gd name="T71" fmla="*/ 121 h 133"/>
                <a:gd name="T72" fmla="*/ 97 w 144"/>
                <a:gd name="T73" fmla="*/ 128 h 133"/>
                <a:gd name="T74" fmla="*/ 102 w 144"/>
                <a:gd name="T75" fmla="*/ 126 h 133"/>
                <a:gd name="T76" fmla="*/ 104 w 144"/>
                <a:gd name="T77" fmla="*/ 121 h 133"/>
                <a:gd name="T78" fmla="*/ 144 w 144"/>
                <a:gd name="T79" fmla="*/ 57 h 133"/>
                <a:gd name="T80" fmla="*/ 137 w 144"/>
                <a:gd name="T81" fmla="*/ 55 h 133"/>
                <a:gd name="T82" fmla="*/ 133 w 144"/>
                <a:gd name="T83" fmla="*/ 55 h 133"/>
                <a:gd name="T84" fmla="*/ 130 w 144"/>
                <a:gd name="T85" fmla="*/ 62 h 133"/>
                <a:gd name="T86" fmla="*/ 133 w 144"/>
                <a:gd name="T87" fmla="*/ 67 h 133"/>
                <a:gd name="T88" fmla="*/ 144 w 144"/>
                <a:gd name="T89" fmla="*/ 64 h 133"/>
                <a:gd name="T90" fmla="*/ 130 w 144"/>
                <a:gd name="T91" fmla="*/ 33 h 133"/>
                <a:gd name="T92" fmla="*/ 133 w 144"/>
                <a:gd name="T93" fmla="*/ 31 h 133"/>
                <a:gd name="T94" fmla="*/ 133 w 144"/>
                <a:gd name="T95" fmla="*/ 29 h 133"/>
                <a:gd name="T96" fmla="*/ 133 w 144"/>
                <a:gd name="T97" fmla="*/ 22 h 133"/>
                <a:gd name="T98" fmla="*/ 130 w 144"/>
                <a:gd name="T99" fmla="*/ 19 h 133"/>
                <a:gd name="T100" fmla="*/ 128 w 144"/>
                <a:gd name="T101" fmla="*/ 26 h 133"/>
                <a:gd name="T102" fmla="*/ 121 w 144"/>
                <a:gd name="T103" fmla="*/ 107 h 133"/>
                <a:gd name="T104" fmla="*/ 118 w 144"/>
                <a:gd name="T105" fmla="*/ 104 h 133"/>
                <a:gd name="T106" fmla="*/ 116 w 144"/>
                <a:gd name="T107" fmla="*/ 104 h 133"/>
                <a:gd name="T108" fmla="*/ 114 w 144"/>
                <a:gd name="T109" fmla="*/ 109 h 133"/>
                <a:gd name="T110" fmla="*/ 114 w 144"/>
                <a:gd name="T111" fmla="*/ 112 h 133"/>
                <a:gd name="T112" fmla="*/ 118 w 144"/>
                <a:gd name="T113" fmla="*/ 116 h 133"/>
                <a:gd name="T114" fmla="*/ 121 w 144"/>
                <a:gd name="T115" fmla="*/ 11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44" h="133">
                  <a:moveTo>
                    <a:pt x="57" y="128"/>
                  </a:moveTo>
                  <a:lnTo>
                    <a:pt x="57" y="128"/>
                  </a:lnTo>
                  <a:lnTo>
                    <a:pt x="57" y="126"/>
                  </a:lnTo>
                  <a:lnTo>
                    <a:pt x="57" y="126"/>
                  </a:lnTo>
                  <a:lnTo>
                    <a:pt x="57" y="123"/>
                  </a:lnTo>
                  <a:lnTo>
                    <a:pt x="57" y="121"/>
                  </a:lnTo>
                  <a:lnTo>
                    <a:pt x="57" y="121"/>
                  </a:lnTo>
                  <a:lnTo>
                    <a:pt x="54" y="121"/>
                  </a:lnTo>
                  <a:lnTo>
                    <a:pt x="54" y="119"/>
                  </a:lnTo>
                  <a:lnTo>
                    <a:pt x="52" y="121"/>
                  </a:lnTo>
                  <a:lnTo>
                    <a:pt x="52" y="121"/>
                  </a:lnTo>
                  <a:lnTo>
                    <a:pt x="50" y="121"/>
                  </a:lnTo>
                  <a:lnTo>
                    <a:pt x="47" y="123"/>
                  </a:lnTo>
                  <a:lnTo>
                    <a:pt x="47" y="123"/>
                  </a:lnTo>
                  <a:lnTo>
                    <a:pt x="45" y="126"/>
                  </a:lnTo>
                  <a:lnTo>
                    <a:pt x="45" y="126"/>
                  </a:lnTo>
                  <a:lnTo>
                    <a:pt x="45" y="128"/>
                  </a:lnTo>
                  <a:lnTo>
                    <a:pt x="47" y="128"/>
                  </a:lnTo>
                  <a:lnTo>
                    <a:pt x="50" y="130"/>
                  </a:lnTo>
                  <a:lnTo>
                    <a:pt x="52" y="133"/>
                  </a:lnTo>
                  <a:lnTo>
                    <a:pt x="54" y="133"/>
                  </a:lnTo>
                  <a:lnTo>
                    <a:pt x="57" y="130"/>
                  </a:lnTo>
                  <a:lnTo>
                    <a:pt x="57" y="130"/>
                  </a:lnTo>
                  <a:lnTo>
                    <a:pt x="57" y="128"/>
                  </a:lnTo>
                  <a:lnTo>
                    <a:pt x="57" y="128"/>
                  </a:lnTo>
                  <a:lnTo>
                    <a:pt x="57" y="128"/>
                  </a:lnTo>
                  <a:close/>
                  <a:moveTo>
                    <a:pt x="38" y="128"/>
                  </a:moveTo>
                  <a:lnTo>
                    <a:pt x="36" y="128"/>
                  </a:lnTo>
                  <a:lnTo>
                    <a:pt x="36" y="128"/>
                  </a:lnTo>
                  <a:lnTo>
                    <a:pt x="36" y="128"/>
                  </a:lnTo>
                  <a:lnTo>
                    <a:pt x="33" y="128"/>
                  </a:lnTo>
                  <a:lnTo>
                    <a:pt x="33" y="128"/>
                  </a:lnTo>
                  <a:lnTo>
                    <a:pt x="33" y="130"/>
                  </a:lnTo>
                  <a:lnTo>
                    <a:pt x="33" y="130"/>
                  </a:lnTo>
                  <a:lnTo>
                    <a:pt x="33" y="130"/>
                  </a:lnTo>
                  <a:lnTo>
                    <a:pt x="33" y="130"/>
                  </a:lnTo>
                  <a:lnTo>
                    <a:pt x="33" y="130"/>
                  </a:lnTo>
                  <a:lnTo>
                    <a:pt x="33" y="130"/>
                  </a:lnTo>
                  <a:lnTo>
                    <a:pt x="33" y="130"/>
                  </a:lnTo>
                  <a:lnTo>
                    <a:pt x="33" y="133"/>
                  </a:lnTo>
                  <a:lnTo>
                    <a:pt x="36" y="133"/>
                  </a:lnTo>
                  <a:lnTo>
                    <a:pt x="36" y="133"/>
                  </a:lnTo>
                  <a:lnTo>
                    <a:pt x="36" y="133"/>
                  </a:lnTo>
                  <a:lnTo>
                    <a:pt x="36" y="133"/>
                  </a:lnTo>
                  <a:lnTo>
                    <a:pt x="36" y="133"/>
                  </a:lnTo>
                  <a:lnTo>
                    <a:pt x="38" y="133"/>
                  </a:lnTo>
                  <a:lnTo>
                    <a:pt x="38" y="130"/>
                  </a:lnTo>
                  <a:lnTo>
                    <a:pt x="38" y="130"/>
                  </a:lnTo>
                  <a:lnTo>
                    <a:pt x="38" y="128"/>
                  </a:lnTo>
                  <a:close/>
                  <a:moveTo>
                    <a:pt x="26" y="19"/>
                  </a:moveTo>
                  <a:lnTo>
                    <a:pt x="26" y="19"/>
                  </a:lnTo>
                  <a:lnTo>
                    <a:pt x="26" y="19"/>
                  </a:lnTo>
                  <a:lnTo>
                    <a:pt x="24" y="19"/>
                  </a:lnTo>
                  <a:lnTo>
                    <a:pt x="24" y="17"/>
                  </a:lnTo>
                  <a:lnTo>
                    <a:pt x="24" y="17"/>
                  </a:lnTo>
                  <a:lnTo>
                    <a:pt x="24" y="17"/>
                  </a:lnTo>
                  <a:lnTo>
                    <a:pt x="24" y="17"/>
                  </a:lnTo>
                  <a:lnTo>
                    <a:pt x="24" y="17"/>
                  </a:lnTo>
                  <a:lnTo>
                    <a:pt x="24" y="17"/>
                  </a:lnTo>
                  <a:lnTo>
                    <a:pt x="24" y="17"/>
                  </a:lnTo>
                  <a:lnTo>
                    <a:pt x="21" y="17"/>
                  </a:lnTo>
                  <a:lnTo>
                    <a:pt x="21" y="17"/>
                  </a:lnTo>
                  <a:lnTo>
                    <a:pt x="21" y="17"/>
                  </a:lnTo>
                  <a:lnTo>
                    <a:pt x="21" y="1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19" y="19"/>
                  </a:lnTo>
                  <a:lnTo>
                    <a:pt x="17" y="19"/>
                  </a:lnTo>
                  <a:lnTo>
                    <a:pt x="17" y="19"/>
                  </a:lnTo>
                  <a:lnTo>
                    <a:pt x="17" y="19"/>
                  </a:lnTo>
                  <a:lnTo>
                    <a:pt x="14" y="19"/>
                  </a:lnTo>
                  <a:lnTo>
                    <a:pt x="14" y="22"/>
                  </a:lnTo>
                  <a:lnTo>
                    <a:pt x="17" y="22"/>
                  </a:lnTo>
                  <a:lnTo>
                    <a:pt x="17" y="22"/>
                  </a:lnTo>
                  <a:lnTo>
                    <a:pt x="17" y="22"/>
                  </a:lnTo>
                  <a:lnTo>
                    <a:pt x="17" y="22"/>
                  </a:lnTo>
                  <a:lnTo>
                    <a:pt x="21" y="24"/>
                  </a:lnTo>
                  <a:lnTo>
                    <a:pt x="21" y="24"/>
                  </a:lnTo>
                  <a:lnTo>
                    <a:pt x="21" y="24"/>
                  </a:lnTo>
                  <a:lnTo>
                    <a:pt x="21" y="24"/>
                  </a:lnTo>
                  <a:lnTo>
                    <a:pt x="21" y="24"/>
                  </a:lnTo>
                  <a:lnTo>
                    <a:pt x="24" y="22"/>
                  </a:lnTo>
                  <a:lnTo>
                    <a:pt x="24" y="22"/>
                  </a:lnTo>
                  <a:lnTo>
                    <a:pt x="26" y="22"/>
                  </a:lnTo>
                  <a:lnTo>
                    <a:pt x="26" y="22"/>
                  </a:lnTo>
                  <a:lnTo>
                    <a:pt x="26" y="22"/>
                  </a:lnTo>
                  <a:lnTo>
                    <a:pt x="26" y="19"/>
                  </a:lnTo>
                  <a:lnTo>
                    <a:pt x="26" y="19"/>
                  </a:lnTo>
                  <a:close/>
                  <a:moveTo>
                    <a:pt x="17" y="10"/>
                  </a:moveTo>
                  <a:lnTo>
                    <a:pt x="19" y="10"/>
                  </a:lnTo>
                  <a:lnTo>
                    <a:pt x="19" y="10"/>
                  </a:lnTo>
                  <a:lnTo>
                    <a:pt x="19" y="10"/>
                  </a:lnTo>
                  <a:lnTo>
                    <a:pt x="19" y="10"/>
                  </a:lnTo>
                  <a:lnTo>
                    <a:pt x="21" y="7"/>
                  </a:lnTo>
                  <a:lnTo>
                    <a:pt x="21" y="7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19" y="3"/>
                  </a:lnTo>
                  <a:lnTo>
                    <a:pt x="19" y="3"/>
                  </a:lnTo>
                  <a:lnTo>
                    <a:pt x="19" y="3"/>
                  </a:lnTo>
                  <a:lnTo>
                    <a:pt x="19" y="3"/>
                  </a:lnTo>
                  <a:lnTo>
                    <a:pt x="19" y="3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0" y="3"/>
                  </a:lnTo>
                  <a:lnTo>
                    <a:pt x="10" y="3"/>
                  </a:lnTo>
                  <a:lnTo>
                    <a:pt x="7" y="3"/>
                  </a:lnTo>
                  <a:lnTo>
                    <a:pt x="7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2" y="5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10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2" y="14"/>
                  </a:lnTo>
                  <a:lnTo>
                    <a:pt x="2" y="17"/>
                  </a:lnTo>
                  <a:lnTo>
                    <a:pt x="5" y="17"/>
                  </a:lnTo>
                  <a:lnTo>
                    <a:pt x="5" y="17"/>
                  </a:lnTo>
                  <a:lnTo>
                    <a:pt x="5" y="17"/>
                  </a:lnTo>
                  <a:lnTo>
                    <a:pt x="5" y="17"/>
                  </a:lnTo>
                  <a:lnTo>
                    <a:pt x="7" y="17"/>
                  </a:lnTo>
                  <a:lnTo>
                    <a:pt x="10" y="14"/>
                  </a:lnTo>
                  <a:lnTo>
                    <a:pt x="12" y="14"/>
                  </a:lnTo>
                  <a:lnTo>
                    <a:pt x="12" y="12"/>
                  </a:lnTo>
                  <a:lnTo>
                    <a:pt x="14" y="12"/>
                  </a:lnTo>
                  <a:lnTo>
                    <a:pt x="17" y="10"/>
                  </a:lnTo>
                  <a:lnTo>
                    <a:pt x="17" y="10"/>
                  </a:lnTo>
                  <a:close/>
                  <a:moveTo>
                    <a:pt x="71" y="33"/>
                  </a:moveTo>
                  <a:lnTo>
                    <a:pt x="71" y="33"/>
                  </a:lnTo>
                  <a:lnTo>
                    <a:pt x="69" y="33"/>
                  </a:lnTo>
                  <a:lnTo>
                    <a:pt x="64" y="31"/>
                  </a:lnTo>
                  <a:lnTo>
                    <a:pt x="64" y="31"/>
                  </a:lnTo>
                  <a:lnTo>
                    <a:pt x="62" y="31"/>
                  </a:lnTo>
                  <a:lnTo>
                    <a:pt x="62" y="31"/>
                  </a:lnTo>
                  <a:lnTo>
                    <a:pt x="59" y="31"/>
                  </a:lnTo>
                  <a:lnTo>
                    <a:pt x="57" y="31"/>
                  </a:lnTo>
                  <a:lnTo>
                    <a:pt x="57" y="31"/>
                  </a:lnTo>
                  <a:lnTo>
                    <a:pt x="57" y="31"/>
                  </a:lnTo>
                  <a:lnTo>
                    <a:pt x="54" y="29"/>
                  </a:lnTo>
                  <a:lnTo>
                    <a:pt x="54" y="29"/>
                  </a:lnTo>
                  <a:lnTo>
                    <a:pt x="54" y="29"/>
                  </a:lnTo>
                  <a:lnTo>
                    <a:pt x="52" y="31"/>
                  </a:lnTo>
                  <a:lnTo>
                    <a:pt x="50" y="31"/>
                  </a:lnTo>
                  <a:lnTo>
                    <a:pt x="52" y="33"/>
                  </a:lnTo>
                  <a:lnTo>
                    <a:pt x="52" y="33"/>
                  </a:lnTo>
                  <a:lnTo>
                    <a:pt x="52" y="33"/>
                  </a:lnTo>
                  <a:lnTo>
                    <a:pt x="54" y="33"/>
                  </a:lnTo>
                  <a:lnTo>
                    <a:pt x="54" y="33"/>
                  </a:lnTo>
                  <a:lnTo>
                    <a:pt x="54" y="36"/>
                  </a:lnTo>
                  <a:lnTo>
                    <a:pt x="54" y="36"/>
                  </a:lnTo>
                  <a:lnTo>
                    <a:pt x="54" y="36"/>
                  </a:lnTo>
                  <a:lnTo>
                    <a:pt x="54" y="36"/>
                  </a:lnTo>
                  <a:lnTo>
                    <a:pt x="54" y="38"/>
                  </a:lnTo>
                  <a:lnTo>
                    <a:pt x="54" y="38"/>
                  </a:lnTo>
                  <a:lnTo>
                    <a:pt x="57" y="41"/>
                  </a:lnTo>
                  <a:lnTo>
                    <a:pt x="57" y="41"/>
                  </a:lnTo>
                  <a:lnTo>
                    <a:pt x="57" y="38"/>
                  </a:lnTo>
                  <a:lnTo>
                    <a:pt x="59" y="36"/>
                  </a:lnTo>
                  <a:lnTo>
                    <a:pt x="59" y="33"/>
                  </a:lnTo>
                  <a:lnTo>
                    <a:pt x="62" y="33"/>
                  </a:lnTo>
                  <a:lnTo>
                    <a:pt x="64" y="33"/>
                  </a:lnTo>
                  <a:lnTo>
                    <a:pt x="69" y="36"/>
                  </a:lnTo>
                  <a:lnTo>
                    <a:pt x="71" y="36"/>
                  </a:lnTo>
                  <a:lnTo>
                    <a:pt x="71" y="36"/>
                  </a:lnTo>
                  <a:lnTo>
                    <a:pt x="71" y="33"/>
                  </a:lnTo>
                  <a:lnTo>
                    <a:pt x="71" y="33"/>
                  </a:lnTo>
                  <a:lnTo>
                    <a:pt x="71" y="33"/>
                  </a:lnTo>
                  <a:close/>
                  <a:moveTo>
                    <a:pt x="102" y="121"/>
                  </a:moveTo>
                  <a:lnTo>
                    <a:pt x="102" y="121"/>
                  </a:lnTo>
                  <a:lnTo>
                    <a:pt x="102" y="121"/>
                  </a:lnTo>
                  <a:lnTo>
                    <a:pt x="102" y="121"/>
                  </a:lnTo>
                  <a:lnTo>
                    <a:pt x="102" y="121"/>
                  </a:lnTo>
                  <a:lnTo>
                    <a:pt x="102" y="121"/>
                  </a:lnTo>
                  <a:lnTo>
                    <a:pt x="102" y="121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99" y="114"/>
                  </a:lnTo>
                  <a:lnTo>
                    <a:pt x="97" y="114"/>
                  </a:lnTo>
                  <a:lnTo>
                    <a:pt x="99" y="114"/>
                  </a:lnTo>
                  <a:lnTo>
                    <a:pt x="97" y="114"/>
                  </a:lnTo>
                  <a:lnTo>
                    <a:pt x="97" y="114"/>
                  </a:lnTo>
                  <a:lnTo>
                    <a:pt x="97" y="114"/>
                  </a:lnTo>
                  <a:lnTo>
                    <a:pt x="97" y="114"/>
                  </a:lnTo>
                  <a:lnTo>
                    <a:pt x="97" y="114"/>
                  </a:lnTo>
                  <a:lnTo>
                    <a:pt x="95" y="114"/>
                  </a:lnTo>
                  <a:lnTo>
                    <a:pt x="95" y="112"/>
                  </a:lnTo>
                  <a:lnTo>
                    <a:pt x="92" y="109"/>
                  </a:lnTo>
                  <a:lnTo>
                    <a:pt x="92" y="109"/>
                  </a:lnTo>
                  <a:lnTo>
                    <a:pt x="92" y="109"/>
                  </a:lnTo>
                  <a:lnTo>
                    <a:pt x="92" y="109"/>
                  </a:lnTo>
                  <a:lnTo>
                    <a:pt x="90" y="109"/>
                  </a:lnTo>
                  <a:lnTo>
                    <a:pt x="90" y="107"/>
                  </a:lnTo>
                  <a:lnTo>
                    <a:pt x="90" y="107"/>
                  </a:lnTo>
                  <a:lnTo>
                    <a:pt x="90" y="107"/>
                  </a:lnTo>
                  <a:lnTo>
                    <a:pt x="90" y="10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5" y="104"/>
                  </a:lnTo>
                  <a:lnTo>
                    <a:pt x="85" y="104"/>
                  </a:lnTo>
                  <a:lnTo>
                    <a:pt x="88" y="104"/>
                  </a:lnTo>
                  <a:lnTo>
                    <a:pt x="85" y="107"/>
                  </a:lnTo>
                  <a:lnTo>
                    <a:pt x="85" y="107"/>
                  </a:lnTo>
                  <a:lnTo>
                    <a:pt x="85" y="107"/>
                  </a:lnTo>
                  <a:lnTo>
                    <a:pt x="85" y="107"/>
                  </a:lnTo>
                  <a:lnTo>
                    <a:pt x="88" y="109"/>
                  </a:lnTo>
                  <a:lnTo>
                    <a:pt x="88" y="109"/>
                  </a:lnTo>
                  <a:lnTo>
                    <a:pt x="88" y="109"/>
                  </a:lnTo>
                  <a:lnTo>
                    <a:pt x="88" y="109"/>
                  </a:lnTo>
                  <a:lnTo>
                    <a:pt x="85" y="109"/>
                  </a:lnTo>
                  <a:lnTo>
                    <a:pt x="85" y="112"/>
                  </a:lnTo>
                  <a:lnTo>
                    <a:pt x="85" y="112"/>
                  </a:lnTo>
                  <a:lnTo>
                    <a:pt x="85" y="112"/>
                  </a:lnTo>
                  <a:lnTo>
                    <a:pt x="85" y="112"/>
                  </a:lnTo>
                  <a:lnTo>
                    <a:pt x="85" y="112"/>
                  </a:lnTo>
                  <a:lnTo>
                    <a:pt x="85" y="114"/>
                  </a:lnTo>
                  <a:lnTo>
                    <a:pt x="85" y="116"/>
                  </a:lnTo>
                  <a:lnTo>
                    <a:pt x="85" y="116"/>
                  </a:lnTo>
                  <a:lnTo>
                    <a:pt x="85" y="116"/>
                  </a:lnTo>
                  <a:lnTo>
                    <a:pt x="85" y="119"/>
                  </a:lnTo>
                  <a:lnTo>
                    <a:pt x="85" y="119"/>
                  </a:lnTo>
                  <a:lnTo>
                    <a:pt x="85" y="119"/>
                  </a:lnTo>
                  <a:lnTo>
                    <a:pt x="85" y="119"/>
                  </a:lnTo>
                  <a:lnTo>
                    <a:pt x="85" y="119"/>
                  </a:lnTo>
                  <a:lnTo>
                    <a:pt x="85" y="121"/>
                  </a:lnTo>
                  <a:lnTo>
                    <a:pt x="85" y="121"/>
                  </a:lnTo>
                  <a:lnTo>
                    <a:pt x="88" y="121"/>
                  </a:lnTo>
                  <a:lnTo>
                    <a:pt x="88" y="121"/>
                  </a:lnTo>
                  <a:lnTo>
                    <a:pt x="88" y="121"/>
                  </a:lnTo>
                  <a:lnTo>
                    <a:pt x="88" y="123"/>
                  </a:lnTo>
                  <a:lnTo>
                    <a:pt x="90" y="123"/>
                  </a:lnTo>
                  <a:lnTo>
                    <a:pt x="90" y="126"/>
                  </a:lnTo>
                  <a:lnTo>
                    <a:pt x="92" y="126"/>
                  </a:lnTo>
                  <a:lnTo>
                    <a:pt x="95" y="126"/>
                  </a:lnTo>
                  <a:lnTo>
                    <a:pt x="95" y="128"/>
                  </a:lnTo>
                  <a:lnTo>
                    <a:pt x="97" y="128"/>
                  </a:lnTo>
                  <a:lnTo>
                    <a:pt x="97" y="128"/>
                  </a:lnTo>
                  <a:lnTo>
                    <a:pt x="97" y="128"/>
                  </a:lnTo>
                  <a:lnTo>
                    <a:pt x="99" y="128"/>
                  </a:lnTo>
                  <a:lnTo>
                    <a:pt x="99" y="128"/>
                  </a:lnTo>
                  <a:lnTo>
                    <a:pt x="99" y="128"/>
                  </a:lnTo>
                  <a:lnTo>
                    <a:pt x="99" y="128"/>
                  </a:lnTo>
                  <a:lnTo>
                    <a:pt x="102" y="126"/>
                  </a:lnTo>
                  <a:lnTo>
                    <a:pt x="102" y="126"/>
                  </a:lnTo>
                  <a:lnTo>
                    <a:pt x="102" y="126"/>
                  </a:lnTo>
                  <a:lnTo>
                    <a:pt x="102" y="123"/>
                  </a:lnTo>
                  <a:lnTo>
                    <a:pt x="102" y="123"/>
                  </a:lnTo>
                  <a:lnTo>
                    <a:pt x="102" y="123"/>
                  </a:lnTo>
                  <a:lnTo>
                    <a:pt x="104" y="123"/>
                  </a:lnTo>
                  <a:lnTo>
                    <a:pt x="104" y="121"/>
                  </a:lnTo>
                  <a:lnTo>
                    <a:pt x="104" y="121"/>
                  </a:lnTo>
                  <a:lnTo>
                    <a:pt x="102" y="121"/>
                  </a:lnTo>
                  <a:close/>
                  <a:moveTo>
                    <a:pt x="144" y="62"/>
                  </a:moveTo>
                  <a:lnTo>
                    <a:pt x="144" y="62"/>
                  </a:lnTo>
                  <a:lnTo>
                    <a:pt x="144" y="62"/>
                  </a:lnTo>
                  <a:lnTo>
                    <a:pt x="144" y="59"/>
                  </a:lnTo>
                  <a:lnTo>
                    <a:pt x="144" y="57"/>
                  </a:lnTo>
                  <a:lnTo>
                    <a:pt x="142" y="57"/>
                  </a:lnTo>
                  <a:lnTo>
                    <a:pt x="142" y="57"/>
                  </a:lnTo>
                  <a:lnTo>
                    <a:pt x="142" y="57"/>
                  </a:lnTo>
                  <a:lnTo>
                    <a:pt x="142" y="55"/>
                  </a:lnTo>
                  <a:lnTo>
                    <a:pt x="142" y="55"/>
                  </a:lnTo>
                  <a:lnTo>
                    <a:pt x="142" y="55"/>
                  </a:lnTo>
                  <a:lnTo>
                    <a:pt x="137" y="55"/>
                  </a:lnTo>
                  <a:lnTo>
                    <a:pt x="137" y="55"/>
                  </a:lnTo>
                  <a:lnTo>
                    <a:pt x="137" y="55"/>
                  </a:lnTo>
                  <a:lnTo>
                    <a:pt x="137" y="55"/>
                  </a:lnTo>
                  <a:lnTo>
                    <a:pt x="135" y="55"/>
                  </a:lnTo>
                  <a:lnTo>
                    <a:pt x="133" y="55"/>
                  </a:lnTo>
                  <a:lnTo>
                    <a:pt x="133" y="55"/>
                  </a:lnTo>
                  <a:lnTo>
                    <a:pt x="133" y="55"/>
                  </a:lnTo>
                  <a:lnTo>
                    <a:pt x="133" y="55"/>
                  </a:lnTo>
                  <a:lnTo>
                    <a:pt x="133" y="55"/>
                  </a:lnTo>
                  <a:lnTo>
                    <a:pt x="130" y="55"/>
                  </a:lnTo>
                  <a:lnTo>
                    <a:pt x="133" y="59"/>
                  </a:lnTo>
                  <a:lnTo>
                    <a:pt x="130" y="62"/>
                  </a:lnTo>
                  <a:lnTo>
                    <a:pt x="130" y="62"/>
                  </a:lnTo>
                  <a:lnTo>
                    <a:pt x="130" y="62"/>
                  </a:lnTo>
                  <a:lnTo>
                    <a:pt x="130" y="64"/>
                  </a:lnTo>
                  <a:lnTo>
                    <a:pt x="130" y="64"/>
                  </a:lnTo>
                  <a:lnTo>
                    <a:pt x="130" y="64"/>
                  </a:lnTo>
                  <a:lnTo>
                    <a:pt x="130" y="67"/>
                  </a:lnTo>
                  <a:lnTo>
                    <a:pt x="133" y="67"/>
                  </a:lnTo>
                  <a:lnTo>
                    <a:pt x="133" y="67"/>
                  </a:lnTo>
                  <a:lnTo>
                    <a:pt x="133" y="67"/>
                  </a:lnTo>
                  <a:lnTo>
                    <a:pt x="135" y="69"/>
                  </a:lnTo>
                  <a:lnTo>
                    <a:pt x="135" y="69"/>
                  </a:lnTo>
                  <a:lnTo>
                    <a:pt x="137" y="69"/>
                  </a:lnTo>
                  <a:lnTo>
                    <a:pt x="137" y="67"/>
                  </a:lnTo>
                  <a:lnTo>
                    <a:pt x="140" y="67"/>
                  </a:lnTo>
                  <a:lnTo>
                    <a:pt x="144" y="64"/>
                  </a:lnTo>
                  <a:lnTo>
                    <a:pt x="144" y="64"/>
                  </a:lnTo>
                  <a:lnTo>
                    <a:pt x="144" y="64"/>
                  </a:lnTo>
                  <a:lnTo>
                    <a:pt x="144" y="62"/>
                  </a:lnTo>
                  <a:lnTo>
                    <a:pt x="144" y="62"/>
                  </a:lnTo>
                  <a:lnTo>
                    <a:pt x="144" y="62"/>
                  </a:lnTo>
                  <a:lnTo>
                    <a:pt x="144" y="62"/>
                  </a:lnTo>
                  <a:close/>
                  <a:moveTo>
                    <a:pt x="130" y="31"/>
                  </a:moveTo>
                  <a:lnTo>
                    <a:pt x="130" y="33"/>
                  </a:lnTo>
                  <a:lnTo>
                    <a:pt x="133" y="33"/>
                  </a:lnTo>
                  <a:lnTo>
                    <a:pt x="133" y="33"/>
                  </a:lnTo>
                  <a:lnTo>
                    <a:pt x="133" y="33"/>
                  </a:lnTo>
                  <a:lnTo>
                    <a:pt x="133" y="33"/>
                  </a:lnTo>
                  <a:lnTo>
                    <a:pt x="133" y="33"/>
                  </a:lnTo>
                  <a:lnTo>
                    <a:pt x="133" y="33"/>
                  </a:lnTo>
                  <a:lnTo>
                    <a:pt x="133" y="31"/>
                  </a:lnTo>
                  <a:lnTo>
                    <a:pt x="133" y="31"/>
                  </a:lnTo>
                  <a:lnTo>
                    <a:pt x="133" y="31"/>
                  </a:lnTo>
                  <a:lnTo>
                    <a:pt x="133" y="31"/>
                  </a:lnTo>
                  <a:lnTo>
                    <a:pt x="133" y="31"/>
                  </a:lnTo>
                  <a:lnTo>
                    <a:pt x="133" y="31"/>
                  </a:lnTo>
                  <a:lnTo>
                    <a:pt x="133" y="29"/>
                  </a:lnTo>
                  <a:lnTo>
                    <a:pt x="133" y="29"/>
                  </a:lnTo>
                  <a:lnTo>
                    <a:pt x="133" y="29"/>
                  </a:lnTo>
                  <a:lnTo>
                    <a:pt x="133" y="29"/>
                  </a:lnTo>
                  <a:lnTo>
                    <a:pt x="133" y="26"/>
                  </a:lnTo>
                  <a:lnTo>
                    <a:pt x="133" y="26"/>
                  </a:lnTo>
                  <a:lnTo>
                    <a:pt x="133" y="24"/>
                  </a:lnTo>
                  <a:lnTo>
                    <a:pt x="133" y="24"/>
                  </a:lnTo>
                  <a:lnTo>
                    <a:pt x="133" y="22"/>
                  </a:lnTo>
                  <a:lnTo>
                    <a:pt x="133" y="22"/>
                  </a:lnTo>
                  <a:lnTo>
                    <a:pt x="133" y="22"/>
                  </a:lnTo>
                  <a:lnTo>
                    <a:pt x="133" y="22"/>
                  </a:lnTo>
                  <a:lnTo>
                    <a:pt x="133" y="22"/>
                  </a:lnTo>
                  <a:lnTo>
                    <a:pt x="133" y="22"/>
                  </a:lnTo>
                  <a:lnTo>
                    <a:pt x="133" y="19"/>
                  </a:lnTo>
                  <a:lnTo>
                    <a:pt x="130" y="19"/>
                  </a:lnTo>
                  <a:lnTo>
                    <a:pt x="128" y="22"/>
                  </a:lnTo>
                  <a:lnTo>
                    <a:pt x="128" y="22"/>
                  </a:lnTo>
                  <a:lnTo>
                    <a:pt x="128" y="24"/>
                  </a:lnTo>
                  <a:lnTo>
                    <a:pt x="128" y="24"/>
                  </a:lnTo>
                  <a:lnTo>
                    <a:pt x="128" y="24"/>
                  </a:lnTo>
                  <a:lnTo>
                    <a:pt x="128" y="24"/>
                  </a:lnTo>
                  <a:lnTo>
                    <a:pt x="128" y="26"/>
                  </a:lnTo>
                  <a:lnTo>
                    <a:pt x="128" y="26"/>
                  </a:lnTo>
                  <a:lnTo>
                    <a:pt x="128" y="26"/>
                  </a:lnTo>
                  <a:lnTo>
                    <a:pt x="128" y="29"/>
                  </a:lnTo>
                  <a:lnTo>
                    <a:pt x="128" y="29"/>
                  </a:lnTo>
                  <a:lnTo>
                    <a:pt x="130" y="29"/>
                  </a:lnTo>
                  <a:lnTo>
                    <a:pt x="130" y="31"/>
                  </a:lnTo>
                  <a:close/>
                  <a:moveTo>
                    <a:pt x="121" y="107"/>
                  </a:moveTo>
                  <a:lnTo>
                    <a:pt x="121" y="107"/>
                  </a:lnTo>
                  <a:lnTo>
                    <a:pt x="121" y="104"/>
                  </a:lnTo>
                  <a:lnTo>
                    <a:pt x="121" y="104"/>
                  </a:lnTo>
                  <a:lnTo>
                    <a:pt x="118" y="104"/>
                  </a:lnTo>
                  <a:lnTo>
                    <a:pt x="118" y="104"/>
                  </a:lnTo>
                  <a:lnTo>
                    <a:pt x="118" y="104"/>
                  </a:lnTo>
                  <a:lnTo>
                    <a:pt x="118" y="104"/>
                  </a:lnTo>
                  <a:lnTo>
                    <a:pt x="118" y="104"/>
                  </a:lnTo>
                  <a:lnTo>
                    <a:pt x="118" y="104"/>
                  </a:lnTo>
                  <a:lnTo>
                    <a:pt x="116" y="104"/>
                  </a:lnTo>
                  <a:lnTo>
                    <a:pt x="116" y="104"/>
                  </a:lnTo>
                  <a:lnTo>
                    <a:pt x="116" y="104"/>
                  </a:lnTo>
                  <a:lnTo>
                    <a:pt x="116" y="104"/>
                  </a:lnTo>
                  <a:lnTo>
                    <a:pt x="116" y="104"/>
                  </a:lnTo>
                  <a:lnTo>
                    <a:pt x="116" y="104"/>
                  </a:lnTo>
                  <a:lnTo>
                    <a:pt x="116" y="104"/>
                  </a:lnTo>
                  <a:lnTo>
                    <a:pt x="116" y="104"/>
                  </a:lnTo>
                  <a:lnTo>
                    <a:pt x="116" y="104"/>
                  </a:lnTo>
                  <a:lnTo>
                    <a:pt x="116" y="107"/>
                  </a:lnTo>
                  <a:lnTo>
                    <a:pt x="114" y="107"/>
                  </a:lnTo>
                  <a:lnTo>
                    <a:pt x="114" y="109"/>
                  </a:lnTo>
                  <a:lnTo>
                    <a:pt x="114" y="109"/>
                  </a:lnTo>
                  <a:lnTo>
                    <a:pt x="114" y="109"/>
                  </a:lnTo>
                  <a:lnTo>
                    <a:pt x="114" y="109"/>
                  </a:lnTo>
                  <a:lnTo>
                    <a:pt x="114" y="109"/>
                  </a:lnTo>
                  <a:lnTo>
                    <a:pt x="114" y="112"/>
                  </a:lnTo>
                  <a:lnTo>
                    <a:pt x="114" y="112"/>
                  </a:lnTo>
                  <a:lnTo>
                    <a:pt x="114" y="112"/>
                  </a:lnTo>
                  <a:lnTo>
                    <a:pt x="114" y="112"/>
                  </a:lnTo>
                  <a:lnTo>
                    <a:pt x="114" y="114"/>
                  </a:lnTo>
                  <a:lnTo>
                    <a:pt x="114" y="114"/>
                  </a:lnTo>
                  <a:lnTo>
                    <a:pt x="116" y="114"/>
                  </a:lnTo>
                  <a:lnTo>
                    <a:pt x="116" y="116"/>
                  </a:lnTo>
                  <a:lnTo>
                    <a:pt x="118" y="116"/>
                  </a:lnTo>
                  <a:lnTo>
                    <a:pt x="118" y="116"/>
                  </a:lnTo>
                  <a:lnTo>
                    <a:pt x="118" y="116"/>
                  </a:lnTo>
                  <a:lnTo>
                    <a:pt x="118" y="114"/>
                  </a:lnTo>
                  <a:lnTo>
                    <a:pt x="118" y="114"/>
                  </a:lnTo>
                  <a:lnTo>
                    <a:pt x="118" y="114"/>
                  </a:lnTo>
                  <a:lnTo>
                    <a:pt x="121" y="114"/>
                  </a:lnTo>
                  <a:lnTo>
                    <a:pt x="121" y="114"/>
                  </a:lnTo>
                  <a:lnTo>
                    <a:pt x="121" y="114"/>
                  </a:lnTo>
                  <a:lnTo>
                    <a:pt x="121" y="112"/>
                  </a:lnTo>
                  <a:lnTo>
                    <a:pt x="121" y="109"/>
                  </a:lnTo>
                  <a:lnTo>
                    <a:pt x="121" y="107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58">
              <a:extLst>
                <a:ext uri="{FF2B5EF4-FFF2-40B4-BE49-F238E27FC236}">
                  <a16:creationId xmlns:a16="http://schemas.microsoft.com/office/drawing/2014/main" id="{251D5453-A10E-778E-B087-AF0E1381F1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94961" y="2148559"/>
              <a:ext cx="183380" cy="169373"/>
            </a:xfrm>
            <a:custGeom>
              <a:avLst/>
              <a:gdLst>
                <a:gd name="T0" fmla="*/ 57 w 144"/>
                <a:gd name="T1" fmla="*/ 121 h 133"/>
                <a:gd name="T2" fmla="*/ 47 w 144"/>
                <a:gd name="T3" fmla="*/ 123 h 133"/>
                <a:gd name="T4" fmla="*/ 54 w 144"/>
                <a:gd name="T5" fmla="*/ 133 h 133"/>
                <a:gd name="T6" fmla="*/ 36 w 144"/>
                <a:gd name="T7" fmla="*/ 128 h 133"/>
                <a:gd name="T8" fmla="*/ 33 w 144"/>
                <a:gd name="T9" fmla="*/ 130 h 133"/>
                <a:gd name="T10" fmla="*/ 36 w 144"/>
                <a:gd name="T11" fmla="*/ 133 h 133"/>
                <a:gd name="T12" fmla="*/ 38 w 144"/>
                <a:gd name="T13" fmla="*/ 128 h 133"/>
                <a:gd name="T14" fmla="*/ 24 w 144"/>
                <a:gd name="T15" fmla="*/ 17 h 133"/>
                <a:gd name="T16" fmla="*/ 21 w 144"/>
                <a:gd name="T17" fmla="*/ 17 h 133"/>
                <a:gd name="T18" fmla="*/ 17 w 144"/>
                <a:gd name="T19" fmla="*/ 19 h 133"/>
                <a:gd name="T20" fmla="*/ 21 w 144"/>
                <a:gd name="T21" fmla="*/ 24 h 133"/>
                <a:gd name="T22" fmla="*/ 26 w 144"/>
                <a:gd name="T23" fmla="*/ 22 h 133"/>
                <a:gd name="T24" fmla="*/ 19 w 144"/>
                <a:gd name="T25" fmla="*/ 10 h 133"/>
                <a:gd name="T26" fmla="*/ 21 w 144"/>
                <a:gd name="T27" fmla="*/ 5 h 133"/>
                <a:gd name="T28" fmla="*/ 19 w 144"/>
                <a:gd name="T29" fmla="*/ 3 h 133"/>
                <a:gd name="T30" fmla="*/ 10 w 144"/>
                <a:gd name="T31" fmla="*/ 3 h 133"/>
                <a:gd name="T32" fmla="*/ 2 w 144"/>
                <a:gd name="T33" fmla="*/ 5 h 133"/>
                <a:gd name="T34" fmla="*/ 2 w 144"/>
                <a:gd name="T35" fmla="*/ 10 h 133"/>
                <a:gd name="T36" fmla="*/ 5 w 144"/>
                <a:gd name="T37" fmla="*/ 17 h 133"/>
                <a:gd name="T38" fmla="*/ 17 w 144"/>
                <a:gd name="T39" fmla="*/ 10 h 133"/>
                <a:gd name="T40" fmla="*/ 62 w 144"/>
                <a:gd name="T41" fmla="*/ 31 h 133"/>
                <a:gd name="T42" fmla="*/ 54 w 144"/>
                <a:gd name="T43" fmla="*/ 29 h 133"/>
                <a:gd name="T44" fmla="*/ 54 w 144"/>
                <a:gd name="T45" fmla="*/ 33 h 133"/>
                <a:gd name="T46" fmla="*/ 57 w 144"/>
                <a:gd name="T47" fmla="*/ 41 h 133"/>
                <a:gd name="T48" fmla="*/ 69 w 144"/>
                <a:gd name="T49" fmla="*/ 36 h 133"/>
                <a:gd name="T50" fmla="*/ 102 w 144"/>
                <a:gd name="T51" fmla="*/ 121 h 133"/>
                <a:gd name="T52" fmla="*/ 99 w 144"/>
                <a:gd name="T53" fmla="*/ 116 h 133"/>
                <a:gd name="T54" fmla="*/ 99 w 144"/>
                <a:gd name="T55" fmla="*/ 114 h 133"/>
                <a:gd name="T56" fmla="*/ 97 w 144"/>
                <a:gd name="T57" fmla="*/ 114 h 133"/>
                <a:gd name="T58" fmla="*/ 90 w 144"/>
                <a:gd name="T59" fmla="*/ 109 h 133"/>
                <a:gd name="T60" fmla="*/ 88 w 144"/>
                <a:gd name="T61" fmla="*/ 104 h 133"/>
                <a:gd name="T62" fmla="*/ 88 w 144"/>
                <a:gd name="T63" fmla="*/ 104 h 133"/>
                <a:gd name="T64" fmla="*/ 88 w 144"/>
                <a:gd name="T65" fmla="*/ 109 h 133"/>
                <a:gd name="T66" fmla="*/ 85 w 144"/>
                <a:gd name="T67" fmla="*/ 112 h 133"/>
                <a:gd name="T68" fmla="*/ 85 w 144"/>
                <a:gd name="T69" fmla="*/ 119 h 133"/>
                <a:gd name="T70" fmla="*/ 88 w 144"/>
                <a:gd name="T71" fmla="*/ 121 h 133"/>
                <a:gd name="T72" fmla="*/ 97 w 144"/>
                <a:gd name="T73" fmla="*/ 128 h 133"/>
                <a:gd name="T74" fmla="*/ 102 w 144"/>
                <a:gd name="T75" fmla="*/ 126 h 133"/>
                <a:gd name="T76" fmla="*/ 104 w 144"/>
                <a:gd name="T77" fmla="*/ 121 h 133"/>
                <a:gd name="T78" fmla="*/ 144 w 144"/>
                <a:gd name="T79" fmla="*/ 57 h 133"/>
                <a:gd name="T80" fmla="*/ 137 w 144"/>
                <a:gd name="T81" fmla="*/ 55 h 133"/>
                <a:gd name="T82" fmla="*/ 133 w 144"/>
                <a:gd name="T83" fmla="*/ 55 h 133"/>
                <a:gd name="T84" fmla="*/ 130 w 144"/>
                <a:gd name="T85" fmla="*/ 62 h 133"/>
                <a:gd name="T86" fmla="*/ 133 w 144"/>
                <a:gd name="T87" fmla="*/ 67 h 133"/>
                <a:gd name="T88" fmla="*/ 144 w 144"/>
                <a:gd name="T89" fmla="*/ 64 h 133"/>
                <a:gd name="T90" fmla="*/ 130 w 144"/>
                <a:gd name="T91" fmla="*/ 33 h 133"/>
                <a:gd name="T92" fmla="*/ 133 w 144"/>
                <a:gd name="T93" fmla="*/ 31 h 133"/>
                <a:gd name="T94" fmla="*/ 133 w 144"/>
                <a:gd name="T95" fmla="*/ 29 h 133"/>
                <a:gd name="T96" fmla="*/ 133 w 144"/>
                <a:gd name="T97" fmla="*/ 22 h 133"/>
                <a:gd name="T98" fmla="*/ 130 w 144"/>
                <a:gd name="T99" fmla="*/ 19 h 133"/>
                <a:gd name="T100" fmla="*/ 128 w 144"/>
                <a:gd name="T101" fmla="*/ 26 h 133"/>
                <a:gd name="T102" fmla="*/ 121 w 144"/>
                <a:gd name="T103" fmla="*/ 107 h 133"/>
                <a:gd name="T104" fmla="*/ 118 w 144"/>
                <a:gd name="T105" fmla="*/ 104 h 133"/>
                <a:gd name="T106" fmla="*/ 116 w 144"/>
                <a:gd name="T107" fmla="*/ 104 h 133"/>
                <a:gd name="T108" fmla="*/ 114 w 144"/>
                <a:gd name="T109" fmla="*/ 109 h 133"/>
                <a:gd name="T110" fmla="*/ 114 w 144"/>
                <a:gd name="T111" fmla="*/ 112 h 133"/>
                <a:gd name="T112" fmla="*/ 118 w 144"/>
                <a:gd name="T113" fmla="*/ 116 h 133"/>
                <a:gd name="T114" fmla="*/ 121 w 144"/>
                <a:gd name="T115" fmla="*/ 11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44" h="133">
                  <a:moveTo>
                    <a:pt x="57" y="128"/>
                  </a:moveTo>
                  <a:lnTo>
                    <a:pt x="57" y="128"/>
                  </a:lnTo>
                  <a:lnTo>
                    <a:pt x="57" y="126"/>
                  </a:lnTo>
                  <a:lnTo>
                    <a:pt x="57" y="126"/>
                  </a:lnTo>
                  <a:lnTo>
                    <a:pt x="57" y="123"/>
                  </a:lnTo>
                  <a:lnTo>
                    <a:pt x="57" y="121"/>
                  </a:lnTo>
                  <a:lnTo>
                    <a:pt x="57" y="121"/>
                  </a:lnTo>
                  <a:lnTo>
                    <a:pt x="54" y="121"/>
                  </a:lnTo>
                  <a:lnTo>
                    <a:pt x="54" y="119"/>
                  </a:lnTo>
                  <a:lnTo>
                    <a:pt x="52" y="121"/>
                  </a:lnTo>
                  <a:lnTo>
                    <a:pt x="52" y="121"/>
                  </a:lnTo>
                  <a:lnTo>
                    <a:pt x="50" y="121"/>
                  </a:lnTo>
                  <a:lnTo>
                    <a:pt x="47" y="123"/>
                  </a:lnTo>
                  <a:lnTo>
                    <a:pt x="47" y="123"/>
                  </a:lnTo>
                  <a:lnTo>
                    <a:pt x="45" y="126"/>
                  </a:lnTo>
                  <a:lnTo>
                    <a:pt x="45" y="126"/>
                  </a:lnTo>
                  <a:lnTo>
                    <a:pt x="45" y="128"/>
                  </a:lnTo>
                  <a:lnTo>
                    <a:pt x="47" y="128"/>
                  </a:lnTo>
                  <a:lnTo>
                    <a:pt x="50" y="130"/>
                  </a:lnTo>
                  <a:lnTo>
                    <a:pt x="52" y="133"/>
                  </a:lnTo>
                  <a:lnTo>
                    <a:pt x="54" y="133"/>
                  </a:lnTo>
                  <a:lnTo>
                    <a:pt x="57" y="130"/>
                  </a:lnTo>
                  <a:lnTo>
                    <a:pt x="57" y="130"/>
                  </a:lnTo>
                  <a:lnTo>
                    <a:pt x="57" y="128"/>
                  </a:lnTo>
                  <a:lnTo>
                    <a:pt x="57" y="128"/>
                  </a:lnTo>
                  <a:lnTo>
                    <a:pt x="57" y="128"/>
                  </a:lnTo>
                  <a:close/>
                  <a:moveTo>
                    <a:pt x="38" y="128"/>
                  </a:moveTo>
                  <a:lnTo>
                    <a:pt x="36" y="128"/>
                  </a:lnTo>
                  <a:lnTo>
                    <a:pt x="36" y="128"/>
                  </a:lnTo>
                  <a:lnTo>
                    <a:pt x="36" y="128"/>
                  </a:lnTo>
                  <a:lnTo>
                    <a:pt x="33" y="128"/>
                  </a:lnTo>
                  <a:lnTo>
                    <a:pt x="33" y="128"/>
                  </a:lnTo>
                  <a:lnTo>
                    <a:pt x="33" y="130"/>
                  </a:lnTo>
                  <a:lnTo>
                    <a:pt x="33" y="130"/>
                  </a:lnTo>
                  <a:lnTo>
                    <a:pt x="33" y="130"/>
                  </a:lnTo>
                  <a:lnTo>
                    <a:pt x="33" y="130"/>
                  </a:lnTo>
                  <a:lnTo>
                    <a:pt x="33" y="130"/>
                  </a:lnTo>
                  <a:lnTo>
                    <a:pt x="33" y="130"/>
                  </a:lnTo>
                  <a:lnTo>
                    <a:pt x="33" y="130"/>
                  </a:lnTo>
                  <a:lnTo>
                    <a:pt x="33" y="133"/>
                  </a:lnTo>
                  <a:lnTo>
                    <a:pt x="36" y="133"/>
                  </a:lnTo>
                  <a:lnTo>
                    <a:pt x="36" y="133"/>
                  </a:lnTo>
                  <a:lnTo>
                    <a:pt x="36" y="133"/>
                  </a:lnTo>
                  <a:lnTo>
                    <a:pt x="36" y="133"/>
                  </a:lnTo>
                  <a:lnTo>
                    <a:pt x="36" y="133"/>
                  </a:lnTo>
                  <a:lnTo>
                    <a:pt x="38" y="133"/>
                  </a:lnTo>
                  <a:lnTo>
                    <a:pt x="38" y="130"/>
                  </a:lnTo>
                  <a:lnTo>
                    <a:pt x="38" y="130"/>
                  </a:lnTo>
                  <a:lnTo>
                    <a:pt x="38" y="128"/>
                  </a:lnTo>
                  <a:close/>
                  <a:moveTo>
                    <a:pt x="26" y="19"/>
                  </a:moveTo>
                  <a:lnTo>
                    <a:pt x="26" y="19"/>
                  </a:lnTo>
                  <a:lnTo>
                    <a:pt x="26" y="19"/>
                  </a:lnTo>
                  <a:lnTo>
                    <a:pt x="24" y="19"/>
                  </a:lnTo>
                  <a:lnTo>
                    <a:pt x="24" y="17"/>
                  </a:lnTo>
                  <a:lnTo>
                    <a:pt x="24" y="17"/>
                  </a:lnTo>
                  <a:lnTo>
                    <a:pt x="24" y="17"/>
                  </a:lnTo>
                  <a:lnTo>
                    <a:pt x="24" y="17"/>
                  </a:lnTo>
                  <a:lnTo>
                    <a:pt x="24" y="17"/>
                  </a:lnTo>
                  <a:lnTo>
                    <a:pt x="24" y="17"/>
                  </a:lnTo>
                  <a:lnTo>
                    <a:pt x="24" y="17"/>
                  </a:lnTo>
                  <a:lnTo>
                    <a:pt x="21" y="17"/>
                  </a:lnTo>
                  <a:lnTo>
                    <a:pt x="21" y="17"/>
                  </a:lnTo>
                  <a:lnTo>
                    <a:pt x="21" y="17"/>
                  </a:lnTo>
                  <a:lnTo>
                    <a:pt x="21" y="17"/>
                  </a:lnTo>
                  <a:lnTo>
                    <a:pt x="19" y="17"/>
                  </a:lnTo>
                  <a:lnTo>
                    <a:pt x="19" y="17"/>
                  </a:lnTo>
                  <a:lnTo>
                    <a:pt x="19" y="19"/>
                  </a:lnTo>
                  <a:lnTo>
                    <a:pt x="17" y="19"/>
                  </a:lnTo>
                  <a:lnTo>
                    <a:pt x="17" y="19"/>
                  </a:lnTo>
                  <a:lnTo>
                    <a:pt x="17" y="19"/>
                  </a:lnTo>
                  <a:lnTo>
                    <a:pt x="14" y="19"/>
                  </a:lnTo>
                  <a:lnTo>
                    <a:pt x="14" y="22"/>
                  </a:lnTo>
                  <a:lnTo>
                    <a:pt x="17" y="22"/>
                  </a:lnTo>
                  <a:lnTo>
                    <a:pt x="17" y="22"/>
                  </a:lnTo>
                  <a:lnTo>
                    <a:pt x="17" y="22"/>
                  </a:lnTo>
                  <a:lnTo>
                    <a:pt x="17" y="22"/>
                  </a:lnTo>
                  <a:lnTo>
                    <a:pt x="21" y="24"/>
                  </a:lnTo>
                  <a:lnTo>
                    <a:pt x="21" y="24"/>
                  </a:lnTo>
                  <a:lnTo>
                    <a:pt x="21" y="24"/>
                  </a:lnTo>
                  <a:lnTo>
                    <a:pt x="21" y="24"/>
                  </a:lnTo>
                  <a:lnTo>
                    <a:pt x="21" y="24"/>
                  </a:lnTo>
                  <a:lnTo>
                    <a:pt x="24" y="22"/>
                  </a:lnTo>
                  <a:lnTo>
                    <a:pt x="24" y="22"/>
                  </a:lnTo>
                  <a:lnTo>
                    <a:pt x="26" y="22"/>
                  </a:lnTo>
                  <a:lnTo>
                    <a:pt x="26" y="22"/>
                  </a:lnTo>
                  <a:lnTo>
                    <a:pt x="26" y="22"/>
                  </a:lnTo>
                  <a:lnTo>
                    <a:pt x="26" y="19"/>
                  </a:lnTo>
                  <a:lnTo>
                    <a:pt x="26" y="19"/>
                  </a:lnTo>
                  <a:close/>
                  <a:moveTo>
                    <a:pt x="17" y="10"/>
                  </a:moveTo>
                  <a:lnTo>
                    <a:pt x="19" y="10"/>
                  </a:lnTo>
                  <a:lnTo>
                    <a:pt x="19" y="10"/>
                  </a:lnTo>
                  <a:lnTo>
                    <a:pt x="19" y="10"/>
                  </a:lnTo>
                  <a:lnTo>
                    <a:pt x="19" y="10"/>
                  </a:lnTo>
                  <a:lnTo>
                    <a:pt x="21" y="7"/>
                  </a:lnTo>
                  <a:lnTo>
                    <a:pt x="21" y="7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19" y="3"/>
                  </a:lnTo>
                  <a:lnTo>
                    <a:pt x="19" y="3"/>
                  </a:lnTo>
                  <a:lnTo>
                    <a:pt x="19" y="3"/>
                  </a:lnTo>
                  <a:lnTo>
                    <a:pt x="19" y="3"/>
                  </a:lnTo>
                  <a:lnTo>
                    <a:pt x="19" y="3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0" y="3"/>
                  </a:lnTo>
                  <a:lnTo>
                    <a:pt x="10" y="3"/>
                  </a:lnTo>
                  <a:lnTo>
                    <a:pt x="7" y="3"/>
                  </a:lnTo>
                  <a:lnTo>
                    <a:pt x="7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2" y="5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10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2" y="14"/>
                  </a:lnTo>
                  <a:lnTo>
                    <a:pt x="2" y="17"/>
                  </a:lnTo>
                  <a:lnTo>
                    <a:pt x="5" y="17"/>
                  </a:lnTo>
                  <a:lnTo>
                    <a:pt x="5" y="17"/>
                  </a:lnTo>
                  <a:lnTo>
                    <a:pt x="5" y="17"/>
                  </a:lnTo>
                  <a:lnTo>
                    <a:pt x="5" y="17"/>
                  </a:lnTo>
                  <a:lnTo>
                    <a:pt x="7" y="17"/>
                  </a:lnTo>
                  <a:lnTo>
                    <a:pt x="10" y="14"/>
                  </a:lnTo>
                  <a:lnTo>
                    <a:pt x="12" y="14"/>
                  </a:lnTo>
                  <a:lnTo>
                    <a:pt x="12" y="12"/>
                  </a:lnTo>
                  <a:lnTo>
                    <a:pt x="14" y="12"/>
                  </a:lnTo>
                  <a:lnTo>
                    <a:pt x="17" y="10"/>
                  </a:lnTo>
                  <a:lnTo>
                    <a:pt x="17" y="10"/>
                  </a:lnTo>
                  <a:close/>
                  <a:moveTo>
                    <a:pt x="71" y="33"/>
                  </a:moveTo>
                  <a:lnTo>
                    <a:pt x="71" y="33"/>
                  </a:lnTo>
                  <a:lnTo>
                    <a:pt x="69" y="33"/>
                  </a:lnTo>
                  <a:lnTo>
                    <a:pt x="64" y="31"/>
                  </a:lnTo>
                  <a:lnTo>
                    <a:pt x="64" y="31"/>
                  </a:lnTo>
                  <a:lnTo>
                    <a:pt x="62" y="31"/>
                  </a:lnTo>
                  <a:lnTo>
                    <a:pt x="62" y="31"/>
                  </a:lnTo>
                  <a:lnTo>
                    <a:pt x="59" y="31"/>
                  </a:lnTo>
                  <a:lnTo>
                    <a:pt x="57" y="31"/>
                  </a:lnTo>
                  <a:lnTo>
                    <a:pt x="57" y="31"/>
                  </a:lnTo>
                  <a:lnTo>
                    <a:pt x="57" y="31"/>
                  </a:lnTo>
                  <a:lnTo>
                    <a:pt x="54" y="29"/>
                  </a:lnTo>
                  <a:lnTo>
                    <a:pt x="54" y="29"/>
                  </a:lnTo>
                  <a:lnTo>
                    <a:pt x="54" y="29"/>
                  </a:lnTo>
                  <a:lnTo>
                    <a:pt x="52" y="31"/>
                  </a:lnTo>
                  <a:lnTo>
                    <a:pt x="50" y="31"/>
                  </a:lnTo>
                  <a:lnTo>
                    <a:pt x="52" y="33"/>
                  </a:lnTo>
                  <a:lnTo>
                    <a:pt x="52" y="33"/>
                  </a:lnTo>
                  <a:lnTo>
                    <a:pt x="52" y="33"/>
                  </a:lnTo>
                  <a:lnTo>
                    <a:pt x="54" y="33"/>
                  </a:lnTo>
                  <a:lnTo>
                    <a:pt x="54" y="33"/>
                  </a:lnTo>
                  <a:lnTo>
                    <a:pt x="54" y="36"/>
                  </a:lnTo>
                  <a:lnTo>
                    <a:pt x="54" y="36"/>
                  </a:lnTo>
                  <a:lnTo>
                    <a:pt x="54" y="36"/>
                  </a:lnTo>
                  <a:lnTo>
                    <a:pt x="54" y="36"/>
                  </a:lnTo>
                  <a:lnTo>
                    <a:pt x="54" y="38"/>
                  </a:lnTo>
                  <a:lnTo>
                    <a:pt x="54" y="38"/>
                  </a:lnTo>
                  <a:lnTo>
                    <a:pt x="57" y="41"/>
                  </a:lnTo>
                  <a:lnTo>
                    <a:pt x="57" y="41"/>
                  </a:lnTo>
                  <a:lnTo>
                    <a:pt x="57" y="38"/>
                  </a:lnTo>
                  <a:lnTo>
                    <a:pt x="59" y="36"/>
                  </a:lnTo>
                  <a:lnTo>
                    <a:pt x="59" y="33"/>
                  </a:lnTo>
                  <a:lnTo>
                    <a:pt x="62" y="33"/>
                  </a:lnTo>
                  <a:lnTo>
                    <a:pt x="64" y="33"/>
                  </a:lnTo>
                  <a:lnTo>
                    <a:pt x="69" y="36"/>
                  </a:lnTo>
                  <a:lnTo>
                    <a:pt x="71" y="36"/>
                  </a:lnTo>
                  <a:lnTo>
                    <a:pt x="71" y="36"/>
                  </a:lnTo>
                  <a:lnTo>
                    <a:pt x="71" y="33"/>
                  </a:lnTo>
                  <a:lnTo>
                    <a:pt x="71" y="33"/>
                  </a:lnTo>
                  <a:lnTo>
                    <a:pt x="71" y="33"/>
                  </a:lnTo>
                  <a:close/>
                  <a:moveTo>
                    <a:pt x="102" y="121"/>
                  </a:moveTo>
                  <a:lnTo>
                    <a:pt x="102" y="121"/>
                  </a:lnTo>
                  <a:lnTo>
                    <a:pt x="102" y="121"/>
                  </a:lnTo>
                  <a:lnTo>
                    <a:pt x="102" y="121"/>
                  </a:lnTo>
                  <a:lnTo>
                    <a:pt x="102" y="121"/>
                  </a:lnTo>
                  <a:lnTo>
                    <a:pt x="102" y="121"/>
                  </a:lnTo>
                  <a:lnTo>
                    <a:pt x="102" y="121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99" y="114"/>
                  </a:lnTo>
                  <a:lnTo>
                    <a:pt x="97" y="114"/>
                  </a:lnTo>
                  <a:lnTo>
                    <a:pt x="99" y="114"/>
                  </a:lnTo>
                  <a:lnTo>
                    <a:pt x="97" y="114"/>
                  </a:lnTo>
                  <a:lnTo>
                    <a:pt x="97" y="114"/>
                  </a:lnTo>
                  <a:lnTo>
                    <a:pt x="97" y="114"/>
                  </a:lnTo>
                  <a:lnTo>
                    <a:pt x="97" y="114"/>
                  </a:lnTo>
                  <a:lnTo>
                    <a:pt x="97" y="114"/>
                  </a:lnTo>
                  <a:lnTo>
                    <a:pt x="95" y="114"/>
                  </a:lnTo>
                  <a:lnTo>
                    <a:pt x="95" y="112"/>
                  </a:lnTo>
                  <a:lnTo>
                    <a:pt x="92" y="109"/>
                  </a:lnTo>
                  <a:lnTo>
                    <a:pt x="92" y="109"/>
                  </a:lnTo>
                  <a:lnTo>
                    <a:pt x="92" y="109"/>
                  </a:lnTo>
                  <a:lnTo>
                    <a:pt x="92" y="109"/>
                  </a:lnTo>
                  <a:lnTo>
                    <a:pt x="90" y="109"/>
                  </a:lnTo>
                  <a:lnTo>
                    <a:pt x="90" y="107"/>
                  </a:lnTo>
                  <a:lnTo>
                    <a:pt x="90" y="107"/>
                  </a:lnTo>
                  <a:lnTo>
                    <a:pt x="90" y="107"/>
                  </a:lnTo>
                  <a:lnTo>
                    <a:pt x="90" y="10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5" y="104"/>
                  </a:lnTo>
                  <a:lnTo>
                    <a:pt x="85" y="104"/>
                  </a:lnTo>
                  <a:lnTo>
                    <a:pt x="88" y="104"/>
                  </a:lnTo>
                  <a:lnTo>
                    <a:pt x="85" y="107"/>
                  </a:lnTo>
                  <a:lnTo>
                    <a:pt x="85" y="107"/>
                  </a:lnTo>
                  <a:lnTo>
                    <a:pt x="85" y="107"/>
                  </a:lnTo>
                  <a:lnTo>
                    <a:pt x="85" y="107"/>
                  </a:lnTo>
                  <a:lnTo>
                    <a:pt x="88" y="109"/>
                  </a:lnTo>
                  <a:lnTo>
                    <a:pt x="88" y="109"/>
                  </a:lnTo>
                  <a:lnTo>
                    <a:pt x="88" y="109"/>
                  </a:lnTo>
                  <a:lnTo>
                    <a:pt x="88" y="109"/>
                  </a:lnTo>
                  <a:lnTo>
                    <a:pt x="85" y="109"/>
                  </a:lnTo>
                  <a:lnTo>
                    <a:pt x="85" y="112"/>
                  </a:lnTo>
                  <a:lnTo>
                    <a:pt x="85" y="112"/>
                  </a:lnTo>
                  <a:lnTo>
                    <a:pt x="85" y="112"/>
                  </a:lnTo>
                  <a:lnTo>
                    <a:pt x="85" y="112"/>
                  </a:lnTo>
                  <a:lnTo>
                    <a:pt x="85" y="112"/>
                  </a:lnTo>
                  <a:lnTo>
                    <a:pt x="85" y="114"/>
                  </a:lnTo>
                  <a:lnTo>
                    <a:pt x="85" y="116"/>
                  </a:lnTo>
                  <a:lnTo>
                    <a:pt x="85" y="116"/>
                  </a:lnTo>
                  <a:lnTo>
                    <a:pt x="85" y="116"/>
                  </a:lnTo>
                  <a:lnTo>
                    <a:pt x="85" y="119"/>
                  </a:lnTo>
                  <a:lnTo>
                    <a:pt x="85" y="119"/>
                  </a:lnTo>
                  <a:lnTo>
                    <a:pt x="85" y="119"/>
                  </a:lnTo>
                  <a:lnTo>
                    <a:pt x="85" y="119"/>
                  </a:lnTo>
                  <a:lnTo>
                    <a:pt x="85" y="119"/>
                  </a:lnTo>
                  <a:lnTo>
                    <a:pt x="85" y="121"/>
                  </a:lnTo>
                  <a:lnTo>
                    <a:pt x="85" y="121"/>
                  </a:lnTo>
                  <a:lnTo>
                    <a:pt x="88" y="121"/>
                  </a:lnTo>
                  <a:lnTo>
                    <a:pt x="88" y="121"/>
                  </a:lnTo>
                  <a:lnTo>
                    <a:pt x="88" y="121"/>
                  </a:lnTo>
                  <a:lnTo>
                    <a:pt x="88" y="123"/>
                  </a:lnTo>
                  <a:lnTo>
                    <a:pt x="90" y="123"/>
                  </a:lnTo>
                  <a:lnTo>
                    <a:pt x="90" y="126"/>
                  </a:lnTo>
                  <a:lnTo>
                    <a:pt x="92" y="126"/>
                  </a:lnTo>
                  <a:lnTo>
                    <a:pt x="95" y="126"/>
                  </a:lnTo>
                  <a:lnTo>
                    <a:pt x="95" y="128"/>
                  </a:lnTo>
                  <a:lnTo>
                    <a:pt x="97" y="128"/>
                  </a:lnTo>
                  <a:lnTo>
                    <a:pt x="97" y="128"/>
                  </a:lnTo>
                  <a:lnTo>
                    <a:pt x="97" y="128"/>
                  </a:lnTo>
                  <a:lnTo>
                    <a:pt x="99" y="128"/>
                  </a:lnTo>
                  <a:lnTo>
                    <a:pt x="99" y="128"/>
                  </a:lnTo>
                  <a:lnTo>
                    <a:pt x="99" y="128"/>
                  </a:lnTo>
                  <a:lnTo>
                    <a:pt x="99" y="128"/>
                  </a:lnTo>
                  <a:lnTo>
                    <a:pt x="102" y="126"/>
                  </a:lnTo>
                  <a:lnTo>
                    <a:pt x="102" y="126"/>
                  </a:lnTo>
                  <a:lnTo>
                    <a:pt x="102" y="126"/>
                  </a:lnTo>
                  <a:lnTo>
                    <a:pt x="102" y="123"/>
                  </a:lnTo>
                  <a:lnTo>
                    <a:pt x="102" y="123"/>
                  </a:lnTo>
                  <a:lnTo>
                    <a:pt x="102" y="123"/>
                  </a:lnTo>
                  <a:lnTo>
                    <a:pt x="104" y="123"/>
                  </a:lnTo>
                  <a:lnTo>
                    <a:pt x="104" y="121"/>
                  </a:lnTo>
                  <a:lnTo>
                    <a:pt x="104" y="121"/>
                  </a:lnTo>
                  <a:lnTo>
                    <a:pt x="102" y="121"/>
                  </a:lnTo>
                  <a:close/>
                  <a:moveTo>
                    <a:pt x="144" y="62"/>
                  </a:moveTo>
                  <a:lnTo>
                    <a:pt x="144" y="62"/>
                  </a:lnTo>
                  <a:lnTo>
                    <a:pt x="144" y="62"/>
                  </a:lnTo>
                  <a:lnTo>
                    <a:pt x="144" y="59"/>
                  </a:lnTo>
                  <a:lnTo>
                    <a:pt x="144" y="57"/>
                  </a:lnTo>
                  <a:lnTo>
                    <a:pt x="142" y="57"/>
                  </a:lnTo>
                  <a:lnTo>
                    <a:pt x="142" y="57"/>
                  </a:lnTo>
                  <a:lnTo>
                    <a:pt x="142" y="57"/>
                  </a:lnTo>
                  <a:lnTo>
                    <a:pt x="142" y="55"/>
                  </a:lnTo>
                  <a:lnTo>
                    <a:pt x="142" y="55"/>
                  </a:lnTo>
                  <a:lnTo>
                    <a:pt x="142" y="55"/>
                  </a:lnTo>
                  <a:lnTo>
                    <a:pt x="137" y="55"/>
                  </a:lnTo>
                  <a:lnTo>
                    <a:pt x="137" y="55"/>
                  </a:lnTo>
                  <a:lnTo>
                    <a:pt x="137" y="55"/>
                  </a:lnTo>
                  <a:lnTo>
                    <a:pt x="137" y="55"/>
                  </a:lnTo>
                  <a:lnTo>
                    <a:pt x="135" y="55"/>
                  </a:lnTo>
                  <a:lnTo>
                    <a:pt x="133" y="55"/>
                  </a:lnTo>
                  <a:lnTo>
                    <a:pt x="133" y="55"/>
                  </a:lnTo>
                  <a:lnTo>
                    <a:pt x="133" y="55"/>
                  </a:lnTo>
                  <a:lnTo>
                    <a:pt x="133" y="55"/>
                  </a:lnTo>
                  <a:lnTo>
                    <a:pt x="133" y="55"/>
                  </a:lnTo>
                  <a:lnTo>
                    <a:pt x="130" y="55"/>
                  </a:lnTo>
                  <a:lnTo>
                    <a:pt x="133" y="59"/>
                  </a:lnTo>
                  <a:lnTo>
                    <a:pt x="130" y="62"/>
                  </a:lnTo>
                  <a:lnTo>
                    <a:pt x="130" y="62"/>
                  </a:lnTo>
                  <a:lnTo>
                    <a:pt x="130" y="62"/>
                  </a:lnTo>
                  <a:lnTo>
                    <a:pt x="130" y="64"/>
                  </a:lnTo>
                  <a:lnTo>
                    <a:pt x="130" y="64"/>
                  </a:lnTo>
                  <a:lnTo>
                    <a:pt x="130" y="64"/>
                  </a:lnTo>
                  <a:lnTo>
                    <a:pt x="130" y="67"/>
                  </a:lnTo>
                  <a:lnTo>
                    <a:pt x="133" y="67"/>
                  </a:lnTo>
                  <a:lnTo>
                    <a:pt x="133" y="67"/>
                  </a:lnTo>
                  <a:lnTo>
                    <a:pt x="133" y="67"/>
                  </a:lnTo>
                  <a:lnTo>
                    <a:pt x="135" y="69"/>
                  </a:lnTo>
                  <a:lnTo>
                    <a:pt x="135" y="69"/>
                  </a:lnTo>
                  <a:lnTo>
                    <a:pt x="137" y="69"/>
                  </a:lnTo>
                  <a:lnTo>
                    <a:pt x="137" y="67"/>
                  </a:lnTo>
                  <a:lnTo>
                    <a:pt x="140" y="67"/>
                  </a:lnTo>
                  <a:lnTo>
                    <a:pt x="144" y="64"/>
                  </a:lnTo>
                  <a:lnTo>
                    <a:pt x="144" y="64"/>
                  </a:lnTo>
                  <a:lnTo>
                    <a:pt x="144" y="64"/>
                  </a:lnTo>
                  <a:lnTo>
                    <a:pt x="144" y="62"/>
                  </a:lnTo>
                  <a:lnTo>
                    <a:pt x="144" y="62"/>
                  </a:lnTo>
                  <a:lnTo>
                    <a:pt x="144" y="62"/>
                  </a:lnTo>
                  <a:lnTo>
                    <a:pt x="144" y="62"/>
                  </a:lnTo>
                  <a:close/>
                  <a:moveTo>
                    <a:pt x="130" y="31"/>
                  </a:moveTo>
                  <a:lnTo>
                    <a:pt x="130" y="33"/>
                  </a:lnTo>
                  <a:lnTo>
                    <a:pt x="133" y="33"/>
                  </a:lnTo>
                  <a:lnTo>
                    <a:pt x="133" y="33"/>
                  </a:lnTo>
                  <a:lnTo>
                    <a:pt x="133" y="33"/>
                  </a:lnTo>
                  <a:lnTo>
                    <a:pt x="133" y="33"/>
                  </a:lnTo>
                  <a:lnTo>
                    <a:pt x="133" y="33"/>
                  </a:lnTo>
                  <a:lnTo>
                    <a:pt x="133" y="33"/>
                  </a:lnTo>
                  <a:lnTo>
                    <a:pt x="133" y="31"/>
                  </a:lnTo>
                  <a:lnTo>
                    <a:pt x="133" y="31"/>
                  </a:lnTo>
                  <a:lnTo>
                    <a:pt x="133" y="31"/>
                  </a:lnTo>
                  <a:lnTo>
                    <a:pt x="133" y="31"/>
                  </a:lnTo>
                  <a:lnTo>
                    <a:pt x="133" y="31"/>
                  </a:lnTo>
                  <a:lnTo>
                    <a:pt x="133" y="31"/>
                  </a:lnTo>
                  <a:lnTo>
                    <a:pt x="133" y="29"/>
                  </a:lnTo>
                  <a:lnTo>
                    <a:pt x="133" y="29"/>
                  </a:lnTo>
                  <a:lnTo>
                    <a:pt x="133" y="29"/>
                  </a:lnTo>
                  <a:lnTo>
                    <a:pt x="133" y="29"/>
                  </a:lnTo>
                  <a:lnTo>
                    <a:pt x="133" y="26"/>
                  </a:lnTo>
                  <a:lnTo>
                    <a:pt x="133" y="26"/>
                  </a:lnTo>
                  <a:lnTo>
                    <a:pt x="133" y="24"/>
                  </a:lnTo>
                  <a:lnTo>
                    <a:pt x="133" y="24"/>
                  </a:lnTo>
                  <a:lnTo>
                    <a:pt x="133" y="22"/>
                  </a:lnTo>
                  <a:lnTo>
                    <a:pt x="133" y="22"/>
                  </a:lnTo>
                  <a:lnTo>
                    <a:pt x="133" y="22"/>
                  </a:lnTo>
                  <a:lnTo>
                    <a:pt x="133" y="22"/>
                  </a:lnTo>
                  <a:lnTo>
                    <a:pt x="133" y="22"/>
                  </a:lnTo>
                  <a:lnTo>
                    <a:pt x="133" y="22"/>
                  </a:lnTo>
                  <a:lnTo>
                    <a:pt x="133" y="19"/>
                  </a:lnTo>
                  <a:lnTo>
                    <a:pt x="130" y="19"/>
                  </a:lnTo>
                  <a:lnTo>
                    <a:pt x="128" y="22"/>
                  </a:lnTo>
                  <a:lnTo>
                    <a:pt x="128" y="22"/>
                  </a:lnTo>
                  <a:lnTo>
                    <a:pt x="128" y="24"/>
                  </a:lnTo>
                  <a:lnTo>
                    <a:pt x="128" y="24"/>
                  </a:lnTo>
                  <a:lnTo>
                    <a:pt x="128" y="24"/>
                  </a:lnTo>
                  <a:lnTo>
                    <a:pt x="128" y="24"/>
                  </a:lnTo>
                  <a:lnTo>
                    <a:pt x="128" y="26"/>
                  </a:lnTo>
                  <a:lnTo>
                    <a:pt x="128" y="26"/>
                  </a:lnTo>
                  <a:lnTo>
                    <a:pt x="128" y="26"/>
                  </a:lnTo>
                  <a:lnTo>
                    <a:pt x="128" y="29"/>
                  </a:lnTo>
                  <a:lnTo>
                    <a:pt x="128" y="29"/>
                  </a:lnTo>
                  <a:lnTo>
                    <a:pt x="130" y="29"/>
                  </a:lnTo>
                  <a:lnTo>
                    <a:pt x="130" y="31"/>
                  </a:lnTo>
                  <a:close/>
                  <a:moveTo>
                    <a:pt x="121" y="107"/>
                  </a:moveTo>
                  <a:lnTo>
                    <a:pt x="121" y="107"/>
                  </a:lnTo>
                  <a:lnTo>
                    <a:pt x="121" y="104"/>
                  </a:lnTo>
                  <a:lnTo>
                    <a:pt x="121" y="104"/>
                  </a:lnTo>
                  <a:lnTo>
                    <a:pt x="118" y="104"/>
                  </a:lnTo>
                  <a:lnTo>
                    <a:pt x="118" y="104"/>
                  </a:lnTo>
                  <a:lnTo>
                    <a:pt x="118" y="104"/>
                  </a:lnTo>
                  <a:lnTo>
                    <a:pt x="118" y="104"/>
                  </a:lnTo>
                  <a:lnTo>
                    <a:pt x="118" y="104"/>
                  </a:lnTo>
                  <a:lnTo>
                    <a:pt x="118" y="104"/>
                  </a:lnTo>
                  <a:lnTo>
                    <a:pt x="116" y="104"/>
                  </a:lnTo>
                  <a:lnTo>
                    <a:pt x="116" y="104"/>
                  </a:lnTo>
                  <a:lnTo>
                    <a:pt x="116" y="104"/>
                  </a:lnTo>
                  <a:lnTo>
                    <a:pt x="116" y="104"/>
                  </a:lnTo>
                  <a:lnTo>
                    <a:pt x="116" y="104"/>
                  </a:lnTo>
                  <a:lnTo>
                    <a:pt x="116" y="104"/>
                  </a:lnTo>
                  <a:lnTo>
                    <a:pt x="116" y="104"/>
                  </a:lnTo>
                  <a:lnTo>
                    <a:pt x="116" y="104"/>
                  </a:lnTo>
                  <a:lnTo>
                    <a:pt x="116" y="104"/>
                  </a:lnTo>
                  <a:lnTo>
                    <a:pt x="116" y="107"/>
                  </a:lnTo>
                  <a:lnTo>
                    <a:pt x="114" y="107"/>
                  </a:lnTo>
                  <a:lnTo>
                    <a:pt x="114" y="109"/>
                  </a:lnTo>
                  <a:lnTo>
                    <a:pt x="114" y="109"/>
                  </a:lnTo>
                  <a:lnTo>
                    <a:pt x="114" y="109"/>
                  </a:lnTo>
                  <a:lnTo>
                    <a:pt x="114" y="109"/>
                  </a:lnTo>
                  <a:lnTo>
                    <a:pt x="114" y="109"/>
                  </a:lnTo>
                  <a:lnTo>
                    <a:pt x="114" y="112"/>
                  </a:lnTo>
                  <a:lnTo>
                    <a:pt x="114" y="112"/>
                  </a:lnTo>
                  <a:lnTo>
                    <a:pt x="114" y="112"/>
                  </a:lnTo>
                  <a:lnTo>
                    <a:pt x="114" y="112"/>
                  </a:lnTo>
                  <a:lnTo>
                    <a:pt x="114" y="114"/>
                  </a:lnTo>
                  <a:lnTo>
                    <a:pt x="114" y="114"/>
                  </a:lnTo>
                  <a:lnTo>
                    <a:pt x="116" y="114"/>
                  </a:lnTo>
                  <a:lnTo>
                    <a:pt x="116" y="116"/>
                  </a:lnTo>
                  <a:lnTo>
                    <a:pt x="118" y="116"/>
                  </a:lnTo>
                  <a:lnTo>
                    <a:pt x="118" y="116"/>
                  </a:lnTo>
                  <a:lnTo>
                    <a:pt x="118" y="116"/>
                  </a:lnTo>
                  <a:lnTo>
                    <a:pt x="118" y="114"/>
                  </a:lnTo>
                  <a:lnTo>
                    <a:pt x="118" y="114"/>
                  </a:lnTo>
                  <a:lnTo>
                    <a:pt x="118" y="114"/>
                  </a:lnTo>
                  <a:lnTo>
                    <a:pt x="121" y="114"/>
                  </a:lnTo>
                  <a:lnTo>
                    <a:pt x="121" y="114"/>
                  </a:lnTo>
                  <a:lnTo>
                    <a:pt x="121" y="114"/>
                  </a:lnTo>
                  <a:lnTo>
                    <a:pt x="121" y="112"/>
                  </a:lnTo>
                  <a:lnTo>
                    <a:pt x="121" y="109"/>
                  </a:lnTo>
                  <a:lnTo>
                    <a:pt x="121" y="107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59">
              <a:extLst>
                <a:ext uri="{FF2B5EF4-FFF2-40B4-BE49-F238E27FC236}">
                  <a16:creationId xmlns:a16="http://schemas.microsoft.com/office/drawing/2014/main" id="{2FCE0D2C-7839-9AAA-D3B9-136933BF0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3772" y="2437638"/>
              <a:ext cx="523399" cy="780641"/>
            </a:xfrm>
            <a:custGeom>
              <a:avLst/>
              <a:gdLst>
                <a:gd name="T0" fmla="*/ 404 w 411"/>
                <a:gd name="T1" fmla="*/ 566 h 613"/>
                <a:gd name="T2" fmla="*/ 402 w 411"/>
                <a:gd name="T3" fmla="*/ 542 h 613"/>
                <a:gd name="T4" fmla="*/ 388 w 411"/>
                <a:gd name="T5" fmla="*/ 535 h 613"/>
                <a:gd name="T6" fmla="*/ 354 w 411"/>
                <a:gd name="T7" fmla="*/ 483 h 613"/>
                <a:gd name="T8" fmla="*/ 331 w 411"/>
                <a:gd name="T9" fmla="*/ 448 h 613"/>
                <a:gd name="T10" fmla="*/ 321 w 411"/>
                <a:gd name="T11" fmla="*/ 422 h 613"/>
                <a:gd name="T12" fmla="*/ 324 w 411"/>
                <a:gd name="T13" fmla="*/ 403 h 613"/>
                <a:gd name="T14" fmla="*/ 314 w 411"/>
                <a:gd name="T15" fmla="*/ 379 h 613"/>
                <a:gd name="T16" fmla="*/ 335 w 411"/>
                <a:gd name="T17" fmla="*/ 365 h 613"/>
                <a:gd name="T18" fmla="*/ 357 w 411"/>
                <a:gd name="T19" fmla="*/ 320 h 613"/>
                <a:gd name="T20" fmla="*/ 376 w 411"/>
                <a:gd name="T21" fmla="*/ 287 h 613"/>
                <a:gd name="T22" fmla="*/ 343 w 411"/>
                <a:gd name="T23" fmla="*/ 235 h 613"/>
                <a:gd name="T24" fmla="*/ 302 w 411"/>
                <a:gd name="T25" fmla="*/ 169 h 613"/>
                <a:gd name="T26" fmla="*/ 378 w 411"/>
                <a:gd name="T27" fmla="*/ 166 h 613"/>
                <a:gd name="T28" fmla="*/ 354 w 411"/>
                <a:gd name="T29" fmla="*/ 140 h 613"/>
                <a:gd name="T30" fmla="*/ 350 w 411"/>
                <a:gd name="T31" fmla="*/ 95 h 613"/>
                <a:gd name="T32" fmla="*/ 352 w 411"/>
                <a:gd name="T33" fmla="*/ 71 h 613"/>
                <a:gd name="T34" fmla="*/ 347 w 411"/>
                <a:gd name="T35" fmla="*/ 57 h 613"/>
                <a:gd name="T36" fmla="*/ 340 w 411"/>
                <a:gd name="T37" fmla="*/ 45 h 613"/>
                <a:gd name="T38" fmla="*/ 333 w 411"/>
                <a:gd name="T39" fmla="*/ 24 h 613"/>
                <a:gd name="T40" fmla="*/ 324 w 411"/>
                <a:gd name="T41" fmla="*/ 19 h 613"/>
                <a:gd name="T42" fmla="*/ 302 w 411"/>
                <a:gd name="T43" fmla="*/ 34 h 613"/>
                <a:gd name="T44" fmla="*/ 324 w 411"/>
                <a:gd name="T45" fmla="*/ 48 h 613"/>
                <a:gd name="T46" fmla="*/ 324 w 411"/>
                <a:gd name="T47" fmla="*/ 71 h 613"/>
                <a:gd name="T48" fmla="*/ 317 w 411"/>
                <a:gd name="T49" fmla="*/ 90 h 613"/>
                <a:gd name="T50" fmla="*/ 279 w 411"/>
                <a:gd name="T51" fmla="*/ 112 h 613"/>
                <a:gd name="T52" fmla="*/ 250 w 411"/>
                <a:gd name="T53" fmla="*/ 166 h 613"/>
                <a:gd name="T54" fmla="*/ 231 w 411"/>
                <a:gd name="T55" fmla="*/ 202 h 613"/>
                <a:gd name="T56" fmla="*/ 222 w 411"/>
                <a:gd name="T57" fmla="*/ 237 h 613"/>
                <a:gd name="T58" fmla="*/ 203 w 411"/>
                <a:gd name="T59" fmla="*/ 251 h 613"/>
                <a:gd name="T60" fmla="*/ 186 w 411"/>
                <a:gd name="T61" fmla="*/ 292 h 613"/>
                <a:gd name="T62" fmla="*/ 177 w 411"/>
                <a:gd name="T63" fmla="*/ 325 h 613"/>
                <a:gd name="T64" fmla="*/ 163 w 411"/>
                <a:gd name="T65" fmla="*/ 344 h 613"/>
                <a:gd name="T66" fmla="*/ 139 w 411"/>
                <a:gd name="T67" fmla="*/ 360 h 613"/>
                <a:gd name="T68" fmla="*/ 108 w 411"/>
                <a:gd name="T69" fmla="*/ 325 h 613"/>
                <a:gd name="T70" fmla="*/ 66 w 411"/>
                <a:gd name="T71" fmla="*/ 341 h 613"/>
                <a:gd name="T72" fmla="*/ 33 w 411"/>
                <a:gd name="T73" fmla="*/ 377 h 613"/>
                <a:gd name="T74" fmla="*/ 16 w 411"/>
                <a:gd name="T75" fmla="*/ 400 h 613"/>
                <a:gd name="T76" fmla="*/ 11 w 411"/>
                <a:gd name="T77" fmla="*/ 429 h 613"/>
                <a:gd name="T78" fmla="*/ 2 w 411"/>
                <a:gd name="T79" fmla="*/ 448 h 613"/>
                <a:gd name="T80" fmla="*/ 2 w 411"/>
                <a:gd name="T81" fmla="*/ 460 h 613"/>
                <a:gd name="T82" fmla="*/ 11 w 411"/>
                <a:gd name="T83" fmla="*/ 460 h 613"/>
                <a:gd name="T84" fmla="*/ 18 w 411"/>
                <a:gd name="T85" fmla="*/ 457 h 613"/>
                <a:gd name="T86" fmla="*/ 33 w 411"/>
                <a:gd name="T87" fmla="*/ 488 h 613"/>
                <a:gd name="T88" fmla="*/ 49 w 411"/>
                <a:gd name="T89" fmla="*/ 493 h 613"/>
                <a:gd name="T90" fmla="*/ 54 w 411"/>
                <a:gd name="T91" fmla="*/ 490 h 613"/>
                <a:gd name="T92" fmla="*/ 59 w 411"/>
                <a:gd name="T93" fmla="*/ 488 h 613"/>
                <a:gd name="T94" fmla="*/ 66 w 411"/>
                <a:gd name="T95" fmla="*/ 490 h 613"/>
                <a:gd name="T96" fmla="*/ 61 w 411"/>
                <a:gd name="T97" fmla="*/ 497 h 613"/>
                <a:gd name="T98" fmla="*/ 59 w 411"/>
                <a:gd name="T99" fmla="*/ 509 h 613"/>
                <a:gd name="T100" fmla="*/ 75 w 411"/>
                <a:gd name="T101" fmla="*/ 528 h 613"/>
                <a:gd name="T102" fmla="*/ 68 w 411"/>
                <a:gd name="T103" fmla="*/ 578 h 613"/>
                <a:gd name="T104" fmla="*/ 151 w 411"/>
                <a:gd name="T105" fmla="*/ 580 h 613"/>
                <a:gd name="T106" fmla="*/ 201 w 411"/>
                <a:gd name="T107" fmla="*/ 580 h 613"/>
                <a:gd name="T108" fmla="*/ 234 w 411"/>
                <a:gd name="T109" fmla="*/ 583 h 613"/>
                <a:gd name="T110" fmla="*/ 255 w 411"/>
                <a:gd name="T111" fmla="*/ 583 h 613"/>
                <a:gd name="T112" fmla="*/ 321 w 411"/>
                <a:gd name="T113" fmla="*/ 585 h 613"/>
                <a:gd name="T114" fmla="*/ 333 w 411"/>
                <a:gd name="T115" fmla="*/ 592 h 613"/>
                <a:gd name="T116" fmla="*/ 352 w 411"/>
                <a:gd name="T117" fmla="*/ 597 h 613"/>
                <a:gd name="T118" fmla="*/ 364 w 411"/>
                <a:gd name="T119" fmla="*/ 599 h 613"/>
                <a:gd name="T120" fmla="*/ 395 w 411"/>
                <a:gd name="T121" fmla="*/ 606 h 613"/>
                <a:gd name="T122" fmla="*/ 404 w 411"/>
                <a:gd name="T123" fmla="*/ 599 h 613"/>
                <a:gd name="T124" fmla="*/ 404 w 411"/>
                <a:gd name="T125" fmla="*/ 587 h 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11" h="613">
                  <a:moveTo>
                    <a:pt x="411" y="583"/>
                  </a:moveTo>
                  <a:lnTo>
                    <a:pt x="409" y="583"/>
                  </a:lnTo>
                  <a:lnTo>
                    <a:pt x="409" y="583"/>
                  </a:lnTo>
                  <a:lnTo>
                    <a:pt x="409" y="583"/>
                  </a:lnTo>
                  <a:lnTo>
                    <a:pt x="409" y="583"/>
                  </a:lnTo>
                  <a:lnTo>
                    <a:pt x="409" y="580"/>
                  </a:lnTo>
                  <a:lnTo>
                    <a:pt x="409" y="580"/>
                  </a:lnTo>
                  <a:lnTo>
                    <a:pt x="409" y="580"/>
                  </a:lnTo>
                  <a:lnTo>
                    <a:pt x="409" y="580"/>
                  </a:lnTo>
                  <a:lnTo>
                    <a:pt x="409" y="580"/>
                  </a:lnTo>
                  <a:lnTo>
                    <a:pt x="409" y="578"/>
                  </a:lnTo>
                  <a:lnTo>
                    <a:pt x="409" y="578"/>
                  </a:lnTo>
                  <a:lnTo>
                    <a:pt x="409" y="578"/>
                  </a:lnTo>
                  <a:lnTo>
                    <a:pt x="406" y="578"/>
                  </a:lnTo>
                  <a:lnTo>
                    <a:pt x="406" y="576"/>
                  </a:lnTo>
                  <a:lnTo>
                    <a:pt x="406" y="576"/>
                  </a:lnTo>
                  <a:lnTo>
                    <a:pt x="406" y="573"/>
                  </a:lnTo>
                  <a:lnTo>
                    <a:pt x="406" y="573"/>
                  </a:lnTo>
                  <a:lnTo>
                    <a:pt x="406" y="571"/>
                  </a:lnTo>
                  <a:lnTo>
                    <a:pt x="404" y="571"/>
                  </a:lnTo>
                  <a:lnTo>
                    <a:pt x="404" y="568"/>
                  </a:lnTo>
                  <a:lnTo>
                    <a:pt x="404" y="568"/>
                  </a:lnTo>
                  <a:lnTo>
                    <a:pt x="404" y="566"/>
                  </a:lnTo>
                  <a:lnTo>
                    <a:pt x="404" y="566"/>
                  </a:lnTo>
                  <a:lnTo>
                    <a:pt x="406" y="564"/>
                  </a:lnTo>
                  <a:lnTo>
                    <a:pt x="404" y="564"/>
                  </a:lnTo>
                  <a:lnTo>
                    <a:pt x="404" y="561"/>
                  </a:lnTo>
                  <a:lnTo>
                    <a:pt x="404" y="559"/>
                  </a:lnTo>
                  <a:lnTo>
                    <a:pt x="404" y="559"/>
                  </a:lnTo>
                  <a:lnTo>
                    <a:pt x="404" y="559"/>
                  </a:lnTo>
                  <a:lnTo>
                    <a:pt x="406" y="559"/>
                  </a:lnTo>
                  <a:lnTo>
                    <a:pt x="404" y="557"/>
                  </a:lnTo>
                  <a:lnTo>
                    <a:pt x="404" y="557"/>
                  </a:lnTo>
                  <a:lnTo>
                    <a:pt x="404" y="557"/>
                  </a:lnTo>
                  <a:lnTo>
                    <a:pt x="402" y="557"/>
                  </a:lnTo>
                  <a:lnTo>
                    <a:pt x="402" y="557"/>
                  </a:lnTo>
                  <a:lnTo>
                    <a:pt x="402" y="557"/>
                  </a:lnTo>
                  <a:lnTo>
                    <a:pt x="402" y="554"/>
                  </a:lnTo>
                  <a:lnTo>
                    <a:pt x="402" y="554"/>
                  </a:lnTo>
                  <a:lnTo>
                    <a:pt x="404" y="552"/>
                  </a:lnTo>
                  <a:lnTo>
                    <a:pt x="404" y="550"/>
                  </a:lnTo>
                  <a:lnTo>
                    <a:pt x="404" y="550"/>
                  </a:lnTo>
                  <a:lnTo>
                    <a:pt x="404" y="547"/>
                  </a:lnTo>
                  <a:lnTo>
                    <a:pt x="404" y="547"/>
                  </a:lnTo>
                  <a:lnTo>
                    <a:pt x="402" y="545"/>
                  </a:lnTo>
                  <a:lnTo>
                    <a:pt x="402" y="542"/>
                  </a:lnTo>
                  <a:lnTo>
                    <a:pt x="402" y="542"/>
                  </a:lnTo>
                  <a:lnTo>
                    <a:pt x="399" y="542"/>
                  </a:lnTo>
                  <a:lnTo>
                    <a:pt x="399" y="542"/>
                  </a:lnTo>
                  <a:lnTo>
                    <a:pt x="399" y="542"/>
                  </a:lnTo>
                  <a:lnTo>
                    <a:pt x="399" y="542"/>
                  </a:lnTo>
                  <a:lnTo>
                    <a:pt x="399" y="542"/>
                  </a:lnTo>
                  <a:lnTo>
                    <a:pt x="397" y="542"/>
                  </a:lnTo>
                  <a:lnTo>
                    <a:pt x="397" y="542"/>
                  </a:lnTo>
                  <a:lnTo>
                    <a:pt x="397" y="540"/>
                  </a:lnTo>
                  <a:lnTo>
                    <a:pt x="397" y="538"/>
                  </a:lnTo>
                  <a:lnTo>
                    <a:pt x="397" y="538"/>
                  </a:lnTo>
                  <a:lnTo>
                    <a:pt x="395" y="538"/>
                  </a:lnTo>
                  <a:lnTo>
                    <a:pt x="395" y="535"/>
                  </a:lnTo>
                  <a:lnTo>
                    <a:pt x="392" y="538"/>
                  </a:lnTo>
                  <a:lnTo>
                    <a:pt x="392" y="538"/>
                  </a:lnTo>
                  <a:lnTo>
                    <a:pt x="390" y="535"/>
                  </a:lnTo>
                  <a:lnTo>
                    <a:pt x="390" y="535"/>
                  </a:lnTo>
                  <a:lnTo>
                    <a:pt x="390" y="535"/>
                  </a:lnTo>
                  <a:lnTo>
                    <a:pt x="390" y="538"/>
                  </a:lnTo>
                  <a:lnTo>
                    <a:pt x="390" y="538"/>
                  </a:lnTo>
                  <a:lnTo>
                    <a:pt x="390" y="538"/>
                  </a:lnTo>
                  <a:lnTo>
                    <a:pt x="388" y="535"/>
                  </a:lnTo>
                  <a:lnTo>
                    <a:pt x="388" y="535"/>
                  </a:lnTo>
                  <a:lnTo>
                    <a:pt x="383" y="533"/>
                  </a:lnTo>
                  <a:lnTo>
                    <a:pt x="378" y="526"/>
                  </a:lnTo>
                  <a:lnTo>
                    <a:pt x="373" y="521"/>
                  </a:lnTo>
                  <a:lnTo>
                    <a:pt x="369" y="516"/>
                  </a:lnTo>
                  <a:lnTo>
                    <a:pt x="364" y="512"/>
                  </a:lnTo>
                  <a:lnTo>
                    <a:pt x="359" y="507"/>
                  </a:lnTo>
                  <a:lnTo>
                    <a:pt x="359" y="507"/>
                  </a:lnTo>
                  <a:lnTo>
                    <a:pt x="354" y="502"/>
                  </a:lnTo>
                  <a:lnTo>
                    <a:pt x="350" y="495"/>
                  </a:lnTo>
                  <a:lnTo>
                    <a:pt x="347" y="488"/>
                  </a:lnTo>
                  <a:lnTo>
                    <a:pt x="347" y="488"/>
                  </a:lnTo>
                  <a:lnTo>
                    <a:pt x="350" y="488"/>
                  </a:lnTo>
                  <a:lnTo>
                    <a:pt x="352" y="488"/>
                  </a:lnTo>
                  <a:lnTo>
                    <a:pt x="352" y="488"/>
                  </a:lnTo>
                  <a:lnTo>
                    <a:pt x="354" y="486"/>
                  </a:lnTo>
                  <a:lnTo>
                    <a:pt x="354" y="486"/>
                  </a:lnTo>
                  <a:lnTo>
                    <a:pt x="357" y="486"/>
                  </a:lnTo>
                  <a:lnTo>
                    <a:pt x="357" y="486"/>
                  </a:lnTo>
                  <a:lnTo>
                    <a:pt x="354" y="486"/>
                  </a:lnTo>
                  <a:lnTo>
                    <a:pt x="354" y="486"/>
                  </a:lnTo>
                  <a:lnTo>
                    <a:pt x="354" y="486"/>
                  </a:lnTo>
                  <a:lnTo>
                    <a:pt x="354" y="486"/>
                  </a:lnTo>
                  <a:lnTo>
                    <a:pt x="354" y="483"/>
                  </a:lnTo>
                  <a:lnTo>
                    <a:pt x="352" y="483"/>
                  </a:lnTo>
                  <a:lnTo>
                    <a:pt x="352" y="483"/>
                  </a:lnTo>
                  <a:lnTo>
                    <a:pt x="352" y="483"/>
                  </a:lnTo>
                  <a:lnTo>
                    <a:pt x="350" y="483"/>
                  </a:lnTo>
                  <a:lnTo>
                    <a:pt x="350" y="481"/>
                  </a:lnTo>
                  <a:lnTo>
                    <a:pt x="350" y="479"/>
                  </a:lnTo>
                  <a:lnTo>
                    <a:pt x="350" y="474"/>
                  </a:lnTo>
                  <a:lnTo>
                    <a:pt x="350" y="474"/>
                  </a:lnTo>
                  <a:lnTo>
                    <a:pt x="350" y="471"/>
                  </a:lnTo>
                  <a:lnTo>
                    <a:pt x="347" y="469"/>
                  </a:lnTo>
                  <a:lnTo>
                    <a:pt x="347" y="469"/>
                  </a:lnTo>
                  <a:lnTo>
                    <a:pt x="345" y="467"/>
                  </a:lnTo>
                  <a:lnTo>
                    <a:pt x="345" y="467"/>
                  </a:lnTo>
                  <a:lnTo>
                    <a:pt x="345" y="467"/>
                  </a:lnTo>
                  <a:lnTo>
                    <a:pt x="343" y="467"/>
                  </a:lnTo>
                  <a:lnTo>
                    <a:pt x="333" y="460"/>
                  </a:lnTo>
                  <a:lnTo>
                    <a:pt x="333" y="457"/>
                  </a:lnTo>
                  <a:lnTo>
                    <a:pt x="331" y="455"/>
                  </a:lnTo>
                  <a:lnTo>
                    <a:pt x="331" y="453"/>
                  </a:lnTo>
                  <a:lnTo>
                    <a:pt x="331" y="450"/>
                  </a:lnTo>
                  <a:lnTo>
                    <a:pt x="328" y="448"/>
                  </a:lnTo>
                  <a:lnTo>
                    <a:pt x="328" y="448"/>
                  </a:lnTo>
                  <a:lnTo>
                    <a:pt x="331" y="448"/>
                  </a:lnTo>
                  <a:lnTo>
                    <a:pt x="331" y="445"/>
                  </a:lnTo>
                  <a:lnTo>
                    <a:pt x="331" y="445"/>
                  </a:lnTo>
                  <a:lnTo>
                    <a:pt x="328" y="441"/>
                  </a:lnTo>
                  <a:lnTo>
                    <a:pt x="328" y="441"/>
                  </a:lnTo>
                  <a:lnTo>
                    <a:pt x="328" y="438"/>
                  </a:lnTo>
                  <a:lnTo>
                    <a:pt x="328" y="438"/>
                  </a:lnTo>
                  <a:lnTo>
                    <a:pt x="328" y="438"/>
                  </a:lnTo>
                  <a:lnTo>
                    <a:pt x="328" y="436"/>
                  </a:lnTo>
                  <a:lnTo>
                    <a:pt x="328" y="436"/>
                  </a:lnTo>
                  <a:lnTo>
                    <a:pt x="328" y="436"/>
                  </a:lnTo>
                  <a:lnTo>
                    <a:pt x="328" y="436"/>
                  </a:lnTo>
                  <a:lnTo>
                    <a:pt x="328" y="434"/>
                  </a:lnTo>
                  <a:lnTo>
                    <a:pt x="328" y="434"/>
                  </a:lnTo>
                  <a:lnTo>
                    <a:pt x="328" y="431"/>
                  </a:lnTo>
                  <a:lnTo>
                    <a:pt x="328" y="429"/>
                  </a:lnTo>
                  <a:lnTo>
                    <a:pt x="328" y="426"/>
                  </a:lnTo>
                  <a:lnTo>
                    <a:pt x="328" y="426"/>
                  </a:lnTo>
                  <a:lnTo>
                    <a:pt x="326" y="424"/>
                  </a:lnTo>
                  <a:lnTo>
                    <a:pt x="326" y="424"/>
                  </a:lnTo>
                  <a:lnTo>
                    <a:pt x="324" y="424"/>
                  </a:lnTo>
                  <a:lnTo>
                    <a:pt x="324" y="422"/>
                  </a:lnTo>
                  <a:lnTo>
                    <a:pt x="321" y="422"/>
                  </a:lnTo>
                  <a:lnTo>
                    <a:pt x="321" y="422"/>
                  </a:lnTo>
                  <a:lnTo>
                    <a:pt x="321" y="419"/>
                  </a:lnTo>
                  <a:lnTo>
                    <a:pt x="321" y="419"/>
                  </a:lnTo>
                  <a:lnTo>
                    <a:pt x="321" y="419"/>
                  </a:lnTo>
                  <a:lnTo>
                    <a:pt x="321" y="419"/>
                  </a:lnTo>
                  <a:lnTo>
                    <a:pt x="321" y="417"/>
                  </a:lnTo>
                  <a:lnTo>
                    <a:pt x="321" y="417"/>
                  </a:lnTo>
                  <a:lnTo>
                    <a:pt x="324" y="417"/>
                  </a:lnTo>
                  <a:lnTo>
                    <a:pt x="324" y="415"/>
                  </a:lnTo>
                  <a:lnTo>
                    <a:pt x="324" y="415"/>
                  </a:lnTo>
                  <a:lnTo>
                    <a:pt x="324" y="415"/>
                  </a:lnTo>
                  <a:lnTo>
                    <a:pt x="324" y="415"/>
                  </a:lnTo>
                  <a:lnTo>
                    <a:pt x="324" y="415"/>
                  </a:lnTo>
                  <a:lnTo>
                    <a:pt x="324" y="412"/>
                  </a:lnTo>
                  <a:lnTo>
                    <a:pt x="324" y="412"/>
                  </a:lnTo>
                  <a:lnTo>
                    <a:pt x="326" y="410"/>
                  </a:lnTo>
                  <a:lnTo>
                    <a:pt x="326" y="410"/>
                  </a:lnTo>
                  <a:lnTo>
                    <a:pt x="326" y="408"/>
                  </a:lnTo>
                  <a:lnTo>
                    <a:pt x="326" y="408"/>
                  </a:lnTo>
                  <a:lnTo>
                    <a:pt x="326" y="405"/>
                  </a:lnTo>
                  <a:lnTo>
                    <a:pt x="324" y="405"/>
                  </a:lnTo>
                  <a:lnTo>
                    <a:pt x="324" y="403"/>
                  </a:lnTo>
                  <a:lnTo>
                    <a:pt x="324" y="403"/>
                  </a:lnTo>
                  <a:lnTo>
                    <a:pt x="324" y="403"/>
                  </a:lnTo>
                  <a:lnTo>
                    <a:pt x="326" y="400"/>
                  </a:lnTo>
                  <a:lnTo>
                    <a:pt x="326" y="396"/>
                  </a:lnTo>
                  <a:lnTo>
                    <a:pt x="326" y="396"/>
                  </a:lnTo>
                  <a:lnTo>
                    <a:pt x="326" y="396"/>
                  </a:lnTo>
                  <a:lnTo>
                    <a:pt x="326" y="389"/>
                  </a:lnTo>
                  <a:lnTo>
                    <a:pt x="324" y="389"/>
                  </a:lnTo>
                  <a:lnTo>
                    <a:pt x="324" y="386"/>
                  </a:lnTo>
                  <a:lnTo>
                    <a:pt x="324" y="386"/>
                  </a:lnTo>
                  <a:lnTo>
                    <a:pt x="324" y="386"/>
                  </a:lnTo>
                  <a:lnTo>
                    <a:pt x="321" y="386"/>
                  </a:lnTo>
                  <a:lnTo>
                    <a:pt x="321" y="386"/>
                  </a:lnTo>
                  <a:lnTo>
                    <a:pt x="319" y="386"/>
                  </a:lnTo>
                  <a:lnTo>
                    <a:pt x="319" y="386"/>
                  </a:lnTo>
                  <a:lnTo>
                    <a:pt x="317" y="386"/>
                  </a:lnTo>
                  <a:lnTo>
                    <a:pt x="317" y="386"/>
                  </a:lnTo>
                  <a:lnTo>
                    <a:pt x="317" y="384"/>
                  </a:lnTo>
                  <a:lnTo>
                    <a:pt x="317" y="384"/>
                  </a:lnTo>
                  <a:lnTo>
                    <a:pt x="317" y="384"/>
                  </a:lnTo>
                  <a:lnTo>
                    <a:pt x="314" y="382"/>
                  </a:lnTo>
                  <a:lnTo>
                    <a:pt x="314" y="382"/>
                  </a:lnTo>
                  <a:lnTo>
                    <a:pt x="314" y="382"/>
                  </a:lnTo>
                  <a:lnTo>
                    <a:pt x="314" y="382"/>
                  </a:lnTo>
                  <a:lnTo>
                    <a:pt x="314" y="379"/>
                  </a:lnTo>
                  <a:lnTo>
                    <a:pt x="314" y="379"/>
                  </a:lnTo>
                  <a:lnTo>
                    <a:pt x="314" y="379"/>
                  </a:lnTo>
                  <a:lnTo>
                    <a:pt x="314" y="379"/>
                  </a:lnTo>
                  <a:lnTo>
                    <a:pt x="314" y="379"/>
                  </a:lnTo>
                  <a:lnTo>
                    <a:pt x="314" y="379"/>
                  </a:lnTo>
                  <a:lnTo>
                    <a:pt x="314" y="379"/>
                  </a:lnTo>
                  <a:lnTo>
                    <a:pt x="314" y="379"/>
                  </a:lnTo>
                  <a:lnTo>
                    <a:pt x="317" y="379"/>
                  </a:lnTo>
                  <a:lnTo>
                    <a:pt x="317" y="379"/>
                  </a:lnTo>
                  <a:lnTo>
                    <a:pt x="317" y="377"/>
                  </a:lnTo>
                  <a:lnTo>
                    <a:pt x="317" y="377"/>
                  </a:lnTo>
                  <a:lnTo>
                    <a:pt x="317" y="377"/>
                  </a:lnTo>
                  <a:lnTo>
                    <a:pt x="317" y="377"/>
                  </a:lnTo>
                  <a:lnTo>
                    <a:pt x="317" y="374"/>
                  </a:lnTo>
                  <a:lnTo>
                    <a:pt x="319" y="374"/>
                  </a:lnTo>
                  <a:lnTo>
                    <a:pt x="319" y="374"/>
                  </a:lnTo>
                  <a:lnTo>
                    <a:pt x="321" y="372"/>
                  </a:lnTo>
                  <a:lnTo>
                    <a:pt x="321" y="372"/>
                  </a:lnTo>
                  <a:lnTo>
                    <a:pt x="324" y="372"/>
                  </a:lnTo>
                  <a:lnTo>
                    <a:pt x="331" y="367"/>
                  </a:lnTo>
                  <a:lnTo>
                    <a:pt x="331" y="367"/>
                  </a:lnTo>
                  <a:lnTo>
                    <a:pt x="333" y="365"/>
                  </a:lnTo>
                  <a:lnTo>
                    <a:pt x="335" y="365"/>
                  </a:lnTo>
                  <a:lnTo>
                    <a:pt x="335" y="363"/>
                  </a:lnTo>
                  <a:lnTo>
                    <a:pt x="335" y="363"/>
                  </a:lnTo>
                  <a:lnTo>
                    <a:pt x="333" y="363"/>
                  </a:lnTo>
                  <a:lnTo>
                    <a:pt x="335" y="360"/>
                  </a:lnTo>
                  <a:lnTo>
                    <a:pt x="335" y="360"/>
                  </a:lnTo>
                  <a:lnTo>
                    <a:pt x="343" y="346"/>
                  </a:lnTo>
                  <a:lnTo>
                    <a:pt x="343" y="344"/>
                  </a:lnTo>
                  <a:lnTo>
                    <a:pt x="343" y="344"/>
                  </a:lnTo>
                  <a:lnTo>
                    <a:pt x="345" y="344"/>
                  </a:lnTo>
                  <a:lnTo>
                    <a:pt x="347" y="341"/>
                  </a:lnTo>
                  <a:lnTo>
                    <a:pt x="347" y="341"/>
                  </a:lnTo>
                  <a:lnTo>
                    <a:pt x="347" y="339"/>
                  </a:lnTo>
                  <a:lnTo>
                    <a:pt x="350" y="337"/>
                  </a:lnTo>
                  <a:lnTo>
                    <a:pt x="350" y="334"/>
                  </a:lnTo>
                  <a:lnTo>
                    <a:pt x="352" y="329"/>
                  </a:lnTo>
                  <a:lnTo>
                    <a:pt x="352" y="327"/>
                  </a:lnTo>
                  <a:lnTo>
                    <a:pt x="354" y="327"/>
                  </a:lnTo>
                  <a:lnTo>
                    <a:pt x="354" y="325"/>
                  </a:lnTo>
                  <a:lnTo>
                    <a:pt x="354" y="325"/>
                  </a:lnTo>
                  <a:lnTo>
                    <a:pt x="354" y="325"/>
                  </a:lnTo>
                  <a:lnTo>
                    <a:pt x="357" y="325"/>
                  </a:lnTo>
                  <a:lnTo>
                    <a:pt x="357" y="322"/>
                  </a:lnTo>
                  <a:lnTo>
                    <a:pt x="357" y="320"/>
                  </a:lnTo>
                  <a:lnTo>
                    <a:pt x="357" y="320"/>
                  </a:lnTo>
                  <a:lnTo>
                    <a:pt x="357" y="320"/>
                  </a:lnTo>
                  <a:lnTo>
                    <a:pt x="357" y="318"/>
                  </a:lnTo>
                  <a:lnTo>
                    <a:pt x="357" y="315"/>
                  </a:lnTo>
                  <a:lnTo>
                    <a:pt x="359" y="315"/>
                  </a:lnTo>
                  <a:lnTo>
                    <a:pt x="359" y="313"/>
                  </a:lnTo>
                  <a:lnTo>
                    <a:pt x="364" y="311"/>
                  </a:lnTo>
                  <a:lnTo>
                    <a:pt x="366" y="311"/>
                  </a:lnTo>
                  <a:lnTo>
                    <a:pt x="366" y="308"/>
                  </a:lnTo>
                  <a:lnTo>
                    <a:pt x="366" y="308"/>
                  </a:lnTo>
                  <a:lnTo>
                    <a:pt x="369" y="308"/>
                  </a:lnTo>
                  <a:lnTo>
                    <a:pt x="369" y="308"/>
                  </a:lnTo>
                  <a:lnTo>
                    <a:pt x="369" y="308"/>
                  </a:lnTo>
                  <a:lnTo>
                    <a:pt x="369" y="308"/>
                  </a:lnTo>
                  <a:lnTo>
                    <a:pt x="369" y="308"/>
                  </a:lnTo>
                  <a:lnTo>
                    <a:pt x="369" y="306"/>
                  </a:lnTo>
                  <a:lnTo>
                    <a:pt x="369" y="306"/>
                  </a:lnTo>
                  <a:lnTo>
                    <a:pt x="371" y="301"/>
                  </a:lnTo>
                  <a:lnTo>
                    <a:pt x="371" y="301"/>
                  </a:lnTo>
                  <a:lnTo>
                    <a:pt x="373" y="299"/>
                  </a:lnTo>
                  <a:lnTo>
                    <a:pt x="376" y="294"/>
                  </a:lnTo>
                  <a:lnTo>
                    <a:pt x="376" y="292"/>
                  </a:lnTo>
                  <a:lnTo>
                    <a:pt x="376" y="287"/>
                  </a:lnTo>
                  <a:lnTo>
                    <a:pt x="376" y="287"/>
                  </a:lnTo>
                  <a:lnTo>
                    <a:pt x="373" y="284"/>
                  </a:lnTo>
                  <a:lnTo>
                    <a:pt x="371" y="284"/>
                  </a:lnTo>
                  <a:lnTo>
                    <a:pt x="369" y="284"/>
                  </a:lnTo>
                  <a:lnTo>
                    <a:pt x="369" y="280"/>
                  </a:lnTo>
                  <a:lnTo>
                    <a:pt x="364" y="268"/>
                  </a:lnTo>
                  <a:lnTo>
                    <a:pt x="357" y="251"/>
                  </a:lnTo>
                  <a:lnTo>
                    <a:pt x="357" y="249"/>
                  </a:lnTo>
                  <a:lnTo>
                    <a:pt x="354" y="249"/>
                  </a:lnTo>
                  <a:lnTo>
                    <a:pt x="352" y="244"/>
                  </a:lnTo>
                  <a:lnTo>
                    <a:pt x="350" y="242"/>
                  </a:lnTo>
                  <a:lnTo>
                    <a:pt x="350" y="240"/>
                  </a:lnTo>
                  <a:lnTo>
                    <a:pt x="347" y="240"/>
                  </a:lnTo>
                  <a:lnTo>
                    <a:pt x="347" y="240"/>
                  </a:lnTo>
                  <a:lnTo>
                    <a:pt x="345" y="240"/>
                  </a:lnTo>
                  <a:lnTo>
                    <a:pt x="343" y="240"/>
                  </a:lnTo>
                  <a:lnTo>
                    <a:pt x="343" y="240"/>
                  </a:lnTo>
                  <a:lnTo>
                    <a:pt x="343" y="237"/>
                  </a:lnTo>
                  <a:lnTo>
                    <a:pt x="343" y="237"/>
                  </a:lnTo>
                  <a:lnTo>
                    <a:pt x="343" y="235"/>
                  </a:lnTo>
                  <a:lnTo>
                    <a:pt x="343" y="235"/>
                  </a:lnTo>
                  <a:lnTo>
                    <a:pt x="343" y="235"/>
                  </a:lnTo>
                  <a:lnTo>
                    <a:pt x="343" y="235"/>
                  </a:lnTo>
                  <a:lnTo>
                    <a:pt x="340" y="235"/>
                  </a:lnTo>
                  <a:lnTo>
                    <a:pt x="340" y="235"/>
                  </a:lnTo>
                  <a:lnTo>
                    <a:pt x="340" y="232"/>
                  </a:lnTo>
                  <a:lnTo>
                    <a:pt x="338" y="232"/>
                  </a:lnTo>
                  <a:lnTo>
                    <a:pt x="338" y="232"/>
                  </a:lnTo>
                  <a:lnTo>
                    <a:pt x="338" y="232"/>
                  </a:lnTo>
                  <a:lnTo>
                    <a:pt x="338" y="232"/>
                  </a:lnTo>
                  <a:lnTo>
                    <a:pt x="335" y="232"/>
                  </a:lnTo>
                  <a:lnTo>
                    <a:pt x="335" y="232"/>
                  </a:lnTo>
                  <a:lnTo>
                    <a:pt x="335" y="232"/>
                  </a:lnTo>
                  <a:lnTo>
                    <a:pt x="324" y="223"/>
                  </a:lnTo>
                  <a:lnTo>
                    <a:pt x="312" y="211"/>
                  </a:lnTo>
                  <a:lnTo>
                    <a:pt x="309" y="211"/>
                  </a:lnTo>
                  <a:lnTo>
                    <a:pt x="309" y="209"/>
                  </a:lnTo>
                  <a:lnTo>
                    <a:pt x="295" y="190"/>
                  </a:lnTo>
                  <a:lnTo>
                    <a:pt x="291" y="187"/>
                  </a:lnTo>
                  <a:lnTo>
                    <a:pt x="291" y="185"/>
                  </a:lnTo>
                  <a:lnTo>
                    <a:pt x="293" y="180"/>
                  </a:lnTo>
                  <a:lnTo>
                    <a:pt x="298" y="178"/>
                  </a:lnTo>
                  <a:lnTo>
                    <a:pt x="300" y="176"/>
                  </a:lnTo>
                  <a:lnTo>
                    <a:pt x="302" y="171"/>
                  </a:lnTo>
                  <a:lnTo>
                    <a:pt x="302" y="171"/>
                  </a:lnTo>
                  <a:lnTo>
                    <a:pt x="302" y="169"/>
                  </a:lnTo>
                  <a:lnTo>
                    <a:pt x="302" y="169"/>
                  </a:lnTo>
                  <a:lnTo>
                    <a:pt x="302" y="169"/>
                  </a:lnTo>
                  <a:lnTo>
                    <a:pt x="302" y="169"/>
                  </a:lnTo>
                  <a:lnTo>
                    <a:pt x="317" y="169"/>
                  </a:lnTo>
                  <a:lnTo>
                    <a:pt x="331" y="171"/>
                  </a:lnTo>
                  <a:lnTo>
                    <a:pt x="333" y="171"/>
                  </a:lnTo>
                  <a:lnTo>
                    <a:pt x="340" y="169"/>
                  </a:lnTo>
                  <a:lnTo>
                    <a:pt x="343" y="169"/>
                  </a:lnTo>
                  <a:lnTo>
                    <a:pt x="345" y="171"/>
                  </a:lnTo>
                  <a:lnTo>
                    <a:pt x="347" y="171"/>
                  </a:lnTo>
                  <a:lnTo>
                    <a:pt x="350" y="171"/>
                  </a:lnTo>
                  <a:lnTo>
                    <a:pt x="350" y="171"/>
                  </a:lnTo>
                  <a:lnTo>
                    <a:pt x="350" y="169"/>
                  </a:lnTo>
                  <a:lnTo>
                    <a:pt x="352" y="169"/>
                  </a:lnTo>
                  <a:lnTo>
                    <a:pt x="352" y="169"/>
                  </a:lnTo>
                  <a:lnTo>
                    <a:pt x="354" y="169"/>
                  </a:lnTo>
                  <a:lnTo>
                    <a:pt x="357" y="169"/>
                  </a:lnTo>
                  <a:lnTo>
                    <a:pt x="366" y="171"/>
                  </a:lnTo>
                  <a:lnTo>
                    <a:pt x="369" y="171"/>
                  </a:lnTo>
                  <a:lnTo>
                    <a:pt x="380" y="169"/>
                  </a:lnTo>
                  <a:lnTo>
                    <a:pt x="383" y="169"/>
                  </a:lnTo>
                  <a:lnTo>
                    <a:pt x="380" y="166"/>
                  </a:lnTo>
                  <a:lnTo>
                    <a:pt x="378" y="166"/>
                  </a:lnTo>
                  <a:lnTo>
                    <a:pt x="376" y="164"/>
                  </a:lnTo>
                  <a:lnTo>
                    <a:pt x="373" y="161"/>
                  </a:lnTo>
                  <a:lnTo>
                    <a:pt x="373" y="161"/>
                  </a:lnTo>
                  <a:lnTo>
                    <a:pt x="371" y="161"/>
                  </a:lnTo>
                  <a:lnTo>
                    <a:pt x="369" y="157"/>
                  </a:lnTo>
                  <a:lnTo>
                    <a:pt x="362" y="150"/>
                  </a:lnTo>
                  <a:lnTo>
                    <a:pt x="362" y="150"/>
                  </a:lnTo>
                  <a:lnTo>
                    <a:pt x="362" y="150"/>
                  </a:lnTo>
                  <a:lnTo>
                    <a:pt x="362" y="147"/>
                  </a:lnTo>
                  <a:lnTo>
                    <a:pt x="362" y="147"/>
                  </a:lnTo>
                  <a:lnTo>
                    <a:pt x="362" y="145"/>
                  </a:lnTo>
                  <a:lnTo>
                    <a:pt x="359" y="145"/>
                  </a:lnTo>
                  <a:lnTo>
                    <a:pt x="359" y="145"/>
                  </a:lnTo>
                  <a:lnTo>
                    <a:pt x="359" y="142"/>
                  </a:lnTo>
                  <a:lnTo>
                    <a:pt x="357" y="140"/>
                  </a:lnTo>
                  <a:lnTo>
                    <a:pt x="357" y="140"/>
                  </a:lnTo>
                  <a:lnTo>
                    <a:pt x="357" y="140"/>
                  </a:lnTo>
                  <a:lnTo>
                    <a:pt x="357" y="140"/>
                  </a:lnTo>
                  <a:lnTo>
                    <a:pt x="354" y="140"/>
                  </a:lnTo>
                  <a:lnTo>
                    <a:pt x="354" y="140"/>
                  </a:lnTo>
                  <a:lnTo>
                    <a:pt x="354" y="140"/>
                  </a:lnTo>
                  <a:lnTo>
                    <a:pt x="354" y="140"/>
                  </a:lnTo>
                  <a:lnTo>
                    <a:pt x="354" y="140"/>
                  </a:lnTo>
                  <a:lnTo>
                    <a:pt x="352" y="138"/>
                  </a:lnTo>
                  <a:lnTo>
                    <a:pt x="352" y="138"/>
                  </a:lnTo>
                  <a:lnTo>
                    <a:pt x="354" y="135"/>
                  </a:lnTo>
                  <a:lnTo>
                    <a:pt x="354" y="135"/>
                  </a:lnTo>
                  <a:lnTo>
                    <a:pt x="354" y="133"/>
                  </a:lnTo>
                  <a:lnTo>
                    <a:pt x="354" y="133"/>
                  </a:lnTo>
                  <a:lnTo>
                    <a:pt x="350" y="124"/>
                  </a:lnTo>
                  <a:lnTo>
                    <a:pt x="350" y="124"/>
                  </a:lnTo>
                  <a:lnTo>
                    <a:pt x="350" y="121"/>
                  </a:lnTo>
                  <a:lnTo>
                    <a:pt x="350" y="119"/>
                  </a:lnTo>
                  <a:lnTo>
                    <a:pt x="350" y="119"/>
                  </a:lnTo>
                  <a:lnTo>
                    <a:pt x="350" y="116"/>
                  </a:lnTo>
                  <a:lnTo>
                    <a:pt x="347" y="114"/>
                  </a:lnTo>
                  <a:lnTo>
                    <a:pt x="347" y="109"/>
                  </a:lnTo>
                  <a:lnTo>
                    <a:pt x="347" y="105"/>
                  </a:lnTo>
                  <a:lnTo>
                    <a:pt x="347" y="100"/>
                  </a:lnTo>
                  <a:lnTo>
                    <a:pt x="347" y="100"/>
                  </a:lnTo>
                  <a:lnTo>
                    <a:pt x="350" y="98"/>
                  </a:lnTo>
                  <a:lnTo>
                    <a:pt x="350" y="98"/>
                  </a:lnTo>
                  <a:lnTo>
                    <a:pt x="350" y="95"/>
                  </a:lnTo>
                  <a:lnTo>
                    <a:pt x="350" y="95"/>
                  </a:lnTo>
                  <a:lnTo>
                    <a:pt x="350" y="95"/>
                  </a:lnTo>
                  <a:lnTo>
                    <a:pt x="350" y="95"/>
                  </a:lnTo>
                  <a:lnTo>
                    <a:pt x="350" y="95"/>
                  </a:lnTo>
                  <a:lnTo>
                    <a:pt x="350" y="93"/>
                  </a:lnTo>
                  <a:lnTo>
                    <a:pt x="350" y="90"/>
                  </a:lnTo>
                  <a:lnTo>
                    <a:pt x="350" y="90"/>
                  </a:lnTo>
                  <a:lnTo>
                    <a:pt x="350" y="88"/>
                  </a:lnTo>
                  <a:lnTo>
                    <a:pt x="352" y="86"/>
                  </a:lnTo>
                  <a:lnTo>
                    <a:pt x="354" y="86"/>
                  </a:lnTo>
                  <a:lnTo>
                    <a:pt x="352" y="83"/>
                  </a:lnTo>
                  <a:lnTo>
                    <a:pt x="352" y="81"/>
                  </a:lnTo>
                  <a:lnTo>
                    <a:pt x="350" y="81"/>
                  </a:lnTo>
                  <a:lnTo>
                    <a:pt x="350" y="79"/>
                  </a:lnTo>
                  <a:lnTo>
                    <a:pt x="350" y="76"/>
                  </a:lnTo>
                  <a:lnTo>
                    <a:pt x="350" y="76"/>
                  </a:lnTo>
                  <a:lnTo>
                    <a:pt x="350" y="74"/>
                  </a:lnTo>
                  <a:lnTo>
                    <a:pt x="350" y="74"/>
                  </a:lnTo>
                  <a:lnTo>
                    <a:pt x="350" y="74"/>
                  </a:lnTo>
                  <a:lnTo>
                    <a:pt x="352" y="74"/>
                  </a:lnTo>
                  <a:lnTo>
                    <a:pt x="352" y="74"/>
                  </a:lnTo>
                  <a:lnTo>
                    <a:pt x="352" y="74"/>
                  </a:lnTo>
                  <a:lnTo>
                    <a:pt x="350" y="74"/>
                  </a:lnTo>
                  <a:lnTo>
                    <a:pt x="350" y="74"/>
                  </a:lnTo>
                  <a:lnTo>
                    <a:pt x="350" y="71"/>
                  </a:lnTo>
                  <a:lnTo>
                    <a:pt x="352" y="71"/>
                  </a:lnTo>
                  <a:lnTo>
                    <a:pt x="352" y="71"/>
                  </a:lnTo>
                  <a:lnTo>
                    <a:pt x="350" y="67"/>
                  </a:lnTo>
                  <a:lnTo>
                    <a:pt x="350" y="67"/>
                  </a:lnTo>
                  <a:lnTo>
                    <a:pt x="350" y="67"/>
                  </a:lnTo>
                  <a:lnTo>
                    <a:pt x="350" y="67"/>
                  </a:lnTo>
                  <a:lnTo>
                    <a:pt x="347" y="67"/>
                  </a:lnTo>
                  <a:lnTo>
                    <a:pt x="347" y="64"/>
                  </a:lnTo>
                  <a:lnTo>
                    <a:pt x="347" y="64"/>
                  </a:lnTo>
                  <a:lnTo>
                    <a:pt x="350" y="64"/>
                  </a:lnTo>
                  <a:lnTo>
                    <a:pt x="350" y="62"/>
                  </a:lnTo>
                  <a:lnTo>
                    <a:pt x="350" y="62"/>
                  </a:lnTo>
                  <a:lnTo>
                    <a:pt x="350" y="62"/>
                  </a:lnTo>
                  <a:lnTo>
                    <a:pt x="350" y="62"/>
                  </a:lnTo>
                  <a:lnTo>
                    <a:pt x="350" y="62"/>
                  </a:lnTo>
                  <a:lnTo>
                    <a:pt x="350" y="62"/>
                  </a:lnTo>
                  <a:lnTo>
                    <a:pt x="350" y="60"/>
                  </a:lnTo>
                  <a:lnTo>
                    <a:pt x="350" y="60"/>
                  </a:lnTo>
                  <a:lnTo>
                    <a:pt x="350" y="60"/>
                  </a:lnTo>
                  <a:lnTo>
                    <a:pt x="350" y="60"/>
                  </a:lnTo>
                  <a:lnTo>
                    <a:pt x="350" y="57"/>
                  </a:lnTo>
                  <a:lnTo>
                    <a:pt x="350" y="57"/>
                  </a:lnTo>
                  <a:lnTo>
                    <a:pt x="350" y="57"/>
                  </a:lnTo>
                  <a:lnTo>
                    <a:pt x="347" y="57"/>
                  </a:lnTo>
                  <a:lnTo>
                    <a:pt x="347" y="57"/>
                  </a:lnTo>
                  <a:lnTo>
                    <a:pt x="347" y="55"/>
                  </a:lnTo>
                  <a:lnTo>
                    <a:pt x="347" y="55"/>
                  </a:lnTo>
                  <a:lnTo>
                    <a:pt x="350" y="55"/>
                  </a:lnTo>
                  <a:lnTo>
                    <a:pt x="347" y="53"/>
                  </a:lnTo>
                  <a:lnTo>
                    <a:pt x="347" y="53"/>
                  </a:lnTo>
                  <a:lnTo>
                    <a:pt x="345" y="53"/>
                  </a:lnTo>
                  <a:lnTo>
                    <a:pt x="345" y="55"/>
                  </a:lnTo>
                  <a:lnTo>
                    <a:pt x="345" y="55"/>
                  </a:lnTo>
                  <a:lnTo>
                    <a:pt x="343" y="53"/>
                  </a:lnTo>
                  <a:lnTo>
                    <a:pt x="343" y="53"/>
                  </a:lnTo>
                  <a:lnTo>
                    <a:pt x="340" y="50"/>
                  </a:lnTo>
                  <a:lnTo>
                    <a:pt x="340" y="50"/>
                  </a:lnTo>
                  <a:lnTo>
                    <a:pt x="340" y="50"/>
                  </a:lnTo>
                  <a:lnTo>
                    <a:pt x="340" y="50"/>
                  </a:lnTo>
                  <a:lnTo>
                    <a:pt x="340" y="50"/>
                  </a:lnTo>
                  <a:lnTo>
                    <a:pt x="340" y="50"/>
                  </a:lnTo>
                  <a:lnTo>
                    <a:pt x="340" y="48"/>
                  </a:lnTo>
                  <a:lnTo>
                    <a:pt x="340" y="48"/>
                  </a:lnTo>
                  <a:lnTo>
                    <a:pt x="340" y="48"/>
                  </a:lnTo>
                  <a:lnTo>
                    <a:pt x="340" y="48"/>
                  </a:lnTo>
                  <a:lnTo>
                    <a:pt x="340" y="48"/>
                  </a:lnTo>
                  <a:lnTo>
                    <a:pt x="340" y="45"/>
                  </a:lnTo>
                  <a:lnTo>
                    <a:pt x="340" y="45"/>
                  </a:lnTo>
                  <a:lnTo>
                    <a:pt x="340" y="43"/>
                  </a:lnTo>
                  <a:lnTo>
                    <a:pt x="340" y="41"/>
                  </a:lnTo>
                  <a:lnTo>
                    <a:pt x="340" y="38"/>
                  </a:lnTo>
                  <a:lnTo>
                    <a:pt x="340" y="36"/>
                  </a:lnTo>
                  <a:lnTo>
                    <a:pt x="340" y="36"/>
                  </a:lnTo>
                  <a:lnTo>
                    <a:pt x="340" y="36"/>
                  </a:lnTo>
                  <a:lnTo>
                    <a:pt x="340" y="36"/>
                  </a:lnTo>
                  <a:lnTo>
                    <a:pt x="340" y="34"/>
                  </a:lnTo>
                  <a:lnTo>
                    <a:pt x="338" y="34"/>
                  </a:lnTo>
                  <a:lnTo>
                    <a:pt x="338" y="34"/>
                  </a:lnTo>
                  <a:lnTo>
                    <a:pt x="338" y="36"/>
                  </a:lnTo>
                  <a:lnTo>
                    <a:pt x="338" y="34"/>
                  </a:lnTo>
                  <a:lnTo>
                    <a:pt x="338" y="34"/>
                  </a:lnTo>
                  <a:lnTo>
                    <a:pt x="338" y="34"/>
                  </a:lnTo>
                  <a:lnTo>
                    <a:pt x="338" y="34"/>
                  </a:lnTo>
                  <a:lnTo>
                    <a:pt x="338" y="34"/>
                  </a:lnTo>
                  <a:lnTo>
                    <a:pt x="338" y="34"/>
                  </a:lnTo>
                  <a:lnTo>
                    <a:pt x="338" y="31"/>
                  </a:lnTo>
                  <a:lnTo>
                    <a:pt x="338" y="27"/>
                  </a:lnTo>
                  <a:lnTo>
                    <a:pt x="335" y="24"/>
                  </a:lnTo>
                  <a:lnTo>
                    <a:pt x="335" y="24"/>
                  </a:lnTo>
                  <a:lnTo>
                    <a:pt x="333" y="24"/>
                  </a:lnTo>
                  <a:lnTo>
                    <a:pt x="333" y="24"/>
                  </a:lnTo>
                  <a:lnTo>
                    <a:pt x="333" y="24"/>
                  </a:lnTo>
                  <a:lnTo>
                    <a:pt x="333" y="22"/>
                  </a:lnTo>
                  <a:lnTo>
                    <a:pt x="333" y="22"/>
                  </a:lnTo>
                  <a:lnTo>
                    <a:pt x="331" y="22"/>
                  </a:lnTo>
                  <a:lnTo>
                    <a:pt x="331" y="22"/>
                  </a:lnTo>
                  <a:lnTo>
                    <a:pt x="331" y="24"/>
                  </a:lnTo>
                  <a:lnTo>
                    <a:pt x="331" y="22"/>
                  </a:lnTo>
                  <a:lnTo>
                    <a:pt x="331" y="22"/>
                  </a:lnTo>
                  <a:lnTo>
                    <a:pt x="331" y="19"/>
                  </a:lnTo>
                  <a:lnTo>
                    <a:pt x="331" y="19"/>
                  </a:lnTo>
                  <a:lnTo>
                    <a:pt x="328" y="19"/>
                  </a:lnTo>
                  <a:lnTo>
                    <a:pt x="326" y="19"/>
                  </a:lnTo>
                  <a:lnTo>
                    <a:pt x="326" y="19"/>
                  </a:lnTo>
                  <a:lnTo>
                    <a:pt x="326" y="19"/>
                  </a:lnTo>
                  <a:lnTo>
                    <a:pt x="326" y="19"/>
                  </a:lnTo>
                  <a:lnTo>
                    <a:pt x="326" y="17"/>
                  </a:lnTo>
                  <a:lnTo>
                    <a:pt x="326" y="17"/>
                  </a:lnTo>
                  <a:lnTo>
                    <a:pt x="326" y="17"/>
                  </a:lnTo>
                  <a:lnTo>
                    <a:pt x="324" y="17"/>
                  </a:lnTo>
                  <a:lnTo>
                    <a:pt x="324" y="19"/>
                  </a:lnTo>
                  <a:lnTo>
                    <a:pt x="324" y="19"/>
                  </a:lnTo>
                  <a:lnTo>
                    <a:pt x="324" y="19"/>
                  </a:lnTo>
                  <a:lnTo>
                    <a:pt x="324" y="17"/>
                  </a:lnTo>
                  <a:lnTo>
                    <a:pt x="324" y="17"/>
                  </a:lnTo>
                  <a:lnTo>
                    <a:pt x="324" y="17"/>
                  </a:lnTo>
                  <a:lnTo>
                    <a:pt x="321" y="17"/>
                  </a:lnTo>
                  <a:lnTo>
                    <a:pt x="321" y="17"/>
                  </a:lnTo>
                  <a:lnTo>
                    <a:pt x="321" y="17"/>
                  </a:lnTo>
                  <a:lnTo>
                    <a:pt x="321" y="15"/>
                  </a:lnTo>
                  <a:lnTo>
                    <a:pt x="321" y="15"/>
                  </a:lnTo>
                  <a:lnTo>
                    <a:pt x="319" y="12"/>
                  </a:lnTo>
                  <a:lnTo>
                    <a:pt x="319" y="12"/>
                  </a:lnTo>
                  <a:lnTo>
                    <a:pt x="319" y="10"/>
                  </a:lnTo>
                  <a:lnTo>
                    <a:pt x="319" y="8"/>
                  </a:lnTo>
                  <a:lnTo>
                    <a:pt x="319" y="8"/>
                  </a:lnTo>
                  <a:lnTo>
                    <a:pt x="319" y="8"/>
                  </a:lnTo>
                  <a:lnTo>
                    <a:pt x="319" y="5"/>
                  </a:lnTo>
                  <a:lnTo>
                    <a:pt x="319" y="5"/>
                  </a:lnTo>
                  <a:lnTo>
                    <a:pt x="319" y="5"/>
                  </a:lnTo>
                  <a:lnTo>
                    <a:pt x="317" y="0"/>
                  </a:lnTo>
                  <a:lnTo>
                    <a:pt x="314" y="0"/>
                  </a:lnTo>
                  <a:lnTo>
                    <a:pt x="295" y="0"/>
                  </a:lnTo>
                  <a:lnTo>
                    <a:pt x="300" y="15"/>
                  </a:lnTo>
                  <a:lnTo>
                    <a:pt x="302" y="29"/>
                  </a:lnTo>
                  <a:lnTo>
                    <a:pt x="302" y="34"/>
                  </a:lnTo>
                  <a:lnTo>
                    <a:pt x="302" y="34"/>
                  </a:lnTo>
                  <a:lnTo>
                    <a:pt x="302" y="36"/>
                  </a:lnTo>
                  <a:lnTo>
                    <a:pt x="302" y="36"/>
                  </a:lnTo>
                  <a:lnTo>
                    <a:pt x="302" y="38"/>
                  </a:lnTo>
                  <a:lnTo>
                    <a:pt x="302" y="38"/>
                  </a:lnTo>
                  <a:lnTo>
                    <a:pt x="302" y="38"/>
                  </a:lnTo>
                  <a:lnTo>
                    <a:pt x="302" y="38"/>
                  </a:lnTo>
                  <a:lnTo>
                    <a:pt x="305" y="41"/>
                  </a:lnTo>
                  <a:lnTo>
                    <a:pt x="314" y="41"/>
                  </a:lnTo>
                  <a:lnTo>
                    <a:pt x="319" y="41"/>
                  </a:lnTo>
                  <a:lnTo>
                    <a:pt x="319" y="41"/>
                  </a:lnTo>
                  <a:lnTo>
                    <a:pt x="321" y="43"/>
                  </a:lnTo>
                  <a:lnTo>
                    <a:pt x="319" y="43"/>
                  </a:lnTo>
                  <a:lnTo>
                    <a:pt x="319" y="43"/>
                  </a:lnTo>
                  <a:lnTo>
                    <a:pt x="321" y="43"/>
                  </a:lnTo>
                  <a:lnTo>
                    <a:pt x="321" y="45"/>
                  </a:lnTo>
                  <a:lnTo>
                    <a:pt x="324" y="45"/>
                  </a:lnTo>
                  <a:lnTo>
                    <a:pt x="324" y="45"/>
                  </a:lnTo>
                  <a:lnTo>
                    <a:pt x="321" y="45"/>
                  </a:lnTo>
                  <a:lnTo>
                    <a:pt x="321" y="45"/>
                  </a:lnTo>
                  <a:lnTo>
                    <a:pt x="324" y="48"/>
                  </a:lnTo>
                  <a:lnTo>
                    <a:pt x="324" y="48"/>
                  </a:lnTo>
                  <a:lnTo>
                    <a:pt x="324" y="48"/>
                  </a:lnTo>
                  <a:lnTo>
                    <a:pt x="326" y="50"/>
                  </a:lnTo>
                  <a:lnTo>
                    <a:pt x="326" y="50"/>
                  </a:lnTo>
                  <a:lnTo>
                    <a:pt x="326" y="50"/>
                  </a:lnTo>
                  <a:lnTo>
                    <a:pt x="326" y="48"/>
                  </a:lnTo>
                  <a:lnTo>
                    <a:pt x="328" y="48"/>
                  </a:lnTo>
                  <a:lnTo>
                    <a:pt x="328" y="50"/>
                  </a:lnTo>
                  <a:lnTo>
                    <a:pt x="328" y="50"/>
                  </a:lnTo>
                  <a:lnTo>
                    <a:pt x="328" y="50"/>
                  </a:lnTo>
                  <a:lnTo>
                    <a:pt x="328" y="50"/>
                  </a:lnTo>
                  <a:lnTo>
                    <a:pt x="326" y="53"/>
                  </a:lnTo>
                  <a:lnTo>
                    <a:pt x="326" y="53"/>
                  </a:lnTo>
                  <a:lnTo>
                    <a:pt x="326" y="53"/>
                  </a:lnTo>
                  <a:lnTo>
                    <a:pt x="326" y="57"/>
                  </a:lnTo>
                  <a:lnTo>
                    <a:pt x="326" y="57"/>
                  </a:lnTo>
                  <a:lnTo>
                    <a:pt x="324" y="57"/>
                  </a:lnTo>
                  <a:lnTo>
                    <a:pt x="326" y="60"/>
                  </a:lnTo>
                  <a:lnTo>
                    <a:pt x="326" y="62"/>
                  </a:lnTo>
                  <a:lnTo>
                    <a:pt x="326" y="62"/>
                  </a:lnTo>
                  <a:lnTo>
                    <a:pt x="326" y="62"/>
                  </a:lnTo>
                  <a:lnTo>
                    <a:pt x="326" y="64"/>
                  </a:lnTo>
                  <a:lnTo>
                    <a:pt x="326" y="64"/>
                  </a:lnTo>
                  <a:lnTo>
                    <a:pt x="324" y="71"/>
                  </a:lnTo>
                  <a:lnTo>
                    <a:pt x="324" y="71"/>
                  </a:lnTo>
                  <a:lnTo>
                    <a:pt x="321" y="74"/>
                  </a:lnTo>
                  <a:lnTo>
                    <a:pt x="321" y="74"/>
                  </a:lnTo>
                  <a:lnTo>
                    <a:pt x="321" y="76"/>
                  </a:lnTo>
                  <a:lnTo>
                    <a:pt x="321" y="76"/>
                  </a:lnTo>
                  <a:lnTo>
                    <a:pt x="321" y="76"/>
                  </a:lnTo>
                  <a:lnTo>
                    <a:pt x="324" y="76"/>
                  </a:lnTo>
                  <a:lnTo>
                    <a:pt x="324" y="76"/>
                  </a:lnTo>
                  <a:lnTo>
                    <a:pt x="324" y="76"/>
                  </a:lnTo>
                  <a:lnTo>
                    <a:pt x="324" y="76"/>
                  </a:lnTo>
                  <a:lnTo>
                    <a:pt x="324" y="79"/>
                  </a:lnTo>
                  <a:lnTo>
                    <a:pt x="326" y="79"/>
                  </a:lnTo>
                  <a:lnTo>
                    <a:pt x="326" y="79"/>
                  </a:lnTo>
                  <a:lnTo>
                    <a:pt x="326" y="81"/>
                  </a:lnTo>
                  <a:lnTo>
                    <a:pt x="326" y="81"/>
                  </a:lnTo>
                  <a:lnTo>
                    <a:pt x="326" y="83"/>
                  </a:lnTo>
                  <a:lnTo>
                    <a:pt x="326" y="83"/>
                  </a:lnTo>
                  <a:lnTo>
                    <a:pt x="326" y="86"/>
                  </a:lnTo>
                  <a:lnTo>
                    <a:pt x="324" y="86"/>
                  </a:lnTo>
                  <a:lnTo>
                    <a:pt x="324" y="88"/>
                  </a:lnTo>
                  <a:lnTo>
                    <a:pt x="321" y="88"/>
                  </a:lnTo>
                  <a:lnTo>
                    <a:pt x="319" y="88"/>
                  </a:lnTo>
                  <a:lnTo>
                    <a:pt x="317" y="90"/>
                  </a:lnTo>
                  <a:lnTo>
                    <a:pt x="317" y="90"/>
                  </a:lnTo>
                  <a:lnTo>
                    <a:pt x="314" y="93"/>
                  </a:lnTo>
                  <a:lnTo>
                    <a:pt x="312" y="93"/>
                  </a:lnTo>
                  <a:lnTo>
                    <a:pt x="307" y="98"/>
                  </a:lnTo>
                  <a:lnTo>
                    <a:pt x="307" y="98"/>
                  </a:lnTo>
                  <a:lnTo>
                    <a:pt x="305" y="98"/>
                  </a:lnTo>
                  <a:lnTo>
                    <a:pt x="305" y="98"/>
                  </a:lnTo>
                  <a:lnTo>
                    <a:pt x="302" y="100"/>
                  </a:lnTo>
                  <a:lnTo>
                    <a:pt x="302" y="100"/>
                  </a:lnTo>
                  <a:lnTo>
                    <a:pt x="302" y="100"/>
                  </a:lnTo>
                  <a:lnTo>
                    <a:pt x="300" y="100"/>
                  </a:lnTo>
                  <a:lnTo>
                    <a:pt x="300" y="100"/>
                  </a:lnTo>
                  <a:lnTo>
                    <a:pt x="295" y="100"/>
                  </a:lnTo>
                  <a:lnTo>
                    <a:pt x="293" y="98"/>
                  </a:lnTo>
                  <a:lnTo>
                    <a:pt x="291" y="98"/>
                  </a:lnTo>
                  <a:lnTo>
                    <a:pt x="291" y="100"/>
                  </a:lnTo>
                  <a:lnTo>
                    <a:pt x="288" y="102"/>
                  </a:lnTo>
                  <a:lnTo>
                    <a:pt x="286" y="105"/>
                  </a:lnTo>
                  <a:lnTo>
                    <a:pt x="283" y="107"/>
                  </a:lnTo>
                  <a:lnTo>
                    <a:pt x="283" y="109"/>
                  </a:lnTo>
                  <a:lnTo>
                    <a:pt x="283" y="109"/>
                  </a:lnTo>
                  <a:lnTo>
                    <a:pt x="281" y="112"/>
                  </a:lnTo>
                  <a:lnTo>
                    <a:pt x="281" y="112"/>
                  </a:lnTo>
                  <a:lnTo>
                    <a:pt x="279" y="112"/>
                  </a:lnTo>
                  <a:lnTo>
                    <a:pt x="279" y="114"/>
                  </a:lnTo>
                  <a:lnTo>
                    <a:pt x="279" y="116"/>
                  </a:lnTo>
                  <a:lnTo>
                    <a:pt x="279" y="116"/>
                  </a:lnTo>
                  <a:lnTo>
                    <a:pt x="279" y="116"/>
                  </a:lnTo>
                  <a:lnTo>
                    <a:pt x="269" y="131"/>
                  </a:lnTo>
                  <a:lnTo>
                    <a:pt x="267" y="133"/>
                  </a:lnTo>
                  <a:lnTo>
                    <a:pt x="267" y="140"/>
                  </a:lnTo>
                  <a:lnTo>
                    <a:pt x="265" y="152"/>
                  </a:lnTo>
                  <a:lnTo>
                    <a:pt x="262" y="154"/>
                  </a:lnTo>
                  <a:lnTo>
                    <a:pt x="262" y="154"/>
                  </a:lnTo>
                  <a:lnTo>
                    <a:pt x="262" y="157"/>
                  </a:lnTo>
                  <a:lnTo>
                    <a:pt x="262" y="157"/>
                  </a:lnTo>
                  <a:lnTo>
                    <a:pt x="262" y="157"/>
                  </a:lnTo>
                  <a:lnTo>
                    <a:pt x="262" y="159"/>
                  </a:lnTo>
                  <a:lnTo>
                    <a:pt x="262" y="159"/>
                  </a:lnTo>
                  <a:lnTo>
                    <a:pt x="260" y="161"/>
                  </a:lnTo>
                  <a:lnTo>
                    <a:pt x="260" y="161"/>
                  </a:lnTo>
                  <a:lnTo>
                    <a:pt x="260" y="161"/>
                  </a:lnTo>
                  <a:lnTo>
                    <a:pt x="257" y="161"/>
                  </a:lnTo>
                  <a:lnTo>
                    <a:pt x="255" y="161"/>
                  </a:lnTo>
                  <a:lnTo>
                    <a:pt x="253" y="164"/>
                  </a:lnTo>
                  <a:lnTo>
                    <a:pt x="250" y="166"/>
                  </a:lnTo>
                  <a:lnTo>
                    <a:pt x="250" y="166"/>
                  </a:lnTo>
                  <a:lnTo>
                    <a:pt x="253" y="169"/>
                  </a:lnTo>
                  <a:lnTo>
                    <a:pt x="253" y="169"/>
                  </a:lnTo>
                  <a:lnTo>
                    <a:pt x="253" y="171"/>
                  </a:lnTo>
                  <a:lnTo>
                    <a:pt x="250" y="173"/>
                  </a:lnTo>
                  <a:lnTo>
                    <a:pt x="250" y="173"/>
                  </a:lnTo>
                  <a:lnTo>
                    <a:pt x="250" y="176"/>
                  </a:lnTo>
                  <a:lnTo>
                    <a:pt x="250" y="176"/>
                  </a:lnTo>
                  <a:lnTo>
                    <a:pt x="253" y="178"/>
                  </a:lnTo>
                  <a:lnTo>
                    <a:pt x="253" y="178"/>
                  </a:lnTo>
                  <a:lnTo>
                    <a:pt x="253" y="178"/>
                  </a:lnTo>
                  <a:lnTo>
                    <a:pt x="253" y="180"/>
                  </a:lnTo>
                  <a:lnTo>
                    <a:pt x="253" y="180"/>
                  </a:lnTo>
                  <a:lnTo>
                    <a:pt x="250" y="185"/>
                  </a:lnTo>
                  <a:lnTo>
                    <a:pt x="250" y="187"/>
                  </a:lnTo>
                  <a:lnTo>
                    <a:pt x="250" y="192"/>
                  </a:lnTo>
                  <a:lnTo>
                    <a:pt x="246" y="195"/>
                  </a:lnTo>
                  <a:lnTo>
                    <a:pt x="241" y="195"/>
                  </a:lnTo>
                  <a:lnTo>
                    <a:pt x="238" y="197"/>
                  </a:lnTo>
                  <a:lnTo>
                    <a:pt x="238" y="197"/>
                  </a:lnTo>
                  <a:lnTo>
                    <a:pt x="236" y="199"/>
                  </a:lnTo>
                  <a:lnTo>
                    <a:pt x="236" y="199"/>
                  </a:lnTo>
                  <a:lnTo>
                    <a:pt x="234" y="199"/>
                  </a:lnTo>
                  <a:lnTo>
                    <a:pt x="231" y="202"/>
                  </a:lnTo>
                  <a:lnTo>
                    <a:pt x="231" y="202"/>
                  </a:lnTo>
                  <a:lnTo>
                    <a:pt x="231" y="202"/>
                  </a:lnTo>
                  <a:lnTo>
                    <a:pt x="231" y="202"/>
                  </a:lnTo>
                  <a:lnTo>
                    <a:pt x="234" y="202"/>
                  </a:lnTo>
                  <a:lnTo>
                    <a:pt x="234" y="204"/>
                  </a:lnTo>
                  <a:lnTo>
                    <a:pt x="234" y="204"/>
                  </a:lnTo>
                  <a:lnTo>
                    <a:pt x="234" y="206"/>
                  </a:lnTo>
                  <a:lnTo>
                    <a:pt x="234" y="209"/>
                  </a:lnTo>
                  <a:lnTo>
                    <a:pt x="234" y="209"/>
                  </a:lnTo>
                  <a:lnTo>
                    <a:pt x="231" y="213"/>
                  </a:lnTo>
                  <a:lnTo>
                    <a:pt x="229" y="216"/>
                  </a:lnTo>
                  <a:lnTo>
                    <a:pt x="229" y="218"/>
                  </a:lnTo>
                  <a:lnTo>
                    <a:pt x="229" y="221"/>
                  </a:lnTo>
                  <a:lnTo>
                    <a:pt x="229" y="230"/>
                  </a:lnTo>
                  <a:lnTo>
                    <a:pt x="229" y="232"/>
                  </a:lnTo>
                  <a:lnTo>
                    <a:pt x="227" y="235"/>
                  </a:lnTo>
                  <a:lnTo>
                    <a:pt x="227" y="235"/>
                  </a:lnTo>
                  <a:lnTo>
                    <a:pt x="227" y="235"/>
                  </a:lnTo>
                  <a:lnTo>
                    <a:pt x="224" y="235"/>
                  </a:lnTo>
                  <a:lnTo>
                    <a:pt x="224" y="235"/>
                  </a:lnTo>
                  <a:lnTo>
                    <a:pt x="224" y="235"/>
                  </a:lnTo>
                  <a:lnTo>
                    <a:pt x="222" y="235"/>
                  </a:lnTo>
                  <a:lnTo>
                    <a:pt x="222" y="237"/>
                  </a:lnTo>
                  <a:lnTo>
                    <a:pt x="222" y="240"/>
                  </a:lnTo>
                  <a:lnTo>
                    <a:pt x="222" y="240"/>
                  </a:lnTo>
                  <a:lnTo>
                    <a:pt x="215" y="242"/>
                  </a:lnTo>
                  <a:lnTo>
                    <a:pt x="215" y="242"/>
                  </a:lnTo>
                  <a:lnTo>
                    <a:pt x="215" y="242"/>
                  </a:lnTo>
                  <a:lnTo>
                    <a:pt x="212" y="242"/>
                  </a:lnTo>
                  <a:lnTo>
                    <a:pt x="212" y="242"/>
                  </a:lnTo>
                  <a:lnTo>
                    <a:pt x="210" y="242"/>
                  </a:lnTo>
                  <a:lnTo>
                    <a:pt x="210" y="242"/>
                  </a:lnTo>
                  <a:lnTo>
                    <a:pt x="210" y="242"/>
                  </a:lnTo>
                  <a:lnTo>
                    <a:pt x="208" y="242"/>
                  </a:lnTo>
                  <a:lnTo>
                    <a:pt x="208" y="242"/>
                  </a:lnTo>
                  <a:lnTo>
                    <a:pt x="208" y="242"/>
                  </a:lnTo>
                  <a:lnTo>
                    <a:pt x="205" y="242"/>
                  </a:lnTo>
                  <a:lnTo>
                    <a:pt x="205" y="244"/>
                  </a:lnTo>
                  <a:lnTo>
                    <a:pt x="208" y="247"/>
                  </a:lnTo>
                  <a:lnTo>
                    <a:pt x="208" y="247"/>
                  </a:lnTo>
                  <a:lnTo>
                    <a:pt x="208" y="249"/>
                  </a:lnTo>
                  <a:lnTo>
                    <a:pt x="208" y="249"/>
                  </a:lnTo>
                  <a:lnTo>
                    <a:pt x="205" y="249"/>
                  </a:lnTo>
                  <a:lnTo>
                    <a:pt x="205" y="251"/>
                  </a:lnTo>
                  <a:lnTo>
                    <a:pt x="205" y="251"/>
                  </a:lnTo>
                  <a:lnTo>
                    <a:pt x="203" y="251"/>
                  </a:lnTo>
                  <a:lnTo>
                    <a:pt x="203" y="251"/>
                  </a:lnTo>
                  <a:lnTo>
                    <a:pt x="203" y="251"/>
                  </a:lnTo>
                  <a:lnTo>
                    <a:pt x="201" y="251"/>
                  </a:lnTo>
                  <a:lnTo>
                    <a:pt x="198" y="254"/>
                  </a:lnTo>
                  <a:lnTo>
                    <a:pt x="198" y="254"/>
                  </a:lnTo>
                  <a:lnTo>
                    <a:pt x="198" y="256"/>
                  </a:lnTo>
                  <a:lnTo>
                    <a:pt x="198" y="258"/>
                  </a:lnTo>
                  <a:lnTo>
                    <a:pt x="198" y="263"/>
                  </a:lnTo>
                  <a:lnTo>
                    <a:pt x="198" y="266"/>
                  </a:lnTo>
                  <a:lnTo>
                    <a:pt x="198" y="266"/>
                  </a:lnTo>
                  <a:lnTo>
                    <a:pt x="198" y="266"/>
                  </a:lnTo>
                  <a:lnTo>
                    <a:pt x="196" y="268"/>
                  </a:lnTo>
                  <a:lnTo>
                    <a:pt x="196" y="270"/>
                  </a:lnTo>
                  <a:lnTo>
                    <a:pt x="196" y="273"/>
                  </a:lnTo>
                  <a:lnTo>
                    <a:pt x="196" y="275"/>
                  </a:lnTo>
                  <a:lnTo>
                    <a:pt x="196" y="275"/>
                  </a:lnTo>
                  <a:lnTo>
                    <a:pt x="196" y="277"/>
                  </a:lnTo>
                  <a:lnTo>
                    <a:pt x="196" y="277"/>
                  </a:lnTo>
                  <a:lnTo>
                    <a:pt x="194" y="280"/>
                  </a:lnTo>
                  <a:lnTo>
                    <a:pt x="189" y="287"/>
                  </a:lnTo>
                  <a:lnTo>
                    <a:pt x="186" y="289"/>
                  </a:lnTo>
                  <a:lnTo>
                    <a:pt x="186" y="292"/>
                  </a:lnTo>
                  <a:lnTo>
                    <a:pt x="186" y="292"/>
                  </a:lnTo>
                  <a:lnTo>
                    <a:pt x="186" y="294"/>
                  </a:lnTo>
                  <a:lnTo>
                    <a:pt x="186" y="296"/>
                  </a:lnTo>
                  <a:lnTo>
                    <a:pt x="186" y="299"/>
                  </a:lnTo>
                  <a:lnTo>
                    <a:pt x="186" y="299"/>
                  </a:lnTo>
                  <a:lnTo>
                    <a:pt x="184" y="299"/>
                  </a:lnTo>
                  <a:lnTo>
                    <a:pt x="184" y="301"/>
                  </a:lnTo>
                  <a:lnTo>
                    <a:pt x="179" y="303"/>
                  </a:lnTo>
                  <a:lnTo>
                    <a:pt x="177" y="308"/>
                  </a:lnTo>
                  <a:lnTo>
                    <a:pt x="175" y="313"/>
                  </a:lnTo>
                  <a:lnTo>
                    <a:pt x="172" y="313"/>
                  </a:lnTo>
                  <a:lnTo>
                    <a:pt x="172" y="315"/>
                  </a:lnTo>
                  <a:lnTo>
                    <a:pt x="172" y="315"/>
                  </a:lnTo>
                  <a:lnTo>
                    <a:pt x="172" y="315"/>
                  </a:lnTo>
                  <a:lnTo>
                    <a:pt x="172" y="315"/>
                  </a:lnTo>
                  <a:lnTo>
                    <a:pt x="175" y="315"/>
                  </a:lnTo>
                  <a:lnTo>
                    <a:pt x="177" y="320"/>
                  </a:lnTo>
                  <a:lnTo>
                    <a:pt x="179" y="322"/>
                  </a:lnTo>
                  <a:lnTo>
                    <a:pt x="179" y="322"/>
                  </a:lnTo>
                  <a:lnTo>
                    <a:pt x="179" y="325"/>
                  </a:lnTo>
                  <a:lnTo>
                    <a:pt x="179" y="325"/>
                  </a:lnTo>
                  <a:lnTo>
                    <a:pt x="177" y="325"/>
                  </a:lnTo>
                  <a:lnTo>
                    <a:pt x="177" y="325"/>
                  </a:lnTo>
                  <a:lnTo>
                    <a:pt x="177" y="325"/>
                  </a:lnTo>
                  <a:lnTo>
                    <a:pt x="177" y="325"/>
                  </a:lnTo>
                  <a:lnTo>
                    <a:pt x="175" y="325"/>
                  </a:lnTo>
                  <a:lnTo>
                    <a:pt x="172" y="327"/>
                  </a:lnTo>
                  <a:lnTo>
                    <a:pt x="172" y="327"/>
                  </a:lnTo>
                  <a:lnTo>
                    <a:pt x="172" y="327"/>
                  </a:lnTo>
                  <a:lnTo>
                    <a:pt x="172" y="329"/>
                  </a:lnTo>
                  <a:lnTo>
                    <a:pt x="172" y="329"/>
                  </a:lnTo>
                  <a:lnTo>
                    <a:pt x="172" y="329"/>
                  </a:lnTo>
                  <a:lnTo>
                    <a:pt x="170" y="329"/>
                  </a:lnTo>
                  <a:lnTo>
                    <a:pt x="170" y="329"/>
                  </a:lnTo>
                  <a:lnTo>
                    <a:pt x="170" y="329"/>
                  </a:lnTo>
                  <a:lnTo>
                    <a:pt x="170" y="329"/>
                  </a:lnTo>
                  <a:lnTo>
                    <a:pt x="170" y="329"/>
                  </a:lnTo>
                  <a:lnTo>
                    <a:pt x="170" y="329"/>
                  </a:lnTo>
                  <a:lnTo>
                    <a:pt x="167" y="329"/>
                  </a:lnTo>
                  <a:lnTo>
                    <a:pt x="165" y="332"/>
                  </a:lnTo>
                  <a:lnTo>
                    <a:pt x="163" y="334"/>
                  </a:lnTo>
                  <a:lnTo>
                    <a:pt x="160" y="337"/>
                  </a:lnTo>
                  <a:lnTo>
                    <a:pt x="160" y="339"/>
                  </a:lnTo>
                  <a:lnTo>
                    <a:pt x="160" y="339"/>
                  </a:lnTo>
                  <a:lnTo>
                    <a:pt x="163" y="341"/>
                  </a:lnTo>
                  <a:lnTo>
                    <a:pt x="163" y="341"/>
                  </a:lnTo>
                  <a:lnTo>
                    <a:pt x="163" y="344"/>
                  </a:lnTo>
                  <a:lnTo>
                    <a:pt x="163" y="344"/>
                  </a:lnTo>
                  <a:lnTo>
                    <a:pt x="160" y="348"/>
                  </a:lnTo>
                  <a:lnTo>
                    <a:pt x="160" y="348"/>
                  </a:lnTo>
                  <a:lnTo>
                    <a:pt x="158" y="351"/>
                  </a:lnTo>
                  <a:lnTo>
                    <a:pt x="156" y="351"/>
                  </a:lnTo>
                  <a:lnTo>
                    <a:pt x="153" y="351"/>
                  </a:lnTo>
                  <a:lnTo>
                    <a:pt x="153" y="353"/>
                  </a:lnTo>
                  <a:lnTo>
                    <a:pt x="153" y="355"/>
                  </a:lnTo>
                  <a:lnTo>
                    <a:pt x="153" y="358"/>
                  </a:lnTo>
                  <a:lnTo>
                    <a:pt x="151" y="358"/>
                  </a:lnTo>
                  <a:lnTo>
                    <a:pt x="151" y="358"/>
                  </a:lnTo>
                  <a:lnTo>
                    <a:pt x="149" y="358"/>
                  </a:lnTo>
                  <a:lnTo>
                    <a:pt x="149" y="358"/>
                  </a:lnTo>
                  <a:lnTo>
                    <a:pt x="149" y="358"/>
                  </a:lnTo>
                  <a:lnTo>
                    <a:pt x="146" y="358"/>
                  </a:lnTo>
                  <a:lnTo>
                    <a:pt x="146" y="358"/>
                  </a:lnTo>
                  <a:lnTo>
                    <a:pt x="146" y="358"/>
                  </a:lnTo>
                  <a:lnTo>
                    <a:pt x="146" y="360"/>
                  </a:lnTo>
                  <a:lnTo>
                    <a:pt x="146" y="360"/>
                  </a:lnTo>
                  <a:lnTo>
                    <a:pt x="144" y="358"/>
                  </a:lnTo>
                  <a:lnTo>
                    <a:pt x="144" y="358"/>
                  </a:lnTo>
                  <a:lnTo>
                    <a:pt x="144" y="358"/>
                  </a:lnTo>
                  <a:lnTo>
                    <a:pt x="139" y="360"/>
                  </a:lnTo>
                  <a:lnTo>
                    <a:pt x="139" y="358"/>
                  </a:lnTo>
                  <a:lnTo>
                    <a:pt x="137" y="358"/>
                  </a:lnTo>
                  <a:lnTo>
                    <a:pt x="137" y="355"/>
                  </a:lnTo>
                  <a:lnTo>
                    <a:pt x="134" y="351"/>
                  </a:lnTo>
                  <a:lnTo>
                    <a:pt x="134" y="348"/>
                  </a:lnTo>
                  <a:lnTo>
                    <a:pt x="134" y="348"/>
                  </a:lnTo>
                  <a:lnTo>
                    <a:pt x="134" y="344"/>
                  </a:lnTo>
                  <a:lnTo>
                    <a:pt x="134" y="344"/>
                  </a:lnTo>
                  <a:lnTo>
                    <a:pt x="132" y="341"/>
                  </a:lnTo>
                  <a:lnTo>
                    <a:pt x="127" y="341"/>
                  </a:lnTo>
                  <a:lnTo>
                    <a:pt x="125" y="339"/>
                  </a:lnTo>
                  <a:lnTo>
                    <a:pt x="125" y="337"/>
                  </a:lnTo>
                  <a:lnTo>
                    <a:pt x="125" y="334"/>
                  </a:lnTo>
                  <a:lnTo>
                    <a:pt x="123" y="332"/>
                  </a:lnTo>
                  <a:lnTo>
                    <a:pt x="123" y="329"/>
                  </a:lnTo>
                  <a:lnTo>
                    <a:pt x="118" y="329"/>
                  </a:lnTo>
                  <a:lnTo>
                    <a:pt x="113" y="327"/>
                  </a:lnTo>
                  <a:lnTo>
                    <a:pt x="111" y="327"/>
                  </a:lnTo>
                  <a:lnTo>
                    <a:pt x="111" y="325"/>
                  </a:lnTo>
                  <a:lnTo>
                    <a:pt x="111" y="322"/>
                  </a:lnTo>
                  <a:lnTo>
                    <a:pt x="111" y="322"/>
                  </a:lnTo>
                  <a:lnTo>
                    <a:pt x="108" y="322"/>
                  </a:lnTo>
                  <a:lnTo>
                    <a:pt x="108" y="325"/>
                  </a:lnTo>
                  <a:lnTo>
                    <a:pt x="108" y="327"/>
                  </a:lnTo>
                  <a:lnTo>
                    <a:pt x="108" y="332"/>
                  </a:lnTo>
                  <a:lnTo>
                    <a:pt x="106" y="332"/>
                  </a:lnTo>
                  <a:lnTo>
                    <a:pt x="106" y="332"/>
                  </a:lnTo>
                  <a:lnTo>
                    <a:pt x="106" y="332"/>
                  </a:lnTo>
                  <a:lnTo>
                    <a:pt x="106" y="332"/>
                  </a:lnTo>
                  <a:lnTo>
                    <a:pt x="106" y="334"/>
                  </a:lnTo>
                  <a:lnTo>
                    <a:pt x="106" y="334"/>
                  </a:lnTo>
                  <a:lnTo>
                    <a:pt x="106" y="334"/>
                  </a:lnTo>
                  <a:lnTo>
                    <a:pt x="92" y="337"/>
                  </a:lnTo>
                  <a:lnTo>
                    <a:pt x="89" y="334"/>
                  </a:lnTo>
                  <a:lnTo>
                    <a:pt x="89" y="334"/>
                  </a:lnTo>
                  <a:lnTo>
                    <a:pt x="87" y="334"/>
                  </a:lnTo>
                  <a:lnTo>
                    <a:pt x="87" y="329"/>
                  </a:lnTo>
                  <a:lnTo>
                    <a:pt x="87" y="329"/>
                  </a:lnTo>
                  <a:lnTo>
                    <a:pt x="87" y="327"/>
                  </a:lnTo>
                  <a:lnTo>
                    <a:pt x="85" y="329"/>
                  </a:lnTo>
                  <a:lnTo>
                    <a:pt x="73" y="339"/>
                  </a:lnTo>
                  <a:lnTo>
                    <a:pt x="70" y="341"/>
                  </a:lnTo>
                  <a:lnTo>
                    <a:pt x="70" y="341"/>
                  </a:lnTo>
                  <a:lnTo>
                    <a:pt x="68" y="339"/>
                  </a:lnTo>
                  <a:lnTo>
                    <a:pt x="68" y="339"/>
                  </a:lnTo>
                  <a:lnTo>
                    <a:pt x="66" y="341"/>
                  </a:lnTo>
                  <a:lnTo>
                    <a:pt x="63" y="353"/>
                  </a:lnTo>
                  <a:lnTo>
                    <a:pt x="63" y="353"/>
                  </a:lnTo>
                  <a:lnTo>
                    <a:pt x="61" y="353"/>
                  </a:lnTo>
                  <a:lnTo>
                    <a:pt x="59" y="353"/>
                  </a:lnTo>
                  <a:lnTo>
                    <a:pt x="59" y="353"/>
                  </a:lnTo>
                  <a:lnTo>
                    <a:pt x="56" y="355"/>
                  </a:lnTo>
                  <a:lnTo>
                    <a:pt x="56" y="355"/>
                  </a:lnTo>
                  <a:lnTo>
                    <a:pt x="56" y="358"/>
                  </a:lnTo>
                  <a:lnTo>
                    <a:pt x="54" y="358"/>
                  </a:lnTo>
                  <a:lnTo>
                    <a:pt x="54" y="358"/>
                  </a:lnTo>
                  <a:lnTo>
                    <a:pt x="52" y="360"/>
                  </a:lnTo>
                  <a:lnTo>
                    <a:pt x="52" y="360"/>
                  </a:lnTo>
                  <a:lnTo>
                    <a:pt x="49" y="360"/>
                  </a:lnTo>
                  <a:lnTo>
                    <a:pt x="47" y="365"/>
                  </a:lnTo>
                  <a:lnTo>
                    <a:pt x="47" y="365"/>
                  </a:lnTo>
                  <a:lnTo>
                    <a:pt x="44" y="365"/>
                  </a:lnTo>
                  <a:lnTo>
                    <a:pt x="44" y="365"/>
                  </a:lnTo>
                  <a:lnTo>
                    <a:pt x="44" y="365"/>
                  </a:lnTo>
                  <a:lnTo>
                    <a:pt x="44" y="365"/>
                  </a:lnTo>
                  <a:lnTo>
                    <a:pt x="42" y="367"/>
                  </a:lnTo>
                  <a:lnTo>
                    <a:pt x="42" y="370"/>
                  </a:lnTo>
                  <a:lnTo>
                    <a:pt x="40" y="372"/>
                  </a:lnTo>
                  <a:lnTo>
                    <a:pt x="33" y="377"/>
                  </a:lnTo>
                  <a:lnTo>
                    <a:pt x="28" y="382"/>
                  </a:lnTo>
                  <a:lnTo>
                    <a:pt x="28" y="382"/>
                  </a:lnTo>
                  <a:lnTo>
                    <a:pt x="26" y="384"/>
                  </a:lnTo>
                  <a:lnTo>
                    <a:pt x="26" y="384"/>
                  </a:lnTo>
                  <a:lnTo>
                    <a:pt x="26" y="386"/>
                  </a:lnTo>
                  <a:lnTo>
                    <a:pt x="26" y="386"/>
                  </a:lnTo>
                  <a:lnTo>
                    <a:pt x="26" y="386"/>
                  </a:lnTo>
                  <a:lnTo>
                    <a:pt x="23" y="389"/>
                  </a:lnTo>
                  <a:lnTo>
                    <a:pt x="23" y="389"/>
                  </a:lnTo>
                  <a:lnTo>
                    <a:pt x="23" y="386"/>
                  </a:lnTo>
                  <a:lnTo>
                    <a:pt x="21" y="386"/>
                  </a:lnTo>
                  <a:lnTo>
                    <a:pt x="21" y="389"/>
                  </a:lnTo>
                  <a:lnTo>
                    <a:pt x="18" y="389"/>
                  </a:lnTo>
                  <a:lnTo>
                    <a:pt x="18" y="391"/>
                  </a:lnTo>
                  <a:lnTo>
                    <a:pt x="16" y="391"/>
                  </a:lnTo>
                  <a:lnTo>
                    <a:pt x="16" y="393"/>
                  </a:lnTo>
                  <a:lnTo>
                    <a:pt x="18" y="393"/>
                  </a:lnTo>
                  <a:lnTo>
                    <a:pt x="18" y="393"/>
                  </a:lnTo>
                  <a:lnTo>
                    <a:pt x="18" y="396"/>
                  </a:lnTo>
                  <a:lnTo>
                    <a:pt x="16" y="396"/>
                  </a:lnTo>
                  <a:lnTo>
                    <a:pt x="16" y="398"/>
                  </a:lnTo>
                  <a:lnTo>
                    <a:pt x="16" y="398"/>
                  </a:lnTo>
                  <a:lnTo>
                    <a:pt x="16" y="400"/>
                  </a:lnTo>
                  <a:lnTo>
                    <a:pt x="18" y="400"/>
                  </a:lnTo>
                  <a:lnTo>
                    <a:pt x="18" y="400"/>
                  </a:lnTo>
                  <a:lnTo>
                    <a:pt x="18" y="403"/>
                  </a:lnTo>
                  <a:lnTo>
                    <a:pt x="21" y="403"/>
                  </a:lnTo>
                  <a:lnTo>
                    <a:pt x="21" y="405"/>
                  </a:lnTo>
                  <a:lnTo>
                    <a:pt x="18" y="405"/>
                  </a:lnTo>
                  <a:lnTo>
                    <a:pt x="18" y="408"/>
                  </a:lnTo>
                  <a:lnTo>
                    <a:pt x="16" y="408"/>
                  </a:lnTo>
                  <a:lnTo>
                    <a:pt x="16" y="410"/>
                  </a:lnTo>
                  <a:lnTo>
                    <a:pt x="16" y="410"/>
                  </a:lnTo>
                  <a:lnTo>
                    <a:pt x="16" y="412"/>
                  </a:lnTo>
                  <a:lnTo>
                    <a:pt x="16" y="412"/>
                  </a:lnTo>
                  <a:lnTo>
                    <a:pt x="16" y="415"/>
                  </a:lnTo>
                  <a:lnTo>
                    <a:pt x="16" y="417"/>
                  </a:lnTo>
                  <a:lnTo>
                    <a:pt x="16" y="417"/>
                  </a:lnTo>
                  <a:lnTo>
                    <a:pt x="16" y="417"/>
                  </a:lnTo>
                  <a:lnTo>
                    <a:pt x="16" y="419"/>
                  </a:lnTo>
                  <a:lnTo>
                    <a:pt x="16" y="419"/>
                  </a:lnTo>
                  <a:lnTo>
                    <a:pt x="14" y="426"/>
                  </a:lnTo>
                  <a:lnTo>
                    <a:pt x="14" y="429"/>
                  </a:lnTo>
                  <a:lnTo>
                    <a:pt x="14" y="429"/>
                  </a:lnTo>
                  <a:lnTo>
                    <a:pt x="14" y="429"/>
                  </a:lnTo>
                  <a:lnTo>
                    <a:pt x="11" y="429"/>
                  </a:lnTo>
                  <a:lnTo>
                    <a:pt x="11" y="429"/>
                  </a:lnTo>
                  <a:lnTo>
                    <a:pt x="11" y="431"/>
                  </a:lnTo>
                  <a:lnTo>
                    <a:pt x="11" y="431"/>
                  </a:lnTo>
                  <a:lnTo>
                    <a:pt x="9" y="434"/>
                  </a:lnTo>
                  <a:lnTo>
                    <a:pt x="9" y="434"/>
                  </a:lnTo>
                  <a:lnTo>
                    <a:pt x="9" y="436"/>
                  </a:lnTo>
                  <a:lnTo>
                    <a:pt x="9" y="436"/>
                  </a:lnTo>
                  <a:lnTo>
                    <a:pt x="7" y="438"/>
                  </a:lnTo>
                  <a:lnTo>
                    <a:pt x="7" y="441"/>
                  </a:lnTo>
                  <a:lnTo>
                    <a:pt x="4" y="441"/>
                  </a:lnTo>
                  <a:lnTo>
                    <a:pt x="4" y="441"/>
                  </a:lnTo>
                  <a:lnTo>
                    <a:pt x="4" y="443"/>
                  </a:lnTo>
                  <a:lnTo>
                    <a:pt x="4" y="443"/>
                  </a:lnTo>
                  <a:lnTo>
                    <a:pt x="4" y="445"/>
                  </a:lnTo>
                  <a:lnTo>
                    <a:pt x="4" y="445"/>
                  </a:lnTo>
                  <a:lnTo>
                    <a:pt x="4" y="445"/>
                  </a:lnTo>
                  <a:lnTo>
                    <a:pt x="4" y="445"/>
                  </a:lnTo>
                  <a:lnTo>
                    <a:pt x="4" y="445"/>
                  </a:lnTo>
                  <a:lnTo>
                    <a:pt x="4" y="445"/>
                  </a:lnTo>
                  <a:lnTo>
                    <a:pt x="2" y="445"/>
                  </a:lnTo>
                  <a:lnTo>
                    <a:pt x="2" y="448"/>
                  </a:lnTo>
                  <a:lnTo>
                    <a:pt x="2" y="450"/>
                  </a:lnTo>
                  <a:lnTo>
                    <a:pt x="2" y="448"/>
                  </a:lnTo>
                  <a:lnTo>
                    <a:pt x="2" y="450"/>
                  </a:lnTo>
                  <a:lnTo>
                    <a:pt x="2" y="450"/>
                  </a:lnTo>
                  <a:lnTo>
                    <a:pt x="2" y="450"/>
                  </a:lnTo>
                  <a:lnTo>
                    <a:pt x="2" y="450"/>
                  </a:lnTo>
                  <a:lnTo>
                    <a:pt x="2" y="453"/>
                  </a:lnTo>
                  <a:lnTo>
                    <a:pt x="0" y="453"/>
                  </a:lnTo>
                  <a:lnTo>
                    <a:pt x="0" y="455"/>
                  </a:lnTo>
                  <a:lnTo>
                    <a:pt x="0" y="455"/>
                  </a:lnTo>
                  <a:lnTo>
                    <a:pt x="0" y="455"/>
                  </a:lnTo>
                  <a:lnTo>
                    <a:pt x="0" y="457"/>
                  </a:lnTo>
                  <a:lnTo>
                    <a:pt x="0" y="457"/>
                  </a:lnTo>
                  <a:lnTo>
                    <a:pt x="0" y="457"/>
                  </a:lnTo>
                  <a:lnTo>
                    <a:pt x="2" y="455"/>
                  </a:lnTo>
                  <a:lnTo>
                    <a:pt x="0" y="457"/>
                  </a:lnTo>
                  <a:lnTo>
                    <a:pt x="0" y="460"/>
                  </a:lnTo>
                  <a:lnTo>
                    <a:pt x="0" y="460"/>
                  </a:lnTo>
                  <a:lnTo>
                    <a:pt x="0" y="460"/>
                  </a:lnTo>
                  <a:lnTo>
                    <a:pt x="0" y="460"/>
                  </a:lnTo>
                  <a:lnTo>
                    <a:pt x="0" y="462"/>
                  </a:lnTo>
                  <a:lnTo>
                    <a:pt x="0" y="462"/>
                  </a:lnTo>
                  <a:lnTo>
                    <a:pt x="2" y="462"/>
                  </a:lnTo>
                  <a:lnTo>
                    <a:pt x="2" y="462"/>
                  </a:lnTo>
                  <a:lnTo>
                    <a:pt x="2" y="460"/>
                  </a:lnTo>
                  <a:lnTo>
                    <a:pt x="2" y="460"/>
                  </a:lnTo>
                  <a:lnTo>
                    <a:pt x="2" y="460"/>
                  </a:lnTo>
                  <a:lnTo>
                    <a:pt x="4" y="460"/>
                  </a:lnTo>
                  <a:lnTo>
                    <a:pt x="2" y="462"/>
                  </a:lnTo>
                  <a:lnTo>
                    <a:pt x="2" y="462"/>
                  </a:lnTo>
                  <a:lnTo>
                    <a:pt x="2" y="462"/>
                  </a:lnTo>
                  <a:lnTo>
                    <a:pt x="2" y="462"/>
                  </a:lnTo>
                  <a:lnTo>
                    <a:pt x="9" y="462"/>
                  </a:lnTo>
                  <a:lnTo>
                    <a:pt x="11" y="462"/>
                  </a:lnTo>
                  <a:lnTo>
                    <a:pt x="9" y="460"/>
                  </a:lnTo>
                  <a:lnTo>
                    <a:pt x="9" y="460"/>
                  </a:lnTo>
                  <a:lnTo>
                    <a:pt x="9" y="460"/>
                  </a:lnTo>
                  <a:lnTo>
                    <a:pt x="9" y="460"/>
                  </a:lnTo>
                  <a:lnTo>
                    <a:pt x="7" y="455"/>
                  </a:lnTo>
                  <a:lnTo>
                    <a:pt x="7" y="453"/>
                  </a:lnTo>
                  <a:lnTo>
                    <a:pt x="7" y="450"/>
                  </a:lnTo>
                  <a:lnTo>
                    <a:pt x="7" y="450"/>
                  </a:lnTo>
                  <a:lnTo>
                    <a:pt x="7" y="453"/>
                  </a:lnTo>
                  <a:lnTo>
                    <a:pt x="9" y="455"/>
                  </a:lnTo>
                  <a:lnTo>
                    <a:pt x="9" y="457"/>
                  </a:lnTo>
                  <a:lnTo>
                    <a:pt x="11" y="457"/>
                  </a:lnTo>
                  <a:lnTo>
                    <a:pt x="11" y="457"/>
                  </a:lnTo>
                  <a:lnTo>
                    <a:pt x="11" y="460"/>
                  </a:lnTo>
                  <a:lnTo>
                    <a:pt x="14" y="460"/>
                  </a:lnTo>
                  <a:lnTo>
                    <a:pt x="14" y="460"/>
                  </a:lnTo>
                  <a:lnTo>
                    <a:pt x="14" y="460"/>
                  </a:lnTo>
                  <a:lnTo>
                    <a:pt x="14" y="460"/>
                  </a:lnTo>
                  <a:lnTo>
                    <a:pt x="14" y="460"/>
                  </a:lnTo>
                  <a:lnTo>
                    <a:pt x="16" y="460"/>
                  </a:lnTo>
                  <a:lnTo>
                    <a:pt x="14" y="457"/>
                  </a:lnTo>
                  <a:lnTo>
                    <a:pt x="14" y="457"/>
                  </a:lnTo>
                  <a:lnTo>
                    <a:pt x="14" y="457"/>
                  </a:lnTo>
                  <a:lnTo>
                    <a:pt x="14" y="457"/>
                  </a:lnTo>
                  <a:lnTo>
                    <a:pt x="16" y="460"/>
                  </a:lnTo>
                  <a:lnTo>
                    <a:pt x="16" y="460"/>
                  </a:lnTo>
                  <a:lnTo>
                    <a:pt x="18" y="460"/>
                  </a:lnTo>
                  <a:lnTo>
                    <a:pt x="18" y="460"/>
                  </a:lnTo>
                  <a:lnTo>
                    <a:pt x="18" y="460"/>
                  </a:lnTo>
                  <a:lnTo>
                    <a:pt x="18" y="457"/>
                  </a:lnTo>
                  <a:lnTo>
                    <a:pt x="16" y="455"/>
                  </a:lnTo>
                  <a:lnTo>
                    <a:pt x="16" y="455"/>
                  </a:lnTo>
                  <a:lnTo>
                    <a:pt x="16" y="455"/>
                  </a:lnTo>
                  <a:lnTo>
                    <a:pt x="18" y="455"/>
                  </a:lnTo>
                  <a:lnTo>
                    <a:pt x="18" y="455"/>
                  </a:lnTo>
                  <a:lnTo>
                    <a:pt x="18" y="457"/>
                  </a:lnTo>
                  <a:lnTo>
                    <a:pt x="18" y="457"/>
                  </a:lnTo>
                  <a:lnTo>
                    <a:pt x="21" y="457"/>
                  </a:lnTo>
                  <a:lnTo>
                    <a:pt x="21" y="457"/>
                  </a:lnTo>
                  <a:lnTo>
                    <a:pt x="21" y="460"/>
                  </a:lnTo>
                  <a:lnTo>
                    <a:pt x="21" y="460"/>
                  </a:lnTo>
                  <a:lnTo>
                    <a:pt x="18" y="460"/>
                  </a:lnTo>
                  <a:lnTo>
                    <a:pt x="21" y="462"/>
                  </a:lnTo>
                  <a:lnTo>
                    <a:pt x="21" y="460"/>
                  </a:lnTo>
                  <a:lnTo>
                    <a:pt x="21" y="460"/>
                  </a:lnTo>
                  <a:lnTo>
                    <a:pt x="21" y="460"/>
                  </a:lnTo>
                  <a:lnTo>
                    <a:pt x="21" y="462"/>
                  </a:lnTo>
                  <a:lnTo>
                    <a:pt x="18" y="464"/>
                  </a:lnTo>
                  <a:lnTo>
                    <a:pt x="21" y="471"/>
                  </a:lnTo>
                  <a:lnTo>
                    <a:pt x="21" y="474"/>
                  </a:lnTo>
                  <a:lnTo>
                    <a:pt x="23" y="476"/>
                  </a:lnTo>
                  <a:lnTo>
                    <a:pt x="26" y="476"/>
                  </a:lnTo>
                  <a:lnTo>
                    <a:pt x="26" y="479"/>
                  </a:lnTo>
                  <a:lnTo>
                    <a:pt x="23" y="481"/>
                  </a:lnTo>
                  <a:lnTo>
                    <a:pt x="23" y="483"/>
                  </a:lnTo>
                  <a:lnTo>
                    <a:pt x="23" y="483"/>
                  </a:lnTo>
                  <a:lnTo>
                    <a:pt x="28" y="486"/>
                  </a:lnTo>
                  <a:lnTo>
                    <a:pt x="33" y="488"/>
                  </a:lnTo>
                  <a:lnTo>
                    <a:pt x="33" y="488"/>
                  </a:lnTo>
                  <a:lnTo>
                    <a:pt x="33" y="488"/>
                  </a:lnTo>
                  <a:lnTo>
                    <a:pt x="35" y="488"/>
                  </a:lnTo>
                  <a:lnTo>
                    <a:pt x="35" y="488"/>
                  </a:lnTo>
                  <a:lnTo>
                    <a:pt x="35" y="488"/>
                  </a:lnTo>
                  <a:lnTo>
                    <a:pt x="37" y="488"/>
                  </a:lnTo>
                  <a:lnTo>
                    <a:pt x="37" y="488"/>
                  </a:lnTo>
                  <a:lnTo>
                    <a:pt x="37" y="490"/>
                  </a:lnTo>
                  <a:lnTo>
                    <a:pt x="37" y="490"/>
                  </a:lnTo>
                  <a:lnTo>
                    <a:pt x="37" y="490"/>
                  </a:lnTo>
                  <a:lnTo>
                    <a:pt x="40" y="490"/>
                  </a:lnTo>
                  <a:lnTo>
                    <a:pt x="40" y="490"/>
                  </a:lnTo>
                  <a:lnTo>
                    <a:pt x="40" y="488"/>
                  </a:lnTo>
                  <a:lnTo>
                    <a:pt x="42" y="488"/>
                  </a:lnTo>
                  <a:lnTo>
                    <a:pt x="42" y="488"/>
                  </a:lnTo>
                  <a:lnTo>
                    <a:pt x="42" y="488"/>
                  </a:lnTo>
                  <a:lnTo>
                    <a:pt x="42" y="488"/>
                  </a:lnTo>
                  <a:lnTo>
                    <a:pt x="42" y="490"/>
                  </a:lnTo>
                  <a:lnTo>
                    <a:pt x="42" y="493"/>
                  </a:lnTo>
                  <a:lnTo>
                    <a:pt x="44" y="493"/>
                  </a:lnTo>
                  <a:lnTo>
                    <a:pt x="44" y="493"/>
                  </a:lnTo>
                  <a:lnTo>
                    <a:pt x="47" y="493"/>
                  </a:lnTo>
                  <a:lnTo>
                    <a:pt x="47" y="495"/>
                  </a:lnTo>
                  <a:lnTo>
                    <a:pt x="49" y="493"/>
                  </a:lnTo>
                  <a:lnTo>
                    <a:pt x="49" y="493"/>
                  </a:lnTo>
                  <a:lnTo>
                    <a:pt x="52" y="493"/>
                  </a:lnTo>
                  <a:lnTo>
                    <a:pt x="49" y="493"/>
                  </a:lnTo>
                  <a:lnTo>
                    <a:pt x="49" y="493"/>
                  </a:lnTo>
                  <a:lnTo>
                    <a:pt x="49" y="493"/>
                  </a:lnTo>
                  <a:lnTo>
                    <a:pt x="49" y="490"/>
                  </a:lnTo>
                  <a:lnTo>
                    <a:pt x="49" y="490"/>
                  </a:lnTo>
                  <a:lnTo>
                    <a:pt x="49" y="490"/>
                  </a:lnTo>
                  <a:lnTo>
                    <a:pt x="49" y="490"/>
                  </a:lnTo>
                  <a:lnTo>
                    <a:pt x="49" y="490"/>
                  </a:lnTo>
                  <a:lnTo>
                    <a:pt x="47" y="488"/>
                  </a:lnTo>
                  <a:lnTo>
                    <a:pt x="47" y="488"/>
                  </a:lnTo>
                  <a:lnTo>
                    <a:pt x="49" y="488"/>
                  </a:lnTo>
                  <a:lnTo>
                    <a:pt x="49" y="488"/>
                  </a:lnTo>
                  <a:lnTo>
                    <a:pt x="49" y="488"/>
                  </a:lnTo>
                  <a:lnTo>
                    <a:pt x="49" y="488"/>
                  </a:lnTo>
                  <a:lnTo>
                    <a:pt x="49" y="488"/>
                  </a:lnTo>
                  <a:lnTo>
                    <a:pt x="49" y="488"/>
                  </a:lnTo>
                  <a:lnTo>
                    <a:pt x="49" y="488"/>
                  </a:lnTo>
                  <a:lnTo>
                    <a:pt x="52" y="490"/>
                  </a:lnTo>
                  <a:lnTo>
                    <a:pt x="52" y="490"/>
                  </a:lnTo>
                  <a:lnTo>
                    <a:pt x="52" y="490"/>
                  </a:lnTo>
                  <a:lnTo>
                    <a:pt x="52" y="490"/>
                  </a:lnTo>
                  <a:lnTo>
                    <a:pt x="54" y="490"/>
                  </a:lnTo>
                  <a:lnTo>
                    <a:pt x="54" y="490"/>
                  </a:lnTo>
                  <a:lnTo>
                    <a:pt x="54" y="488"/>
                  </a:lnTo>
                  <a:lnTo>
                    <a:pt x="52" y="488"/>
                  </a:lnTo>
                  <a:lnTo>
                    <a:pt x="52" y="488"/>
                  </a:lnTo>
                  <a:lnTo>
                    <a:pt x="52" y="486"/>
                  </a:lnTo>
                  <a:lnTo>
                    <a:pt x="52" y="486"/>
                  </a:lnTo>
                  <a:lnTo>
                    <a:pt x="52" y="486"/>
                  </a:lnTo>
                  <a:lnTo>
                    <a:pt x="49" y="486"/>
                  </a:lnTo>
                  <a:lnTo>
                    <a:pt x="49" y="486"/>
                  </a:lnTo>
                  <a:lnTo>
                    <a:pt x="49" y="486"/>
                  </a:lnTo>
                  <a:lnTo>
                    <a:pt x="49" y="486"/>
                  </a:lnTo>
                  <a:lnTo>
                    <a:pt x="52" y="483"/>
                  </a:lnTo>
                  <a:lnTo>
                    <a:pt x="52" y="483"/>
                  </a:lnTo>
                  <a:lnTo>
                    <a:pt x="52" y="483"/>
                  </a:lnTo>
                  <a:lnTo>
                    <a:pt x="52" y="486"/>
                  </a:lnTo>
                  <a:lnTo>
                    <a:pt x="52" y="486"/>
                  </a:lnTo>
                  <a:lnTo>
                    <a:pt x="54" y="488"/>
                  </a:lnTo>
                  <a:lnTo>
                    <a:pt x="54" y="488"/>
                  </a:lnTo>
                  <a:lnTo>
                    <a:pt x="54" y="486"/>
                  </a:lnTo>
                  <a:lnTo>
                    <a:pt x="54" y="488"/>
                  </a:lnTo>
                  <a:lnTo>
                    <a:pt x="56" y="488"/>
                  </a:lnTo>
                  <a:lnTo>
                    <a:pt x="59" y="488"/>
                  </a:lnTo>
                  <a:lnTo>
                    <a:pt x="59" y="488"/>
                  </a:lnTo>
                  <a:lnTo>
                    <a:pt x="59" y="486"/>
                  </a:lnTo>
                  <a:lnTo>
                    <a:pt x="61" y="483"/>
                  </a:lnTo>
                  <a:lnTo>
                    <a:pt x="63" y="483"/>
                  </a:lnTo>
                  <a:lnTo>
                    <a:pt x="63" y="483"/>
                  </a:lnTo>
                  <a:lnTo>
                    <a:pt x="63" y="483"/>
                  </a:lnTo>
                  <a:lnTo>
                    <a:pt x="63" y="483"/>
                  </a:lnTo>
                  <a:lnTo>
                    <a:pt x="63" y="483"/>
                  </a:lnTo>
                  <a:lnTo>
                    <a:pt x="66" y="481"/>
                  </a:lnTo>
                  <a:lnTo>
                    <a:pt x="66" y="481"/>
                  </a:lnTo>
                  <a:lnTo>
                    <a:pt x="66" y="481"/>
                  </a:lnTo>
                  <a:lnTo>
                    <a:pt x="66" y="483"/>
                  </a:lnTo>
                  <a:lnTo>
                    <a:pt x="66" y="483"/>
                  </a:lnTo>
                  <a:lnTo>
                    <a:pt x="63" y="483"/>
                  </a:lnTo>
                  <a:lnTo>
                    <a:pt x="61" y="488"/>
                  </a:lnTo>
                  <a:lnTo>
                    <a:pt x="61" y="488"/>
                  </a:lnTo>
                  <a:lnTo>
                    <a:pt x="59" y="488"/>
                  </a:lnTo>
                  <a:lnTo>
                    <a:pt x="59" y="490"/>
                  </a:lnTo>
                  <a:lnTo>
                    <a:pt x="59" y="490"/>
                  </a:lnTo>
                  <a:lnTo>
                    <a:pt x="59" y="493"/>
                  </a:lnTo>
                  <a:lnTo>
                    <a:pt x="61" y="493"/>
                  </a:lnTo>
                  <a:lnTo>
                    <a:pt x="66" y="490"/>
                  </a:lnTo>
                  <a:lnTo>
                    <a:pt x="66" y="490"/>
                  </a:lnTo>
                  <a:lnTo>
                    <a:pt x="66" y="490"/>
                  </a:lnTo>
                  <a:lnTo>
                    <a:pt x="66" y="490"/>
                  </a:lnTo>
                  <a:lnTo>
                    <a:pt x="66" y="490"/>
                  </a:lnTo>
                  <a:lnTo>
                    <a:pt x="66" y="493"/>
                  </a:lnTo>
                  <a:lnTo>
                    <a:pt x="66" y="493"/>
                  </a:lnTo>
                  <a:lnTo>
                    <a:pt x="66" y="493"/>
                  </a:lnTo>
                  <a:lnTo>
                    <a:pt x="66" y="493"/>
                  </a:lnTo>
                  <a:lnTo>
                    <a:pt x="63" y="493"/>
                  </a:lnTo>
                  <a:lnTo>
                    <a:pt x="61" y="493"/>
                  </a:lnTo>
                  <a:lnTo>
                    <a:pt x="61" y="493"/>
                  </a:lnTo>
                  <a:lnTo>
                    <a:pt x="61" y="495"/>
                  </a:lnTo>
                  <a:lnTo>
                    <a:pt x="63" y="495"/>
                  </a:lnTo>
                  <a:lnTo>
                    <a:pt x="66" y="495"/>
                  </a:lnTo>
                  <a:lnTo>
                    <a:pt x="66" y="495"/>
                  </a:lnTo>
                  <a:lnTo>
                    <a:pt x="66" y="495"/>
                  </a:lnTo>
                  <a:lnTo>
                    <a:pt x="66" y="497"/>
                  </a:lnTo>
                  <a:lnTo>
                    <a:pt x="66" y="497"/>
                  </a:lnTo>
                  <a:lnTo>
                    <a:pt x="66" y="497"/>
                  </a:lnTo>
                  <a:lnTo>
                    <a:pt x="66" y="497"/>
                  </a:lnTo>
                  <a:lnTo>
                    <a:pt x="63" y="497"/>
                  </a:lnTo>
                  <a:lnTo>
                    <a:pt x="63" y="497"/>
                  </a:lnTo>
                  <a:lnTo>
                    <a:pt x="61" y="495"/>
                  </a:lnTo>
                  <a:lnTo>
                    <a:pt x="61" y="497"/>
                  </a:lnTo>
                  <a:lnTo>
                    <a:pt x="61" y="497"/>
                  </a:lnTo>
                  <a:lnTo>
                    <a:pt x="59" y="495"/>
                  </a:lnTo>
                  <a:lnTo>
                    <a:pt x="56" y="497"/>
                  </a:lnTo>
                  <a:lnTo>
                    <a:pt x="56" y="497"/>
                  </a:lnTo>
                  <a:lnTo>
                    <a:pt x="56" y="500"/>
                  </a:lnTo>
                  <a:lnTo>
                    <a:pt x="56" y="500"/>
                  </a:lnTo>
                  <a:lnTo>
                    <a:pt x="59" y="500"/>
                  </a:lnTo>
                  <a:lnTo>
                    <a:pt x="59" y="500"/>
                  </a:lnTo>
                  <a:lnTo>
                    <a:pt x="59" y="500"/>
                  </a:lnTo>
                  <a:lnTo>
                    <a:pt x="59" y="502"/>
                  </a:lnTo>
                  <a:lnTo>
                    <a:pt x="61" y="502"/>
                  </a:lnTo>
                  <a:lnTo>
                    <a:pt x="61" y="502"/>
                  </a:lnTo>
                  <a:lnTo>
                    <a:pt x="59" y="502"/>
                  </a:lnTo>
                  <a:lnTo>
                    <a:pt x="59" y="502"/>
                  </a:lnTo>
                  <a:lnTo>
                    <a:pt x="56" y="502"/>
                  </a:lnTo>
                  <a:lnTo>
                    <a:pt x="56" y="502"/>
                  </a:lnTo>
                  <a:lnTo>
                    <a:pt x="56" y="500"/>
                  </a:lnTo>
                  <a:lnTo>
                    <a:pt x="56" y="500"/>
                  </a:lnTo>
                  <a:lnTo>
                    <a:pt x="56" y="500"/>
                  </a:lnTo>
                  <a:lnTo>
                    <a:pt x="54" y="497"/>
                  </a:lnTo>
                  <a:lnTo>
                    <a:pt x="54" y="500"/>
                  </a:lnTo>
                  <a:lnTo>
                    <a:pt x="56" y="500"/>
                  </a:lnTo>
                  <a:lnTo>
                    <a:pt x="59" y="505"/>
                  </a:lnTo>
                  <a:lnTo>
                    <a:pt x="59" y="509"/>
                  </a:lnTo>
                  <a:lnTo>
                    <a:pt x="59" y="509"/>
                  </a:lnTo>
                  <a:lnTo>
                    <a:pt x="59" y="509"/>
                  </a:lnTo>
                  <a:lnTo>
                    <a:pt x="59" y="509"/>
                  </a:lnTo>
                  <a:lnTo>
                    <a:pt x="59" y="509"/>
                  </a:lnTo>
                  <a:lnTo>
                    <a:pt x="63" y="509"/>
                  </a:lnTo>
                  <a:lnTo>
                    <a:pt x="63" y="509"/>
                  </a:lnTo>
                  <a:lnTo>
                    <a:pt x="66" y="509"/>
                  </a:lnTo>
                  <a:lnTo>
                    <a:pt x="68" y="507"/>
                  </a:lnTo>
                  <a:lnTo>
                    <a:pt x="68" y="509"/>
                  </a:lnTo>
                  <a:lnTo>
                    <a:pt x="68" y="509"/>
                  </a:lnTo>
                  <a:lnTo>
                    <a:pt x="66" y="509"/>
                  </a:lnTo>
                  <a:lnTo>
                    <a:pt x="61" y="512"/>
                  </a:lnTo>
                  <a:lnTo>
                    <a:pt x="61" y="514"/>
                  </a:lnTo>
                  <a:lnTo>
                    <a:pt x="59" y="514"/>
                  </a:lnTo>
                  <a:lnTo>
                    <a:pt x="66" y="516"/>
                  </a:lnTo>
                  <a:lnTo>
                    <a:pt x="66" y="519"/>
                  </a:lnTo>
                  <a:lnTo>
                    <a:pt x="70" y="524"/>
                  </a:lnTo>
                  <a:lnTo>
                    <a:pt x="73" y="526"/>
                  </a:lnTo>
                  <a:lnTo>
                    <a:pt x="73" y="526"/>
                  </a:lnTo>
                  <a:lnTo>
                    <a:pt x="73" y="528"/>
                  </a:lnTo>
                  <a:lnTo>
                    <a:pt x="73" y="528"/>
                  </a:lnTo>
                  <a:lnTo>
                    <a:pt x="73" y="528"/>
                  </a:lnTo>
                  <a:lnTo>
                    <a:pt x="75" y="528"/>
                  </a:lnTo>
                  <a:lnTo>
                    <a:pt x="75" y="528"/>
                  </a:lnTo>
                  <a:lnTo>
                    <a:pt x="75" y="528"/>
                  </a:lnTo>
                  <a:lnTo>
                    <a:pt x="73" y="528"/>
                  </a:lnTo>
                  <a:lnTo>
                    <a:pt x="73" y="528"/>
                  </a:lnTo>
                  <a:lnTo>
                    <a:pt x="73" y="528"/>
                  </a:lnTo>
                  <a:lnTo>
                    <a:pt x="75" y="531"/>
                  </a:lnTo>
                  <a:lnTo>
                    <a:pt x="75" y="538"/>
                  </a:lnTo>
                  <a:lnTo>
                    <a:pt x="75" y="540"/>
                  </a:lnTo>
                  <a:lnTo>
                    <a:pt x="75" y="540"/>
                  </a:lnTo>
                  <a:lnTo>
                    <a:pt x="75" y="542"/>
                  </a:lnTo>
                  <a:lnTo>
                    <a:pt x="73" y="545"/>
                  </a:lnTo>
                  <a:lnTo>
                    <a:pt x="73" y="545"/>
                  </a:lnTo>
                  <a:lnTo>
                    <a:pt x="73" y="547"/>
                  </a:lnTo>
                  <a:lnTo>
                    <a:pt x="73" y="554"/>
                  </a:lnTo>
                  <a:lnTo>
                    <a:pt x="73" y="557"/>
                  </a:lnTo>
                  <a:lnTo>
                    <a:pt x="70" y="559"/>
                  </a:lnTo>
                  <a:lnTo>
                    <a:pt x="68" y="566"/>
                  </a:lnTo>
                  <a:lnTo>
                    <a:pt x="68" y="576"/>
                  </a:lnTo>
                  <a:lnTo>
                    <a:pt x="68" y="576"/>
                  </a:lnTo>
                  <a:lnTo>
                    <a:pt x="68" y="576"/>
                  </a:lnTo>
                  <a:lnTo>
                    <a:pt x="68" y="578"/>
                  </a:lnTo>
                  <a:lnTo>
                    <a:pt x="68" y="578"/>
                  </a:lnTo>
                  <a:lnTo>
                    <a:pt x="68" y="578"/>
                  </a:lnTo>
                  <a:lnTo>
                    <a:pt x="68" y="580"/>
                  </a:lnTo>
                  <a:lnTo>
                    <a:pt x="68" y="580"/>
                  </a:lnTo>
                  <a:lnTo>
                    <a:pt x="68" y="583"/>
                  </a:lnTo>
                  <a:lnTo>
                    <a:pt x="70" y="583"/>
                  </a:lnTo>
                  <a:lnTo>
                    <a:pt x="73" y="585"/>
                  </a:lnTo>
                  <a:lnTo>
                    <a:pt x="73" y="585"/>
                  </a:lnTo>
                  <a:lnTo>
                    <a:pt x="73" y="585"/>
                  </a:lnTo>
                  <a:lnTo>
                    <a:pt x="78" y="585"/>
                  </a:lnTo>
                  <a:lnTo>
                    <a:pt x="78" y="587"/>
                  </a:lnTo>
                  <a:lnTo>
                    <a:pt x="85" y="587"/>
                  </a:lnTo>
                  <a:lnTo>
                    <a:pt x="89" y="587"/>
                  </a:lnTo>
                  <a:lnTo>
                    <a:pt x="101" y="587"/>
                  </a:lnTo>
                  <a:lnTo>
                    <a:pt x="118" y="587"/>
                  </a:lnTo>
                  <a:lnTo>
                    <a:pt x="134" y="587"/>
                  </a:lnTo>
                  <a:lnTo>
                    <a:pt x="149" y="587"/>
                  </a:lnTo>
                  <a:lnTo>
                    <a:pt x="149" y="585"/>
                  </a:lnTo>
                  <a:lnTo>
                    <a:pt x="151" y="585"/>
                  </a:lnTo>
                  <a:lnTo>
                    <a:pt x="151" y="585"/>
                  </a:lnTo>
                  <a:lnTo>
                    <a:pt x="151" y="585"/>
                  </a:lnTo>
                  <a:lnTo>
                    <a:pt x="151" y="583"/>
                  </a:lnTo>
                  <a:lnTo>
                    <a:pt x="151" y="583"/>
                  </a:lnTo>
                  <a:lnTo>
                    <a:pt x="151" y="583"/>
                  </a:lnTo>
                  <a:lnTo>
                    <a:pt x="151" y="580"/>
                  </a:lnTo>
                  <a:lnTo>
                    <a:pt x="151" y="580"/>
                  </a:lnTo>
                  <a:lnTo>
                    <a:pt x="151" y="580"/>
                  </a:lnTo>
                  <a:lnTo>
                    <a:pt x="151" y="580"/>
                  </a:lnTo>
                  <a:lnTo>
                    <a:pt x="165" y="578"/>
                  </a:lnTo>
                  <a:lnTo>
                    <a:pt x="167" y="578"/>
                  </a:lnTo>
                  <a:lnTo>
                    <a:pt x="167" y="578"/>
                  </a:lnTo>
                  <a:lnTo>
                    <a:pt x="167" y="578"/>
                  </a:lnTo>
                  <a:lnTo>
                    <a:pt x="167" y="578"/>
                  </a:lnTo>
                  <a:lnTo>
                    <a:pt x="170" y="580"/>
                  </a:lnTo>
                  <a:lnTo>
                    <a:pt x="172" y="580"/>
                  </a:lnTo>
                  <a:lnTo>
                    <a:pt x="172" y="580"/>
                  </a:lnTo>
                  <a:lnTo>
                    <a:pt x="175" y="580"/>
                  </a:lnTo>
                  <a:lnTo>
                    <a:pt x="179" y="580"/>
                  </a:lnTo>
                  <a:lnTo>
                    <a:pt x="184" y="580"/>
                  </a:lnTo>
                  <a:lnTo>
                    <a:pt x="189" y="580"/>
                  </a:lnTo>
                  <a:lnTo>
                    <a:pt x="191" y="580"/>
                  </a:lnTo>
                  <a:lnTo>
                    <a:pt x="191" y="580"/>
                  </a:lnTo>
                  <a:lnTo>
                    <a:pt x="194" y="580"/>
                  </a:lnTo>
                  <a:lnTo>
                    <a:pt x="196" y="580"/>
                  </a:lnTo>
                  <a:lnTo>
                    <a:pt x="198" y="580"/>
                  </a:lnTo>
                  <a:lnTo>
                    <a:pt x="201" y="580"/>
                  </a:lnTo>
                  <a:lnTo>
                    <a:pt x="201" y="580"/>
                  </a:lnTo>
                  <a:lnTo>
                    <a:pt x="201" y="580"/>
                  </a:lnTo>
                  <a:lnTo>
                    <a:pt x="203" y="578"/>
                  </a:lnTo>
                  <a:lnTo>
                    <a:pt x="203" y="578"/>
                  </a:lnTo>
                  <a:lnTo>
                    <a:pt x="203" y="578"/>
                  </a:lnTo>
                  <a:lnTo>
                    <a:pt x="205" y="580"/>
                  </a:lnTo>
                  <a:lnTo>
                    <a:pt x="205" y="580"/>
                  </a:lnTo>
                  <a:lnTo>
                    <a:pt x="210" y="580"/>
                  </a:lnTo>
                  <a:lnTo>
                    <a:pt x="210" y="580"/>
                  </a:lnTo>
                  <a:lnTo>
                    <a:pt x="215" y="580"/>
                  </a:lnTo>
                  <a:lnTo>
                    <a:pt x="215" y="580"/>
                  </a:lnTo>
                  <a:lnTo>
                    <a:pt x="217" y="580"/>
                  </a:lnTo>
                  <a:lnTo>
                    <a:pt x="217" y="580"/>
                  </a:lnTo>
                  <a:lnTo>
                    <a:pt x="220" y="583"/>
                  </a:lnTo>
                  <a:lnTo>
                    <a:pt x="227" y="583"/>
                  </a:lnTo>
                  <a:lnTo>
                    <a:pt x="227" y="583"/>
                  </a:lnTo>
                  <a:lnTo>
                    <a:pt x="227" y="583"/>
                  </a:lnTo>
                  <a:lnTo>
                    <a:pt x="229" y="580"/>
                  </a:lnTo>
                  <a:lnTo>
                    <a:pt x="229" y="580"/>
                  </a:lnTo>
                  <a:lnTo>
                    <a:pt x="229" y="580"/>
                  </a:lnTo>
                  <a:lnTo>
                    <a:pt x="231" y="583"/>
                  </a:lnTo>
                  <a:lnTo>
                    <a:pt x="231" y="583"/>
                  </a:lnTo>
                  <a:lnTo>
                    <a:pt x="231" y="583"/>
                  </a:lnTo>
                  <a:lnTo>
                    <a:pt x="234" y="583"/>
                  </a:lnTo>
                  <a:lnTo>
                    <a:pt x="234" y="583"/>
                  </a:lnTo>
                  <a:lnTo>
                    <a:pt x="234" y="583"/>
                  </a:lnTo>
                  <a:lnTo>
                    <a:pt x="236" y="580"/>
                  </a:lnTo>
                  <a:lnTo>
                    <a:pt x="236" y="583"/>
                  </a:lnTo>
                  <a:lnTo>
                    <a:pt x="238" y="583"/>
                  </a:lnTo>
                  <a:lnTo>
                    <a:pt x="238" y="583"/>
                  </a:lnTo>
                  <a:lnTo>
                    <a:pt x="238" y="580"/>
                  </a:lnTo>
                  <a:lnTo>
                    <a:pt x="241" y="583"/>
                  </a:lnTo>
                  <a:lnTo>
                    <a:pt x="241" y="583"/>
                  </a:lnTo>
                  <a:lnTo>
                    <a:pt x="243" y="583"/>
                  </a:lnTo>
                  <a:lnTo>
                    <a:pt x="243" y="583"/>
                  </a:lnTo>
                  <a:lnTo>
                    <a:pt x="246" y="580"/>
                  </a:lnTo>
                  <a:lnTo>
                    <a:pt x="246" y="580"/>
                  </a:lnTo>
                  <a:lnTo>
                    <a:pt x="246" y="580"/>
                  </a:lnTo>
                  <a:lnTo>
                    <a:pt x="248" y="580"/>
                  </a:lnTo>
                  <a:lnTo>
                    <a:pt x="250" y="580"/>
                  </a:lnTo>
                  <a:lnTo>
                    <a:pt x="250" y="580"/>
                  </a:lnTo>
                  <a:lnTo>
                    <a:pt x="250" y="580"/>
                  </a:lnTo>
                  <a:lnTo>
                    <a:pt x="250" y="580"/>
                  </a:lnTo>
                  <a:lnTo>
                    <a:pt x="253" y="580"/>
                  </a:lnTo>
                  <a:lnTo>
                    <a:pt x="253" y="580"/>
                  </a:lnTo>
                  <a:lnTo>
                    <a:pt x="253" y="580"/>
                  </a:lnTo>
                  <a:lnTo>
                    <a:pt x="253" y="583"/>
                  </a:lnTo>
                  <a:lnTo>
                    <a:pt x="255" y="583"/>
                  </a:lnTo>
                  <a:lnTo>
                    <a:pt x="255" y="583"/>
                  </a:lnTo>
                  <a:lnTo>
                    <a:pt x="255" y="583"/>
                  </a:lnTo>
                  <a:lnTo>
                    <a:pt x="255" y="585"/>
                  </a:lnTo>
                  <a:lnTo>
                    <a:pt x="255" y="587"/>
                  </a:lnTo>
                  <a:lnTo>
                    <a:pt x="265" y="587"/>
                  </a:lnTo>
                  <a:lnTo>
                    <a:pt x="272" y="587"/>
                  </a:lnTo>
                  <a:lnTo>
                    <a:pt x="274" y="587"/>
                  </a:lnTo>
                  <a:lnTo>
                    <a:pt x="283" y="587"/>
                  </a:lnTo>
                  <a:lnTo>
                    <a:pt x="293" y="587"/>
                  </a:lnTo>
                  <a:lnTo>
                    <a:pt x="300" y="587"/>
                  </a:lnTo>
                  <a:lnTo>
                    <a:pt x="307" y="587"/>
                  </a:lnTo>
                  <a:lnTo>
                    <a:pt x="307" y="587"/>
                  </a:lnTo>
                  <a:lnTo>
                    <a:pt x="309" y="585"/>
                  </a:lnTo>
                  <a:lnTo>
                    <a:pt x="314" y="587"/>
                  </a:lnTo>
                  <a:lnTo>
                    <a:pt x="314" y="587"/>
                  </a:lnTo>
                  <a:lnTo>
                    <a:pt x="314" y="587"/>
                  </a:lnTo>
                  <a:lnTo>
                    <a:pt x="317" y="587"/>
                  </a:lnTo>
                  <a:lnTo>
                    <a:pt x="317" y="587"/>
                  </a:lnTo>
                  <a:lnTo>
                    <a:pt x="317" y="587"/>
                  </a:lnTo>
                  <a:lnTo>
                    <a:pt x="321" y="587"/>
                  </a:lnTo>
                  <a:lnTo>
                    <a:pt x="321" y="587"/>
                  </a:lnTo>
                  <a:lnTo>
                    <a:pt x="321" y="585"/>
                  </a:lnTo>
                  <a:lnTo>
                    <a:pt x="321" y="585"/>
                  </a:lnTo>
                  <a:lnTo>
                    <a:pt x="321" y="585"/>
                  </a:lnTo>
                  <a:lnTo>
                    <a:pt x="321" y="585"/>
                  </a:lnTo>
                  <a:lnTo>
                    <a:pt x="324" y="585"/>
                  </a:lnTo>
                  <a:lnTo>
                    <a:pt x="324" y="585"/>
                  </a:lnTo>
                  <a:lnTo>
                    <a:pt x="326" y="587"/>
                  </a:lnTo>
                  <a:lnTo>
                    <a:pt x="326" y="587"/>
                  </a:lnTo>
                  <a:lnTo>
                    <a:pt x="326" y="587"/>
                  </a:lnTo>
                  <a:lnTo>
                    <a:pt x="326" y="587"/>
                  </a:lnTo>
                  <a:lnTo>
                    <a:pt x="328" y="587"/>
                  </a:lnTo>
                  <a:lnTo>
                    <a:pt x="328" y="587"/>
                  </a:lnTo>
                  <a:lnTo>
                    <a:pt x="331" y="590"/>
                  </a:lnTo>
                  <a:lnTo>
                    <a:pt x="331" y="590"/>
                  </a:lnTo>
                  <a:lnTo>
                    <a:pt x="331" y="590"/>
                  </a:lnTo>
                  <a:lnTo>
                    <a:pt x="331" y="587"/>
                  </a:lnTo>
                  <a:lnTo>
                    <a:pt x="333" y="590"/>
                  </a:lnTo>
                  <a:lnTo>
                    <a:pt x="331" y="590"/>
                  </a:lnTo>
                  <a:lnTo>
                    <a:pt x="331" y="590"/>
                  </a:lnTo>
                  <a:lnTo>
                    <a:pt x="331" y="590"/>
                  </a:lnTo>
                  <a:lnTo>
                    <a:pt x="333" y="590"/>
                  </a:lnTo>
                  <a:lnTo>
                    <a:pt x="333" y="590"/>
                  </a:lnTo>
                  <a:lnTo>
                    <a:pt x="333" y="590"/>
                  </a:lnTo>
                  <a:lnTo>
                    <a:pt x="333" y="590"/>
                  </a:lnTo>
                  <a:lnTo>
                    <a:pt x="333" y="592"/>
                  </a:lnTo>
                  <a:lnTo>
                    <a:pt x="333" y="592"/>
                  </a:lnTo>
                  <a:lnTo>
                    <a:pt x="338" y="592"/>
                  </a:lnTo>
                  <a:lnTo>
                    <a:pt x="338" y="592"/>
                  </a:lnTo>
                  <a:lnTo>
                    <a:pt x="338" y="590"/>
                  </a:lnTo>
                  <a:lnTo>
                    <a:pt x="338" y="590"/>
                  </a:lnTo>
                  <a:lnTo>
                    <a:pt x="338" y="590"/>
                  </a:lnTo>
                  <a:lnTo>
                    <a:pt x="338" y="590"/>
                  </a:lnTo>
                  <a:lnTo>
                    <a:pt x="340" y="590"/>
                  </a:lnTo>
                  <a:lnTo>
                    <a:pt x="340" y="590"/>
                  </a:lnTo>
                  <a:lnTo>
                    <a:pt x="340" y="592"/>
                  </a:lnTo>
                  <a:lnTo>
                    <a:pt x="340" y="592"/>
                  </a:lnTo>
                  <a:lnTo>
                    <a:pt x="340" y="595"/>
                  </a:lnTo>
                  <a:lnTo>
                    <a:pt x="340" y="595"/>
                  </a:lnTo>
                  <a:lnTo>
                    <a:pt x="343" y="595"/>
                  </a:lnTo>
                  <a:lnTo>
                    <a:pt x="343" y="595"/>
                  </a:lnTo>
                  <a:lnTo>
                    <a:pt x="345" y="595"/>
                  </a:lnTo>
                  <a:lnTo>
                    <a:pt x="345" y="595"/>
                  </a:lnTo>
                  <a:lnTo>
                    <a:pt x="345" y="595"/>
                  </a:lnTo>
                  <a:lnTo>
                    <a:pt x="347" y="595"/>
                  </a:lnTo>
                  <a:lnTo>
                    <a:pt x="347" y="595"/>
                  </a:lnTo>
                  <a:lnTo>
                    <a:pt x="350" y="595"/>
                  </a:lnTo>
                  <a:lnTo>
                    <a:pt x="350" y="597"/>
                  </a:lnTo>
                  <a:lnTo>
                    <a:pt x="352" y="597"/>
                  </a:lnTo>
                  <a:lnTo>
                    <a:pt x="352" y="595"/>
                  </a:lnTo>
                  <a:lnTo>
                    <a:pt x="352" y="595"/>
                  </a:lnTo>
                  <a:lnTo>
                    <a:pt x="352" y="595"/>
                  </a:lnTo>
                  <a:lnTo>
                    <a:pt x="354" y="595"/>
                  </a:lnTo>
                  <a:lnTo>
                    <a:pt x="354" y="592"/>
                  </a:lnTo>
                  <a:lnTo>
                    <a:pt x="357" y="595"/>
                  </a:lnTo>
                  <a:lnTo>
                    <a:pt x="357" y="595"/>
                  </a:lnTo>
                  <a:lnTo>
                    <a:pt x="357" y="592"/>
                  </a:lnTo>
                  <a:lnTo>
                    <a:pt x="359" y="595"/>
                  </a:lnTo>
                  <a:lnTo>
                    <a:pt x="359" y="595"/>
                  </a:lnTo>
                  <a:lnTo>
                    <a:pt x="359" y="595"/>
                  </a:lnTo>
                  <a:lnTo>
                    <a:pt x="359" y="595"/>
                  </a:lnTo>
                  <a:lnTo>
                    <a:pt x="359" y="595"/>
                  </a:lnTo>
                  <a:lnTo>
                    <a:pt x="362" y="597"/>
                  </a:lnTo>
                  <a:lnTo>
                    <a:pt x="362" y="597"/>
                  </a:lnTo>
                  <a:lnTo>
                    <a:pt x="362" y="597"/>
                  </a:lnTo>
                  <a:lnTo>
                    <a:pt x="362" y="597"/>
                  </a:lnTo>
                  <a:lnTo>
                    <a:pt x="362" y="597"/>
                  </a:lnTo>
                  <a:lnTo>
                    <a:pt x="362" y="597"/>
                  </a:lnTo>
                  <a:lnTo>
                    <a:pt x="362" y="599"/>
                  </a:lnTo>
                  <a:lnTo>
                    <a:pt x="362" y="599"/>
                  </a:lnTo>
                  <a:lnTo>
                    <a:pt x="364" y="599"/>
                  </a:lnTo>
                  <a:lnTo>
                    <a:pt x="364" y="599"/>
                  </a:lnTo>
                  <a:lnTo>
                    <a:pt x="364" y="599"/>
                  </a:lnTo>
                  <a:lnTo>
                    <a:pt x="364" y="599"/>
                  </a:lnTo>
                  <a:lnTo>
                    <a:pt x="366" y="599"/>
                  </a:lnTo>
                  <a:lnTo>
                    <a:pt x="366" y="599"/>
                  </a:lnTo>
                  <a:lnTo>
                    <a:pt x="369" y="597"/>
                  </a:lnTo>
                  <a:lnTo>
                    <a:pt x="371" y="597"/>
                  </a:lnTo>
                  <a:lnTo>
                    <a:pt x="373" y="597"/>
                  </a:lnTo>
                  <a:lnTo>
                    <a:pt x="378" y="599"/>
                  </a:lnTo>
                  <a:lnTo>
                    <a:pt x="383" y="599"/>
                  </a:lnTo>
                  <a:lnTo>
                    <a:pt x="385" y="599"/>
                  </a:lnTo>
                  <a:lnTo>
                    <a:pt x="385" y="599"/>
                  </a:lnTo>
                  <a:lnTo>
                    <a:pt x="385" y="599"/>
                  </a:lnTo>
                  <a:lnTo>
                    <a:pt x="388" y="599"/>
                  </a:lnTo>
                  <a:lnTo>
                    <a:pt x="388" y="599"/>
                  </a:lnTo>
                  <a:lnTo>
                    <a:pt x="390" y="602"/>
                  </a:lnTo>
                  <a:lnTo>
                    <a:pt x="390" y="604"/>
                  </a:lnTo>
                  <a:lnTo>
                    <a:pt x="390" y="604"/>
                  </a:lnTo>
                  <a:lnTo>
                    <a:pt x="392" y="604"/>
                  </a:lnTo>
                  <a:lnTo>
                    <a:pt x="392" y="604"/>
                  </a:lnTo>
                  <a:lnTo>
                    <a:pt x="392" y="604"/>
                  </a:lnTo>
                  <a:lnTo>
                    <a:pt x="392" y="606"/>
                  </a:lnTo>
                  <a:lnTo>
                    <a:pt x="395" y="606"/>
                  </a:lnTo>
                  <a:lnTo>
                    <a:pt x="395" y="606"/>
                  </a:lnTo>
                  <a:lnTo>
                    <a:pt x="395" y="606"/>
                  </a:lnTo>
                  <a:lnTo>
                    <a:pt x="395" y="606"/>
                  </a:lnTo>
                  <a:lnTo>
                    <a:pt x="395" y="606"/>
                  </a:lnTo>
                  <a:lnTo>
                    <a:pt x="397" y="606"/>
                  </a:lnTo>
                  <a:lnTo>
                    <a:pt x="397" y="606"/>
                  </a:lnTo>
                  <a:lnTo>
                    <a:pt x="399" y="606"/>
                  </a:lnTo>
                  <a:lnTo>
                    <a:pt x="399" y="606"/>
                  </a:lnTo>
                  <a:lnTo>
                    <a:pt x="399" y="606"/>
                  </a:lnTo>
                  <a:lnTo>
                    <a:pt x="399" y="606"/>
                  </a:lnTo>
                  <a:lnTo>
                    <a:pt x="402" y="609"/>
                  </a:lnTo>
                  <a:lnTo>
                    <a:pt x="402" y="609"/>
                  </a:lnTo>
                  <a:lnTo>
                    <a:pt x="402" y="609"/>
                  </a:lnTo>
                  <a:lnTo>
                    <a:pt x="402" y="609"/>
                  </a:lnTo>
                  <a:lnTo>
                    <a:pt x="402" y="611"/>
                  </a:lnTo>
                  <a:lnTo>
                    <a:pt x="402" y="611"/>
                  </a:lnTo>
                  <a:lnTo>
                    <a:pt x="404" y="613"/>
                  </a:lnTo>
                  <a:lnTo>
                    <a:pt x="406" y="611"/>
                  </a:lnTo>
                  <a:lnTo>
                    <a:pt x="406" y="611"/>
                  </a:lnTo>
                  <a:lnTo>
                    <a:pt x="406" y="611"/>
                  </a:lnTo>
                  <a:lnTo>
                    <a:pt x="409" y="611"/>
                  </a:lnTo>
                  <a:lnTo>
                    <a:pt x="409" y="609"/>
                  </a:lnTo>
                  <a:lnTo>
                    <a:pt x="406" y="604"/>
                  </a:lnTo>
                  <a:lnTo>
                    <a:pt x="404" y="599"/>
                  </a:lnTo>
                  <a:lnTo>
                    <a:pt x="404" y="597"/>
                  </a:lnTo>
                  <a:lnTo>
                    <a:pt x="404" y="597"/>
                  </a:lnTo>
                  <a:lnTo>
                    <a:pt x="404" y="597"/>
                  </a:lnTo>
                  <a:lnTo>
                    <a:pt x="404" y="597"/>
                  </a:lnTo>
                  <a:lnTo>
                    <a:pt x="402" y="595"/>
                  </a:lnTo>
                  <a:lnTo>
                    <a:pt x="404" y="595"/>
                  </a:lnTo>
                  <a:lnTo>
                    <a:pt x="404" y="592"/>
                  </a:lnTo>
                  <a:lnTo>
                    <a:pt x="404" y="592"/>
                  </a:lnTo>
                  <a:lnTo>
                    <a:pt x="404" y="592"/>
                  </a:lnTo>
                  <a:lnTo>
                    <a:pt x="404" y="592"/>
                  </a:lnTo>
                  <a:lnTo>
                    <a:pt x="404" y="592"/>
                  </a:lnTo>
                  <a:lnTo>
                    <a:pt x="404" y="592"/>
                  </a:lnTo>
                  <a:lnTo>
                    <a:pt x="404" y="590"/>
                  </a:lnTo>
                  <a:lnTo>
                    <a:pt x="404" y="590"/>
                  </a:lnTo>
                  <a:lnTo>
                    <a:pt x="404" y="590"/>
                  </a:lnTo>
                  <a:lnTo>
                    <a:pt x="404" y="590"/>
                  </a:lnTo>
                  <a:lnTo>
                    <a:pt x="404" y="590"/>
                  </a:lnTo>
                  <a:lnTo>
                    <a:pt x="404" y="590"/>
                  </a:lnTo>
                  <a:lnTo>
                    <a:pt x="404" y="590"/>
                  </a:lnTo>
                  <a:lnTo>
                    <a:pt x="404" y="590"/>
                  </a:lnTo>
                  <a:lnTo>
                    <a:pt x="404" y="587"/>
                  </a:lnTo>
                  <a:lnTo>
                    <a:pt x="404" y="587"/>
                  </a:lnTo>
                  <a:lnTo>
                    <a:pt x="404" y="587"/>
                  </a:lnTo>
                  <a:lnTo>
                    <a:pt x="404" y="585"/>
                  </a:lnTo>
                  <a:lnTo>
                    <a:pt x="404" y="585"/>
                  </a:lnTo>
                  <a:lnTo>
                    <a:pt x="406" y="585"/>
                  </a:lnTo>
                  <a:lnTo>
                    <a:pt x="406" y="585"/>
                  </a:lnTo>
                  <a:lnTo>
                    <a:pt x="409" y="585"/>
                  </a:lnTo>
                  <a:lnTo>
                    <a:pt x="411" y="585"/>
                  </a:lnTo>
                  <a:lnTo>
                    <a:pt x="411" y="583"/>
                  </a:lnTo>
                  <a:lnTo>
                    <a:pt x="411" y="583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60">
              <a:extLst>
                <a:ext uri="{FF2B5EF4-FFF2-40B4-BE49-F238E27FC236}">
                  <a16:creationId xmlns:a16="http://schemas.microsoft.com/office/drawing/2014/main" id="{5DBD99E2-7C5B-102E-BB10-5A52B36DFA83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3643" y="2582814"/>
              <a:ext cx="888886" cy="597260"/>
            </a:xfrm>
            <a:custGeom>
              <a:avLst/>
              <a:gdLst>
                <a:gd name="T0" fmla="*/ 686 w 698"/>
                <a:gd name="T1" fmla="*/ 289 h 469"/>
                <a:gd name="T2" fmla="*/ 667 w 698"/>
                <a:gd name="T3" fmla="*/ 275 h 469"/>
                <a:gd name="T4" fmla="*/ 646 w 698"/>
                <a:gd name="T5" fmla="*/ 256 h 469"/>
                <a:gd name="T6" fmla="*/ 641 w 698"/>
                <a:gd name="T7" fmla="*/ 234 h 469"/>
                <a:gd name="T8" fmla="*/ 618 w 698"/>
                <a:gd name="T9" fmla="*/ 213 h 469"/>
                <a:gd name="T10" fmla="*/ 592 w 698"/>
                <a:gd name="T11" fmla="*/ 201 h 469"/>
                <a:gd name="T12" fmla="*/ 582 w 698"/>
                <a:gd name="T13" fmla="*/ 173 h 469"/>
                <a:gd name="T14" fmla="*/ 551 w 698"/>
                <a:gd name="T15" fmla="*/ 149 h 469"/>
                <a:gd name="T16" fmla="*/ 521 w 698"/>
                <a:gd name="T17" fmla="*/ 137 h 469"/>
                <a:gd name="T18" fmla="*/ 492 w 698"/>
                <a:gd name="T19" fmla="*/ 121 h 469"/>
                <a:gd name="T20" fmla="*/ 490 w 698"/>
                <a:gd name="T21" fmla="*/ 97 h 469"/>
                <a:gd name="T22" fmla="*/ 459 w 698"/>
                <a:gd name="T23" fmla="*/ 17 h 469"/>
                <a:gd name="T24" fmla="*/ 424 w 698"/>
                <a:gd name="T25" fmla="*/ 2 h 469"/>
                <a:gd name="T26" fmla="*/ 398 w 698"/>
                <a:gd name="T27" fmla="*/ 17 h 469"/>
                <a:gd name="T28" fmla="*/ 391 w 698"/>
                <a:gd name="T29" fmla="*/ 38 h 469"/>
                <a:gd name="T30" fmla="*/ 362 w 698"/>
                <a:gd name="T31" fmla="*/ 59 h 469"/>
                <a:gd name="T32" fmla="*/ 353 w 698"/>
                <a:gd name="T33" fmla="*/ 73 h 469"/>
                <a:gd name="T34" fmla="*/ 341 w 698"/>
                <a:gd name="T35" fmla="*/ 85 h 469"/>
                <a:gd name="T36" fmla="*/ 324 w 698"/>
                <a:gd name="T37" fmla="*/ 97 h 469"/>
                <a:gd name="T38" fmla="*/ 303 w 698"/>
                <a:gd name="T39" fmla="*/ 99 h 469"/>
                <a:gd name="T40" fmla="*/ 284 w 698"/>
                <a:gd name="T41" fmla="*/ 107 h 469"/>
                <a:gd name="T42" fmla="*/ 256 w 698"/>
                <a:gd name="T43" fmla="*/ 107 h 469"/>
                <a:gd name="T44" fmla="*/ 242 w 698"/>
                <a:gd name="T45" fmla="*/ 116 h 469"/>
                <a:gd name="T46" fmla="*/ 192 w 698"/>
                <a:gd name="T47" fmla="*/ 161 h 469"/>
                <a:gd name="T48" fmla="*/ 147 w 698"/>
                <a:gd name="T49" fmla="*/ 175 h 469"/>
                <a:gd name="T50" fmla="*/ 130 w 698"/>
                <a:gd name="T51" fmla="*/ 185 h 469"/>
                <a:gd name="T52" fmla="*/ 114 w 698"/>
                <a:gd name="T53" fmla="*/ 168 h 469"/>
                <a:gd name="T54" fmla="*/ 83 w 698"/>
                <a:gd name="T55" fmla="*/ 187 h 469"/>
                <a:gd name="T56" fmla="*/ 43 w 698"/>
                <a:gd name="T57" fmla="*/ 206 h 469"/>
                <a:gd name="T58" fmla="*/ 7 w 698"/>
                <a:gd name="T59" fmla="*/ 258 h 469"/>
                <a:gd name="T60" fmla="*/ 5 w 698"/>
                <a:gd name="T61" fmla="*/ 272 h 469"/>
                <a:gd name="T62" fmla="*/ 10 w 698"/>
                <a:gd name="T63" fmla="*/ 301 h 469"/>
                <a:gd name="T64" fmla="*/ 14 w 698"/>
                <a:gd name="T65" fmla="*/ 327 h 469"/>
                <a:gd name="T66" fmla="*/ 40 w 698"/>
                <a:gd name="T67" fmla="*/ 372 h 469"/>
                <a:gd name="T68" fmla="*/ 76 w 698"/>
                <a:gd name="T69" fmla="*/ 421 h 469"/>
                <a:gd name="T70" fmla="*/ 90 w 698"/>
                <a:gd name="T71" fmla="*/ 443 h 469"/>
                <a:gd name="T72" fmla="*/ 95 w 698"/>
                <a:gd name="T73" fmla="*/ 466 h 469"/>
                <a:gd name="T74" fmla="*/ 114 w 698"/>
                <a:gd name="T75" fmla="*/ 410 h 469"/>
                <a:gd name="T76" fmla="*/ 140 w 698"/>
                <a:gd name="T77" fmla="*/ 398 h 469"/>
                <a:gd name="T78" fmla="*/ 166 w 698"/>
                <a:gd name="T79" fmla="*/ 391 h 469"/>
                <a:gd name="T80" fmla="*/ 194 w 698"/>
                <a:gd name="T81" fmla="*/ 398 h 469"/>
                <a:gd name="T82" fmla="*/ 218 w 698"/>
                <a:gd name="T83" fmla="*/ 395 h 469"/>
                <a:gd name="T84" fmla="*/ 225 w 698"/>
                <a:gd name="T85" fmla="*/ 355 h 469"/>
                <a:gd name="T86" fmla="*/ 251 w 698"/>
                <a:gd name="T87" fmla="*/ 324 h 469"/>
                <a:gd name="T88" fmla="*/ 296 w 698"/>
                <a:gd name="T89" fmla="*/ 322 h 469"/>
                <a:gd name="T90" fmla="*/ 331 w 698"/>
                <a:gd name="T91" fmla="*/ 353 h 469"/>
                <a:gd name="T92" fmla="*/ 367 w 698"/>
                <a:gd name="T93" fmla="*/ 357 h 469"/>
                <a:gd name="T94" fmla="*/ 395 w 698"/>
                <a:gd name="T95" fmla="*/ 360 h 469"/>
                <a:gd name="T96" fmla="*/ 433 w 698"/>
                <a:gd name="T97" fmla="*/ 365 h 469"/>
                <a:gd name="T98" fmla="*/ 445 w 698"/>
                <a:gd name="T99" fmla="*/ 346 h 469"/>
                <a:gd name="T100" fmla="*/ 457 w 698"/>
                <a:gd name="T101" fmla="*/ 331 h 469"/>
                <a:gd name="T102" fmla="*/ 476 w 698"/>
                <a:gd name="T103" fmla="*/ 343 h 469"/>
                <a:gd name="T104" fmla="*/ 507 w 698"/>
                <a:gd name="T105" fmla="*/ 331 h 469"/>
                <a:gd name="T106" fmla="*/ 528 w 698"/>
                <a:gd name="T107" fmla="*/ 324 h 469"/>
                <a:gd name="T108" fmla="*/ 542 w 698"/>
                <a:gd name="T109" fmla="*/ 317 h 469"/>
                <a:gd name="T110" fmla="*/ 561 w 698"/>
                <a:gd name="T111" fmla="*/ 324 h 469"/>
                <a:gd name="T112" fmla="*/ 585 w 698"/>
                <a:gd name="T113" fmla="*/ 317 h 469"/>
                <a:gd name="T114" fmla="*/ 594 w 698"/>
                <a:gd name="T115" fmla="*/ 303 h 469"/>
                <a:gd name="T116" fmla="*/ 608 w 698"/>
                <a:gd name="T117" fmla="*/ 308 h 469"/>
                <a:gd name="T118" fmla="*/ 620 w 698"/>
                <a:gd name="T119" fmla="*/ 310 h 469"/>
                <a:gd name="T120" fmla="*/ 630 w 698"/>
                <a:gd name="T121" fmla="*/ 310 h 469"/>
                <a:gd name="T122" fmla="*/ 649 w 698"/>
                <a:gd name="T123" fmla="*/ 320 h 469"/>
                <a:gd name="T124" fmla="*/ 667 w 698"/>
                <a:gd name="T125" fmla="*/ 320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98" h="469">
                  <a:moveTo>
                    <a:pt x="696" y="317"/>
                  </a:moveTo>
                  <a:lnTo>
                    <a:pt x="696" y="315"/>
                  </a:lnTo>
                  <a:lnTo>
                    <a:pt x="693" y="315"/>
                  </a:lnTo>
                  <a:lnTo>
                    <a:pt x="693" y="312"/>
                  </a:lnTo>
                  <a:lnTo>
                    <a:pt x="689" y="310"/>
                  </a:lnTo>
                  <a:lnTo>
                    <a:pt x="689" y="310"/>
                  </a:lnTo>
                  <a:lnTo>
                    <a:pt x="689" y="308"/>
                  </a:lnTo>
                  <a:lnTo>
                    <a:pt x="686" y="305"/>
                  </a:lnTo>
                  <a:lnTo>
                    <a:pt x="686" y="303"/>
                  </a:lnTo>
                  <a:lnTo>
                    <a:pt x="686" y="301"/>
                  </a:lnTo>
                  <a:lnTo>
                    <a:pt x="686" y="298"/>
                  </a:lnTo>
                  <a:lnTo>
                    <a:pt x="686" y="298"/>
                  </a:lnTo>
                  <a:lnTo>
                    <a:pt x="686" y="298"/>
                  </a:lnTo>
                  <a:lnTo>
                    <a:pt x="689" y="291"/>
                  </a:lnTo>
                  <a:lnTo>
                    <a:pt x="686" y="291"/>
                  </a:lnTo>
                  <a:lnTo>
                    <a:pt x="689" y="291"/>
                  </a:lnTo>
                  <a:lnTo>
                    <a:pt x="686" y="291"/>
                  </a:lnTo>
                  <a:lnTo>
                    <a:pt x="686" y="289"/>
                  </a:lnTo>
                  <a:lnTo>
                    <a:pt x="686" y="289"/>
                  </a:lnTo>
                  <a:lnTo>
                    <a:pt x="686" y="291"/>
                  </a:lnTo>
                  <a:lnTo>
                    <a:pt x="686" y="291"/>
                  </a:lnTo>
                  <a:lnTo>
                    <a:pt x="686" y="291"/>
                  </a:lnTo>
                  <a:lnTo>
                    <a:pt x="686" y="291"/>
                  </a:lnTo>
                  <a:lnTo>
                    <a:pt x="686" y="291"/>
                  </a:lnTo>
                  <a:lnTo>
                    <a:pt x="684" y="289"/>
                  </a:lnTo>
                  <a:lnTo>
                    <a:pt x="684" y="289"/>
                  </a:lnTo>
                  <a:lnTo>
                    <a:pt x="684" y="289"/>
                  </a:lnTo>
                  <a:lnTo>
                    <a:pt x="686" y="289"/>
                  </a:lnTo>
                  <a:lnTo>
                    <a:pt x="686" y="286"/>
                  </a:lnTo>
                  <a:lnTo>
                    <a:pt x="686" y="286"/>
                  </a:lnTo>
                  <a:lnTo>
                    <a:pt x="684" y="286"/>
                  </a:lnTo>
                  <a:lnTo>
                    <a:pt x="684" y="286"/>
                  </a:lnTo>
                  <a:lnTo>
                    <a:pt x="684" y="286"/>
                  </a:lnTo>
                  <a:lnTo>
                    <a:pt x="684" y="286"/>
                  </a:lnTo>
                  <a:lnTo>
                    <a:pt x="684" y="284"/>
                  </a:lnTo>
                  <a:lnTo>
                    <a:pt x="684" y="284"/>
                  </a:lnTo>
                  <a:lnTo>
                    <a:pt x="682" y="284"/>
                  </a:lnTo>
                  <a:lnTo>
                    <a:pt x="682" y="282"/>
                  </a:lnTo>
                  <a:lnTo>
                    <a:pt x="682" y="282"/>
                  </a:lnTo>
                  <a:lnTo>
                    <a:pt x="682" y="282"/>
                  </a:lnTo>
                  <a:lnTo>
                    <a:pt x="682" y="282"/>
                  </a:lnTo>
                  <a:lnTo>
                    <a:pt x="679" y="279"/>
                  </a:lnTo>
                  <a:lnTo>
                    <a:pt x="679" y="279"/>
                  </a:lnTo>
                  <a:lnTo>
                    <a:pt x="677" y="279"/>
                  </a:lnTo>
                  <a:lnTo>
                    <a:pt x="677" y="279"/>
                  </a:lnTo>
                  <a:lnTo>
                    <a:pt x="677" y="279"/>
                  </a:lnTo>
                  <a:lnTo>
                    <a:pt x="675" y="279"/>
                  </a:lnTo>
                  <a:lnTo>
                    <a:pt x="675" y="279"/>
                  </a:lnTo>
                  <a:lnTo>
                    <a:pt x="675" y="279"/>
                  </a:lnTo>
                  <a:lnTo>
                    <a:pt x="675" y="277"/>
                  </a:lnTo>
                  <a:lnTo>
                    <a:pt x="672" y="277"/>
                  </a:lnTo>
                  <a:lnTo>
                    <a:pt x="672" y="275"/>
                  </a:lnTo>
                  <a:lnTo>
                    <a:pt x="670" y="277"/>
                  </a:lnTo>
                  <a:lnTo>
                    <a:pt x="670" y="277"/>
                  </a:lnTo>
                  <a:lnTo>
                    <a:pt x="667" y="275"/>
                  </a:lnTo>
                  <a:lnTo>
                    <a:pt x="667" y="275"/>
                  </a:lnTo>
                  <a:lnTo>
                    <a:pt x="667" y="275"/>
                  </a:lnTo>
                  <a:lnTo>
                    <a:pt x="667" y="275"/>
                  </a:lnTo>
                  <a:lnTo>
                    <a:pt x="665" y="275"/>
                  </a:lnTo>
                  <a:lnTo>
                    <a:pt x="665" y="275"/>
                  </a:lnTo>
                  <a:lnTo>
                    <a:pt x="663" y="272"/>
                  </a:lnTo>
                  <a:lnTo>
                    <a:pt x="663" y="270"/>
                  </a:lnTo>
                  <a:lnTo>
                    <a:pt x="663" y="270"/>
                  </a:lnTo>
                  <a:lnTo>
                    <a:pt x="663" y="270"/>
                  </a:lnTo>
                  <a:lnTo>
                    <a:pt x="658" y="268"/>
                  </a:lnTo>
                  <a:lnTo>
                    <a:pt x="653" y="268"/>
                  </a:lnTo>
                  <a:lnTo>
                    <a:pt x="653" y="268"/>
                  </a:lnTo>
                  <a:lnTo>
                    <a:pt x="649" y="268"/>
                  </a:lnTo>
                  <a:lnTo>
                    <a:pt x="649" y="265"/>
                  </a:lnTo>
                  <a:lnTo>
                    <a:pt x="649" y="265"/>
                  </a:lnTo>
                  <a:lnTo>
                    <a:pt x="649" y="263"/>
                  </a:lnTo>
                  <a:lnTo>
                    <a:pt x="646" y="263"/>
                  </a:lnTo>
                  <a:lnTo>
                    <a:pt x="646" y="263"/>
                  </a:lnTo>
                  <a:lnTo>
                    <a:pt x="644" y="265"/>
                  </a:lnTo>
                  <a:lnTo>
                    <a:pt x="644" y="265"/>
                  </a:lnTo>
                  <a:lnTo>
                    <a:pt x="644" y="263"/>
                  </a:lnTo>
                  <a:lnTo>
                    <a:pt x="644" y="263"/>
                  </a:lnTo>
                  <a:lnTo>
                    <a:pt x="644" y="260"/>
                  </a:lnTo>
                  <a:lnTo>
                    <a:pt x="646" y="260"/>
                  </a:lnTo>
                  <a:lnTo>
                    <a:pt x="646" y="260"/>
                  </a:lnTo>
                  <a:lnTo>
                    <a:pt x="646" y="258"/>
                  </a:lnTo>
                  <a:lnTo>
                    <a:pt x="649" y="258"/>
                  </a:lnTo>
                  <a:lnTo>
                    <a:pt x="649" y="258"/>
                  </a:lnTo>
                  <a:lnTo>
                    <a:pt x="646" y="256"/>
                  </a:lnTo>
                  <a:lnTo>
                    <a:pt x="646" y="256"/>
                  </a:lnTo>
                  <a:lnTo>
                    <a:pt x="646" y="256"/>
                  </a:lnTo>
                  <a:lnTo>
                    <a:pt x="644" y="256"/>
                  </a:lnTo>
                  <a:lnTo>
                    <a:pt x="644" y="256"/>
                  </a:lnTo>
                  <a:lnTo>
                    <a:pt x="644" y="253"/>
                  </a:lnTo>
                  <a:lnTo>
                    <a:pt x="644" y="253"/>
                  </a:lnTo>
                  <a:lnTo>
                    <a:pt x="641" y="251"/>
                  </a:lnTo>
                  <a:lnTo>
                    <a:pt x="641" y="251"/>
                  </a:lnTo>
                  <a:lnTo>
                    <a:pt x="639" y="249"/>
                  </a:lnTo>
                  <a:lnTo>
                    <a:pt x="639" y="249"/>
                  </a:lnTo>
                  <a:lnTo>
                    <a:pt x="637" y="249"/>
                  </a:lnTo>
                  <a:lnTo>
                    <a:pt x="637" y="249"/>
                  </a:lnTo>
                  <a:lnTo>
                    <a:pt x="637" y="249"/>
                  </a:lnTo>
                  <a:lnTo>
                    <a:pt x="634" y="246"/>
                  </a:lnTo>
                  <a:lnTo>
                    <a:pt x="634" y="246"/>
                  </a:lnTo>
                  <a:lnTo>
                    <a:pt x="637" y="244"/>
                  </a:lnTo>
                  <a:lnTo>
                    <a:pt x="637" y="244"/>
                  </a:lnTo>
                  <a:lnTo>
                    <a:pt x="634" y="244"/>
                  </a:lnTo>
                  <a:lnTo>
                    <a:pt x="634" y="241"/>
                  </a:lnTo>
                  <a:lnTo>
                    <a:pt x="634" y="241"/>
                  </a:lnTo>
                  <a:lnTo>
                    <a:pt x="637" y="241"/>
                  </a:lnTo>
                  <a:lnTo>
                    <a:pt x="637" y="241"/>
                  </a:lnTo>
                  <a:lnTo>
                    <a:pt x="637" y="239"/>
                  </a:lnTo>
                  <a:lnTo>
                    <a:pt x="639" y="237"/>
                  </a:lnTo>
                  <a:lnTo>
                    <a:pt x="639" y="234"/>
                  </a:lnTo>
                  <a:lnTo>
                    <a:pt x="641" y="234"/>
                  </a:lnTo>
                  <a:lnTo>
                    <a:pt x="641" y="234"/>
                  </a:lnTo>
                  <a:lnTo>
                    <a:pt x="641" y="234"/>
                  </a:lnTo>
                  <a:lnTo>
                    <a:pt x="637" y="232"/>
                  </a:lnTo>
                  <a:lnTo>
                    <a:pt x="634" y="230"/>
                  </a:lnTo>
                  <a:lnTo>
                    <a:pt x="632" y="230"/>
                  </a:lnTo>
                  <a:lnTo>
                    <a:pt x="632" y="230"/>
                  </a:lnTo>
                  <a:lnTo>
                    <a:pt x="630" y="227"/>
                  </a:lnTo>
                  <a:lnTo>
                    <a:pt x="627" y="225"/>
                  </a:lnTo>
                  <a:lnTo>
                    <a:pt x="627" y="225"/>
                  </a:lnTo>
                  <a:lnTo>
                    <a:pt x="627" y="225"/>
                  </a:lnTo>
                  <a:lnTo>
                    <a:pt x="625" y="225"/>
                  </a:lnTo>
                  <a:lnTo>
                    <a:pt x="625" y="223"/>
                  </a:lnTo>
                  <a:lnTo>
                    <a:pt x="625" y="223"/>
                  </a:lnTo>
                  <a:lnTo>
                    <a:pt x="625" y="223"/>
                  </a:lnTo>
                  <a:lnTo>
                    <a:pt x="625" y="220"/>
                  </a:lnTo>
                  <a:lnTo>
                    <a:pt x="625" y="220"/>
                  </a:lnTo>
                  <a:lnTo>
                    <a:pt x="625" y="220"/>
                  </a:lnTo>
                  <a:lnTo>
                    <a:pt x="625" y="220"/>
                  </a:lnTo>
                  <a:lnTo>
                    <a:pt x="625" y="220"/>
                  </a:lnTo>
                  <a:lnTo>
                    <a:pt x="622" y="220"/>
                  </a:lnTo>
                  <a:lnTo>
                    <a:pt x="622" y="220"/>
                  </a:lnTo>
                  <a:lnTo>
                    <a:pt x="622" y="220"/>
                  </a:lnTo>
                  <a:lnTo>
                    <a:pt x="622" y="220"/>
                  </a:lnTo>
                  <a:lnTo>
                    <a:pt x="622" y="218"/>
                  </a:lnTo>
                  <a:lnTo>
                    <a:pt x="622" y="215"/>
                  </a:lnTo>
                  <a:lnTo>
                    <a:pt x="622" y="215"/>
                  </a:lnTo>
                  <a:lnTo>
                    <a:pt x="620" y="215"/>
                  </a:lnTo>
                  <a:lnTo>
                    <a:pt x="618" y="215"/>
                  </a:lnTo>
                  <a:lnTo>
                    <a:pt x="618" y="213"/>
                  </a:lnTo>
                  <a:lnTo>
                    <a:pt x="618" y="213"/>
                  </a:lnTo>
                  <a:lnTo>
                    <a:pt x="618" y="213"/>
                  </a:lnTo>
                  <a:lnTo>
                    <a:pt x="618" y="213"/>
                  </a:lnTo>
                  <a:lnTo>
                    <a:pt x="615" y="213"/>
                  </a:lnTo>
                  <a:lnTo>
                    <a:pt x="615" y="213"/>
                  </a:lnTo>
                  <a:lnTo>
                    <a:pt x="615" y="211"/>
                  </a:lnTo>
                  <a:lnTo>
                    <a:pt x="613" y="211"/>
                  </a:lnTo>
                  <a:lnTo>
                    <a:pt x="613" y="211"/>
                  </a:lnTo>
                  <a:lnTo>
                    <a:pt x="613" y="211"/>
                  </a:lnTo>
                  <a:lnTo>
                    <a:pt x="613" y="211"/>
                  </a:lnTo>
                  <a:lnTo>
                    <a:pt x="611" y="208"/>
                  </a:lnTo>
                  <a:lnTo>
                    <a:pt x="611" y="208"/>
                  </a:lnTo>
                  <a:lnTo>
                    <a:pt x="608" y="208"/>
                  </a:lnTo>
                  <a:lnTo>
                    <a:pt x="608" y="208"/>
                  </a:lnTo>
                  <a:lnTo>
                    <a:pt x="608" y="206"/>
                  </a:lnTo>
                  <a:lnTo>
                    <a:pt x="608" y="206"/>
                  </a:lnTo>
                  <a:lnTo>
                    <a:pt x="606" y="206"/>
                  </a:lnTo>
                  <a:lnTo>
                    <a:pt x="606" y="206"/>
                  </a:lnTo>
                  <a:lnTo>
                    <a:pt x="606" y="206"/>
                  </a:lnTo>
                  <a:lnTo>
                    <a:pt x="604" y="206"/>
                  </a:lnTo>
                  <a:lnTo>
                    <a:pt x="604" y="206"/>
                  </a:lnTo>
                  <a:lnTo>
                    <a:pt x="604" y="204"/>
                  </a:lnTo>
                  <a:lnTo>
                    <a:pt x="601" y="204"/>
                  </a:lnTo>
                  <a:lnTo>
                    <a:pt x="599" y="204"/>
                  </a:lnTo>
                  <a:lnTo>
                    <a:pt x="596" y="204"/>
                  </a:lnTo>
                  <a:lnTo>
                    <a:pt x="594" y="201"/>
                  </a:lnTo>
                  <a:lnTo>
                    <a:pt x="594" y="201"/>
                  </a:lnTo>
                  <a:lnTo>
                    <a:pt x="594" y="199"/>
                  </a:lnTo>
                  <a:lnTo>
                    <a:pt x="592" y="201"/>
                  </a:lnTo>
                  <a:lnTo>
                    <a:pt x="592" y="199"/>
                  </a:lnTo>
                  <a:lnTo>
                    <a:pt x="589" y="199"/>
                  </a:lnTo>
                  <a:lnTo>
                    <a:pt x="587" y="197"/>
                  </a:lnTo>
                  <a:lnTo>
                    <a:pt x="585" y="197"/>
                  </a:lnTo>
                  <a:lnTo>
                    <a:pt x="585" y="197"/>
                  </a:lnTo>
                  <a:lnTo>
                    <a:pt x="585" y="194"/>
                  </a:lnTo>
                  <a:lnTo>
                    <a:pt x="585" y="194"/>
                  </a:lnTo>
                  <a:lnTo>
                    <a:pt x="585" y="192"/>
                  </a:lnTo>
                  <a:lnTo>
                    <a:pt x="582" y="192"/>
                  </a:lnTo>
                  <a:lnTo>
                    <a:pt x="582" y="192"/>
                  </a:lnTo>
                  <a:lnTo>
                    <a:pt x="582" y="192"/>
                  </a:lnTo>
                  <a:lnTo>
                    <a:pt x="582" y="192"/>
                  </a:lnTo>
                  <a:lnTo>
                    <a:pt x="582" y="189"/>
                  </a:lnTo>
                  <a:lnTo>
                    <a:pt x="580" y="189"/>
                  </a:lnTo>
                  <a:lnTo>
                    <a:pt x="580" y="189"/>
                  </a:lnTo>
                  <a:lnTo>
                    <a:pt x="578" y="187"/>
                  </a:lnTo>
                  <a:lnTo>
                    <a:pt x="575" y="185"/>
                  </a:lnTo>
                  <a:lnTo>
                    <a:pt x="575" y="185"/>
                  </a:lnTo>
                  <a:lnTo>
                    <a:pt x="575" y="185"/>
                  </a:lnTo>
                  <a:lnTo>
                    <a:pt x="578" y="182"/>
                  </a:lnTo>
                  <a:lnTo>
                    <a:pt x="580" y="182"/>
                  </a:lnTo>
                  <a:lnTo>
                    <a:pt x="582" y="180"/>
                  </a:lnTo>
                  <a:lnTo>
                    <a:pt x="582" y="180"/>
                  </a:lnTo>
                  <a:lnTo>
                    <a:pt x="582" y="178"/>
                  </a:lnTo>
                  <a:lnTo>
                    <a:pt x="582" y="178"/>
                  </a:lnTo>
                  <a:lnTo>
                    <a:pt x="580" y="178"/>
                  </a:lnTo>
                  <a:lnTo>
                    <a:pt x="582" y="175"/>
                  </a:lnTo>
                  <a:lnTo>
                    <a:pt x="582" y="173"/>
                  </a:lnTo>
                  <a:lnTo>
                    <a:pt x="580" y="173"/>
                  </a:lnTo>
                  <a:lnTo>
                    <a:pt x="580" y="170"/>
                  </a:lnTo>
                  <a:lnTo>
                    <a:pt x="580" y="170"/>
                  </a:lnTo>
                  <a:lnTo>
                    <a:pt x="580" y="168"/>
                  </a:lnTo>
                  <a:lnTo>
                    <a:pt x="578" y="168"/>
                  </a:lnTo>
                  <a:lnTo>
                    <a:pt x="578" y="168"/>
                  </a:lnTo>
                  <a:lnTo>
                    <a:pt x="578" y="168"/>
                  </a:lnTo>
                  <a:lnTo>
                    <a:pt x="578" y="168"/>
                  </a:lnTo>
                  <a:lnTo>
                    <a:pt x="575" y="168"/>
                  </a:lnTo>
                  <a:lnTo>
                    <a:pt x="575" y="166"/>
                  </a:lnTo>
                  <a:lnTo>
                    <a:pt x="573" y="166"/>
                  </a:lnTo>
                  <a:lnTo>
                    <a:pt x="573" y="168"/>
                  </a:lnTo>
                  <a:lnTo>
                    <a:pt x="570" y="168"/>
                  </a:lnTo>
                  <a:lnTo>
                    <a:pt x="570" y="166"/>
                  </a:lnTo>
                  <a:lnTo>
                    <a:pt x="568" y="166"/>
                  </a:lnTo>
                  <a:lnTo>
                    <a:pt x="566" y="163"/>
                  </a:lnTo>
                  <a:lnTo>
                    <a:pt x="566" y="163"/>
                  </a:lnTo>
                  <a:lnTo>
                    <a:pt x="566" y="161"/>
                  </a:lnTo>
                  <a:lnTo>
                    <a:pt x="563" y="161"/>
                  </a:lnTo>
                  <a:lnTo>
                    <a:pt x="563" y="161"/>
                  </a:lnTo>
                  <a:lnTo>
                    <a:pt x="563" y="161"/>
                  </a:lnTo>
                  <a:lnTo>
                    <a:pt x="563" y="159"/>
                  </a:lnTo>
                  <a:lnTo>
                    <a:pt x="563" y="156"/>
                  </a:lnTo>
                  <a:lnTo>
                    <a:pt x="563" y="156"/>
                  </a:lnTo>
                  <a:lnTo>
                    <a:pt x="559" y="152"/>
                  </a:lnTo>
                  <a:lnTo>
                    <a:pt x="556" y="152"/>
                  </a:lnTo>
                  <a:lnTo>
                    <a:pt x="554" y="152"/>
                  </a:lnTo>
                  <a:lnTo>
                    <a:pt x="551" y="149"/>
                  </a:lnTo>
                  <a:lnTo>
                    <a:pt x="549" y="149"/>
                  </a:lnTo>
                  <a:lnTo>
                    <a:pt x="549" y="149"/>
                  </a:lnTo>
                  <a:lnTo>
                    <a:pt x="547" y="149"/>
                  </a:lnTo>
                  <a:lnTo>
                    <a:pt x="542" y="149"/>
                  </a:lnTo>
                  <a:lnTo>
                    <a:pt x="540" y="149"/>
                  </a:lnTo>
                  <a:lnTo>
                    <a:pt x="540" y="149"/>
                  </a:lnTo>
                  <a:lnTo>
                    <a:pt x="537" y="149"/>
                  </a:lnTo>
                  <a:lnTo>
                    <a:pt x="537" y="149"/>
                  </a:lnTo>
                  <a:lnTo>
                    <a:pt x="537" y="149"/>
                  </a:lnTo>
                  <a:lnTo>
                    <a:pt x="537" y="147"/>
                  </a:lnTo>
                  <a:lnTo>
                    <a:pt x="537" y="147"/>
                  </a:lnTo>
                  <a:lnTo>
                    <a:pt x="535" y="147"/>
                  </a:lnTo>
                  <a:lnTo>
                    <a:pt x="530" y="147"/>
                  </a:lnTo>
                  <a:lnTo>
                    <a:pt x="530" y="147"/>
                  </a:lnTo>
                  <a:lnTo>
                    <a:pt x="530" y="147"/>
                  </a:lnTo>
                  <a:lnTo>
                    <a:pt x="530" y="147"/>
                  </a:lnTo>
                  <a:lnTo>
                    <a:pt x="530" y="147"/>
                  </a:lnTo>
                  <a:lnTo>
                    <a:pt x="528" y="147"/>
                  </a:lnTo>
                  <a:lnTo>
                    <a:pt x="528" y="147"/>
                  </a:lnTo>
                  <a:lnTo>
                    <a:pt x="528" y="147"/>
                  </a:lnTo>
                  <a:lnTo>
                    <a:pt x="525" y="147"/>
                  </a:lnTo>
                  <a:lnTo>
                    <a:pt x="523" y="147"/>
                  </a:lnTo>
                  <a:lnTo>
                    <a:pt x="523" y="144"/>
                  </a:lnTo>
                  <a:lnTo>
                    <a:pt x="521" y="144"/>
                  </a:lnTo>
                  <a:lnTo>
                    <a:pt x="521" y="142"/>
                  </a:lnTo>
                  <a:lnTo>
                    <a:pt x="521" y="142"/>
                  </a:lnTo>
                  <a:lnTo>
                    <a:pt x="521" y="140"/>
                  </a:lnTo>
                  <a:lnTo>
                    <a:pt x="521" y="137"/>
                  </a:lnTo>
                  <a:lnTo>
                    <a:pt x="523" y="133"/>
                  </a:lnTo>
                  <a:lnTo>
                    <a:pt x="523" y="133"/>
                  </a:lnTo>
                  <a:lnTo>
                    <a:pt x="525" y="130"/>
                  </a:lnTo>
                  <a:lnTo>
                    <a:pt x="525" y="130"/>
                  </a:lnTo>
                  <a:lnTo>
                    <a:pt x="525" y="130"/>
                  </a:lnTo>
                  <a:lnTo>
                    <a:pt x="525" y="128"/>
                  </a:lnTo>
                  <a:lnTo>
                    <a:pt x="525" y="128"/>
                  </a:lnTo>
                  <a:lnTo>
                    <a:pt x="525" y="126"/>
                  </a:lnTo>
                  <a:lnTo>
                    <a:pt x="525" y="126"/>
                  </a:lnTo>
                  <a:lnTo>
                    <a:pt x="525" y="126"/>
                  </a:lnTo>
                  <a:lnTo>
                    <a:pt x="525" y="123"/>
                  </a:lnTo>
                  <a:lnTo>
                    <a:pt x="523" y="123"/>
                  </a:lnTo>
                  <a:lnTo>
                    <a:pt x="523" y="123"/>
                  </a:lnTo>
                  <a:lnTo>
                    <a:pt x="518" y="126"/>
                  </a:lnTo>
                  <a:lnTo>
                    <a:pt x="514" y="123"/>
                  </a:lnTo>
                  <a:lnTo>
                    <a:pt x="511" y="123"/>
                  </a:lnTo>
                  <a:lnTo>
                    <a:pt x="511" y="123"/>
                  </a:lnTo>
                  <a:lnTo>
                    <a:pt x="509" y="123"/>
                  </a:lnTo>
                  <a:lnTo>
                    <a:pt x="507" y="123"/>
                  </a:lnTo>
                  <a:lnTo>
                    <a:pt x="502" y="123"/>
                  </a:lnTo>
                  <a:lnTo>
                    <a:pt x="502" y="123"/>
                  </a:lnTo>
                  <a:lnTo>
                    <a:pt x="499" y="123"/>
                  </a:lnTo>
                  <a:lnTo>
                    <a:pt x="499" y="123"/>
                  </a:lnTo>
                  <a:lnTo>
                    <a:pt x="497" y="123"/>
                  </a:lnTo>
                  <a:lnTo>
                    <a:pt x="495" y="123"/>
                  </a:lnTo>
                  <a:lnTo>
                    <a:pt x="495" y="123"/>
                  </a:lnTo>
                  <a:lnTo>
                    <a:pt x="492" y="123"/>
                  </a:lnTo>
                  <a:lnTo>
                    <a:pt x="492" y="121"/>
                  </a:lnTo>
                  <a:lnTo>
                    <a:pt x="492" y="121"/>
                  </a:lnTo>
                  <a:lnTo>
                    <a:pt x="490" y="121"/>
                  </a:lnTo>
                  <a:lnTo>
                    <a:pt x="490" y="123"/>
                  </a:lnTo>
                  <a:lnTo>
                    <a:pt x="488" y="123"/>
                  </a:lnTo>
                  <a:lnTo>
                    <a:pt x="488" y="123"/>
                  </a:lnTo>
                  <a:lnTo>
                    <a:pt x="488" y="123"/>
                  </a:lnTo>
                  <a:lnTo>
                    <a:pt x="485" y="121"/>
                  </a:lnTo>
                  <a:lnTo>
                    <a:pt x="485" y="121"/>
                  </a:lnTo>
                  <a:lnTo>
                    <a:pt x="485" y="118"/>
                  </a:lnTo>
                  <a:lnTo>
                    <a:pt x="485" y="118"/>
                  </a:lnTo>
                  <a:lnTo>
                    <a:pt x="488" y="116"/>
                  </a:lnTo>
                  <a:lnTo>
                    <a:pt x="490" y="114"/>
                  </a:lnTo>
                  <a:lnTo>
                    <a:pt x="490" y="111"/>
                  </a:lnTo>
                  <a:lnTo>
                    <a:pt x="490" y="109"/>
                  </a:lnTo>
                  <a:lnTo>
                    <a:pt x="490" y="107"/>
                  </a:lnTo>
                  <a:lnTo>
                    <a:pt x="488" y="107"/>
                  </a:lnTo>
                  <a:lnTo>
                    <a:pt x="488" y="109"/>
                  </a:lnTo>
                  <a:lnTo>
                    <a:pt x="485" y="109"/>
                  </a:lnTo>
                  <a:lnTo>
                    <a:pt x="483" y="109"/>
                  </a:lnTo>
                  <a:lnTo>
                    <a:pt x="483" y="107"/>
                  </a:lnTo>
                  <a:lnTo>
                    <a:pt x="483" y="107"/>
                  </a:lnTo>
                  <a:lnTo>
                    <a:pt x="485" y="99"/>
                  </a:lnTo>
                  <a:lnTo>
                    <a:pt x="485" y="99"/>
                  </a:lnTo>
                  <a:lnTo>
                    <a:pt x="485" y="97"/>
                  </a:lnTo>
                  <a:lnTo>
                    <a:pt x="485" y="97"/>
                  </a:lnTo>
                  <a:lnTo>
                    <a:pt x="488" y="97"/>
                  </a:lnTo>
                  <a:lnTo>
                    <a:pt x="488" y="97"/>
                  </a:lnTo>
                  <a:lnTo>
                    <a:pt x="490" y="97"/>
                  </a:lnTo>
                  <a:lnTo>
                    <a:pt x="490" y="97"/>
                  </a:lnTo>
                  <a:lnTo>
                    <a:pt x="492" y="95"/>
                  </a:lnTo>
                  <a:lnTo>
                    <a:pt x="492" y="92"/>
                  </a:lnTo>
                  <a:lnTo>
                    <a:pt x="495" y="92"/>
                  </a:lnTo>
                  <a:lnTo>
                    <a:pt x="492" y="92"/>
                  </a:lnTo>
                  <a:lnTo>
                    <a:pt x="492" y="90"/>
                  </a:lnTo>
                  <a:lnTo>
                    <a:pt x="492" y="90"/>
                  </a:lnTo>
                  <a:lnTo>
                    <a:pt x="495" y="85"/>
                  </a:lnTo>
                  <a:lnTo>
                    <a:pt x="495" y="85"/>
                  </a:lnTo>
                  <a:lnTo>
                    <a:pt x="495" y="83"/>
                  </a:lnTo>
                  <a:lnTo>
                    <a:pt x="495" y="83"/>
                  </a:lnTo>
                  <a:lnTo>
                    <a:pt x="492" y="83"/>
                  </a:lnTo>
                  <a:lnTo>
                    <a:pt x="492" y="83"/>
                  </a:lnTo>
                  <a:lnTo>
                    <a:pt x="492" y="83"/>
                  </a:lnTo>
                  <a:lnTo>
                    <a:pt x="492" y="81"/>
                  </a:lnTo>
                  <a:lnTo>
                    <a:pt x="492" y="81"/>
                  </a:lnTo>
                  <a:lnTo>
                    <a:pt x="492" y="78"/>
                  </a:lnTo>
                  <a:lnTo>
                    <a:pt x="492" y="78"/>
                  </a:lnTo>
                  <a:lnTo>
                    <a:pt x="492" y="76"/>
                  </a:lnTo>
                  <a:lnTo>
                    <a:pt x="495" y="73"/>
                  </a:lnTo>
                  <a:lnTo>
                    <a:pt x="495" y="71"/>
                  </a:lnTo>
                  <a:lnTo>
                    <a:pt x="495" y="71"/>
                  </a:lnTo>
                  <a:lnTo>
                    <a:pt x="495" y="62"/>
                  </a:lnTo>
                  <a:lnTo>
                    <a:pt x="492" y="59"/>
                  </a:lnTo>
                  <a:lnTo>
                    <a:pt x="485" y="45"/>
                  </a:lnTo>
                  <a:lnTo>
                    <a:pt x="476" y="31"/>
                  </a:lnTo>
                  <a:lnTo>
                    <a:pt x="466" y="21"/>
                  </a:lnTo>
                  <a:lnTo>
                    <a:pt x="459" y="17"/>
                  </a:lnTo>
                  <a:lnTo>
                    <a:pt x="452" y="5"/>
                  </a:lnTo>
                  <a:lnTo>
                    <a:pt x="452" y="5"/>
                  </a:lnTo>
                  <a:lnTo>
                    <a:pt x="450" y="2"/>
                  </a:lnTo>
                  <a:lnTo>
                    <a:pt x="445" y="2"/>
                  </a:lnTo>
                  <a:lnTo>
                    <a:pt x="445" y="2"/>
                  </a:lnTo>
                  <a:lnTo>
                    <a:pt x="443" y="0"/>
                  </a:lnTo>
                  <a:lnTo>
                    <a:pt x="443" y="0"/>
                  </a:lnTo>
                  <a:lnTo>
                    <a:pt x="440" y="0"/>
                  </a:lnTo>
                  <a:lnTo>
                    <a:pt x="440" y="0"/>
                  </a:lnTo>
                  <a:lnTo>
                    <a:pt x="438" y="0"/>
                  </a:lnTo>
                  <a:lnTo>
                    <a:pt x="438" y="0"/>
                  </a:lnTo>
                  <a:lnTo>
                    <a:pt x="438" y="0"/>
                  </a:lnTo>
                  <a:lnTo>
                    <a:pt x="436" y="0"/>
                  </a:lnTo>
                  <a:lnTo>
                    <a:pt x="436" y="0"/>
                  </a:lnTo>
                  <a:lnTo>
                    <a:pt x="433" y="0"/>
                  </a:lnTo>
                  <a:lnTo>
                    <a:pt x="433" y="0"/>
                  </a:lnTo>
                  <a:lnTo>
                    <a:pt x="433" y="0"/>
                  </a:lnTo>
                  <a:lnTo>
                    <a:pt x="431" y="0"/>
                  </a:lnTo>
                  <a:lnTo>
                    <a:pt x="431" y="0"/>
                  </a:lnTo>
                  <a:lnTo>
                    <a:pt x="431" y="0"/>
                  </a:lnTo>
                  <a:lnTo>
                    <a:pt x="431" y="0"/>
                  </a:lnTo>
                  <a:lnTo>
                    <a:pt x="428" y="0"/>
                  </a:lnTo>
                  <a:lnTo>
                    <a:pt x="428" y="2"/>
                  </a:lnTo>
                  <a:lnTo>
                    <a:pt x="426" y="2"/>
                  </a:lnTo>
                  <a:lnTo>
                    <a:pt x="426" y="2"/>
                  </a:lnTo>
                  <a:lnTo>
                    <a:pt x="426" y="2"/>
                  </a:lnTo>
                  <a:lnTo>
                    <a:pt x="424" y="2"/>
                  </a:lnTo>
                  <a:lnTo>
                    <a:pt x="424" y="2"/>
                  </a:lnTo>
                  <a:lnTo>
                    <a:pt x="424" y="2"/>
                  </a:lnTo>
                  <a:lnTo>
                    <a:pt x="421" y="5"/>
                  </a:lnTo>
                  <a:lnTo>
                    <a:pt x="421" y="5"/>
                  </a:lnTo>
                  <a:lnTo>
                    <a:pt x="421" y="5"/>
                  </a:lnTo>
                  <a:lnTo>
                    <a:pt x="419" y="5"/>
                  </a:lnTo>
                  <a:lnTo>
                    <a:pt x="419" y="5"/>
                  </a:lnTo>
                  <a:lnTo>
                    <a:pt x="419" y="5"/>
                  </a:lnTo>
                  <a:lnTo>
                    <a:pt x="417" y="7"/>
                  </a:lnTo>
                  <a:lnTo>
                    <a:pt x="417" y="7"/>
                  </a:lnTo>
                  <a:lnTo>
                    <a:pt x="417" y="10"/>
                  </a:lnTo>
                  <a:lnTo>
                    <a:pt x="414" y="10"/>
                  </a:lnTo>
                  <a:lnTo>
                    <a:pt x="414" y="10"/>
                  </a:lnTo>
                  <a:lnTo>
                    <a:pt x="410" y="7"/>
                  </a:lnTo>
                  <a:lnTo>
                    <a:pt x="407" y="10"/>
                  </a:lnTo>
                  <a:lnTo>
                    <a:pt x="407" y="10"/>
                  </a:lnTo>
                  <a:lnTo>
                    <a:pt x="407" y="12"/>
                  </a:lnTo>
                  <a:lnTo>
                    <a:pt x="407" y="12"/>
                  </a:lnTo>
                  <a:lnTo>
                    <a:pt x="407" y="12"/>
                  </a:lnTo>
                  <a:lnTo>
                    <a:pt x="407" y="14"/>
                  </a:lnTo>
                  <a:lnTo>
                    <a:pt x="402" y="14"/>
                  </a:lnTo>
                  <a:lnTo>
                    <a:pt x="402" y="14"/>
                  </a:lnTo>
                  <a:lnTo>
                    <a:pt x="400" y="17"/>
                  </a:lnTo>
                  <a:lnTo>
                    <a:pt x="400" y="17"/>
                  </a:lnTo>
                  <a:lnTo>
                    <a:pt x="400" y="17"/>
                  </a:lnTo>
                  <a:lnTo>
                    <a:pt x="400" y="17"/>
                  </a:lnTo>
                  <a:lnTo>
                    <a:pt x="398" y="17"/>
                  </a:lnTo>
                  <a:lnTo>
                    <a:pt x="398" y="17"/>
                  </a:lnTo>
                  <a:lnTo>
                    <a:pt x="398" y="17"/>
                  </a:lnTo>
                  <a:lnTo>
                    <a:pt x="395" y="17"/>
                  </a:lnTo>
                  <a:lnTo>
                    <a:pt x="395" y="17"/>
                  </a:lnTo>
                  <a:lnTo>
                    <a:pt x="395" y="17"/>
                  </a:lnTo>
                  <a:lnTo>
                    <a:pt x="395" y="17"/>
                  </a:lnTo>
                  <a:lnTo>
                    <a:pt x="395" y="19"/>
                  </a:lnTo>
                  <a:lnTo>
                    <a:pt x="393" y="19"/>
                  </a:lnTo>
                  <a:lnTo>
                    <a:pt x="393" y="19"/>
                  </a:lnTo>
                  <a:lnTo>
                    <a:pt x="393" y="19"/>
                  </a:lnTo>
                  <a:lnTo>
                    <a:pt x="391" y="19"/>
                  </a:lnTo>
                  <a:lnTo>
                    <a:pt x="391" y="19"/>
                  </a:lnTo>
                  <a:lnTo>
                    <a:pt x="391" y="21"/>
                  </a:lnTo>
                  <a:lnTo>
                    <a:pt x="391" y="24"/>
                  </a:lnTo>
                  <a:lnTo>
                    <a:pt x="391" y="24"/>
                  </a:lnTo>
                  <a:lnTo>
                    <a:pt x="391" y="24"/>
                  </a:lnTo>
                  <a:lnTo>
                    <a:pt x="391" y="26"/>
                  </a:lnTo>
                  <a:lnTo>
                    <a:pt x="391" y="28"/>
                  </a:lnTo>
                  <a:lnTo>
                    <a:pt x="391" y="28"/>
                  </a:lnTo>
                  <a:lnTo>
                    <a:pt x="393" y="28"/>
                  </a:lnTo>
                  <a:lnTo>
                    <a:pt x="393" y="31"/>
                  </a:lnTo>
                  <a:lnTo>
                    <a:pt x="393" y="31"/>
                  </a:lnTo>
                  <a:lnTo>
                    <a:pt x="393" y="31"/>
                  </a:lnTo>
                  <a:lnTo>
                    <a:pt x="393" y="31"/>
                  </a:lnTo>
                  <a:lnTo>
                    <a:pt x="393" y="31"/>
                  </a:lnTo>
                  <a:lnTo>
                    <a:pt x="391" y="33"/>
                  </a:lnTo>
                  <a:lnTo>
                    <a:pt x="391" y="36"/>
                  </a:lnTo>
                  <a:lnTo>
                    <a:pt x="391" y="36"/>
                  </a:lnTo>
                  <a:lnTo>
                    <a:pt x="391" y="36"/>
                  </a:lnTo>
                  <a:lnTo>
                    <a:pt x="391" y="38"/>
                  </a:lnTo>
                  <a:lnTo>
                    <a:pt x="391" y="38"/>
                  </a:lnTo>
                  <a:lnTo>
                    <a:pt x="391" y="38"/>
                  </a:lnTo>
                  <a:lnTo>
                    <a:pt x="391" y="38"/>
                  </a:lnTo>
                  <a:lnTo>
                    <a:pt x="391" y="38"/>
                  </a:lnTo>
                  <a:lnTo>
                    <a:pt x="388" y="38"/>
                  </a:lnTo>
                  <a:lnTo>
                    <a:pt x="388" y="40"/>
                  </a:lnTo>
                  <a:lnTo>
                    <a:pt x="388" y="40"/>
                  </a:lnTo>
                  <a:lnTo>
                    <a:pt x="386" y="40"/>
                  </a:lnTo>
                  <a:lnTo>
                    <a:pt x="386" y="40"/>
                  </a:lnTo>
                  <a:lnTo>
                    <a:pt x="384" y="43"/>
                  </a:lnTo>
                  <a:lnTo>
                    <a:pt x="384" y="43"/>
                  </a:lnTo>
                  <a:lnTo>
                    <a:pt x="384" y="43"/>
                  </a:lnTo>
                  <a:lnTo>
                    <a:pt x="384" y="43"/>
                  </a:lnTo>
                  <a:lnTo>
                    <a:pt x="384" y="43"/>
                  </a:lnTo>
                  <a:lnTo>
                    <a:pt x="381" y="43"/>
                  </a:lnTo>
                  <a:lnTo>
                    <a:pt x="381" y="43"/>
                  </a:lnTo>
                  <a:lnTo>
                    <a:pt x="379" y="45"/>
                  </a:lnTo>
                  <a:lnTo>
                    <a:pt x="376" y="52"/>
                  </a:lnTo>
                  <a:lnTo>
                    <a:pt x="374" y="52"/>
                  </a:lnTo>
                  <a:lnTo>
                    <a:pt x="372" y="55"/>
                  </a:lnTo>
                  <a:lnTo>
                    <a:pt x="372" y="55"/>
                  </a:lnTo>
                  <a:lnTo>
                    <a:pt x="369" y="55"/>
                  </a:lnTo>
                  <a:lnTo>
                    <a:pt x="367" y="55"/>
                  </a:lnTo>
                  <a:lnTo>
                    <a:pt x="367" y="55"/>
                  </a:lnTo>
                  <a:lnTo>
                    <a:pt x="367" y="55"/>
                  </a:lnTo>
                  <a:lnTo>
                    <a:pt x="365" y="57"/>
                  </a:lnTo>
                  <a:lnTo>
                    <a:pt x="365" y="59"/>
                  </a:lnTo>
                  <a:lnTo>
                    <a:pt x="362" y="59"/>
                  </a:lnTo>
                  <a:lnTo>
                    <a:pt x="362" y="59"/>
                  </a:lnTo>
                  <a:lnTo>
                    <a:pt x="360" y="62"/>
                  </a:lnTo>
                  <a:lnTo>
                    <a:pt x="360" y="62"/>
                  </a:lnTo>
                  <a:lnTo>
                    <a:pt x="357" y="64"/>
                  </a:lnTo>
                  <a:lnTo>
                    <a:pt x="357" y="64"/>
                  </a:lnTo>
                  <a:lnTo>
                    <a:pt x="357" y="66"/>
                  </a:lnTo>
                  <a:lnTo>
                    <a:pt x="357" y="66"/>
                  </a:lnTo>
                  <a:lnTo>
                    <a:pt x="357" y="66"/>
                  </a:lnTo>
                  <a:lnTo>
                    <a:pt x="357" y="66"/>
                  </a:lnTo>
                  <a:lnTo>
                    <a:pt x="357" y="66"/>
                  </a:lnTo>
                  <a:lnTo>
                    <a:pt x="357" y="66"/>
                  </a:lnTo>
                  <a:lnTo>
                    <a:pt x="357" y="66"/>
                  </a:lnTo>
                  <a:lnTo>
                    <a:pt x="357" y="66"/>
                  </a:lnTo>
                  <a:lnTo>
                    <a:pt x="355" y="66"/>
                  </a:lnTo>
                  <a:lnTo>
                    <a:pt x="355" y="66"/>
                  </a:lnTo>
                  <a:lnTo>
                    <a:pt x="355" y="66"/>
                  </a:lnTo>
                  <a:lnTo>
                    <a:pt x="355" y="66"/>
                  </a:lnTo>
                  <a:lnTo>
                    <a:pt x="355" y="66"/>
                  </a:lnTo>
                  <a:lnTo>
                    <a:pt x="355" y="66"/>
                  </a:lnTo>
                  <a:lnTo>
                    <a:pt x="355" y="66"/>
                  </a:lnTo>
                  <a:lnTo>
                    <a:pt x="355" y="66"/>
                  </a:lnTo>
                  <a:lnTo>
                    <a:pt x="355" y="66"/>
                  </a:lnTo>
                  <a:lnTo>
                    <a:pt x="353" y="66"/>
                  </a:lnTo>
                  <a:lnTo>
                    <a:pt x="353" y="66"/>
                  </a:lnTo>
                  <a:lnTo>
                    <a:pt x="353" y="69"/>
                  </a:lnTo>
                  <a:lnTo>
                    <a:pt x="353" y="69"/>
                  </a:lnTo>
                  <a:lnTo>
                    <a:pt x="353" y="71"/>
                  </a:lnTo>
                  <a:lnTo>
                    <a:pt x="353" y="73"/>
                  </a:lnTo>
                  <a:lnTo>
                    <a:pt x="353" y="73"/>
                  </a:lnTo>
                  <a:lnTo>
                    <a:pt x="350" y="73"/>
                  </a:lnTo>
                  <a:lnTo>
                    <a:pt x="350" y="73"/>
                  </a:lnTo>
                  <a:lnTo>
                    <a:pt x="353" y="73"/>
                  </a:lnTo>
                  <a:lnTo>
                    <a:pt x="353" y="73"/>
                  </a:lnTo>
                  <a:lnTo>
                    <a:pt x="353" y="76"/>
                  </a:lnTo>
                  <a:lnTo>
                    <a:pt x="350" y="73"/>
                  </a:lnTo>
                  <a:lnTo>
                    <a:pt x="350" y="76"/>
                  </a:lnTo>
                  <a:lnTo>
                    <a:pt x="350" y="76"/>
                  </a:lnTo>
                  <a:lnTo>
                    <a:pt x="350" y="76"/>
                  </a:lnTo>
                  <a:lnTo>
                    <a:pt x="350" y="76"/>
                  </a:lnTo>
                  <a:lnTo>
                    <a:pt x="348" y="76"/>
                  </a:lnTo>
                  <a:lnTo>
                    <a:pt x="348" y="78"/>
                  </a:lnTo>
                  <a:lnTo>
                    <a:pt x="348" y="78"/>
                  </a:lnTo>
                  <a:lnTo>
                    <a:pt x="346" y="81"/>
                  </a:lnTo>
                  <a:lnTo>
                    <a:pt x="346" y="81"/>
                  </a:lnTo>
                  <a:lnTo>
                    <a:pt x="343" y="81"/>
                  </a:lnTo>
                  <a:lnTo>
                    <a:pt x="343" y="83"/>
                  </a:lnTo>
                  <a:lnTo>
                    <a:pt x="343" y="83"/>
                  </a:lnTo>
                  <a:lnTo>
                    <a:pt x="343" y="85"/>
                  </a:lnTo>
                  <a:lnTo>
                    <a:pt x="343" y="85"/>
                  </a:lnTo>
                  <a:lnTo>
                    <a:pt x="343" y="85"/>
                  </a:lnTo>
                  <a:lnTo>
                    <a:pt x="343" y="85"/>
                  </a:lnTo>
                  <a:lnTo>
                    <a:pt x="343" y="85"/>
                  </a:lnTo>
                  <a:lnTo>
                    <a:pt x="343" y="85"/>
                  </a:lnTo>
                  <a:lnTo>
                    <a:pt x="341" y="85"/>
                  </a:lnTo>
                  <a:lnTo>
                    <a:pt x="341" y="85"/>
                  </a:lnTo>
                  <a:lnTo>
                    <a:pt x="341" y="85"/>
                  </a:lnTo>
                  <a:lnTo>
                    <a:pt x="341" y="85"/>
                  </a:lnTo>
                  <a:lnTo>
                    <a:pt x="341" y="85"/>
                  </a:lnTo>
                  <a:lnTo>
                    <a:pt x="341" y="88"/>
                  </a:lnTo>
                  <a:lnTo>
                    <a:pt x="341" y="88"/>
                  </a:lnTo>
                  <a:lnTo>
                    <a:pt x="339" y="88"/>
                  </a:lnTo>
                  <a:lnTo>
                    <a:pt x="339" y="88"/>
                  </a:lnTo>
                  <a:lnTo>
                    <a:pt x="336" y="88"/>
                  </a:lnTo>
                  <a:lnTo>
                    <a:pt x="334" y="90"/>
                  </a:lnTo>
                  <a:lnTo>
                    <a:pt x="336" y="90"/>
                  </a:lnTo>
                  <a:lnTo>
                    <a:pt x="331" y="90"/>
                  </a:lnTo>
                  <a:lnTo>
                    <a:pt x="331" y="90"/>
                  </a:lnTo>
                  <a:lnTo>
                    <a:pt x="331" y="90"/>
                  </a:lnTo>
                  <a:lnTo>
                    <a:pt x="331" y="90"/>
                  </a:lnTo>
                  <a:lnTo>
                    <a:pt x="329" y="90"/>
                  </a:lnTo>
                  <a:lnTo>
                    <a:pt x="329" y="90"/>
                  </a:lnTo>
                  <a:lnTo>
                    <a:pt x="329" y="90"/>
                  </a:lnTo>
                  <a:lnTo>
                    <a:pt x="329" y="90"/>
                  </a:lnTo>
                  <a:lnTo>
                    <a:pt x="329" y="90"/>
                  </a:lnTo>
                  <a:lnTo>
                    <a:pt x="329" y="92"/>
                  </a:lnTo>
                  <a:lnTo>
                    <a:pt x="327" y="92"/>
                  </a:lnTo>
                  <a:lnTo>
                    <a:pt x="327" y="92"/>
                  </a:lnTo>
                  <a:lnTo>
                    <a:pt x="327" y="92"/>
                  </a:lnTo>
                  <a:lnTo>
                    <a:pt x="327" y="92"/>
                  </a:lnTo>
                  <a:lnTo>
                    <a:pt x="327" y="95"/>
                  </a:lnTo>
                  <a:lnTo>
                    <a:pt x="327" y="95"/>
                  </a:lnTo>
                  <a:lnTo>
                    <a:pt x="327" y="95"/>
                  </a:lnTo>
                  <a:lnTo>
                    <a:pt x="324" y="97"/>
                  </a:lnTo>
                  <a:lnTo>
                    <a:pt x="324" y="97"/>
                  </a:lnTo>
                  <a:lnTo>
                    <a:pt x="324" y="99"/>
                  </a:lnTo>
                  <a:lnTo>
                    <a:pt x="322" y="99"/>
                  </a:lnTo>
                  <a:lnTo>
                    <a:pt x="322" y="99"/>
                  </a:lnTo>
                  <a:lnTo>
                    <a:pt x="322" y="99"/>
                  </a:lnTo>
                  <a:lnTo>
                    <a:pt x="322" y="99"/>
                  </a:lnTo>
                  <a:lnTo>
                    <a:pt x="320" y="102"/>
                  </a:lnTo>
                  <a:lnTo>
                    <a:pt x="320" y="102"/>
                  </a:lnTo>
                  <a:lnTo>
                    <a:pt x="320" y="102"/>
                  </a:lnTo>
                  <a:lnTo>
                    <a:pt x="315" y="102"/>
                  </a:lnTo>
                  <a:lnTo>
                    <a:pt x="313" y="102"/>
                  </a:lnTo>
                  <a:lnTo>
                    <a:pt x="313" y="99"/>
                  </a:lnTo>
                  <a:lnTo>
                    <a:pt x="310" y="99"/>
                  </a:lnTo>
                  <a:lnTo>
                    <a:pt x="310" y="99"/>
                  </a:lnTo>
                  <a:lnTo>
                    <a:pt x="310" y="99"/>
                  </a:lnTo>
                  <a:lnTo>
                    <a:pt x="308" y="102"/>
                  </a:lnTo>
                  <a:lnTo>
                    <a:pt x="308" y="102"/>
                  </a:lnTo>
                  <a:lnTo>
                    <a:pt x="308" y="102"/>
                  </a:lnTo>
                  <a:lnTo>
                    <a:pt x="305" y="99"/>
                  </a:lnTo>
                  <a:lnTo>
                    <a:pt x="305" y="99"/>
                  </a:lnTo>
                  <a:lnTo>
                    <a:pt x="305" y="99"/>
                  </a:lnTo>
                  <a:lnTo>
                    <a:pt x="305" y="99"/>
                  </a:lnTo>
                  <a:lnTo>
                    <a:pt x="305" y="99"/>
                  </a:lnTo>
                  <a:lnTo>
                    <a:pt x="305" y="99"/>
                  </a:lnTo>
                  <a:lnTo>
                    <a:pt x="305" y="99"/>
                  </a:lnTo>
                  <a:lnTo>
                    <a:pt x="303" y="99"/>
                  </a:lnTo>
                  <a:lnTo>
                    <a:pt x="303" y="99"/>
                  </a:lnTo>
                  <a:lnTo>
                    <a:pt x="303" y="99"/>
                  </a:lnTo>
                  <a:lnTo>
                    <a:pt x="303" y="99"/>
                  </a:lnTo>
                  <a:lnTo>
                    <a:pt x="301" y="102"/>
                  </a:lnTo>
                  <a:lnTo>
                    <a:pt x="301" y="102"/>
                  </a:lnTo>
                  <a:lnTo>
                    <a:pt x="301" y="102"/>
                  </a:lnTo>
                  <a:lnTo>
                    <a:pt x="301" y="102"/>
                  </a:lnTo>
                  <a:lnTo>
                    <a:pt x="301" y="102"/>
                  </a:lnTo>
                  <a:lnTo>
                    <a:pt x="301" y="102"/>
                  </a:lnTo>
                  <a:lnTo>
                    <a:pt x="301" y="102"/>
                  </a:lnTo>
                  <a:lnTo>
                    <a:pt x="301" y="102"/>
                  </a:lnTo>
                  <a:lnTo>
                    <a:pt x="298" y="102"/>
                  </a:lnTo>
                  <a:lnTo>
                    <a:pt x="298" y="102"/>
                  </a:lnTo>
                  <a:lnTo>
                    <a:pt x="298" y="102"/>
                  </a:lnTo>
                  <a:lnTo>
                    <a:pt x="298" y="102"/>
                  </a:lnTo>
                  <a:lnTo>
                    <a:pt x="298" y="102"/>
                  </a:lnTo>
                  <a:lnTo>
                    <a:pt x="298" y="102"/>
                  </a:lnTo>
                  <a:lnTo>
                    <a:pt x="298" y="102"/>
                  </a:lnTo>
                  <a:lnTo>
                    <a:pt x="298" y="102"/>
                  </a:lnTo>
                  <a:lnTo>
                    <a:pt x="296" y="104"/>
                  </a:lnTo>
                  <a:lnTo>
                    <a:pt x="296" y="104"/>
                  </a:lnTo>
                  <a:lnTo>
                    <a:pt x="296" y="104"/>
                  </a:lnTo>
                  <a:lnTo>
                    <a:pt x="294" y="104"/>
                  </a:lnTo>
                  <a:lnTo>
                    <a:pt x="294" y="104"/>
                  </a:lnTo>
                  <a:lnTo>
                    <a:pt x="294" y="104"/>
                  </a:lnTo>
                  <a:lnTo>
                    <a:pt x="289" y="104"/>
                  </a:lnTo>
                  <a:lnTo>
                    <a:pt x="289" y="104"/>
                  </a:lnTo>
                  <a:lnTo>
                    <a:pt x="286" y="104"/>
                  </a:lnTo>
                  <a:lnTo>
                    <a:pt x="286" y="104"/>
                  </a:lnTo>
                  <a:lnTo>
                    <a:pt x="286" y="104"/>
                  </a:lnTo>
                  <a:lnTo>
                    <a:pt x="284" y="107"/>
                  </a:lnTo>
                  <a:lnTo>
                    <a:pt x="284" y="107"/>
                  </a:lnTo>
                  <a:lnTo>
                    <a:pt x="284" y="107"/>
                  </a:lnTo>
                  <a:lnTo>
                    <a:pt x="282" y="107"/>
                  </a:lnTo>
                  <a:lnTo>
                    <a:pt x="279" y="107"/>
                  </a:lnTo>
                  <a:lnTo>
                    <a:pt x="279" y="107"/>
                  </a:lnTo>
                  <a:lnTo>
                    <a:pt x="277" y="107"/>
                  </a:lnTo>
                  <a:lnTo>
                    <a:pt x="275" y="107"/>
                  </a:lnTo>
                  <a:lnTo>
                    <a:pt x="275" y="107"/>
                  </a:lnTo>
                  <a:lnTo>
                    <a:pt x="275" y="107"/>
                  </a:lnTo>
                  <a:lnTo>
                    <a:pt x="272" y="107"/>
                  </a:lnTo>
                  <a:lnTo>
                    <a:pt x="272" y="107"/>
                  </a:lnTo>
                  <a:lnTo>
                    <a:pt x="272" y="107"/>
                  </a:lnTo>
                  <a:lnTo>
                    <a:pt x="270" y="107"/>
                  </a:lnTo>
                  <a:lnTo>
                    <a:pt x="268" y="107"/>
                  </a:lnTo>
                  <a:lnTo>
                    <a:pt x="265" y="107"/>
                  </a:lnTo>
                  <a:lnTo>
                    <a:pt x="265" y="107"/>
                  </a:lnTo>
                  <a:lnTo>
                    <a:pt x="265" y="107"/>
                  </a:lnTo>
                  <a:lnTo>
                    <a:pt x="263" y="107"/>
                  </a:lnTo>
                  <a:lnTo>
                    <a:pt x="263" y="107"/>
                  </a:lnTo>
                  <a:lnTo>
                    <a:pt x="263" y="107"/>
                  </a:lnTo>
                  <a:lnTo>
                    <a:pt x="263" y="107"/>
                  </a:lnTo>
                  <a:lnTo>
                    <a:pt x="260" y="107"/>
                  </a:lnTo>
                  <a:lnTo>
                    <a:pt x="260" y="107"/>
                  </a:lnTo>
                  <a:lnTo>
                    <a:pt x="260" y="107"/>
                  </a:lnTo>
                  <a:lnTo>
                    <a:pt x="260" y="107"/>
                  </a:lnTo>
                  <a:lnTo>
                    <a:pt x="258" y="107"/>
                  </a:lnTo>
                  <a:lnTo>
                    <a:pt x="256" y="107"/>
                  </a:lnTo>
                  <a:lnTo>
                    <a:pt x="256" y="107"/>
                  </a:lnTo>
                  <a:lnTo>
                    <a:pt x="256" y="107"/>
                  </a:lnTo>
                  <a:lnTo>
                    <a:pt x="256" y="107"/>
                  </a:lnTo>
                  <a:lnTo>
                    <a:pt x="253" y="107"/>
                  </a:lnTo>
                  <a:lnTo>
                    <a:pt x="253" y="107"/>
                  </a:lnTo>
                  <a:lnTo>
                    <a:pt x="253" y="107"/>
                  </a:lnTo>
                  <a:lnTo>
                    <a:pt x="251" y="107"/>
                  </a:lnTo>
                  <a:lnTo>
                    <a:pt x="249" y="107"/>
                  </a:lnTo>
                  <a:lnTo>
                    <a:pt x="246" y="109"/>
                  </a:lnTo>
                  <a:lnTo>
                    <a:pt x="246" y="109"/>
                  </a:lnTo>
                  <a:lnTo>
                    <a:pt x="244" y="109"/>
                  </a:lnTo>
                  <a:lnTo>
                    <a:pt x="244" y="109"/>
                  </a:lnTo>
                  <a:lnTo>
                    <a:pt x="244" y="111"/>
                  </a:lnTo>
                  <a:lnTo>
                    <a:pt x="244" y="111"/>
                  </a:lnTo>
                  <a:lnTo>
                    <a:pt x="244" y="111"/>
                  </a:lnTo>
                  <a:lnTo>
                    <a:pt x="242" y="111"/>
                  </a:lnTo>
                  <a:lnTo>
                    <a:pt x="242" y="111"/>
                  </a:lnTo>
                  <a:lnTo>
                    <a:pt x="242" y="111"/>
                  </a:lnTo>
                  <a:lnTo>
                    <a:pt x="242" y="111"/>
                  </a:lnTo>
                  <a:lnTo>
                    <a:pt x="242" y="114"/>
                  </a:lnTo>
                  <a:lnTo>
                    <a:pt x="242" y="114"/>
                  </a:lnTo>
                  <a:lnTo>
                    <a:pt x="242" y="114"/>
                  </a:lnTo>
                  <a:lnTo>
                    <a:pt x="239" y="114"/>
                  </a:lnTo>
                  <a:lnTo>
                    <a:pt x="239" y="114"/>
                  </a:lnTo>
                  <a:lnTo>
                    <a:pt x="239" y="116"/>
                  </a:lnTo>
                  <a:lnTo>
                    <a:pt x="239" y="116"/>
                  </a:lnTo>
                  <a:lnTo>
                    <a:pt x="242" y="116"/>
                  </a:lnTo>
                  <a:lnTo>
                    <a:pt x="242" y="116"/>
                  </a:lnTo>
                  <a:lnTo>
                    <a:pt x="242" y="116"/>
                  </a:lnTo>
                  <a:lnTo>
                    <a:pt x="242" y="118"/>
                  </a:lnTo>
                  <a:lnTo>
                    <a:pt x="242" y="118"/>
                  </a:lnTo>
                  <a:lnTo>
                    <a:pt x="249" y="121"/>
                  </a:lnTo>
                  <a:lnTo>
                    <a:pt x="249" y="121"/>
                  </a:lnTo>
                  <a:lnTo>
                    <a:pt x="249" y="123"/>
                  </a:lnTo>
                  <a:lnTo>
                    <a:pt x="251" y="123"/>
                  </a:lnTo>
                  <a:lnTo>
                    <a:pt x="253" y="126"/>
                  </a:lnTo>
                  <a:lnTo>
                    <a:pt x="251" y="126"/>
                  </a:lnTo>
                  <a:lnTo>
                    <a:pt x="251" y="128"/>
                  </a:lnTo>
                  <a:lnTo>
                    <a:pt x="249" y="128"/>
                  </a:lnTo>
                  <a:lnTo>
                    <a:pt x="246" y="133"/>
                  </a:lnTo>
                  <a:lnTo>
                    <a:pt x="242" y="137"/>
                  </a:lnTo>
                  <a:lnTo>
                    <a:pt x="242" y="140"/>
                  </a:lnTo>
                  <a:lnTo>
                    <a:pt x="242" y="140"/>
                  </a:lnTo>
                  <a:lnTo>
                    <a:pt x="239" y="142"/>
                  </a:lnTo>
                  <a:lnTo>
                    <a:pt x="239" y="142"/>
                  </a:lnTo>
                  <a:lnTo>
                    <a:pt x="237" y="147"/>
                  </a:lnTo>
                  <a:lnTo>
                    <a:pt x="234" y="147"/>
                  </a:lnTo>
                  <a:lnTo>
                    <a:pt x="234" y="147"/>
                  </a:lnTo>
                  <a:lnTo>
                    <a:pt x="230" y="149"/>
                  </a:lnTo>
                  <a:lnTo>
                    <a:pt x="227" y="149"/>
                  </a:lnTo>
                  <a:lnTo>
                    <a:pt x="227" y="152"/>
                  </a:lnTo>
                  <a:lnTo>
                    <a:pt x="225" y="154"/>
                  </a:lnTo>
                  <a:lnTo>
                    <a:pt x="225" y="156"/>
                  </a:lnTo>
                  <a:lnTo>
                    <a:pt x="225" y="159"/>
                  </a:lnTo>
                  <a:lnTo>
                    <a:pt x="220" y="159"/>
                  </a:lnTo>
                  <a:lnTo>
                    <a:pt x="197" y="161"/>
                  </a:lnTo>
                  <a:lnTo>
                    <a:pt x="192" y="161"/>
                  </a:lnTo>
                  <a:lnTo>
                    <a:pt x="187" y="163"/>
                  </a:lnTo>
                  <a:lnTo>
                    <a:pt x="185" y="163"/>
                  </a:lnTo>
                  <a:lnTo>
                    <a:pt x="182" y="163"/>
                  </a:lnTo>
                  <a:lnTo>
                    <a:pt x="175" y="161"/>
                  </a:lnTo>
                  <a:lnTo>
                    <a:pt x="175" y="161"/>
                  </a:lnTo>
                  <a:lnTo>
                    <a:pt x="173" y="161"/>
                  </a:lnTo>
                  <a:lnTo>
                    <a:pt x="173" y="163"/>
                  </a:lnTo>
                  <a:lnTo>
                    <a:pt x="171" y="163"/>
                  </a:lnTo>
                  <a:lnTo>
                    <a:pt x="171" y="163"/>
                  </a:lnTo>
                  <a:lnTo>
                    <a:pt x="168" y="166"/>
                  </a:lnTo>
                  <a:lnTo>
                    <a:pt x="166" y="166"/>
                  </a:lnTo>
                  <a:lnTo>
                    <a:pt x="166" y="166"/>
                  </a:lnTo>
                  <a:lnTo>
                    <a:pt x="166" y="166"/>
                  </a:lnTo>
                  <a:lnTo>
                    <a:pt x="163" y="166"/>
                  </a:lnTo>
                  <a:lnTo>
                    <a:pt x="163" y="168"/>
                  </a:lnTo>
                  <a:lnTo>
                    <a:pt x="161" y="166"/>
                  </a:lnTo>
                  <a:lnTo>
                    <a:pt x="161" y="168"/>
                  </a:lnTo>
                  <a:lnTo>
                    <a:pt x="159" y="168"/>
                  </a:lnTo>
                  <a:lnTo>
                    <a:pt x="152" y="170"/>
                  </a:lnTo>
                  <a:lnTo>
                    <a:pt x="152" y="170"/>
                  </a:lnTo>
                  <a:lnTo>
                    <a:pt x="152" y="170"/>
                  </a:lnTo>
                  <a:lnTo>
                    <a:pt x="152" y="173"/>
                  </a:lnTo>
                  <a:lnTo>
                    <a:pt x="149" y="173"/>
                  </a:lnTo>
                  <a:lnTo>
                    <a:pt x="149" y="173"/>
                  </a:lnTo>
                  <a:lnTo>
                    <a:pt x="149" y="173"/>
                  </a:lnTo>
                  <a:lnTo>
                    <a:pt x="149" y="173"/>
                  </a:lnTo>
                  <a:lnTo>
                    <a:pt x="149" y="173"/>
                  </a:lnTo>
                  <a:lnTo>
                    <a:pt x="147" y="175"/>
                  </a:lnTo>
                  <a:lnTo>
                    <a:pt x="147" y="178"/>
                  </a:lnTo>
                  <a:lnTo>
                    <a:pt x="145" y="178"/>
                  </a:lnTo>
                  <a:lnTo>
                    <a:pt x="145" y="178"/>
                  </a:lnTo>
                  <a:lnTo>
                    <a:pt x="145" y="178"/>
                  </a:lnTo>
                  <a:lnTo>
                    <a:pt x="145" y="178"/>
                  </a:lnTo>
                  <a:lnTo>
                    <a:pt x="142" y="178"/>
                  </a:lnTo>
                  <a:lnTo>
                    <a:pt x="142" y="178"/>
                  </a:lnTo>
                  <a:lnTo>
                    <a:pt x="142" y="178"/>
                  </a:lnTo>
                  <a:lnTo>
                    <a:pt x="142" y="178"/>
                  </a:lnTo>
                  <a:lnTo>
                    <a:pt x="142" y="180"/>
                  </a:lnTo>
                  <a:lnTo>
                    <a:pt x="142" y="180"/>
                  </a:lnTo>
                  <a:lnTo>
                    <a:pt x="140" y="180"/>
                  </a:lnTo>
                  <a:lnTo>
                    <a:pt x="140" y="180"/>
                  </a:lnTo>
                  <a:lnTo>
                    <a:pt x="137" y="180"/>
                  </a:lnTo>
                  <a:lnTo>
                    <a:pt x="137" y="180"/>
                  </a:lnTo>
                  <a:lnTo>
                    <a:pt x="137" y="180"/>
                  </a:lnTo>
                  <a:lnTo>
                    <a:pt x="135" y="180"/>
                  </a:lnTo>
                  <a:lnTo>
                    <a:pt x="133" y="180"/>
                  </a:lnTo>
                  <a:lnTo>
                    <a:pt x="133" y="182"/>
                  </a:lnTo>
                  <a:lnTo>
                    <a:pt x="130" y="182"/>
                  </a:lnTo>
                  <a:lnTo>
                    <a:pt x="130" y="182"/>
                  </a:lnTo>
                  <a:lnTo>
                    <a:pt x="130" y="182"/>
                  </a:lnTo>
                  <a:lnTo>
                    <a:pt x="130" y="185"/>
                  </a:lnTo>
                  <a:lnTo>
                    <a:pt x="130" y="185"/>
                  </a:lnTo>
                  <a:lnTo>
                    <a:pt x="130" y="185"/>
                  </a:lnTo>
                  <a:lnTo>
                    <a:pt x="130" y="185"/>
                  </a:lnTo>
                  <a:lnTo>
                    <a:pt x="130" y="185"/>
                  </a:lnTo>
                  <a:lnTo>
                    <a:pt x="130" y="185"/>
                  </a:lnTo>
                  <a:lnTo>
                    <a:pt x="128" y="185"/>
                  </a:lnTo>
                  <a:lnTo>
                    <a:pt x="128" y="185"/>
                  </a:lnTo>
                  <a:lnTo>
                    <a:pt x="128" y="185"/>
                  </a:lnTo>
                  <a:lnTo>
                    <a:pt x="128" y="185"/>
                  </a:lnTo>
                  <a:lnTo>
                    <a:pt x="126" y="185"/>
                  </a:lnTo>
                  <a:lnTo>
                    <a:pt x="126" y="182"/>
                  </a:lnTo>
                  <a:lnTo>
                    <a:pt x="123" y="180"/>
                  </a:lnTo>
                  <a:lnTo>
                    <a:pt x="123" y="180"/>
                  </a:lnTo>
                  <a:lnTo>
                    <a:pt x="121" y="180"/>
                  </a:lnTo>
                  <a:lnTo>
                    <a:pt x="119" y="180"/>
                  </a:lnTo>
                  <a:lnTo>
                    <a:pt x="119" y="178"/>
                  </a:lnTo>
                  <a:lnTo>
                    <a:pt x="119" y="178"/>
                  </a:lnTo>
                  <a:lnTo>
                    <a:pt x="119" y="178"/>
                  </a:lnTo>
                  <a:lnTo>
                    <a:pt x="119" y="175"/>
                  </a:lnTo>
                  <a:lnTo>
                    <a:pt x="119" y="175"/>
                  </a:lnTo>
                  <a:lnTo>
                    <a:pt x="119" y="175"/>
                  </a:lnTo>
                  <a:lnTo>
                    <a:pt x="119" y="175"/>
                  </a:lnTo>
                  <a:lnTo>
                    <a:pt x="119" y="173"/>
                  </a:lnTo>
                  <a:lnTo>
                    <a:pt x="116" y="173"/>
                  </a:lnTo>
                  <a:lnTo>
                    <a:pt x="116" y="173"/>
                  </a:lnTo>
                  <a:lnTo>
                    <a:pt x="116" y="173"/>
                  </a:lnTo>
                  <a:lnTo>
                    <a:pt x="114" y="173"/>
                  </a:lnTo>
                  <a:lnTo>
                    <a:pt x="114" y="170"/>
                  </a:lnTo>
                  <a:lnTo>
                    <a:pt x="114" y="170"/>
                  </a:lnTo>
                  <a:lnTo>
                    <a:pt x="114" y="168"/>
                  </a:lnTo>
                  <a:lnTo>
                    <a:pt x="114" y="168"/>
                  </a:lnTo>
                  <a:lnTo>
                    <a:pt x="114" y="168"/>
                  </a:lnTo>
                  <a:lnTo>
                    <a:pt x="114" y="168"/>
                  </a:lnTo>
                  <a:lnTo>
                    <a:pt x="111" y="168"/>
                  </a:lnTo>
                  <a:lnTo>
                    <a:pt x="111" y="170"/>
                  </a:lnTo>
                  <a:lnTo>
                    <a:pt x="111" y="170"/>
                  </a:lnTo>
                  <a:lnTo>
                    <a:pt x="109" y="173"/>
                  </a:lnTo>
                  <a:lnTo>
                    <a:pt x="109" y="173"/>
                  </a:lnTo>
                  <a:lnTo>
                    <a:pt x="109" y="173"/>
                  </a:lnTo>
                  <a:lnTo>
                    <a:pt x="109" y="173"/>
                  </a:lnTo>
                  <a:lnTo>
                    <a:pt x="107" y="173"/>
                  </a:lnTo>
                  <a:lnTo>
                    <a:pt x="107" y="173"/>
                  </a:lnTo>
                  <a:lnTo>
                    <a:pt x="107" y="173"/>
                  </a:lnTo>
                  <a:lnTo>
                    <a:pt x="107" y="173"/>
                  </a:lnTo>
                  <a:lnTo>
                    <a:pt x="107" y="178"/>
                  </a:lnTo>
                  <a:lnTo>
                    <a:pt x="107" y="178"/>
                  </a:lnTo>
                  <a:lnTo>
                    <a:pt x="104" y="178"/>
                  </a:lnTo>
                  <a:lnTo>
                    <a:pt x="100" y="180"/>
                  </a:lnTo>
                  <a:lnTo>
                    <a:pt x="100" y="180"/>
                  </a:lnTo>
                  <a:lnTo>
                    <a:pt x="97" y="182"/>
                  </a:lnTo>
                  <a:lnTo>
                    <a:pt x="97" y="182"/>
                  </a:lnTo>
                  <a:lnTo>
                    <a:pt x="95" y="182"/>
                  </a:lnTo>
                  <a:lnTo>
                    <a:pt x="95" y="182"/>
                  </a:lnTo>
                  <a:lnTo>
                    <a:pt x="92" y="182"/>
                  </a:lnTo>
                  <a:lnTo>
                    <a:pt x="90" y="182"/>
                  </a:lnTo>
                  <a:lnTo>
                    <a:pt x="88" y="182"/>
                  </a:lnTo>
                  <a:lnTo>
                    <a:pt x="88" y="185"/>
                  </a:lnTo>
                  <a:lnTo>
                    <a:pt x="85" y="185"/>
                  </a:lnTo>
                  <a:lnTo>
                    <a:pt x="85" y="187"/>
                  </a:lnTo>
                  <a:lnTo>
                    <a:pt x="83" y="187"/>
                  </a:lnTo>
                  <a:lnTo>
                    <a:pt x="83" y="187"/>
                  </a:lnTo>
                  <a:lnTo>
                    <a:pt x="81" y="189"/>
                  </a:lnTo>
                  <a:lnTo>
                    <a:pt x="74" y="189"/>
                  </a:lnTo>
                  <a:lnTo>
                    <a:pt x="74" y="189"/>
                  </a:lnTo>
                  <a:lnTo>
                    <a:pt x="71" y="189"/>
                  </a:lnTo>
                  <a:lnTo>
                    <a:pt x="69" y="187"/>
                  </a:lnTo>
                  <a:lnTo>
                    <a:pt x="66" y="187"/>
                  </a:lnTo>
                  <a:lnTo>
                    <a:pt x="62" y="187"/>
                  </a:lnTo>
                  <a:lnTo>
                    <a:pt x="59" y="187"/>
                  </a:lnTo>
                  <a:lnTo>
                    <a:pt x="57" y="187"/>
                  </a:lnTo>
                  <a:lnTo>
                    <a:pt x="57" y="187"/>
                  </a:lnTo>
                  <a:lnTo>
                    <a:pt x="55" y="192"/>
                  </a:lnTo>
                  <a:lnTo>
                    <a:pt x="55" y="192"/>
                  </a:lnTo>
                  <a:lnTo>
                    <a:pt x="55" y="194"/>
                  </a:lnTo>
                  <a:lnTo>
                    <a:pt x="55" y="194"/>
                  </a:lnTo>
                  <a:lnTo>
                    <a:pt x="55" y="194"/>
                  </a:lnTo>
                  <a:lnTo>
                    <a:pt x="55" y="194"/>
                  </a:lnTo>
                  <a:lnTo>
                    <a:pt x="55" y="194"/>
                  </a:lnTo>
                  <a:lnTo>
                    <a:pt x="52" y="194"/>
                  </a:lnTo>
                  <a:lnTo>
                    <a:pt x="52" y="194"/>
                  </a:lnTo>
                  <a:lnTo>
                    <a:pt x="52" y="197"/>
                  </a:lnTo>
                  <a:lnTo>
                    <a:pt x="50" y="197"/>
                  </a:lnTo>
                  <a:lnTo>
                    <a:pt x="45" y="199"/>
                  </a:lnTo>
                  <a:lnTo>
                    <a:pt x="45" y="201"/>
                  </a:lnTo>
                  <a:lnTo>
                    <a:pt x="43" y="201"/>
                  </a:lnTo>
                  <a:lnTo>
                    <a:pt x="43" y="204"/>
                  </a:lnTo>
                  <a:lnTo>
                    <a:pt x="43" y="206"/>
                  </a:lnTo>
                  <a:lnTo>
                    <a:pt x="43" y="206"/>
                  </a:lnTo>
                  <a:lnTo>
                    <a:pt x="43" y="206"/>
                  </a:lnTo>
                  <a:lnTo>
                    <a:pt x="43" y="208"/>
                  </a:lnTo>
                  <a:lnTo>
                    <a:pt x="43" y="211"/>
                  </a:lnTo>
                  <a:lnTo>
                    <a:pt x="40" y="211"/>
                  </a:lnTo>
                  <a:lnTo>
                    <a:pt x="40" y="211"/>
                  </a:lnTo>
                  <a:lnTo>
                    <a:pt x="40" y="211"/>
                  </a:lnTo>
                  <a:lnTo>
                    <a:pt x="40" y="213"/>
                  </a:lnTo>
                  <a:lnTo>
                    <a:pt x="38" y="213"/>
                  </a:lnTo>
                  <a:lnTo>
                    <a:pt x="38" y="215"/>
                  </a:lnTo>
                  <a:lnTo>
                    <a:pt x="36" y="220"/>
                  </a:lnTo>
                  <a:lnTo>
                    <a:pt x="36" y="223"/>
                  </a:lnTo>
                  <a:lnTo>
                    <a:pt x="33" y="225"/>
                  </a:lnTo>
                  <a:lnTo>
                    <a:pt x="33" y="227"/>
                  </a:lnTo>
                  <a:lnTo>
                    <a:pt x="33" y="227"/>
                  </a:lnTo>
                  <a:lnTo>
                    <a:pt x="31" y="230"/>
                  </a:lnTo>
                  <a:lnTo>
                    <a:pt x="29" y="230"/>
                  </a:lnTo>
                  <a:lnTo>
                    <a:pt x="29" y="230"/>
                  </a:lnTo>
                  <a:lnTo>
                    <a:pt x="29" y="232"/>
                  </a:lnTo>
                  <a:lnTo>
                    <a:pt x="21" y="246"/>
                  </a:lnTo>
                  <a:lnTo>
                    <a:pt x="21" y="246"/>
                  </a:lnTo>
                  <a:lnTo>
                    <a:pt x="19" y="249"/>
                  </a:lnTo>
                  <a:lnTo>
                    <a:pt x="21" y="249"/>
                  </a:lnTo>
                  <a:lnTo>
                    <a:pt x="21" y="249"/>
                  </a:lnTo>
                  <a:lnTo>
                    <a:pt x="21" y="251"/>
                  </a:lnTo>
                  <a:lnTo>
                    <a:pt x="19" y="251"/>
                  </a:lnTo>
                  <a:lnTo>
                    <a:pt x="17" y="253"/>
                  </a:lnTo>
                  <a:lnTo>
                    <a:pt x="17" y="253"/>
                  </a:lnTo>
                  <a:lnTo>
                    <a:pt x="10" y="258"/>
                  </a:lnTo>
                  <a:lnTo>
                    <a:pt x="7" y="258"/>
                  </a:lnTo>
                  <a:lnTo>
                    <a:pt x="7" y="258"/>
                  </a:lnTo>
                  <a:lnTo>
                    <a:pt x="5" y="260"/>
                  </a:lnTo>
                  <a:lnTo>
                    <a:pt x="5" y="260"/>
                  </a:lnTo>
                  <a:lnTo>
                    <a:pt x="3" y="260"/>
                  </a:lnTo>
                  <a:lnTo>
                    <a:pt x="3" y="263"/>
                  </a:lnTo>
                  <a:lnTo>
                    <a:pt x="3" y="263"/>
                  </a:lnTo>
                  <a:lnTo>
                    <a:pt x="3" y="263"/>
                  </a:lnTo>
                  <a:lnTo>
                    <a:pt x="3" y="263"/>
                  </a:lnTo>
                  <a:lnTo>
                    <a:pt x="3" y="265"/>
                  </a:lnTo>
                  <a:lnTo>
                    <a:pt x="3" y="265"/>
                  </a:lnTo>
                  <a:lnTo>
                    <a:pt x="0" y="265"/>
                  </a:lnTo>
                  <a:lnTo>
                    <a:pt x="0" y="265"/>
                  </a:lnTo>
                  <a:lnTo>
                    <a:pt x="0" y="265"/>
                  </a:lnTo>
                  <a:lnTo>
                    <a:pt x="0" y="265"/>
                  </a:lnTo>
                  <a:lnTo>
                    <a:pt x="0" y="265"/>
                  </a:lnTo>
                  <a:lnTo>
                    <a:pt x="0" y="265"/>
                  </a:lnTo>
                  <a:lnTo>
                    <a:pt x="0" y="265"/>
                  </a:lnTo>
                  <a:lnTo>
                    <a:pt x="0" y="265"/>
                  </a:lnTo>
                  <a:lnTo>
                    <a:pt x="0" y="268"/>
                  </a:lnTo>
                  <a:lnTo>
                    <a:pt x="0" y="268"/>
                  </a:lnTo>
                  <a:lnTo>
                    <a:pt x="0" y="268"/>
                  </a:lnTo>
                  <a:lnTo>
                    <a:pt x="0" y="268"/>
                  </a:lnTo>
                  <a:lnTo>
                    <a:pt x="3" y="270"/>
                  </a:lnTo>
                  <a:lnTo>
                    <a:pt x="3" y="270"/>
                  </a:lnTo>
                  <a:lnTo>
                    <a:pt x="3" y="270"/>
                  </a:lnTo>
                  <a:lnTo>
                    <a:pt x="3" y="272"/>
                  </a:lnTo>
                  <a:lnTo>
                    <a:pt x="3" y="272"/>
                  </a:lnTo>
                  <a:lnTo>
                    <a:pt x="5" y="272"/>
                  </a:lnTo>
                  <a:lnTo>
                    <a:pt x="5" y="272"/>
                  </a:lnTo>
                  <a:lnTo>
                    <a:pt x="7" y="272"/>
                  </a:lnTo>
                  <a:lnTo>
                    <a:pt x="7" y="272"/>
                  </a:lnTo>
                  <a:lnTo>
                    <a:pt x="10" y="272"/>
                  </a:lnTo>
                  <a:lnTo>
                    <a:pt x="10" y="272"/>
                  </a:lnTo>
                  <a:lnTo>
                    <a:pt x="10" y="272"/>
                  </a:lnTo>
                  <a:lnTo>
                    <a:pt x="10" y="275"/>
                  </a:lnTo>
                  <a:lnTo>
                    <a:pt x="12" y="275"/>
                  </a:lnTo>
                  <a:lnTo>
                    <a:pt x="12" y="282"/>
                  </a:lnTo>
                  <a:lnTo>
                    <a:pt x="12" y="282"/>
                  </a:lnTo>
                  <a:lnTo>
                    <a:pt x="12" y="282"/>
                  </a:lnTo>
                  <a:lnTo>
                    <a:pt x="12" y="286"/>
                  </a:lnTo>
                  <a:lnTo>
                    <a:pt x="10" y="289"/>
                  </a:lnTo>
                  <a:lnTo>
                    <a:pt x="10" y="289"/>
                  </a:lnTo>
                  <a:lnTo>
                    <a:pt x="10" y="289"/>
                  </a:lnTo>
                  <a:lnTo>
                    <a:pt x="10" y="291"/>
                  </a:lnTo>
                  <a:lnTo>
                    <a:pt x="12" y="291"/>
                  </a:lnTo>
                  <a:lnTo>
                    <a:pt x="12" y="294"/>
                  </a:lnTo>
                  <a:lnTo>
                    <a:pt x="12" y="294"/>
                  </a:lnTo>
                  <a:lnTo>
                    <a:pt x="12" y="296"/>
                  </a:lnTo>
                  <a:lnTo>
                    <a:pt x="12" y="296"/>
                  </a:lnTo>
                  <a:lnTo>
                    <a:pt x="10" y="298"/>
                  </a:lnTo>
                  <a:lnTo>
                    <a:pt x="10" y="298"/>
                  </a:lnTo>
                  <a:lnTo>
                    <a:pt x="10" y="301"/>
                  </a:lnTo>
                  <a:lnTo>
                    <a:pt x="10" y="301"/>
                  </a:lnTo>
                  <a:lnTo>
                    <a:pt x="10" y="301"/>
                  </a:lnTo>
                  <a:lnTo>
                    <a:pt x="10" y="301"/>
                  </a:lnTo>
                  <a:lnTo>
                    <a:pt x="10" y="301"/>
                  </a:lnTo>
                  <a:lnTo>
                    <a:pt x="10" y="303"/>
                  </a:lnTo>
                  <a:lnTo>
                    <a:pt x="7" y="303"/>
                  </a:lnTo>
                  <a:lnTo>
                    <a:pt x="7" y="303"/>
                  </a:lnTo>
                  <a:lnTo>
                    <a:pt x="7" y="305"/>
                  </a:lnTo>
                  <a:lnTo>
                    <a:pt x="7" y="305"/>
                  </a:lnTo>
                  <a:lnTo>
                    <a:pt x="7" y="305"/>
                  </a:lnTo>
                  <a:lnTo>
                    <a:pt x="7" y="305"/>
                  </a:lnTo>
                  <a:lnTo>
                    <a:pt x="7" y="308"/>
                  </a:lnTo>
                  <a:lnTo>
                    <a:pt x="7" y="308"/>
                  </a:lnTo>
                  <a:lnTo>
                    <a:pt x="10" y="308"/>
                  </a:lnTo>
                  <a:lnTo>
                    <a:pt x="10" y="310"/>
                  </a:lnTo>
                  <a:lnTo>
                    <a:pt x="12" y="310"/>
                  </a:lnTo>
                  <a:lnTo>
                    <a:pt x="12" y="310"/>
                  </a:lnTo>
                  <a:lnTo>
                    <a:pt x="14" y="312"/>
                  </a:lnTo>
                  <a:lnTo>
                    <a:pt x="14" y="312"/>
                  </a:lnTo>
                  <a:lnTo>
                    <a:pt x="14" y="315"/>
                  </a:lnTo>
                  <a:lnTo>
                    <a:pt x="14" y="317"/>
                  </a:lnTo>
                  <a:lnTo>
                    <a:pt x="14" y="320"/>
                  </a:lnTo>
                  <a:lnTo>
                    <a:pt x="14" y="320"/>
                  </a:lnTo>
                  <a:lnTo>
                    <a:pt x="14" y="322"/>
                  </a:lnTo>
                  <a:lnTo>
                    <a:pt x="14" y="322"/>
                  </a:lnTo>
                  <a:lnTo>
                    <a:pt x="14" y="322"/>
                  </a:lnTo>
                  <a:lnTo>
                    <a:pt x="14" y="322"/>
                  </a:lnTo>
                  <a:lnTo>
                    <a:pt x="14" y="324"/>
                  </a:lnTo>
                  <a:lnTo>
                    <a:pt x="14" y="324"/>
                  </a:lnTo>
                  <a:lnTo>
                    <a:pt x="14" y="324"/>
                  </a:lnTo>
                  <a:lnTo>
                    <a:pt x="14" y="327"/>
                  </a:lnTo>
                  <a:lnTo>
                    <a:pt x="14" y="327"/>
                  </a:lnTo>
                  <a:lnTo>
                    <a:pt x="17" y="331"/>
                  </a:lnTo>
                  <a:lnTo>
                    <a:pt x="17" y="331"/>
                  </a:lnTo>
                  <a:lnTo>
                    <a:pt x="17" y="334"/>
                  </a:lnTo>
                  <a:lnTo>
                    <a:pt x="14" y="334"/>
                  </a:lnTo>
                  <a:lnTo>
                    <a:pt x="14" y="334"/>
                  </a:lnTo>
                  <a:lnTo>
                    <a:pt x="17" y="336"/>
                  </a:lnTo>
                  <a:lnTo>
                    <a:pt x="17" y="339"/>
                  </a:lnTo>
                  <a:lnTo>
                    <a:pt x="17" y="341"/>
                  </a:lnTo>
                  <a:lnTo>
                    <a:pt x="19" y="343"/>
                  </a:lnTo>
                  <a:lnTo>
                    <a:pt x="19" y="346"/>
                  </a:lnTo>
                  <a:lnTo>
                    <a:pt x="29" y="353"/>
                  </a:lnTo>
                  <a:lnTo>
                    <a:pt x="31" y="353"/>
                  </a:lnTo>
                  <a:lnTo>
                    <a:pt x="31" y="353"/>
                  </a:lnTo>
                  <a:lnTo>
                    <a:pt x="31" y="353"/>
                  </a:lnTo>
                  <a:lnTo>
                    <a:pt x="33" y="355"/>
                  </a:lnTo>
                  <a:lnTo>
                    <a:pt x="33" y="355"/>
                  </a:lnTo>
                  <a:lnTo>
                    <a:pt x="36" y="357"/>
                  </a:lnTo>
                  <a:lnTo>
                    <a:pt x="36" y="360"/>
                  </a:lnTo>
                  <a:lnTo>
                    <a:pt x="36" y="360"/>
                  </a:lnTo>
                  <a:lnTo>
                    <a:pt x="36" y="365"/>
                  </a:lnTo>
                  <a:lnTo>
                    <a:pt x="36" y="367"/>
                  </a:lnTo>
                  <a:lnTo>
                    <a:pt x="36" y="369"/>
                  </a:lnTo>
                  <a:lnTo>
                    <a:pt x="38" y="369"/>
                  </a:lnTo>
                  <a:lnTo>
                    <a:pt x="38" y="369"/>
                  </a:lnTo>
                  <a:lnTo>
                    <a:pt x="38" y="369"/>
                  </a:lnTo>
                  <a:lnTo>
                    <a:pt x="40" y="369"/>
                  </a:lnTo>
                  <a:lnTo>
                    <a:pt x="40" y="372"/>
                  </a:lnTo>
                  <a:lnTo>
                    <a:pt x="40" y="372"/>
                  </a:lnTo>
                  <a:lnTo>
                    <a:pt x="40" y="372"/>
                  </a:lnTo>
                  <a:lnTo>
                    <a:pt x="40" y="372"/>
                  </a:lnTo>
                  <a:lnTo>
                    <a:pt x="43" y="372"/>
                  </a:lnTo>
                  <a:lnTo>
                    <a:pt x="43" y="372"/>
                  </a:lnTo>
                  <a:lnTo>
                    <a:pt x="40" y="372"/>
                  </a:lnTo>
                  <a:lnTo>
                    <a:pt x="40" y="372"/>
                  </a:lnTo>
                  <a:lnTo>
                    <a:pt x="38" y="374"/>
                  </a:lnTo>
                  <a:lnTo>
                    <a:pt x="38" y="374"/>
                  </a:lnTo>
                  <a:lnTo>
                    <a:pt x="36" y="374"/>
                  </a:lnTo>
                  <a:lnTo>
                    <a:pt x="33" y="374"/>
                  </a:lnTo>
                  <a:lnTo>
                    <a:pt x="33" y="374"/>
                  </a:lnTo>
                  <a:lnTo>
                    <a:pt x="36" y="381"/>
                  </a:lnTo>
                  <a:lnTo>
                    <a:pt x="40" y="388"/>
                  </a:lnTo>
                  <a:lnTo>
                    <a:pt x="45" y="393"/>
                  </a:lnTo>
                  <a:lnTo>
                    <a:pt x="45" y="393"/>
                  </a:lnTo>
                  <a:lnTo>
                    <a:pt x="50" y="398"/>
                  </a:lnTo>
                  <a:lnTo>
                    <a:pt x="55" y="402"/>
                  </a:lnTo>
                  <a:lnTo>
                    <a:pt x="59" y="407"/>
                  </a:lnTo>
                  <a:lnTo>
                    <a:pt x="64" y="412"/>
                  </a:lnTo>
                  <a:lnTo>
                    <a:pt x="69" y="419"/>
                  </a:lnTo>
                  <a:lnTo>
                    <a:pt x="74" y="421"/>
                  </a:lnTo>
                  <a:lnTo>
                    <a:pt x="74" y="421"/>
                  </a:lnTo>
                  <a:lnTo>
                    <a:pt x="76" y="424"/>
                  </a:lnTo>
                  <a:lnTo>
                    <a:pt x="76" y="424"/>
                  </a:lnTo>
                  <a:lnTo>
                    <a:pt x="76" y="424"/>
                  </a:lnTo>
                  <a:lnTo>
                    <a:pt x="76" y="421"/>
                  </a:lnTo>
                  <a:lnTo>
                    <a:pt x="76" y="421"/>
                  </a:lnTo>
                  <a:lnTo>
                    <a:pt x="76" y="421"/>
                  </a:lnTo>
                  <a:lnTo>
                    <a:pt x="78" y="424"/>
                  </a:lnTo>
                  <a:lnTo>
                    <a:pt x="78" y="424"/>
                  </a:lnTo>
                  <a:lnTo>
                    <a:pt x="81" y="421"/>
                  </a:lnTo>
                  <a:lnTo>
                    <a:pt x="81" y="424"/>
                  </a:lnTo>
                  <a:lnTo>
                    <a:pt x="83" y="424"/>
                  </a:lnTo>
                  <a:lnTo>
                    <a:pt x="83" y="424"/>
                  </a:lnTo>
                  <a:lnTo>
                    <a:pt x="83" y="426"/>
                  </a:lnTo>
                  <a:lnTo>
                    <a:pt x="83" y="428"/>
                  </a:lnTo>
                  <a:lnTo>
                    <a:pt x="83" y="428"/>
                  </a:lnTo>
                  <a:lnTo>
                    <a:pt x="85" y="428"/>
                  </a:lnTo>
                  <a:lnTo>
                    <a:pt x="85" y="428"/>
                  </a:lnTo>
                  <a:lnTo>
                    <a:pt x="85" y="428"/>
                  </a:lnTo>
                  <a:lnTo>
                    <a:pt x="85" y="428"/>
                  </a:lnTo>
                  <a:lnTo>
                    <a:pt x="85" y="428"/>
                  </a:lnTo>
                  <a:lnTo>
                    <a:pt x="88" y="428"/>
                  </a:lnTo>
                  <a:lnTo>
                    <a:pt x="88" y="428"/>
                  </a:lnTo>
                  <a:lnTo>
                    <a:pt x="88" y="431"/>
                  </a:lnTo>
                  <a:lnTo>
                    <a:pt x="90" y="433"/>
                  </a:lnTo>
                  <a:lnTo>
                    <a:pt x="90" y="433"/>
                  </a:lnTo>
                  <a:lnTo>
                    <a:pt x="90" y="436"/>
                  </a:lnTo>
                  <a:lnTo>
                    <a:pt x="90" y="436"/>
                  </a:lnTo>
                  <a:lnTo>
                    <a:pt x="90" y="438"/>
                  </a:lnTo>
                  <a:lnTo>
                    <a:pt x="88" y="440"/>
                  </a:lnTo>
                  <a:lnTo>
                    <a:pt x="88" y="440"/>
                  </a:lnTo>
                  <a:lnTo>
                    <a:pt x="88" y="443"/>
                  </a:lnTo>
                  <a:lnTo>
                    <a:pt x="88" y="443"/>
                  </a:lnTo>
                  <a:lnTo>
                    <a:pt x="88" y="443"/>
                  </a:lnTo>
                  <a:lnTo>
                    <a:pt x="90" y="443"/>
                  </a:lnTo>
                  <a:lnTo>
                    <a:pt x="90" y="443"/>
                  </a:lnTo>
                  <a:lnTo>
                    <a:pt x="90" y="443"/>
                  </a:lnTo>
                  <a:lnTo>
                    <a:pt x="92" y="445"/>
                  </a:lnTo>
                  <a:lnTo>
                    <a:pt x="90" y="445"/>
                  </a:lnTo>
                  <a:lnTo>
                    <a:pt x="90" y="445"/>
                  </a:lnTo>
                  <a:lnTo>
                    <a:pt x="90" y="445"/>
                  </a:lnTo>
                  <a:lnTo>
                    <a:pt x="90" y="447"/>
                  </a:lnTo>
                  <a:lnTo>
                    <a:pt x="90" y="450"/>
                  </a:lnTo>
                  <a:lnTo>
                    <a:pt x="92" y="450"/>
                  </a:lnTo>
                  <a:lnTo>
                    <a:pt x="90" y="452"/>
                  </a:lnTo>
                  <a:lnTo>
                    <a:pt x="90" y="452"/>
                  </a:lnTo>
                  <a:lnTo>
                    <a:pt x="90" y="454"/>
                  </a:lnTo>
                  <a:lnTo>
                    <a:pt x="90" y="454"/>
                  </a:lnTo>
                  <a:lnTo>
                    <a:pt x="90" y="457"/>
                  </a:lnTo>
                  <a:lnTo>
                    <a:pt x="92" y="457"/>
                  </a:lnTo>
                  <a:lnTo>
                    <a:pt x="92" y="459"/>
                  </a:lnTo>
                  <a:lnTo>
                    <a:pt x="92" y="459"/>
                  </a:lnTo>
                  <a:lnTo>
                    <a:pt x="92" y="462"/>
                  </a:lnTo>
                  <a:lnTo>
                    <a:pt x="92" y="462"/>
                  </a:lnTo>
                  <a:lnTo>
                    <a:pt x="92" y="464"/>
                  </a:lnTo>
                  <a:lnTo>
                    <a:pt x="95" y="464"/>
                  </a:lnTo>
                  <a:lnTo>
                    <a:pt x="95" y="464"/>
                  </a:lnTo>
                  <a:lnTo>
                    <a:pt x="95" y="464"/>
                  </a:lnTo>
                  <a:lnTo>
                    <a:pt x="95" y="466"/>
                  </a:lnTo>
                  <a:lnTo>
                    <a:pt x="95" y="466"/>
                  </a:lnTo>
                  <a:lnTo>
                    <a:pt x="95" y="466"/>
                  </a:lnTo>
                  <a:lnTo>
                    <a:pt x="95" y="466"/>
                  </a:lnTo>
                  <a:lnTo>
                    <a:pt x="95" y="466"/>
                  </a:lnTo>
                  <a:lnTo>
                    <a:pt x="95" y="469"/>
                  </a:lnTo>
                  <a:lnTo>
                    <a:pt x="95" y="469"/>
                  </a:lnTo>
                  <a:lnTo>
                    <a:pt x="95" y="469"/>
                  </a:lnTo>
                  <a:lnTo>
                    <a:pt x="95" y="469"/>
                  </a:lnTo>
                  <a:lnTo>
                    <a:pt x="100" y="464"/>
                  </a:lnTo>
                  <a:lnTo>
                    <a:pt x="102" y="457"/>
                  </a:lnTo>
                  <a:lnTo>
                    <a:pt x="102" y="454"/>
                  </a:lnTo>
                  <a:lnTo>
                    <a:pt x="104" y="450"/>
                  </a:lnTo>
                  <a:lnTo>
                    <a:pt x="107" y="445"/>
                  </a:lnTo>
                  <a:lnTo>
                    <a:pt x="109" y="443"/>
                  </a:lnTo>
                  <a:lnTo>
                    <a:pt x="109" y="440"/>
                  </a:lnTo>
                  <a:lnTo>
                    <a:pt x="111" y="436"/>
                  </a:lnTo>
                  <a:lnTo>
                    <a:pt x="111" y="436"/>
                  </a:lnTo>
                  <a:lnTo>
                    <a:pt x="111" y="436"/>
                  </a:lnTo>
                  <a:lnTo>
                    <a:pt x="109" y="433"/>
                  </a:lnTo>
                  <a:lnTo>
                    <a:pt x="109" y="433"/>
                  </a:lnTo>
                  <a:lnTo>
                    <a:pt x="109" y="431"/>
                  </a:lnTo>
                  <a:lnTo>
                    <a:pt x="111" y="426"/>
                  </a:lnTo>
                  <a:lnTo>
                    <a:pt x="111" y="424"/>
                  </a:lnTo>
                  <a:lnTo>
                    <a:pt x="111" y="424"/>
                  </a:lnTo>
                  <a:lnTo>
                    <a:pt x="111" y="421"/>
                  </a:lnTo>
                  <a:lnTo>
                    <a:pt x="111" y="421"/>
                  </a:lnTo>
                  <a:lnTo>
                    <a:pt x="111" y="419"/>
                  </a:lnTo>
                  <a:lnTo>
                    <a:pt x="111" y="419"/>
                  </a:lnTo>
                  <a:lnTo>
                    <a:pt x="114" y="417"/>
                  </a:lnTo>
                  <a:lnTo>
                    <a:pt x="114" y="414"/>
                  </a:lnTo>
                  <a:lnTo>
                    <a:pt x="114" y="414"/>
                  </a:lnTo>
                  <a:lnTo>
                    <a:pt x="114" y="410"/>
                  </a:lnTo>
                  <a:lnTo>
                    <a:pt x="116" y="405"/>
                  </a:lnTo>
                  <a:lnTo>
                    <a:pt x="116" y="402"/>
                  </a:lnTo>
                  <a:lnTo>
                    <a:pt x="119" y="402"/>
                  </a:lnTo>
                  <a:lnTo>
                    <a:pt x="119" y="400"/>
                  </a:lnTo>
                  <a:lnTo>
                    <a:pt x="123" y="400"/>
                  </a:lnTo>
                  <a:lnTo>
                    <a:pt x="123" y="400"/>
                  </a:lnTo>
                  <a:lnTo>
                    <a:pt x="126" y="400"/>
                  </a:lnTo>
                  <a:lnTo>
                    <a:pt x="128" y="400"/>
                  </a:lnTo>
                  <a:lnTo>
                    <a:pt x="130" y="400"/>
                  </a:lnTo>
                  <a:lnTo>
                    <a:pt x="130" y="400"/>
                  </a:lnTo>
                  <a:lnTo>
                    <a:pt x="130" y="400"/>
                  </a:lnTo>
                  <a:lnTo>
                    <a:pt x="130" y="398"/>
                  </a:lnTo>
                  <a:lnTo>
                    <a:pt x="130" y="398"/>
                  </a:lnTo>
                  <a:lnTo>
                    <a:pt x="133" y="398"/>
                  </a:lnTo>
                  <a:lnTo>
                    <a:pt x="133" y="398"/>
                  </a:lnTo>
                  <a:lnTo>
                    <a:pt x="133" y="398"/>
                  </a:lnTo>
                  <a:lnTo>
                    <a:pt x="133" y="398"/>
                  </a:lnTo>
                  <a:lnTo>
                    <a:pt x="135" y="398"/>
                  </a:lnTo>
                  <a:lnTo>
                    <a:pt x="135" y="398"/>
                  </a:lnTo>
                  <a:lnTo>
                    <a:pt x="137" y="400"/>
                  </a:lnTo>
                  <a:lnTo>
                    <a:pt x="137" y="400"/>
                  </a:lnTo>
                  <a:lnTo>
                    <a:pt x="137" y="400"/>
                  </a:lnTo>
                  <a:lnTo>
                    <a:pt x="137" y="400"/>
                  </a:lnTo>
                  <a:lnTo>
                    <a:pt x="137" y="400"/>
                  </a:lnTo>
                  <a:lnTo>
                    <a:pt x="140" y="400"/>
                  </a:lnTo>
                  <a:lnTo>
                    <a:pt x="140" y="400"/>
                  </a:lnTo>
                  <a:lnTo>
                    <a:pt x="140" y="400"/>
                  </a:lnTo>
                  <a:lnTo>
                    <a:pt x="140" y="398"/>
                  </a:lnTo>
                  <a:lnTo>
                    <a:pt x="140" y="398"/>
                  </a:lnTo>
                  <a:lnTo>
                    <a:pt x="142" y="398"/>
                  </a:lnTo>
                  <a:lnTo>
                    <a:pt x="142" y="398"/>
                  </a:lnTo>
                  <a:lnTo>
                    <a:pt x="145" y="398"/>
                  </a:lnTo>
                  <a:lnTo>
                    <a:pt x="145" y="398"/>
                  </a:lnTo>
                  <a:lnTo>
                    <a:pt x="147" y="398"/>
                  </a:lnTo>
                  <a:lnTo>
                    <a:pt x="147" y="398"/>
                  </a:lnTo>
                  <a:lnTo>
                    <a:pt x="149" y="398"/>
                  </a:lnTo>
                  <a:lnTo>
                    <a:pt x="149" y="398"/>
                  </a:lnTo>
                  <a:lnTo>
                    <a:pt x="149" y="398"/>
                  </a:lnTo>
                  <a:lnTo>
                    <a:pt x="152" y="395"/>
                  </a:lnTo>
                  <a:lnTo>
                    <a:pt x="152" y="395"/>
                  </a:lnTo>
                  <a:lnTo>
                    <a:pt x="152" y="395"/>
                  </a:lnTo>
                  <a:lnTo>
                    <a:pt x="152" y="395"/>
                  </a:lnTo>
                  <a:lnTo>
                    <a:pt x="154" y="395"/>
                  </a:lnTo>
                  <a:lnTo>
                    <a:pt x="154" y="395"/>
                  </a:lnTo>
                  <a:lnTo>
                    <a:pt x="156" y="395"/>
                  </a:lnTo>
                  <a:lnTo>
                    <a:pt x="159" y="393"/>
                  </a:lnTo>
                  <a:lnTo>
                    <a:pt x="159" y="393"/>
                  </a:lnTo>
                  <a:lnTo>
                    <a:pt x="161" y="391"/>
                  </a:lnTo>
                  <a:lnTo>
                    <a:pt x="161" y="391"/>
                  </a:lnTo>
                  <a:lnTo>
                    <a:pt x="163" y="391"/>
                  </a:lnTo>
                  <a:lnTo>
                    <a:pt x="163" y="391"/>
                  </a:lnTo>
                  <a:lnTo>
                    <a:pt x="166" y="391"/>
                  </a:lnTo>
                  <a:lnTo>
                    <a:pt x="166" y="391"/>
                  </a:lnTo>
                  <a:lnTo>
                    <a:pt x="166" y="391"/>
                  </a:lnTo>
                  <a:lnTo>
                    <a:pt x="166" y="391"/>
                  </a:lnTo>
                  <a:lnTo>
                    <a:pt x="166" y="391"/>
                  </a:lnTo>
                  <a:lnTo>
                    <a:pt x="166" y="393"/>
                  </a:lnTo>
                  <a:lnTo>
                    <a:pt x="168" y="393"/>
                  </a:lnTo>
                  <a:lnTo>
                    <a:pt x="171" y="395"/>
                  </a:lnTo>
                  <a:lnTo>
                    <a:pt x="173" y="395"/>
                  </a:lnTo>
                  <a:lnTo>
                    <a:pt x="178" y="395"/>
                  </a:lnTo>
                  <a:lnTo>
                    <a:pt x="178" y="395"/>
                  </a:lnTo>
                  <a:lnTo>
                    <a:pt x="178" y="395"/>
                  </a:lnTo>
                  <a:lnTo>
                    <a:pt x="178" y="395"/>
                  </a:lnTo>
                  <a:lnTo>
                    <a:pt x="178" y="395"/>
                  </a:lnTo>
                  <a:lnTo>
                    <a:pt x="180" y="395"/>
                  </a:lnTo>
                  <a:lnTo>
                    <a:pt x="180" y="395"/>
                  </a:lnTo>
                  <a:lnTo>
                    <a:pt x="180" y="395"/>
                  </a:lnTo>
                  <a:lnTo>
                    <a:pt x="180" y="395"/>
                  </a:lnTo>
                  <a:lnTo>
                    <a:pt x="182" y="395"/>
                  </a:lnTo>
                  <a:lnTo>
                    <a:pt x="182" y="395"/>
                  </a:lnTo>
                  <a:lnTo>
                    <a:pt x="182" y="395"/>
                  </a:lnTo>
                  <a:lnTo>
                    <a:pt x="182" y="398"/>
                  </a:lnTo>
                  <a:lnTo>
                    <a:pt x="185" y="398"/>
                  </a:lnTo>
                  <a:lnTo>
                    <a:pt x="185" y="400"/>
                  </a:lnTo>
                  <a:lnTo>
                    <a:pt x="185" y="400"/>
                  </a:lnTo>
                  <a:lnTo>
                    <a:pt x="185" y="400"/>
                  </a:lnTo>
                  <a:lnTo>
                    <a:pt x="187" y="398"/>
                  </a:lnTo>
                  <a:lnTo>
                    <a:pt x="187" y="398"/>
                  </a:lnTo>
                  <a:lnTo>
                    <a:pt x="189" y="398"/>
                  </a:lnTo>
                  <a:lnTo>
                    <a:pt x="189" y="400"/>
                  </a:lnTo>
                  <a:lnTo>
                    <a:pt x="192" y="400"/>
                  </a:lnTo>
                  <a:lnTo>
                    <a:pt x="192" y="400"/>
                  </a:lnTo>
                  <a:lnTo>
                    <a:pt x="194" y="398"/>
                  </a:lnTo>
                  <a:lnTo>
                    <a:pt x="194" y="398"/>
                  </a:lnTo>
                  <a:lnTo>
                    <a:pt x="197" y="398"/>
                  </a:lnTo>
                  <a:lnTo>
                    <a:pt x="199" y="398"/>
                  </a:lnTo>
                  <a:lnTo>
                    <a:pt x="199" y="400"/>
                  </a:lnTo>
                  <a:lnTo>
                    <a:pt x="201" y="402"/>
                  </a:lnTo>
                  <a:lnTo>
                    <a:pt x="201" y="402"/>
                  </a:lnTo>
                  <a:lnTo>
                    <a:pt x="201" y="402"/>
                  </a:lnTo>
                  <a:lnTo>
                    <a:pt x="204" y="402"/>
                  </a:lnTo>
                  <a:lnTo>
                    <a:pt x="204" y="400"/>
                  </a:lnTo>
                  <a:lnTo>
                    <a:pt x="204" y="400"/>
                  </a:lnTo>
                  <a:lnTo>
                    <a:pt x="206" y="400"/>
                  </a:lnTo>
                  <a:lnTo>
                    <a:pt x="206" y="398"/>
                  </a:lnTo>
                  <a:lnTo>
                    <a:pt x="206" y="398"/>
                  </a:lnTo>
                  <a:lnTo>
                    <a:pt x="206" y="398"/>
                  </a:lnTo>
                  <a:lnTo>
                    <a:pt x="206" y="398"/>
                  </a:lnTo>
                  <a:lnTo>
                    <a:pt x="206" y="398"/>
                  </a:lnTo>
                  <a:lnTo>
                    <a:pt x="211" y="398"/>
                  </a:lnTo>
                  <a:lnTo>
                    <a:pt x="211" y="398"/>
                  </a:lnTo>
                  <a:lnTo>
                    <a:pt x="213" y="398"/>
                  </a:lnTo>
                  <a:lnTo>
                    <a:pt x="213" y="398"/>
                  </a:lnTo>
                  <a:lnTo>
                    <a:pt x="213" y="398"/>
                  </a:lnTo>
                  <a:lnTo>
                    <a:pt x="213" y="398"/>
                  </a:lnTo>
                  <a:lnTo>
                    <a:pt x="213" y="395"/>
                  </a:lnTo>
                  <a:lnTo>
                    <a:pt x="213" y="395"/>
                  </a:lnTo>
                  <a:lnTo>
                    <a:pt x="216" y="395"/>
                  </a:lnTo>
                  <a:lnTo>
                    <a:pt x="216" y="395"/>
                  </a:lnTo>
                  <a:lnTo>
                    <a:pt x="216" y="395"/>
                  </a:lnTo>
                  <a:lnTo>
                    <a:pt x="218" y="395"/>
                  </a:lnTo>
                  <a:lnTo>
                    <a:pt x="218" y="395"/>
                  </a:lnTo>
                  <a:lnTo>
                    <a:pt x="218" y="395"/>
                  </a:lnTo>
                  <a:lnTo>
                    <a:pt x="220" y="398"/>
                  </a:lnTo>
                  <a:lnTo>
                    <a:pt x="223" y="400"/>
                  </a:lnTo>
                  <a:lnTo>
                    <a:pt x="223" y="402"/>
                  </a:lnTo>
                  <a:lnTo>
                    <a:pt x="223" y="402"/>
                  </a:lnTo>
                  <a:lnTo>
                    <a:pt x="225" y="402"/>
                  </a:lnTo>
                  <a:lnTo>
                    <a:pt x="225" y="391"/>
                  </a:lnTo>
                  <a:lnTo>
                    <a:pt x="225" y="383"/>
                  </a:lnTo>
                  <a:lnTo>
                    <a:pt x="225" y="381"/>
                  </a:lnTo>
                  <a:lnTo>
                    <a:pt x="225" y="381"/>
                  </a:lnTo>
                  <a:lnTo>
                    <a:pt x="225" y="381"/>
                  </a:lnTo>
                  <a:lnTo>
                    <a:pt x="227" y="379"/>
                  </a:lnTo>
                  <a:lnTo>
                    <a:pt x="227" y="376"/>
                  </a:lnTo>
                  <a:lnTo>
                    <a:pt x="227" y="376"/>
                  </a:lnTo>
                  <a:lnTo>
                    <a:pt x="227" y="372"/>
                  </a:lnTo>
                  <a:lnTo>
                    <a:pt x="227" y="367"/>
                  </a:lnTo>
                  <a:lnTo>
                    <a:pt x="225" y="367"/>
                  </a:lnTo>
                  <a:lnTo>
                    <a:pt x="223" y="362"/>
                  </a:lnTo>
                  <a:lnTo>
                    <a:pt x="223" y="362"/>
                  </a:lnTo>
                  <a:lnTo>
                    <a:pt x="223" y="360"/>
                  </a:lnTo>
                  <a:lnTo>
                    <a:pt x="223" y="360"/>
                  </a:lnTo>
                  <a:lnTo>
                    <a:pt x="220" y="357"/>
                  </a:lnTo>
                  <a:lnTo>
                    <a:pt x="220" y="357"/>
                  </a:lnTo>
                  <a:lnTo>
                    <a:pt x="223" y="355"/>
                  </a:lnTo>
                  <a:lnTo>
                    <a:pt x="223" y="355"/>
                  </a:lnTo>
                  <a:lnTo>
                    <a:pt x="225" y="355"/>
                  </a:lnTo>
                  <a:lnTo>
                    <a:pt x="225" y="355"/>
                  </a:lnTo>
                  <a:lnTo>
                    <a:pt x="227" y="355"/>
                  </a:lnTo>
                  <a:lnTo>
                    <a:pt x="227" y="355"/>
                  </a:lnTo>
                  <a:lnTo>
                    <a:pt x="227" y="355"/>
                  </a:lnTo>
                  <a:lnTo>
                    <a:pt x="232" y="355"/>
                  </a:lnTo>
                  <a:lnTo>
                    <a:pt x="232" y="353"/>
                  </a:lnTo>
                  <a:lnTo>
                    <a:pt x="234" y="353"/>
                  </a:lnTo>
                  <a:lnTo>
                    <a:pt x="237" y="346"/>
                  </a:lnTo>
                  <a:lnTo>
                    <a:pt x="237" y="343"/>
                  </a:lnTo>
                  <a:lnTo>
                    <a:pt x="239" y="341"/>
                  </a:lnTo>
                  <a:lnTo>
                    <a:pt x="242" y="341"/>
                  </a:lnTo>
                  <a:lnTo>
                    <a:pt x="242" y="341"/>
                  </a:lnTo>
                  <a:lnTo>
                    <a:pt x="242" y="341"/>
                  </a:lnTo>
                  <a:lnTo>
                    <a:pt x="242" y="339"/>
                  </a:lnTo>
                  <a:lnTo>
                    <a:pt x="242" y="339"/>
                  </a:lnTo>
                  <a:lnTo>
                    <a:pt x="244" y="336"/>
                  </a:lnTo>
                  <a:lnTo>
                    <a:pt x="244" y="336"/>
                  </a:lnTo>
                  <a:lnTo>
                    <a:pt x="246" y="334"/>
                  </a:lnTo>
                  <a:lnTo>
                    <a:pt x="246" y="334"/>
                  </a:lnTo>
                  <a:lnTo>
                    <a:pt x="246" y="331"/>
                  </a:lnTo>
                  <a:lnTo>
                    <a:pt x="246" y="331"/>
                  </a:lnTo>
                  <a:lnTo>
                    <a:pt x="249" y="331"/>
                  </a:lnTo>
                  <a:lnTo>
                    <a:pt x="249" y="331"/>
                  </a:lnTo>
                  <a:lnTo>
                    <a:pt x="249" y="329"/>
                  </a:lnTo>
                  <a:lnTo>
                    <a:pt x="249" y="329"/>
                  </a:lnTo>
                  <a:lnTo>
                    <a:pt x="249" y="327"/>
                  </a:lnTo>
                  <a:lnTo>
                    <a:pt x="251" y="327"/>
                  </a:lnTo>
                  <a:lnTo>
                    <a:pt x="251" y="324"/>
                  </a:lnTo>
                  <a:lnTo>
                    <a:pt x="251" y="324"/>
                  </a:lnTo>
                  <a:lnTo>
                    <a:pt x="253" y="324"/>
                  </a:lnTo>
                  <a:lnTo>
                    <a:pt x="256" y="324"/>
                  </a:lnTo>
                  <a:lnTo>
                    <a:pt x="256" y="324"/>
                  </a:lnTo>
                  <a:lnTo>
                    <a:pt x="258" y="322"/>
                  </a:lnTo>
                  <a:lnTo>
                    <a:pt x="258" y="322"/>
                  </a:lnTo>
                  <a:lnTo>
                    <a:pt x="258" y="322"/>
                  </a:lnTo>
                  <a:lnTo>
                    <a:pt x="260" y="320"/>
                  </a:lnTo>
                  <a:lnTo>
                    <a:pt x="265" y="317"/>
                  </a:lnTo>
                  <a:lnTo>
                    <a:pt x="268" y="315"/>
                  </a:lnTo>
                  <a:lnTo>
                    <a:pt x="268" y="315"/>
                  </a:lnTo>
                  <a:lnTo>
                    <a:pt x="270" y="315"/>
                  </a:lnTo>
                  <a:lnTo>
                    <a:pt x="272" y="315"/>
                  </a:lnTo>
                  <a:lnTo>
                    <a:pt x="275" y="315"/>
                  </a:lnTo>
                  <a:lnTo>
                    <a:pt x="275" y="312"/>
                  </a:lnTo>
                  <a:lnTo>
                    <a:pt x="277" y="312"/>
                  </a:lnTo>
                  <a:lnTo>
                    <a:pt x="279" y="315"/>
                  </a:lnTo>
                  <a:lnTo>
                    <a:pt x="284" y="315"/>
                  </a:lnTo>
                  <a:lnTo>
                    <a:pt x="284" y="315"/>
                  </a:lnTo>
                  <a:lnTo>
                    <a:pt x="286" y="315"/>
                  </a:lnTo>
                  <a:lnTo>
                    <a:pt x="286" y="315"/>
                  </a:lnTo>
                  <a:lnTo>
                    <a:pt x="289" y="317"/>
                  </a:lnTo>
                  <a:lnTo>
                    <a:pt x="291" y="317"/>
                  </a:lnTo>
                  <a:lnTo>
                    <a:pt x="291" y="317"/>
                  </a:lnTo>
                  <a:lnTo>
                    <a:pt x="291" y="317"/>
                  </a:lnTo>
                  <a:lnTo>
                    <a:pt x="294" y="320"/>
                  </a:lnTo>
                  <a:lnTo>
                    <a:pt x="294" y="320"/>
                  </a:lnTo>
                  <a:lnTo>
                    <a:pt x="294" y="322"/>
                  </a:lnTo>
                  <a:lnTo>
                    <a:pt x="296" y="322"/>
                  </a:lnTo>
                  <a:lnTo>
                    <a:pt x="301" y="322"/>
                  </a:lnTo>
                  <a:lnTo>
                    <a:pt x="301" y="324"/>
                  </a:lnTo>
                  <a:lnTo>
                    <a:pt x="303" y="324"/>
                  </a:lnTo>
                  <a:lnTo>
                    <a:pt x="303" y="327"/>
                  </a:lnTo>
                  <a:lnTo>
                    <a:pt x="308" y="327"/>
                  </a:lnTo>
                  <a:lnTo>
                    <a:pt x="308" y="329"/>
                  </a:lnTo>
                  <a:lnTo>
                    <a:pt x="310" y="331"/>
                  </a:lnTo>
                  <a:lnTo>
                    <a:pt x="313" y="331"/>
                  </a:lnTo>
                  <a:lnTo>
                    <a:pt x="313" y="331"/>
                  </a:lnTo>
                  <a:lnTo>
                    <a:pt x="315" y="334"/>
                  </a:lnTo>
                  <a:lnTo>
                    <a:pt x="317" y="334"/>
                  </a:lnTo>
                  <a:lnTo>
                    <a:pt x="317" y="334"/>
                  </a:lnTo>
                  <a:lnTo>
                    <a:pt x="317" y="334"/>
                  </a:lnTo>
                  <a:lnTo>
                    <a:pt x="320" y="336"/>
                  </a:lnTo>
                  <a:lnTo>
                    <a:pt x="320" y="339"/>
                  </a:lnTo>
                  <a:lnTo>
                    <a:pt x="322" y="339"/>
                  </a:lnTo>
                  <a:lnTo>
                    <a:pt x="322" y="339"/>
                  </a:lnTo>
                  <a:lnTo>
                    <a:pt x="322" y="341"/>
                  </a:lnTo>
                  <a:lnTo>
                    <a:pt x="324" y="341"/>
                  </a:lnTo>
                  <a:lnTo>
                    <a:pt x="324" y="343"/>
                  </a:lnTo>
                  <a:lnTo>
                    <a:pt x="324" y="343"/>
                  </a:lnTo>
                  <a:lnTo>
                    <a:pt x="324" y="346"/>
                  </a:lnTo>
                  <a:lnTo>
                    <a:pt x="322" y="346"/>
                  </a:lnTo>
                  <a:lnTo>
                    <a:pt x="324" y="346"/>
                  </a:lnTo>
                  <a:lnTo>
                    <a:pt x="324" y="348"/>
                  </a:lnTo>
                  <a:lnTo>
                    <a:pt x="329" y="353"/>
                  </a:lnTo>
                  <a:lnTo>
                    <a:pt x="331" y="353"/>
                  </a:lnTo>
                  <a:lnTo>
                    <a:pt x="331" y="353"/>
                  </a:lnTo>
                  <a:lnTo>
                    <a:pt x="336" y="353"/>
                  </a:lnTo>
                  <a:lnTo>
                    <a:pt x="341" y="353"/>
                  </a:lnTo>
                  <a:lnTo>
                    <a:pt x="341" y="353"/>
                  </a:lnTo>
                  <a:lnTo>
                    <a:pt x="343" y="353"/>
                  </a:lnTo>
                  <a:lnTo>
                    <a:pt x="343" y="350"/>
                  </a:lnTo>
                  <a:lnTo>
                    <a:pt x="343" y="350"/>
                  </a:lnTo>
                  <a:lnTo>
                    <a:pt x="346" y="350"/>
                  </a:lnTo>
                  <a:lnTo>
                    <a:pt x="350" y="353"/>
                  </a:lnTo>
                  <a:lnTo>
                    <a:pt x="355" y="353"/>
                  </a:lnTo>
                  <a:lnTo>
                    <a:pt x="357" y="353"/>
                  </a:lnTo>
                  <a:lnTo>
                    <a:pt x="357" y="355"/>
                  </a:lnTo>
                  <a:lnTo>
                    <a:pt x="357" y="355"/>
                  </a:lnTo>
                  <a:lnTo>
                    <a:pt x="360" y="357"/>
                  </a:lnTo>
                  <a:lnTo>
                    <a:pt x="360" y="357"/>
                  </a:lnTo>
                  <a:lnTo>
                    <a:pt x="360" y="357"/>
                  </a:lnTo>
                  <a:lnTo>
                    <a:pt x="362" y="357"/>
                  </a:lnTo>
                  <a:lnTo>
                    <a:pt x="362" y="357"/>
                  </a:lnTo>
                  <a:lnTo>
                    <a:pt x="362" y="357"/>
                  </a:lnTo>
                  <a:lnTo>
                    <a:pt x="362" y="360"/>
                  </a:lnTo>
                  <a:lnTo>
                    <a:pt x="365" y="360"/>
                  </a:lnTo>
                  <a:lnTo>
                    <a:pt x="365" y="360"/>
                  </a:lnTo>
                  <a:lnTo>
                    <a:pt x="365" y="360"/>
                  </a:lnTo>
                  <a:lnTo>
                    <a:pt x="365" y="360"/>
                  </a:lnTo>
                  <a:lnTo>
                    <a:pt x="365" y="357"/>
                  </a:lnTo>
                  <a:lnTo>
                    <a:pt x="367" y="357"/>
                  </a:lnTo>
                  <a:lnTo>
                    <a:pt x="367" y="357"/>
                  </a:lnTo>
                  <a:lnTo>
                    <a:pt x="367" y="357"/>
                  </a:lnTo>
                  <a:lnTo>
                    <a:pt x="367" y="357"/>
                  </a:lnTo>
                  <a:lnTo>
                    <a:pt x="367" y="357"/>
                  </a:lnTo>
                  <a:lnTo>
                    <a:pt x="369" y="357"/>
                  </a:lnTo>
                  <a:lnTo>
                    <a:pt x="369" y="357"/>
                  </a:lnTo>
                  <a:lnTo>
                    <a:pt x="369" y="357"/>
                  </a:lnTo>
                  <a:lnTo>
                    <a:pt x="369" y="357"/>
                  </a:lnTo>
                  <a:lnTo>
                    <a:pt x="372" y="360"/>
                  </a:lnTo>
                  <a:lnTo>
                    <a:pt x="374" y="360"/>
                  </a:lnTo>
                  <a:lnTo>
                    <a:pt x="374" y="360"/>
                  </a:lnTo>
                  <a:lnTo>
                    <a:pt x="374" y="360"/>
                  </a:lnTo>
                  <a:lnTo>
                    <a:pt x="376" y="360"/>
                  </a:lnTo>
                  <a:lnTo>
                    <a:pt x="379" y="360"/>
                  </a:lnTo>
                  <a:lnTo>
                    <a:pt x="379" y="360"/>
                  </a:lnTo>
                  <a:lnTo>
                    <a:pt x="379" y="362"/>
                  </a:lnTo>
                  <a:lnTo>
                    <a:pt x="379" y="362"/>
                  </a:lnTo>
                  <a:lnTo>
                    <a:pt x="381" y="362"/>
                  </a:lnTo>
                  <a:lnTo>
                    <a:pt x="381" y="362"/>
                  </a:lnTo>
                  <a:lnTo>
                    <a:pt x="381" y="362"/>
                  </a:lnTo>
                  <a:lnTo>
                    <a:pt x="386" y="360"/>
                  </a:lnTo>
                  <a:lnTo>
                    <a:pt x="388" y="360"/>
                  </a:lnTo>
                  <a:lnTo>
                    <a:pt x="391" y="360"/>
                  </a:lnTo>
                  <a:lnTo>
                    <a:pt x="391" y="360"/>
                  </a:lnTo>
                  <a:lnTo>
                    <a:pt x="393" y="360"/>
                  </a:lnTo>
                  <a:lnTo>
                    <a:pt x="393" y="360"/>
                  </a:lnTo>
                  <a:lnTo>
                    <a:pt x="393" y="360"/>
                  </a:lnTo>
                  <a:lnTo>
                    <a:pt x="393" y="360"/>
                  </a:lnTo>
                  <a:lnTo>
                    <a:pt x="393" y="360"/>
                  </a:lnTo>
                  <a:lnTo>
                    <a:pt x="395" y="360"/>
                  </a:lnTo>
                  <a:lnTo>
                    <a:pt x="395" y="360"/>
                  </a:lnTo>
                  <a:lnTo>
                    <a:pt x="398" y="360"/>
                  </a:lnTo>
                  <a:lnTo>
                    <a:pt x="398" y="360"/>
                  </a:lnTo>
                  <a:lnTo>
                    <a:pt x="398" y="362"/>
                  </a:lnTo>
                  <a:lnTo>
                    <a:pt x="400" y="362"/>
                  </a:lnTo>
                  <a:lnTo>
                    <a:pt x="400" y="362"/>
                  </a:lnTo>
                  <a:lnTo>
                    <a:pt x="402" y="362"/>
                  </a:lnTo>
                  <a:lnTo>
                    <a:pt x="405" y="362"/>
                  </a:lnTo>
                  <a:lnTo>
                    <a:pt x="405" y="362"/>
                  </a:lnTo>
                  <a:lnTo>
                    <a:pt x="405" y="362"/>
                  </a:lnTo>
                  <a:lnTo>
                    <a:pt x="405" y="362"/>
                  </a:lnTo>
                  <a:lnTo>
                    <a:pt x="407" y="362"/>
                  </a:lnTo>
                  <a:lnTo>
                    <a:pt x="407" y="362"/>
                  </a:lnTo>
                  <a:lnTo>
                    <a:pt x="407" y="362"/>
                  </a:lnTo>
                  <a:lnTo>
                    <a:pt x="410" y="362"/>
                  </a:lnTo>
                  <a:lnTo>
                    <a:pt x="412" y="365"/>
                  </a:lnTo>
                  <a:lnTo>
                    <a:pt x="414" y="365"/>
                  </a:lnTo>
                  <a:lnTo>
                    <a:pt x="414" y="365"/>
                  </a:lnTo>
                  <a:lnTo>
                    <a:pt x="414" y="365"/>
                  </a:lnTo>
                  <a:lnTo>
                    <a:pt x="414" y="365"/>
                  </a:lnTo>
                  <a:lnTo>
                    <a:pt x="417" y="367"/>
                  </a:lnTo>
                  <a:lnTo>
                    <a:pt x="417" y="367"/>
                  </a:lnTo>
                  <a:lnTo>
                    <a:pt x="421" y="367"/>
                  </a:lnTo>
                  <a:lnTo>
                    <a:pt x="428" y="367"/>
                  </a:lnTo>
                  <a:lnTo>
                    <a:pt x="428" y="367"/>
                  </a:lnTo>
                  <a:lnTo>
                    <a:pt x="431" y="367"/>
                  </a:lnTo>
                  <a:lnTo>
                    <a:pt x="431" y="367"/>
                  </a:lnTo>
                  <a:lnTo>
                    <a:pt x="433" y="365"/>
                  </a:lnTo>
                  <a:lnTo>
                    <a:pt x="433" y="365"/>
                  </a:lnTo>
                  <a:lnTo>
                    <a:pt x="433" y="365"/>
                  </a:lnTo>
                  <a:lnTo>
                    <a:pt x="433" y="365"/>
                  </a:lnTo>
                  <a:lnTo>
                    <a:pt x="436" y="362"/>
                  </a:lnTo>
                  <a:lnTo>
                    <a:pt x="436" y="362"/>
                  </a:lnTo>
                  <a:lnTo>
                    <a:pt x="436" y="362"/>
                  </a:lnTo>
                  <a:lnTo>
                    <a:pt x="436" y="360"/>
                  </a:lnTo>
                  <a:lnTo>
                    <a:pt x="436" y="360"/>
                  </a:lnTo>
                  <a:lnTo>
                    <a:pt x="436" y="357"/>
                  </a:lnTo>
                  <a:lnTo>
                    <a:pt x="438" y="357"/>
                  </a:lnTo>
                  <a:lnTo>
                    <a:pt x="438" y="357"/>
                  </a:lnTo>
                  <a:lnTo>
                    <a:pt x="438" y="355"/>
                  </a:lnTo>
                  <a:lnTo>
                    <a:pt x="438" y="355"/>
                  </a:lnTo>
                  <a:lnTo>
                    <a:pt x="438" y="355"/>
                  </a:lnTo>
                  <a:lnTo>
                    <a:pt x="438" y="355"/>
                  </a:lnTo>
                  <a:lnTo>
                    <a:pt x="438" y="353"/>
                  </a:lnTo>
                  <a:lnTo>
                    <a:pt x="438" y="353"/>
                  </a:lnTo>
                  <a:lnTo>
                    <a:pt x="438" y="350"/>
                  </a:lnTo>
                  <a:lnTo>
                    <a:pt x="438" y="350"/>
                  </a:lnTo>
                  <a:lnTo>
                    <a:pt x="438" y="348"/>
                  </a:lnTo>
                  <a:lnTo>
                    <a:pt x="440" y="348"/>
                  </a:lnTo>
                  <a:lnTo>
                    <a:pt x="443" y="348"/>
                  </a:lnTo>
                  <a:lnTo>
                    <a:pt x="443" y="348"/>
                  </a:lnTo>
                  <a:lnTo>
                    <a:pt x="443" y="348"/>
                  </a:lnTo>
                  <a:lnTo>
                    <a:pt x="443" y="348"/>
                  </a:lnTo>
                  <a:lnTo>
                    <a:pt x="443" y="346"/>
                  </a:lnTo>
                  <a:lnTo>
                    <a:pt x="443" y="346"/>
                  </a:lnTo>
                  <a:lnTo>
                    <a:pt x="445" y="346"/>
                  </a:lnTo>
                  <a:lnTo>
                    <a:pt x="445" y="346"/>
                  </a:lnTo>
                  <a:lnTo>
                    <a:pt x="445" y="346"/>
                  </a:lnTo>
                  <a:lnTo>
                    <a:pt x="445" y="343"/>
                  </a:lnTo>
                  <a:lnTo>
                    <a:pt x="445" y="343"/>
                  </a:lnTo>
                  <a:lnTo>
                    <a:pt x="445" y="343"/>
                  </a:lnTo>
                  <a:lnTo>
                    <a:pt x="445" y="341"/>
                  </a:lnTo>
                  <a:lnTo>
                    <a:pt x="445" y="341"/>
                  </a:lnTo>
                  <a:lnTo>
                    <a:pt x="445" y="341"/>
                  </a:lnTo>
                  <a:lnTo>
                    <a:pt x="447" y="341"/>
                  </a:lnTo>
                  <a:lnTo>
                    <a:pt x="447" y="339"/>
                  </a:lnTo>
                  <a:lnTo>
                    <a:pt x="447" y="339"/>
                  </a:lnTo>
                  <a:lnTo>
                    <a:pt x="447" y="336"/>
                  </a:lnTo>
                  <a:lnTo>
                    <a:pt x="447" y="336"/>
                  </a:lnTo>
                  <a:lnTo>
                    <a:pt x="450" y="336"/>
                  </a:lnTo>
                  <a:lnTo>
                    <a:pt x="450" y="336"/>
                  </a:lnTo>
                  <a:lnTo>
                    <a:pt x="452" y="336"/>
                  </a:lnTo>
                  <a:lnTo>
                    <a:pt x="452" y="336"/>
                  </a:lnTo>
                  <a:lnTo>
                    <a:pt x="452" y="336"/>
                  </a:lnTo>
                  <a:lnTo>
                    <a:pt x="454" y="334"/>
                  </a:lnTo>
                  <a:lnTo>
                    <a:pt x="454" y="334"/>
                  </a:lnTo>
                  <a:lnTo>
                    <a:pt x="454" y="334"/>
                  </a:lnTo>
                  <a:lnTo>
                    <a:pt x="454" y="334"/>
                  </a:lnTo>
                  <a:lnTo>
                    <a:pt x="454" y="331"/>
                  </a:lnTo>
                  <a:lnTo>
                    <a:pt x="454" y="331"/>
                  </a:lnTo>
                  <a:lnTo>
                    <a:pt x="454" y="331"/>
                  </a:lnTo>
                  <a:lnTo>
                    <a:pt x="454" y="331"/>
                  </a:lnTo>
                  <a:lnTo>
                    <a:pt x="454" y="331"/>
                  </a:lnTo>
                  <a:lnTo>
                    <a:pt x="457" y="331"/>
                  </a:lnTo>
                  <a:lnTo>
                    <a:pt x="457" y="331"/>
                  </a:lnTo>
                  <a:lnTo>
                    <a:pt x="457" y="331"/>
                  </a:lnTo>
                  <a:lnTo>
                    <a:pt x="457" y="331"/>
                  </a:lnTo>
                  <a:lnTo>
                    <a:pt x="459" y="331"/>
                  </a:lnTo>
                  <a:lnTo>
                    <a:pt x="459" y="331"/>
                  </a:lnTo>
                  <a:lnTo>
                    <a:pt x="459" y="331"/>
                  </a:lnTo>
                  <a:lnTo>
                    <a:pt x="459" y="334"/>
                  </a:lnTo>
                  <a:lnTo>
                    <a:pt x="459" y="334"/>
                  </a:lnTo>
                  <a:lnTo>
                    <a:pt x="462" y="334"/>
                  </a:lnTo>
                  <a:lnTo>
                    <a:pt x="462" y="336"/>
                  </a:lnTo>
                  <a:lnTo>
                    <a:pt x="462" y="336"/>
                  </a:lnTo>
                  <a:lnTo>
                    <a:pt x="462" y="336"/>
                  </a:lnTo>
                  <a:lnTo>
                    <a:pt x="464" y="336"/>
                  </a:lnTo>
                  <a:lnTo>
                    <a:pt x="464" y="336"/>
                  </a:lnTo>
                  <a:lnTo>
                    <a:pt x="464" y="336"/>
                  </a:lnTo>
                  <a:lnTo>
                    <a:pt x="466" y="336"/>
                  </a:lnTo>
                  <a:lnTo>
                    <a:pt x="469" y="336"/>
                  </a:lnTo>
                  <a:lnTo>
                    <a:pt x="469" y="336"/>
                  </a:lnTo>
                  <a:lnTo>
                    <a:pt x="471" y="339"/>
                  </a:lnTo>
                  <a:lnTo>
                    <a:pt x="471" y="339"/>
                  </a:lnTo>
                  <a:lnTo>
                    <a:pt x="471" y="339"/>
                  </a:lnTo>
                  <a:lnTo>
                    <a:pt x="473" y="339"/>
                  </a:lnTo>
                  <a:lnTo>
                    <a:pt x="473" y="341"/>
                  </a:lnTo>
                  <a:lnTo>
                    <a:pt x="473" y="341"/>
                  </a:lnTo>
                  <a:lnTo>
                    <a:pt x="476" y="341"/>
                  </a:lnTo>
                  <a:lnTo>
                    <a:pt x="476" y="341"/>
                  </a:lnTo>
                  <a:lnTo>
                    <a:pt x="476" y="341"/>
                  </a:lnTo>
                  <a:lnTo>
                    <a:pt x="476" y="343"/>
                  </a:lnTo>
                  <a:lnTo>
                    <a:pt x="476" y="343"/>
                  </a:lnTo>
                  <a:lnTo>
                    <a:pt x="478" y="343"/>
                  </a:lnTo>
                  <a:lnTo>
                    <a:pt x="478" y="343"/>
                  </a:lnTo>
                  <a:lnTo>
                    <a:pt x="481" y="343"/>
                  </a:lnTo>
                  <a:lnTo>
                    <a:pt x="481" y="343"/>
                  </a:lnTo>
                  <a:lnTo>
                    <a:pt x="481" y="343"/>
                  </a:lnTo>
                  <a:lnTo>
                    <a:pt x="483" y="343"/>
                  </a:lnTo>
                  <a:lnTo>
                    <a:pt x="483" y="343"/>
                  </a:lnTo>
                  <a:lnTo>
                    <a:pt x="483" y="343"/>
                  </a:lnTo>
                  <a:lnTo>
                    <a:pt x="483" y="343"/>
                  </a:lnTo>
                  <a:lnTo>
                    <a:pt x="483" y="341"/>
                  </a:lnTo>
                  <a:lnTo>
                    <a:pt x="483" y="341"/>
                  </a:lnTo>
                  <a:lnTo>
                    <a:pt x="483" y="341"/>
                  </a:lnTo>
                  <a:lnTo>
                    <a:pt x="483" y="339"/>
                  </a:lnTo>
                  <a:lnTo>
                    <a:pt x="485" y="339"/>
                  </a:lnTo>
                  <a:lnTo>
                    <a:pt x="485" y="339"/>
                  </a:lnTo>
                  <a:lnTo>
                    <a:pt x="488" y="339"/>
                  </a:lnTo>
                  <a:lnTo>
                    <a:pt x="490" y="336"/>
                  </a:lnTo>
                  <a:lnTo>
                    <a:pt x="492" y="336"/>
                  </a:lnTo>
                  <a:lnTo>
                    <a:pt x="495" y="336"/>
                  </a:lnTo>
                  <a:lnTo>
                    <a:pt x="495" y="334"/>
                  </a:lnTo>
                  <a:lnTo>
                    <a:pt x="497" y="334"/>
                  </a:lnTo>
                  <a:lnTo>
                    <a:pt x="499" y="334"/>
                  </a:lnTo>
                  <a:lnTo>
                    <a:pt x="499" y="334"/>
                  </a:lnTo>
                  <a:lnTo>
                    <a:pt x="502" y="331"/>
                  </a:lnTo>
                  <a:lnTo>
                    <a:pt x="504" y="331"/>
                  </a:lnTo>
                  <a:lnTo>
                    <a:pt x="504" y="331"/>
                  </a:lnTo>
                  <a:lnTo>
                    <a:pt x="504" y="331"/>
                  </a:lnTo>
                  <a:lnTo>
                    <a:pt x="507" y="331"/>
                  </a:lnTo>
                  <a:lnTo>
                    <a:pt x="507" y="331"/>
                  </a:lnTo>
                  <a:lnTo>
                    <a:pt x="507" y="331"/>
                  </a:lnTo>
                  <a:lnTo>
                    <a:pt x="507" y="331"/>
                  </a:lnTo>
                  <a:lnTo>
                    <a:pt x="509" y="331"/>
                  </a:lnTo>
                  <a:lnTo>
                    <a:pt x="511" y="331"/>
                  </a:lnTo>
                  <a:lnTo>
                    <a:pt x="511" y="331"/>
                  </a:lnTo>
                  <a:lnTo>
                    <a:pt x="511" y="329"/>
                  </a:lnTo>
                  <a:lnTo>
                    <a:pt x="511" y="329"/>
                  </a:lnTo>
                  <a:lnTo>
                    <a:pt x="511" y="329"/>
                  </a:lnTo>
                  <a:lnTo>
                    <a:pt x="511" y="329"/>
                  </a:lnTo>
                  <a:lnTo>
                    <a:pt x="511" y="329"/>
                  </a:lnTo>
                  <a:lnTo>
                    <a:pt x="511" y="329"/>
                  </a:lnTo>
                  <a:lnTo>
                    <a:pt x="511" y="329"/>
                  </a:lnTo>
                  <a:lnTo>
                    <a:pt x="514" y="329"/>
                  </a:lnTo>
                  <a:lnTo>
                    <a:pt x="516" y="327"/>
                  </a:lnTo>
                  <a:lnTo>
                    <a:pt x="516" y="327"/>
                  </a:lnTo>
                  <a:lnTo>
                    <a:pt x="518" y="327"/>
                  </a:lnTo>
                  <a:lnTo>
                    <a:pt x="518" y="327"/>
                  </a:lnTo>
                  <a:lnTo>
                    <a:pt x="521" y="327"/>
                  </a:lnTo>
                  <a:lnTo>
                    <a:pt x="521" y="327"/>
                  </a:lnTo>
                  <a:lnTo>
                    <a:pt x="521" y="327"/>
                  </a:lnTo>
                  <a:lnTo>
                    <a:pt x="523" y="327"/>
                  </a:lnTo>
                  <a:lnTo>
                    <a:pt x="523" y="324"/>
                  </a:lnTo>
                  <a:lnTo>
                    <a:pt x="525" y="324"/>
                  </a:lnTo>
                  <a:lnTo>
                    <a:pt x="525" y="324"/>
                  </a:lnTo>
                  <a:lnTo>
                    <a:pt x="525" y="324"/>
                  </a:lnTo>
                  <a:lnTo>
                    <a:pt x="528" y="324"/>
                  </a:lnTo>
                  <a:lnTo>
                    <a:pt x="528" y="324"/>
                  </a:lnTo>
                  <a:lnTo>
                    <a:pt x="528" y="324"/>
                  </a:lnTo>
                  <a:lnTo>
                    <a:pt x="528" y="324"/>
                  </a:lnTo>
                  <a:lnTo>
                    <a:pt x="528" y="324"/>
                  </a:lnTo>
                  <a:lnTo>
                    <a:pt x="528" y="324"/>
                  </a:lnTo>
                  <a:lnTo>
                    <a:pt x="528" y="322"/>
                  </a:lnTo>
                  <a:lnTo>
                    <a:pt x="528" y="322"/>
                  </a:lnTo>
                  <a:lnTo>
                    <a:pt x="530" y="322"/>
                  </a:lnTo>
                  <a:lnTo>
                    <a:pt x="533" y="322"/>
                  </a:lnTo>
                  <a:lnTo>
                    <a:pt x="535" y="320"/>
                  </a:lnTo>
                  <a:lnTo>
                    <a:pt x="535" y="320"/>
                  </a:lnTo>
                  <a:lnTo>
                    <a:pt x="535" y="320"/>
                  </a:lnTo>
                  <a:lnTo>
                    <a:pt x="533" y="320"/>
                  </a:lnTo>
                  <a:lnTo>
                    <a:pt x="533" y="317"/>
                  </a:lnTo>
                  <a:lnTo>
                    <a:pt x="533" y="317"/>
                  </a:lnTo>
                  <a:lnTo>
                    <a:pt x="533" y="315"/>
                  </a:lnTo>
                  <a:lnTo>
                    <a:pt x="535" y="315"/>
                  </a:lnTo>
                  <a:lnTo>
                    <a:pt x="535" y="315"/>
                  </a:lnTo>
                  <a:lnTo>
                    <a:pt x="535" y="317"/>
                  </a:lnTo>
                  <a:lnTo>
                    <a:pt x="535" y="317"/>
                  </a:lnTo>
                  <a:lnTo>
                    <a:pt x="537" y="317"/>
                  </a:lnTo>
                  <a:lnTo>
                    <a:pt x="537" y="317"/>
                  </a:lnTo>
                  <a:lnTo>
                    <a:pt x="537" y="317"/>
                  </a:lnTo>
                  <a:lnTo>
                    <a:pt x="537" y="317"/>
                  </a:lnTo>
                  <a:lnTo>
                    <a:pt x="537" y="315"/>
                  </a:lnTo>
                  <a:lnTo>
                    <a:pt x="540" y="317"/>
                  </a:lnTo>
                  <a:lnTo>
                    <a:pt x="540" y="317"/>
                  </a:lnTo>
                  <a:lnTo>
                    <a:pt x="540" y="317"/>
                  </a:lnTo>
                  <a:lnTo>
                    <a:pt x="542" y="317"/>
                  </a:lnTo>
                  <a:lnTo>
                    <a:pt x="542" y="317"/>
                  </a:lnTo>
                  <a:lnTo>
                    <a:pt x="542" y="320"/>
                  </a:lnTo>
                  <a:lnTo>
                    <a:pt x="542" y="320"/>
                  </a:lnTo>
                  <a:lnTo>
                    <a:pt x="544" y="320"/>
                  </a:lnTo>
                  <a:lnTo>
                    <a:pt x="544" y="320"/>
                  </a:lnTo>
                  <a:lnTo>
                    <a:pt x="544" y="320"/>
                  </a:lnTo>
                  <a:lnTo>
                    <a:pt x="547" y="320"/>
                  </a:lnTo>
                  <a:lnTo>
                    <a:pt x="547" y="322"/>
                  </a:lnTo>
                  <a:lnTo>
                    <a:pt x="547" y="322"/>
                  </a:lnTo>
                  <a:lnTo>
                    <a:pt x="547" y="322"/>
                  </a:lnTo>
                  <a:lnTo>
                    <a:pt x="549" y="324"/>
                  </a:lnTo>
                  <a:lnTo>
                    <a:pt x="549" y="324"/>
                  </a:lnTo>
                  <a:lnTo>
                    <a:pt x="549" y="324"/>
                  </a:lnTo>
                  <a:lnTo>
                    <a:pt x="549" y="324"/>
                  </a:lnTo>
                  <a:lnTo>
                    <a:pt x="549" y="327"/>
                  </a:lnTo>
                  <a:lnTo>
                    <a:pt x="551" y="327"/>
                  </a:lnTo>
                  <a:lnTo>
                    <a:pt x="554" y="327"/>
                  </a:lnTo>
                  <a:lnTo>
                    <a:pt x="554" y="324"/>
                  </a:lnTo>
                  <a:lnTo>
                    <a:pt x="554" y="327"/>
                  </a:lnTo>
                  <a:lnTo>
                    <a:pt x="556" y="327"/>
                  </a:lnTo>
                  <a:lnTo>
                    <a:pt x="556" y="324"/>
                  </a:lnTo>
                  <a:lnTo>
                    <a:pt x="556" y="324"/>
                  </a:lnTo>
                  <a:lnTo>
                    <a:pt x="556" y="324"/>
                  </a:lnTo>
                  <a:lnTo>
                    <a:pt x="559" y="324"/>
                  </a:lnTo>
                  <a:lnTo>
                    <a:pt x="559" y="324"/>
                  </a:lnTo>
                  <a:lnTo>
                    <a:pt x="559" y="324"/>
                  </a:lnTo>
                  <a:lnTo>
                    <a:pt x="559" y="324"/>
                  </a:lnTo>
                  <a:lnTo>
                    <a:pt x="561" y="324"/>
                  </a:lnTo>
                  <a:lnTo>
                    <a:pt x="563" y="322"/>
                  </a:lnTo>
                  <a:lnTo>
                    <a:pt x="563" y="322"/>
                  </a:lnTo>
                  <a:lnTo>
                    <a:pt x="563" y="322"/>
                  </a:lnTo>
                  <a:lnTo>
                    <a:pt x="563" y="322"/>
                  </a:lnTo>
                  <a:lnTo>
                    <a:pt x="566" y="322"/>
                  </a:lnTo>
                  <a:lnTo>
                    <a:pt x="568" y="322"/>
                  </a:lnTo>
                  <a:lnTo>
                    <a:pt x="568" y="324"/>
                  </a:lnTo>
                  <a:lnTo>
                    <a:pt x="570" y="324"/>
                  </a:lnTo>
                  <a:lnTo>
                    <a:pt x="570" y="324"/>
                  </a:lnTo>
                  <a:lnTo>
                    <a:pt x="570" y="322"/>
                  </a:lnTo>
                  <a:lnTo>
                    <a:pt x="573" y="322"/>
                  </a:lnTo>
                  <a:lnTo>
                    <a:pt x="573" y="322"/>
                  </a:lnTo>
                  <a:lnTo>
                    <a:pt x="573" y="322"/>
                  </a:lnTo>
                  <a:lnTo>
                    <a:pt x="573" y="322"/>
                  </a:lnTo>
                  <a:lnTo>
                    <a:pt x="573" y="320"/>
                  </a:lnTo>
                  <a:lnTo>
                    <a:pt x="575" y="320"/>
                  </a:lnTo>
                  <a:lnTo>
                    <a:pt x="575" y="320"/>
                  </a:lnTo>
                  <a:lnTo>
                    <a:pt x="575" y="322"/>
                  </a:lnTo>
                  <a:lnTo>
                    <a:pt x="575" y="322"/>
                  </a:lnTo>
                  <a:lnTo>
                    <a:pt x="580" y="322"/>
                  </a:lnTo>
                  <a:lnTo>
                    <a:pt x="580" y="320"/>
                  </a:lnTo>
                  <a:lnTo>
                    <a:pt x="580" y="320"/>
                  </a:lnTo>
                  <a:lnTo>
                    <a:pt x="582" y="320"/>
                  </a:lnTo>
                  <a:lnTo>
                    <a:pt x="582" y="320"/>
                  </a:lnTo>
                  <a:lnTo>
                    <a:pt x="585" y="320"/>
                  </a:lnTo>
                  <a:lnTo>
                    <a:pt x="585" y="320"/>
                  </a:lnTo>
                  <a:lnTo>
                    <a:pt x="585" y="317"/>
                  </a:lnTo>
                  <a:lnTo>
                    <a:pt x="585" y="317"/>
                  </a:lnTo>
                  <a:lnTo>
                    <a:pt x="585" y="315"/>
                  </a:lnTo>
                  <a:lnTo>
                    <a:pt x="585" y="315"/>
                  </a:lnTo>
                  <a:lnTo>
                    <a:pt x="585" y="315"/>
                  </a:lnTo>
                  <a:lnTo>
                    <a:pt x="585" y="315"/>
                  </a:lnTo>
                  <a:lnTo>
                    <a:pt x="585" y="312"/>
                  </a:lnTo>
                  <a:lnTo>
                    <a:pt x="585" y="312"/>
                  </a:lnTo>
                  <a:lnTo>
                    <a:pt x="585" y="312"/>
                  </a:lnTo>
                  <a:lnTo>
                    <a:pt x="585" y="312"/>
                  </a:lnTo>
                  <a:lnTo>
                    <a:pt x="582" y="312"/>
                  </a:lnTo>
                  <a:lnTo>
                    <a:pt x="585" y="310"/>
                  </a:lnTo>
                  <a:lnTo>
                    <a:pt x="585" y="310"/>
                  </a:lnTo>
                  <a:lnTo>
                    <a:pt x="585" y="310"/>
                  </a:lnTo>
                  <a:lnTo>
                    <a:pt x="585" y="308"/>
                  </a:lnTo>
                  <a:lnTo>
                    <a:pt x="585" y="308"/>
                  </a:lnTo>
                  <a:lnTo>
                    <a:pt x="585" y="305"/>
                  </a:lnTo>
                  <a:lnTo>
                    <a:pt x="587" y="305"/>
                  </a:lnTo>
                  <a:lnTo>
                    <a:pt x="587" y="305"/>
                  </a:lnTo>
                  <a:lnTo>
                    <a:pt x="587" y="305"/>
                  </a:lnTo>
                  <a:lnTo>
                    <a:pt x="587" y="305"/>
                  </a:lnTo>
                  <a:lnTo>
                    <a:pt x="587" y="303"/>
                  </a:lnTo>
                  <a:lnTo>
                    <a:pt x="589" y="305"/>
                  </a:lnTo>
                  <a:lnTo>
                    <a:pt x="589" y="303"/>
                  </a:lnTo>
                  <a:lnTo>
                    <a:pt x="592" y="303"/>
                  </a:lnTo>
                  <a:lnTo>
                    <a:pt x="592" y="303"/>
                  </a:lnTo>
                  <a:lnTo>
                    <a:pt x="592" y="303"/>
                  </a:lnTo>
                  <a:lnTo>
                    <a:pt x="594" y="303"/>
                  </a:lnTo>
                  <a:lnTo>
                    <a:pt x="594" y="303"/>
                  </a:lnTo>
                  <a:lnTo>
                    <a:pt x="594" y="303"/>
                  </a:lnTo>
                  <a:lnTo>
                    <a:pt x="596" y="303"/>
                  </a:lnTo>
                  <a:lnTo>
                    <a:pt x="594" y="301"/>
                  </a:lnTo>
                  <a:lnTo>
                    <a:pt x="596" y="301"/>
                  </a:lnTo>
                  <a:lnTo>
                    <a:pt x="596" y="301"/>
                  </a:lnTo>
                  <a:lnTo>
                    <a:pt x="596" y="301"/>
                  </a:lnTo>
                  <a:lnTo>
                    <a:pt x="599" y="301"/>
                  </a:lnTo>
                  <a:lnTo>
                    <a:pt x="599" y="303"/>
                  </a:lnTo>
                  <a:lnTo>
                    <a:pt x="599" y="303"/>
                  </a:lnTo>
                  <a:lnTo>
                    <a:pt x="599" y="303"/>
                  </a:lnTo>
                  <a:lnTo>
                    <a:pt x="599" y="303"/>
                  </a:lnTo>
                  <a:lnTo>
                    <a:pt x="599" y="303"/>
                  </a:lnTo>
                  <a:lnTo>
                    <a:pt x="599" y="303"/>
                  </a:lnTo>
                  <a:lnTo>
                    <a:pt x="599" y="303"/>
                  </a:lnTo>
                  <a:lnTo>
                    <a:pt x="599" y="303"/>
                  </a:lnTo>
                  <a:lnTo>
                    <a:pt x="599" y="305"/>
                  </a:lnTo>
                  <a:lnTo>
                    <a:pt x="601" y="305"/>
                  </a:lnTo>
                  <a:lnTo>
                    <a:pt x="601" y="305"/>
                  </a:lnTo>
                  <a:lnTo>
                    <a:pt x="601" y="305"/>
                  </a:lnTo>
                  <a:lnTo>
                    <a:pt x="601" y="305"/>
                  </a:lnTo>
                  <a:lnTo>
                    <a:pt x="601" y="305"/>
                  </a:lnTo>
                  <a:lnTo>
                    <a:pt x="601" y="305"/>
                  </a:lnTo>
                  <a:lnTo>
                    <a:pt x="604" y="305"/>
                  </a:lnTo>
                  <a:lnTo>
                    <a:pt x="604" y="305"/>
                  </a:lnTo>
                  <a:lnTo>
                    <a:pt x="604" y="305"/>
                  </a:lnTo>
                  <a:lnTo>
                    <a:pt x="604" y="305"/>
                  </a:lnTo>
                  <a:lnTo>
                    <a:pt x="606" y="308"/>
                  </a:lnTo>
                  <a:lnTo>
                    <a:pt x="606" y="308"/>
                  </a:lnTo>
                  <a:lnTo>
                    <a:pt x="608" y="308"/>
                  </a:lnTo>
                  <a:lnTo>
                    <a:pt x="608" y="308"/>
                  </a:lnTo>
                  <a:lnTo>
                    <a:pt x="608" y="308"/>
                  </a:lnTo>
                  <a:lnTo>
                    <a:pt x="608" y="308"/>
                  </a:lnTo>
                  <a:lnTo>
                    <a:pt x="608" y="308"/>
                  </a:lnTo>
                  <a:lnTo>
                    <a:pt x="608" y="308"/>
                  </a:lnTo>
                  <a:lnTo>
                    <a:pt x="608" y="308"/>
                  </a:lnTo>
                  <a:lnTo>
                    <a:pt x="608" y="308"/>
                  </a:lnTo>
                  <a:lnTo>
                    <a:pt x="611" y="308"/>
                  </a:lnTo>
                  <a:lnTo>
                    <a:pt x="611" y="308"/>
                  </a:lnTo>
                  <a:lnTo>
                    <a:pt x="611" y="310"/>
                  </a:lnTo>
                  <a:lnTo>
                    <a:pt x="611" y="310"/>
                  </a:lnTo>
                  <a:lnTo>
                    <a:pt x="611" y="310"/>
                  </a:lnTo>
                  <a:lnTo>
                    <a:pt x="611" y="310"/>
                  </a:lnTo>
                  <a:lnTo>
                    <a:pt x="611" y="310"/>
                  </a:lnTo>
                  <a:lnTo>
                    <a:pt x="613" y="310"/>
                  </a:lnTo>
                  <a:lnTo>
                    <a:pt x="613" y="310"/>
                  </a:lnTo>
                  <a:lnTo>
                    <a:pt x="613" y="310"/>
                  </a:lnTo>
                  <a:lnTo>
                    <a:pt x="613" y="310"/>
                  </a:lnTo>
                  <a:lnTo>
                    <a:pt x="615" y="312"/>
                  </a:lnTo>
                  <a:lnTo>
                    <a:pt x="615" y="312"/>
                  </a:lnTo>
                  <a:lnTo>
                    <a:pt x="615" y="312"/>
                  </a:lnTo>
                  <a:lnTo>
                    <a:pt x="615" y="310"/>
                  </a:lnTo>
                  <a:lnTo>
                    <a:pt x="618" y="310"/>
                  </a:lnTo>
                  <a:lnTo>
                    <a:pt x="618" y="310"/>
                  </a:lnTo>
                  <a:lnTo>
                    <a:pt x="618" y="310"/>
                  </a:lnTo>
                  <a:lnTo>
                    <a:pt x="618" y="310"/>
                  </a:lnTo>
                  <a:lnTo>
                    <a:pt x="618" y="310"/>
                  </a:lnTo>
                  <a:lnTo>
                    <a:pt x="620" y="310"/>
                  </a:lnTo>
                  <a:lnTo>
                    <a:pt x="620" y="310"/>
                  </a:lnTo>
                  <a:lnTo>
                    <a:pt x="620" y="310"/>
                  </a:lnTo>
                  <a:lnTo>
                    <a:pt x="622" y="312"/>
                  </a:lnTo>
                  <a:lnTo>
                    <a:pt x="622" y="310"/>
                  </a:lnTo>
                  <a:lnTo>
                    <a:pt x="622" y="310"/>
                  </a:lnTo>
                  <a:lnTo>
                    <a:pt x="622" y="310"/>
                  </a:lnTo>
                  <a:lnTo>
                    <a:pt x="625" y="310"/>
                  </a:lnTo>
                  <a:lnTo>
                    <a:pt x="625" y="310"/>
                  </a:lnTo>
                  <a:lnTo>
                    <a:pt x="625" y="310"/>
                  </a:lnTo>
                  <a:lnTo>
                    <a:pt x="625" y="310"/>
                  </a:lnTo>
                  <a:lnTo>
                    <a:pt x="625" y="310"/>
                  </a:lnTo>
                  <a:lnTo>
                    <a:pt x="625" y="310"/>
                  </a:lnTo>
                  <a:lnTo>
                    <a:pt x="625" y="308"/>
                  </a:lnTo>
                  <a:lnTo>
                    <a:pt x="625" y="308"/>
                  </a:lnTo>
                  <a:lnTo>
                    <a:pt x="625" y="308"/>
                  </a:lnTo>
                  <a:lnTo>
                    <a:pt x="625" y="308"/>
                  </a:lnTo>
                  <a:lnTo>
                    <a:pt x="627" y="308"/>
                  </a:lnTo>
                  <a:lnTo>
                    <a:pt x="627" y="308"/>
                  </a:lnTo>
                  <a:lnTo>
                    <a:pt x="627" y="308"/>
                  </a:lnTo>
                  <a:lnTo>
                    <a:pt x="627" y="308"/>
                  </a:lnTo>
                  <a:lnTo>
                    <a:pt x="627" y="308"/>
                  </a:lnTo>
                  <a:lnTo>
                    <a:pt x="627" y="308"/>
                  </a:lnTo>
                  <a:lnTo>
                    <a:pt x="630" y="310"/>
                  </a:lnTo>
                  <a:lnTo>
                    <a:pt x="630" y="308"/>
                  </a:lnTo>
                  <a:lnTo>
                    <a:pt x="630" y="310"/>
                  </a:lnTo>
                  <a:lnTo>
                    <a:pt x="630" y="310"/>
                  </a:lnTo>
                  <a:lnTo>
                    <a:pt x="630" y="310"/>
                  </a:lnTo>
                  <a:lnTo>
                    <a:pt x="630" y="310"/>
                  </a:lnTo>
                  <a:lnTo>
                    <a:pt x="632" y="308"/>
                  </a:lnTo>
                  <a:lnTo>
                    <a:pt x="632" y="310"/>
                  </a:lnTo>
                  <a:lnTo>
                    <a:pt x="632" y="310"/>
                  </a:lnTo>
                  <a:lnTo>
                    <a:pt x="632" y="310"/>
                  </a:lnTo>
                  <a:lnTo>
                    <a:pt x="632" y="310"/>
                  </a:lnTo>
                  <a:lnTo>
                    <a:pt x="632" y="312"/>
                  </a:lnTo>
                  <a:lnTo>
                    <a:pt x="632" y="312"/>
                  </a:lnTo>
                  <a:lnTo>
                    <a:pt x="632" y="312"/>
                  </a:lnTo>
                  <a:lnTo>
                    <a:pt x="634" y="312"/>
                  </a:lnTo>
                  <a:lnTo>
                    <a:pt x="634" y="312"/>
                  </a:lnTo>
                  <a:lnTo>
                    <a:pt x="634" y="312"/>
                  </a:lnTo>
                  <a:lnTo>
                    <a:pt x="637" y="312"/>
                  </a:lnTo>
                  <a:lnTo>
                    <a:pt x="637" y="315"/>
                  </a:lnTo>
                  <a:lnTo>
                    <a:pt x="639" y="312"/>
                  </a:lnTo>
                  <a:lnTo>
                    <a:pt x="639" y="312"/>
                  </a:lnTo>
                  <a:lnTo>
                    <a:pt x="639" y="315"/>
                  </a:lnTo>
                  <a:lnTo>
                    <a:pt x="639" y="315"/>
                  </a:lnTo>
                  <a:lnTo>
                    <a:pt x="641" y="312"/>
                  </a:lnTo>
                  <a:lnTo>
                    <a:pt x="641" y="315"/>
                  </a:lnTo>
                  <a:lnTo>
                    <a:pt x="641" y="315"/>
                  </a:lnTo>
                  <a:lnTo>
                    <a:pt x="644" y="315"/>
                  </a:lnTo>
                  <a:lnTo>
                    <a:pt x="644" y="315"/>
                  </a:lnTo>
                  <a:lnTo>
                    <a:pt x="644" y="317"/>
                  </a:lnTo>
                  <a:lnTo>
                    <a:pt x="644" y="317"/>
                  </a:lnTo>
                  <a:lnTo>
                    <a:pt x="646" y="320"/>
                  </a:lnTo>
                  <a:lnTo>
                    <a:pt x="646" y="320"/>
                  </a:lnTo>
                  <a:lnTo>
                    <a:pt x="649" y="320"/>
                  </a:lnTo>
                  <a:lnTo>
                    <a:pt x="649" y="320"/>
                  </a:lnTo>
                  <a:lnTo>
                    <a:pt x="649" y="320"/>
                  </a:lnTo>
                  <a:lnTo>
                    <a:pt x="651" y="317"/>
                  </a:lnTo>
                  <a:lnTo>
                    <a:pt x="651" y="317"/>
                  </a:lnTo>
                  <a:lnTo>
                    <a:pt x="651" y="317"/>
                  </a:lnTo>
                  <a:lnTo>
                    <a:pt x="651" y="317"/>
                  </a:lnTo>
                  <a:lnTo>
                    <a:pt x="653" y="317"/>
                  </a:lnTo>
                  <a:lnTo>
                    <a:pt x="653" y="317"/>
                  </a:lnTo>
                  <a:lnTo>
                    <a:pt x="653" y="317"/>
                  </a:lnTo>
                  <a:lnTo>
                    <a:pt x="653" y="317"/>
                  </a:lnTo>
                  <a:lnTo>
                    <a:pt x="653" y="317"/>
                  </a:lnTo>
                  <a:lnTo>
                    <a:pt x="656" y="317"/>
                  </a:lnTo>
                  <a:lnTo>
                    <a:pt x="656" y="317"/>
                  </a:lnTo>
                  <a:lnTo>
                    <a:pt x="656" y="317"/>
                  </a:lnTo>
                  <a:lnTo>
                    <a:pt x="656" y="317"/>
                  </a:lnTo>
                  <a:lnTo>
                    <a:pt x="658" y="317"/>
                  </a:lnTo>
                  <a:lnTo>
                    <a:pt x="660" y="317"/>
                  </a:lnTo>
                  <a:lnTo>
                    <a:pt x="660" y="317"/>
                  </a:lnTo>
                  <a:lnTo>
                    <a:pt x="660" y="317"/>
                  </a:lnTo>
                  <a:lnTo>
                    <a:pt x="663" y="320"/>
                  </a:lnTo>
                  <a:lnTo>
                    <a:pt x="663" y="320"/>
                  </a:lnTo>
                  <a:lnTo>
                    <a:pt x="663" y="320"/>
                  </a:lnTo>
                  <a:lnTo>
                    <a:pt x="665" y="320"/>
                  </a:lnTo>
                  <a:lnTo>
                    <a:pt x="665" y="320"/>
                  </a:lnTo>
                  <a:lnTo>
                    <a:pt x="665" y="320"/>
                  </a:lnTo>
                  <a:lnTo>
                    <a:pt x="665" y="320"/>
                  </a:lnTo>
                  <a:lnTo>
                    <a:pt x="665" y="320"/>
                  </a:lnTo>
                  <a:lnTo>
                    <a:pt x="665" y="320"/>
                  </a:lnTo>
                  <a:lnTo>
                    <a:pt x="667" y="320"/>
                  </a:lnTo>
                  <a:lnTo>
                    <a:pt x="667" y="320"/>
                  </a:lnTo>
                  <a:lnTo>
                    <a:pt x="667" y="320"/>
                  </a:lnTo>
                  <a:lnTo>
                    <a:pt x="667" y="317"/>
                  </a:lnTo>
                  <a:lnTo>
                    <a:pt x="667" y="317"/>
                  </a:lnTo>
                  <a:lnTo>
                    <a:pt x="667" y="317"/>
                  </a:lnTo>
                  <a:lnTo>
                    <a:pt x="670" y="315"/>
                  </a:lnTo>
                  <a:lnTo>
                    <a:pt x="672" y="312"/>
                  </a:lnTo>
                  <a:lnTo>
                    <a:pt x="672" y="312"/>
                  </a:lnTo>
                  <a:lnTo>
                    <a:pt x="675" y="312"/>
                  </a:lnTo>
                  <a:lnTo>
                    <a:pt x="677" y="310"/>
                  </a:lnTo>
                  <a:lnTo>
                    <a:pt x="679" y="310"/>
                  </a:lnTo>
                  <a:lnTo>
                    <a:pt x="682" y="312"/>
                  </a:lnTo>
                  <a:lnTo>
                    <a:pt x="686" y="315"/>
                  </a:lnTo>
                  <a:lnTo>
                    <a:pt x="689" y="315"/>
                  </a:lnTo>
                  <a:lnTo>
                    <a:pt x="689" y="315"/>
                  </a:lnTo>
                  <a:lnTo>
                    <a:pt x="689" y="315"/>
                  </a:lnTo>
                  <a:lnTo>
                    <a:pt x="691" y="315"/>
                  </a:lnTo>
                  <a:lnTo>
                    <a:pt x="691" y="315"/>
                  </a:lnTo>
                  <a:lnTo>
                    <a:pt x="691" y="317"/>
                  </a:lnTo>
                  <a:lnTo>
                    <a:pt x="693" y="317"/>
                  </a:lnTo>
                  <a:lnTo>
                    <a:pt x="693" y="317"/>
                  </a:lnTo>
                  <a:lnTo>
                    <a:pt x="693" y="317"/>
                  </a:lnTo>
                  <a:lnTo>
                    <a:pt x="693" y="317"/>
                  </a:lnTo>
                  <a:lnTo>
                    <a:pt x="696" y="317"/>
                  </a:lnTo>
                  <a:lnTo>
                    <a:pt x="696" y="317"/>
                  </a:lnTo>
                  <a:lnTo>
                    <a:pt x="698" y="317"/>
                  </a:lnTo>
                  <a:lnTo>
                    <a:pt x="696" y="317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61">
              <a:extLst>
                <a:ext uri="{FF2B5EF4-FFF2-40B4-BE49-F238E27FC236}">
                  <a16:creationId xmlns:a16="http://schemas.microsoft.com/office/drawing/2014/main" id="{CB68C7B1-F448-C092-772D-8C787A425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9098226" y="3486981"/>
              <a:ext cx="123527" cy="145176"/>
            </a:xfrm>
            <a:custGeom>
              <a:avLst/>
              <a:gdLst>
                <a:gd name="T0" fmla="*/ 97 w 97"/>
                <a:gd name="T1" fmla="*/ 43 h 114"/>
                <a:gd name="T2" fmla="*/ 95 w 97"/>
                <a:gd name="T3" fmla="*/ 40 h 114"/>
                <a:gd name="T4" fmla="*/ 97 w 97"/>
                <a:gd name="T5" fmla="*/ 36 h 114"/>
                <a:gd name="T6" fmla="*/ 90 w 97"/>
                <a:gd name="T7" fmla="*/ 36 h 114"/>
                <a:gd name="T8" fmla="*/ 88 w 97"/>
                <a:gd name="T9" fmla="*/ 36 h 114"/>
                <a:gd name="T10" fmla="*/ 83 w 97"/>
                <a:gd name="T11" fmla="*/ 31 h 114"/>
                <a:gd name="T12" fmla="*/ 78 w 97"/>
                <a:gd name="T13" fmla="*/ 33 h 114"/>
                <a:gd name="T14" fmla="*/ 78 w 97"/>
                <a:gd name="T15" fmla="*/ 31 h 114"/>
                <a:gd name="T16" fmla="*/ 76 w 97"/>
                <a:gd name="T17" fmla="*/ 26 h 114"/>
                <a:gd name="T18" fmla="*/ 80 w 97"/>
                <a:gd name="T19" fmla="*/ 19 h 114"/>
                <a:gd name="T20" fmla="*/ 76 w 97"/>
                <a:gd name="T21" fmla="*/ 19 h 114"/>
                <a:gd name="T22" fmla="*/ 78 w 97"/>
                <a:gd name="T23" fmla="*/ 17 h 114"/>
                <a:gd name="T24" fmla="*/ 83 w 97"/>
                <a:gd name="T25" fmla="*/ 5 h 114"/>
                <a:gd name="T26" fmla="*/ 76 w 97"/>
                <a:gd name="T27" fmla="*/ 0 h 114"/>
                <a:gd name="T28" fmla="*/ 73 w 97"/>
                <a:gd name="T29" fmla="*/ 0 h 114"/>
                <a:gd name="T30" fmla="*/ 71 w 97"/>
                <a:gd name="T31" fmla="*/ 2 h 114"/>
                <a:gd name="T32" fmla="*/ 64 w 97"/>
                <a:gd name="T33" fmla="*/ 2 h 114"/>
                <a:gd name="T34" fmla="*/ 62 w 97"/>
                <a:gd name="T35" fmla="*/ 7 h 114"/>
                <a:gd name="T36" fmla="*/ 57 w 97"/>
                <a:gd name="T37" fmla="*/ 5 h 114"/>
                <a:gd name="T38" fmla="*/ 52 w 97"/>
                <a:gd name="T39" fmla="*/ 2 h 114"/>
                <a:gd name="T40" fmla="*/ 50 w 97"/>
                <a:gd name="T41" fmla="*/ 0 h 114"/>
                <a:gd name="T42" fmla="*/ 50 w 97"/>
                <a:gd name="T43" fmla="*/ 7 h 114"/>
                <a:gd name="T44" fmla="*/ 47 w 97"/>
                <a:gd name="T45" fmla="*/ 21 h 114"/>
                <a:gd name="T46" fmla="*/ 43 w 97"/>
                <a:gd name="T47" fmla="*/ 24 h 114"/>
                <a:gd name="T48" fmla="*/ 38 w 97"/>
                <a:gd name="T49" fmla="*/ 26 h 114"/>
                <a:gd name="T50" fmla="*/ 33 w 97"/>
                <a:gd name="T51" fmla="*/ 26 h 114"/>
                <a:gd name="T52" fmla="*/ 31 w 97"/>
                <a:gd name="T53" fmla="*/ 26 h 114"/>
                <a:gd name="T54" fmla="*/ 26 w 97"/>
                <a:gd name="T55" fmla="*/ 26 h 114"/>
                <a:gd name="T56" fmla="*/ 17 w 97"/>
                <a:gd name="T57" fmla="*/ 28 h 114"/>
                <a:gd name="T58" fmla="*/ 17 w 97"/>
                <a:gd name="T59" fmla="*/ 24 h 114"/>
                <a:gd name="T60" fmla="*/ 17 w 97"/>
                <a:gd name="T61" fmla="*/ 21 h 114"/>
                <a:gd name="T62" fmla="*/ 14 w 97"/>
                <a:gd name="T63" fmla="*/ 17 h 114"/>
                <a:gd name="T64" fmla="*/ 5 w 97"/>
                <a:gd name="T65" fmla="*/ 14 h 114"/>
                <a:gd name="T66" fmla="*/ 0 w 97"/>
                <a:gd name="T67" fmla="*/ 24 h 114"/>
                <a:gd name="T68" fmla="*/ 0 w 97"/>
                <a:gd name="T69" fmla="*/ 26 h 114"/>
                <a:gd name="T70" fmla="*/ 5 w 97"/>
                <a:gd name="T71" fmla="*/ 31 h 114"/>
                <a:gd name="T72" fmla="*/ 7 w 97"/>
                <a:gd name="T73" fmla="*/ 33 h 114"/>
                <a:gd name="T74" fmla="*/ 9 w 97"/>
                <a:gd name="T75" fmla="*/ 38 h 114"/>
                <a:gd name="T76" fmla="*/ 12 w 97"/>
                <a:gd name="T77" fmla="*/ 43 h 114"/>
                <a:gd name="T78" fmla="*/ 12 w 97"/>
                <a:gd name="T79" fmla="*/ 45 h 114"/>
                <a:gd name="T80" fmla="*/ 12 w 97"/>
                <a:gd name="T81" fmla="*/ 52 h 114"/>
                <a:gd name="T82" fmla="*/ 12 w 97"/>
                <a:gd name="T83" fmla="*/ 76 h 114"/>
                <a:gd name="T84" fmla="*/ 14 w 97"/>
                <a:gd name="T85" fmla="*/ 90 h 114"/>
                <a:gd name="T86" fmla="*/ 33 w 97"/>
                <a:gd name="T87" fmla="*/ 114 h 114"/>
                <a:gd name="T88" fmla="*/ 40 w 97"/>
                <a:gd name="T89" fmla="*/ 114 h 114"/>
                <a:gd name="T90" fmla="*/ 40 w 97"/>
                <a:gd name="T91" fmla="*/ 111 h 114"/>
                <a:gd name="T92" fmla="*/ 43 w 97"/>
                <a:gd name="T93" fmla="*/ 109 h 114"/>
                <a:gd name="T94" fmla="*/ 52 w 97"/>
                <a:gd name="T95" fmla="*/ 107 h 114"/>
                <a:gd name="T96" fmla="*/ 57 w 97"/>
                <a:gd name="T97" fmla="*/ 99 h 114"/>
                <a:gd name="T98" fmla="*/ 64 w 97"/>
                <a:gd name="T99" fmla="*/ 90 h 114"/>
                <a:gd name="T100" fmla="*/ 71 w 97"/>
                <a:gd name="T101" fmla="*/ 78 h 114"/>
                <a:gd name="T102" fmla="*/ 73 w 97"/>
                <a:gd name="T103" fmla="*/ 76 h 114"/>
                <a:gd name="T104" fmla="*/ 76 w 97"/>
                <a:gd name="T105" fmla="*/ 69 h 114"/>
                <a:gd name="T106" fmla="*/ 78 w 97"/>
                <a:gd name="T107" fmla="*/ 64 h 114"/>
                <a:gd name="T108" fmla="*/ 78 w 97"/>
                <a:gd name="T109" fmla="*/ 64 h 114"/>
                <a:gd name="T110" fmla="*/ 83 w 97"/>
                <a:gd name="T111" fmla="*/ 64 h 114"/>
                <a:gd name="T112" fmla="*/ 88 w 97"/>
                <a:gd name="T113" fmla="*/ 59 h 114"/>
                <a:gd name="T114" fmla="*/ 88 w 97"/>
                <a:gd name="T115" fmla="*/ 55 h 114"/>
                <a:gd name="T116" fmla="*/ 92 w 97"/>
                <a:gd name="T117" fmla="*/ 52 h 114"/>
                <a:gd name="T118" fmla="*/ 97 w 97"/>
                <a:gd name="T119" fmla="*/ 50 h 114"/>
                <a:gd name="T120" fmla="*/ 97 w 97"/>
                <a:gd name="T121" fmla="*/ 45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7" h="114">
                  <a:moveTo>
                    <a:pt x="97" y="45"/>
                  </a:moveTo>
                  <a:lnTo>
                    <a:pt x="97" y="45"/>
                  </a:lnTo>
                  <a:lnTo>
                    <a:pt x="97" y="45"/>
                  </a:lnTo>
                  <a:lnTo>
                    <a:pt x="97" y="43"/>
                  </a:lnTo>
                  <a:lnTo>
                    <a:pt x="97" y="43"/>
                  </a:lnTo>
                  <a:lnTo>
                    <a:pt x="97" y="43"/>
                  </a:lnTo>
                  <a:lnTo>
                    <a:pt x="97" y="43"/>
                  </a:lnTo>
                  <a:lnTo>
                    <a:pt x="97" y="40"/>
                  </a:lnTo>
                  <a:lnTo>
                    <a:pt x="95" y="40"/>
                  </a:lnTo>
                  <a:lnTo>
                    <a:pt x="95" y="40"/>
                  </a:lnTo>
                  <a:lnTo>
                    <a:pt x="95" y="38"/>
                  </a:lnTo>
                  <a:lnTo>
                    <a:pt x="97" y="36"/>
                  </a:lnTo>
                  <a:lnTo>
                    <a:pt x="97" y="36"/>
                  </a:lnTo>
                  <a:lnTo>
                    <a:pt x="97" y="36"/>
                  </a:lnTo>
                  <a:lnTo>
                    <a:pt x="97" y="36"/>
                  </a:lnTo>
                  <a:lnTo>
                    <a:pt x="92" y="36"/>
                  </a:lnTo>
                  <a:lnTo>
                    <a:pt x="92" y="36"/>
                  </a:lnTo>
                  <a:lnTo>
                    <a:pt x="92" y="36"/>
                  </a:lnTo>
                  <a:lnTo>
                    <a:pt x="90" y="36"/>
                  </a:lnTo>
                  <a:lnTo>
                    <a:pt x="90" y="36"/>
                  </a:lnTo>
                  <a:lnTo>
                    <a:pt x="90" y="36"/>
                  </a:lnTo>
                  <a:lnTo>
                    <a:pt x="88" y="36"/>
                  </a:lnTo>
                  <a:lnTo>
                    <a:pt x="88" y="36"/>
                  </a:lnTo>
                  <a:lnTo>
                    <a:pt x="88" y="36"/>
                  </a:lnTo>
                  <a:lnTo>
                    <a:pt x="88" y="36"/>
                  </a:lnTo>
                  <a:lnTo>
                    <a:pt x="88" y="36"/>
                  </a:lnTo>
                  <a:lnTo>
                    <a:pt x="88" y="33"/>
                  </a:lnTo>
                  <a:lnTo>
                    <a:pt x="88" y="33"/>
                  </a:lnTo>
                  <a:lnTo>
                    <a:pt x="85" y="33"/>
                  </a:lnTo>
                  <a:lnTo>
                    <a:pt x="83" y="31"/>
                  </a:lnTo>
                  <a:lnTo>
                    <a:pt x="83" y="31"/>
                  </a:lnTo>
                  <a:lnTo>
                    <a:pt x="80" y="31"/>
                  </a:lnTo>
                  <a:lnTo>
                    <a:pt x="80" y="33"/>
                  </a:lnTo>
                  <a:lnTo>
                    <a:pt x="80" y="33"/>
                  </a:lnTo>
                  <a:lnTo>
                    <a:pt x="78" y="33"/>
                  </a:lnTo>
                  <a:lnTo>
                    <a:pt x="78" y="33"/>
                  </a:lnTo>
                  <a:lnTo>
                    <a:pt x="78" y="33"/>
                  </a:lnTo>
                  <a:lnTo>
                    <a:pt x="78" y="33"/>
                  </a:lnTo>
                  <a:lnTo>
                    <a:pt x="78" y="33"/>
                  </a:lnTo>
                  <a:lnTo>
                    <a:pt x="78" y="31"/>
                  </a:lnTo>
                  <a:lnTo>
                    <a:pt x="78" y="31"/>
                  </a:lnTo>
                  <a:lnTo>
                    <a:pt x="76" y="31"/>
                  </a:lnTo>
                  <a:lnTo>
                    <a:pt x="76" y="28"/>
                  </a:lnTo>
                  <a:lnTo>
                    <a:pt x="76" y="28"/>
                  </a:lnTo>
                  <a:lnTo>
                    <a:pt x="76" y="26"/>
                  </a:lnTo>
                  <a:lnTo>
                    <a:pt x="78" y="26"/>
                  </a:lnTo>
                  <a:lnTo>
                    <a:pt x="78" y="24"/>
                  </a:lnTo>
                  <a:lnTo>
                    <a:pt x="78" y="24"/>
                  </a:lnTo>
                  <a:lnTo>
                    <a:pt x="78" y="21"/>
                  </a:lnTo>
                  <a:lnTo>
                    <a:pt x="80" y="19"/>
                  </a:lnTo>
                  <a:lnTo>
                    <a:pt x="80" y="19"/>
                  </a:lnTo>
                  <a:lnTo>
                    <a:pt x="80" y="19"/>
                  </a:lnTo>
                  <a:lnTo>
                    <a:pt x="78" y="19"/>
                  </a:lnTo>
                  <a:lnTo>
                    <a:pt x="76" y="19"/>
                  </a:lnTo>
                  <a:lnTo>
                    <a:pt x="76" y="19"/>
                  </a:lnTo>
                  <a:lnTo>
                    <a:pt x="76" y="19"/>
                  </a:lnTo>
                  <a:lnTo>
                    <a:pt x="76" y="19"/>
                  </a:lnTo>
                  <a:lnTo>
                    <a:pt x="76" y="17"/>
                  </a:lnTo>
                  <a:lnTo>
                    <a:pt x="78" y="17"/>
                  </a:lnTo>
                  <a:lnTo>
                    <a:pt x="78" y="17"/>
                  </a:lnTo>
                  <a:lnTo>
                    <a:pt x="78" y="14"/>
                  </a:lnTo>
                  <a:lnTo>
                    <a:pt x="78" y="14"/>
                  </a:lnTo>
                  <a:lnTo>
                    <a:pt x="80" y="10"/>
                  </a:lnTo>
                  <a:lnTo>
                    <a:pt x="80" y="7"/>
                  </a:lnTo>
                  <a:lnTo>
                    <a:pt x="83" y="5"/>
                  </a:lnTo>
                  <a:lnTo>
                    <a:pt x="80" y="5"/>
                  </a:lnTo>
                  <a:lnTo>
                    <a:pt x="78" y="5"/>
                  </a:lnTo>
                  <a:lnTo>
                    <a:pt x="76" y="2"/>
                  </a:lnTo>
                  <a:lnTo>
                    <a:pt x="76" y="2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73" y="0"/>
                  </a:lnTo>
                  <a:lnTo>
                    <a:pt x="73" y="0"/>
                  </a:lnTo>
                  <a:lnTo>
                    <a:pt x="73" y="0"/>
                  </a:lnTo>
                  <a:lnTo>
                    <a:pt x="71" y="0"/>
                  </a:lnTo>
                  <a:lnTo>
                    <a:pt x="71" y="0"/>
                  </a:lnTo>
                  <a:lnTo>
                    <a:pt x="71" y="0"/>
                  </a:lnTo>
                  <a:lnTo>
                    <a:pt x="71" y="2"/>
                  </a:lnTo>
                  <a:lnTo>
                    <a:pt x="71" y="2"/>
                  </a:lnTo>
                  <a:lnTo>
                    <a:pt x="69" y="2"/>
                  </a:lnTo>
                  <a:lnTo>
                    <a:pt x="69" y="2"/>
                  </a:lnTo>
                  <a:lnTo>
                    <a:pt x="66" y="2"/>
                  </a:lnTo>
                  <a:lnTo>
                    <a:pt x="66" y="2"/>
                  </a:lnTo>
                  <a:lnTo>
                    <a:pt x="64" y="2"/>
                  </a:lnTo>
                  <a:lnTo>
                    <a:pt x="64" y="2"/>
                  </a:lnTo>
                  <a:lnTo>
                    <a:pt x="64" y="2"/>
                  </a:lnTo>
                  <a:lnTo>
                    <a:pt x="64" y="2"/>
                  </a:lnTo>
                  <a:lnTo>
                    <a:pt x="64" y="2"/>
                  </a:lnTo>
                  <a:lnTo>
                    <a:pt x="62" y="7"/>
                  </a:lnTo>
                  <a:lnTo>
                    <a:pt x="62" y="7"/>
                  </a:lnTo>
                  <a:lnTo>
                    <a:pt x="59" y="7"/>
                  </a:lnTo>
                  <a:lnTo>
                    <a:pt x="59" y="7"/>
                  </a:lnTo>
                  <a:lnTo>
                    <a:pt x="57" y="5"/>
                  </a:lnTo>
                  <a:lnTo>
                    <a:pt x="57" y="5"/>
                  </a:lnTo>
                  <a:lnTo>
                    <a:pt x="54" y="2"/>
                  </a:lnTo>
                  <a:lnTo>
                    <a:pt x="54" y="2"/>
                  </a:lnTo>
                  <a:lnTo>
                    <a:pt x="52" y="2"/>
                  </a:lnTo>
                  <a:lnTo>
                    <a:pt x="52" y="2"/>
                  </a:lnTo>
                  <a:lnTo>
                    <a:pt x="52" y="2"/>
                  </a:lnTo>
                  <a:lnTo>
                    <a:pt x="52" y="2"/>
                  </a:lnTo>
                  <a:lnTo>
                    <a:pt x="50" y="0"/>
                  </a:lnTo>
                  <a:lnTo>
                    <a:pt x="50" y="0"/>
                  </a:lnTo>
                  <a:lnTo>
                    <a:pt x="50" y="0"/>
                  </a:lnTo>
                  <a:lnTo>
                    <a:pt x="50" y="0"/>
                  </a:lnTo>
                  <a:lnTo>
                    <a:pt x="50" y="0"/>
                  </a:lnTo>
                  <a:lnTo>
                    <a:pt x="50" y="0"/>
                  </a:lnTo>
                  <a:lnTo>
                    <a:pt x="50" y="2"/>
                  </a:lnTo>
                  <a:lnTo>
                    <a:pt x="50" y="5"/>
                  </a:lnTo>
                  <a:lnTo>
                    <a:pt x="50" y="7"/>
                  </a:lnTo>
                  <a:lnTo>
                    <a:pt x="47" y="12"/>
                  </a:lnTo>
                  <a:lnTo>
                    <a:pt x="47" y="17"/>
                  </a:lnTo>
                  <a:lnTo>
                    <a:pt x="47" y="19"/>
                  </a:lnTo>
                  <a:lnTo>
                    <a:pt x="47" y="19"/>
                  </a:lnTo>
                  <a:lnTo>
                    <a:pt x="47" y="21"/>
                  </a:lnTo>
                  <a:lnTo>
                    <a:pt x="47" y="21"/>
                  </a:lnTo>
                  <a:lnTo>
                    <a:pt x="45" y="24"/>
                  </a:lnTo>
                  <a:lnTo>
                    <a:pt x="45" y="24"/>
                  </a:lnTo>
                  <a:lnTo>
                    <a:pt x="43" y="24"/>
                  </a:lnTo>
                  <a:lnTo>
                    <a:pt x="43" y="24"/>
                  </a:lnTo>
                  <a:lnTo>
                    <a:pt x="40" y="24"/>
                  </a:lnTo>
                  <a:lnTo>
                    <a:pt x="40" y="24"/>
                  </a:lnTo>
                  <a:lnTo>
                    <a:pt x="40" y="24"/>
                  </a:lnTo>
                  <a:lnTo>
                    <a:pt x="38" y="24"/>
                  </a:lnTo>
                  <a:lnTo>
                    <a:pt x="38" y="26"/>
                  </a:lnTo>
                  <a:lnTo>
                    <a:pt x="38" y="26"/>
                  </a:lnTo>
                  <a:lnTo>
                    <a:pt x="38" y="26"/>
                  </a:lnTo>
                  <a:lnTo>
                    <a:pt x="38" y="26"/>
                  </a:lnTo>
                  <a:lnTo>
                    <a:pt x="36" y="26"/>
                  </a:lnTo>
                  <a:lnTo>
                    <a:pt x="33" y="26"/>
                  </a:lnTo>
                  <a:lnTo>
                    <a:pt x="33" y="26"/>
                  </a:lnTo>
                  <a:lnTo>
                    <a:pt x="33" y="26"/>
                  </a:lnTo>
                  <a:lnTo>
                    <a:pt x="31" y="26"/>
                  </a:lnTo>
                  <a:lnTo>
                    <a:pt x="31" y="26"/>
                  </a:lnTo>
                  <a:lnTo>
                    <a:pt x="31" y="26"/>
                  </a:lnTo>
                  <a:lnTo>
                    <a:pt x="31" y="26"/>
                  </a:lnTo>
                  <a:lnTo>
                    <a:pt x="28" y="26"/>
                  </a:lnTo>
                  <a:lnTo>
                    <a:pt x="28" y="28"/>
                  </a:lnTo>
                  <a:lnTo>
                    <a:pt x="26" y="28"/>
                  </a:lnTo>
                  <a:lnTo>
                    <a:pt x="26" y="26"/>
                  </a:lnTo>
                  <a:lnTo>
                    <a:pt x="24" y="26"/>
                  </a:lnTo>
                  <a:lnTo>
                    <a:pt x="21" y="26"/>
                  </a:lnTo>
                  <a:lnTo>
                    <a:pt x="21" y="26"/>
                  </a:lnTo>
                  <a:lnTo>
                    <a:pt x="19" y="28"/>
                  </a:lnTo>
                  <a:lnTo>
                    <a:pt x="17" y="28"/>
                  </a:lnTo>
                  <a:lnTo>
                    <a:pt x="17" y="26"/>
                  </a:lnTo>
                  <a:lnTo>
                    <a:pt x="17" y="26"/>
                  </a:lnTo>
                  <a:lnTo>
                    <a:pt x="17" y="24"/>
                  </a:lnTo>
                  <a:lnTo>
                    <a:pt x="17" y="24"/>
                  </a:lnTo>
                  <a:lnTo>
                    <a:pt x="17" y="24"/>
                  </a:lnTo>
                  <a:lnTo>
                    <a:pt x="17" y="24"/>
                  </a:lnTo>
                  <a:lnTo>
                    <a:pt x="17" y="21"/>
                  </a:lnTo>
                  <a:lnTo>
                    <a:pt x="17" y="21"/>
                  </a:lnTo>
                  <a:lnTo>
                    <a:pt x="17" y="21"/>
                  </a:lnTo>
                  <a:lnTo>
                    <a:pt x="17" y="21"/>
                  </a:lnTo>
                  <a:lnTo>
                    <a:pt x="17" y="19"/>
                  </a:lnTo>
                  <a:lnTo>
                    <a:pt x="17" y="19"/>
                  </a:lnTo>
                  <a:lnTo>
                    <a:pt x="17" y="19"/>
                  </a:lnTo>
                  <a:lnTo>
                    <a:pt x="14" y="19"/>
                  </a:lnTo>
                  <a:lnTo>
                    <a:pt x="14" y="17"/>
                  </a:lnTo>
                  <a:lnTo>
                    <a:pt x="14" y="17"/>
                  </a:lnTo>
                  <a:lnTo>
                    <a:pt x="12" y="17"/>
                  </a:lnTo>
                  <a:lnTo>
                    <a:pt x="9" y="17"/>
                  </a:lnTo>
                  <a:lnTo>
                    <a:pt x="7" y="17"/>
                  </a:lnTo>
                  <a:lnTo>
                    <a:pt x="5" y="14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0" y="21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2" y="28"/>
                  </a:lnTo>
                  <a:lnTo>
                    <a:pt x="2" y="28"/>
                  </a:lnTo>
                  <a:lnTo>
                    <a:pt x="2" y="28"/>
                  </a:lnTo>
                  <a:lnTo>
                    <a:pt x="2" y="28"/>
                  </a:lnTo>
                  <a:lnTo>
                    <a:pt x="5" y="31"/>
                  </a:lnTo>
                  <a:lnTo>
                    <a:pt x="5" y="31"/>
                  </a:lnTo>
                  <a:lnTo>
                    <a:pt x="5" y="33"/>
                  </a:lnTo>
                  <a:lnTo>
                    <a:pt x="5" y="33"/>
                  </a:lnTo>
                  <a:lnTo>
                    <a:pt x="5" y="33"/>
                  </a:lnTo>
                  <a:lnTo>
                    <a:pt x="7" y="33"/>
                  </a:lnTo>
                  <a:lnTo>
                    <a:pt x="7" y="33"/>
                  </a:lnTo>
                  <a:lnTo>
                    <a:pt x="7" y="36"/>
                  </a:lnTo>
                  <a:lnTo>
                    <a:pt x="7" y="36"/>
                  </a:lnTo>
                  <a:lnTo>
                    <a:pt x="7" y="38"/>
                  </a:lnTo>
                  <a:lnTo>
                    <a:pt x="9" y="38"/>
                  </a:lnTo>
                  <a:lnTo>
                    <a:pt x="9" y="38"/>
                  </a:lnTo>
                  <a:lnTo>
                    <a:pt x="12" y="38"/>
                  </a:lnTo>
                  <a:lnTo>
                    <a:pt x="12" y="38"/>
                  </a:lnTo>
                  <a:lnTo>
                    <a:pt x="12" y="40"/>
                  </a:lnTo>
                  <a:lnTo>
                    <a:pt x="12" y="43"/>
                  </a:lnTo>
                  <a:lnTo>
                    <a:pt x="12" y="43"/>
                  </a:lnTo>
                  <a:lnTo>
                    <a:pt x="12" y="43"/>
                  </a:lnTo>
                  <a:lnTo>
                    <a:pt x="12" y="43"/>
                  </a:lnTo>
                  <a:lnTo>
                    <a:pt x="12" y="45"/>
                  </a:lnTo>
                  <a:lnTo>
                    <a:pt x="12" y="45"/>
                  </a:lnTo>
                  <a:lnTo>
                    <a:pt x="12" y="50"/>
                  </a:lnTo>
                  <a:lnTo>
                    <a:pt x="12" y="50"/>
                  </a:lnTo>
                  <a:lnTo>
                    <a:pt x="12" y="52"/>
                  </a:lnTo>
                  <a:lnTo>
                    <a:pt x="12" y="52"/>
                  </a:lnTo>
                  <a:lnTo>
                    <a:pt x="12" y="52"/>
                  </a:lnTo>
                  <a:lnTo>
                    <a:pt x="12" y="52"/>
                  </a:lnTo>
                  <a:lnTo>
                    <a:pt x="9" y="55"/>
                  </a:lnTo>
                  <a:lnTo>
                    <a:pt x="12" y="69"/>
                  </a:lnTo>
                  <a:lnTo>
                    <a:pt x="12" y="73"/>
                  </a:lnTo>
                  <a:lnTo>
                    <a:pt x="12" y="76"/>
                  </a:lnTo>
                  <a:lnTo>
                    <a:pt x="9" y="78"/>
                  </a:lnTo>
                  <a:lnTo>
                    <a:pt x="12" y="85"/>
                  </a:lnTo>
                  <a:lnTo>
                    <a:pt x="12" y="85"/>
                  </a:lnTo>
                  <a:lnTo>
                    <a:pt x="12" y="88"/>
                  </a:lnTo>
                  <a:lnTo>
                    <a:pt x="14" y="90"/>
                  </a:lnTo>
                  <a:lnTo>
                    <a:pt x="17" y="95"/>
                  </a:lnTo>
                  <a:lnTo>
                    <a:pt x="19" y="99"/>
                  </a:lnTo>
                  <a:lnTo>
                    <a:pt x="19" y="102"/>
                  </a:lnTo>
                  <a:lnTo>
                    <a:pt x="21" y="114"/>
                  </a:lnTo>
                  <a:lnTo>
                    <a:pt x="33" y="114"/>
                  </a:lnTo>
                  <a:lnTo>
                    <a:pt x="36" y="114"/>
                  </a:lnTo>
                  <a:lnTo>
                    <a:pt x="38" y="114"/>
                  </a:lnTo>
                  <a:lnTo>
                    <a:pt x="38" y="114"/>
                  </a:lnTo>
                  <a:lnTo>
                    <a:pt x="40" y="114"/>
                  </a:lnTo>
                  <a:lnTo>
                    <a:pt x="40" y="114"/>
                  </a:lnTo>
                  <a:lnTo>
                    <a:pt x="40" y="114"/>
                  </a:lnTo>
                  <a:lnTo>
                    <a:pt x="40" y="111"/>
                  </a:lnTo>
                  <a:lnTo>
                    <a:pt x="40" y="111"/>
                  </a:lnTo>
                  <a:lnTo>
                    <a:pt x="40" y="111"/>
                  </a:lnTo>
                  <a:lnTo>
                    <a:pt x="40" y="111"/>
                  </a:lnTo>
                  <a:lnTo>
                    <a:pt x="40" y="111"/>
                  </a:lnTo>
                  <a:lnTo>
                    <a:pt x="43" y="109"/>
                  </a:lnTo>
                  <a:lnTo>
                    <a:pt x="43" y="109"/>
                  </a:lnTo>
                  <a:lnTo>
                    <a:pt x="43" y="109"/>
                  </a:lnTo>
                  <a:lnTo>
                    <a:pt x="43" y="109"/>
                  </a:lnTo>
                  <a:lnTo>
                    <a:pt x="45" y="109"/>
                  </a:lnTo>
                  <a:lnTo>
                    <a:pt x="45" y="109"/>
                  </a:lnTo>
                  <a:lnTo>
                    <a:pt x="47" y="109"/>
                  </a:lnTo>
                  <a:lnTo>
                    <a:pt x="50" y="107"/>
                  </a:lnTo>
                  <a:lnTo>
                    <a:pt x="52" y="107"/>
                  </a:lnTo>
                  <a:lnTo>
                    <a:pt x="52" y="104"/>
                  </a:lnTo>
                  <a:lnTo>
                    <a:pt x="52" y="104"/>
                  </a:lnTo>
                  <a:lnTo>
                    <a:pt x="54" y="104"/>
                  </a:lnTo>
                  <a:lnTo>
                    <a:pt x="54" y="99"/>
                  </a:lnTo>
                  <a:lnTo>
                    <a:pt x="57" y="99"/>
                  </a:lnTo>
                  <a:lnTo>
                    <a:pt x="59" y="97"/>
                  </a:lnTo>
                  <a:lnTo>
                    <a:pt x="62" y="95"/>
                  </a:lnTo>
                  <a:lnTo>
                    <a:pt x="62" y="92"/>
                  </a:lnTo>
                  <a:lnTo>
                    <a:pt x="62" y="92"/>
                  </a:lnTo>
                  <a:lnTo>
                    <a:pt x="64" y="90"/>
                  </a:lnTo>
                  <a:lnTo>
                    <a:pt x="64" y="85"/>
                  </a:lnTo>
                  <a:lnTo>
                    <a:pt x="64" y="85"/>
                  </a:lnTo>
                  <a:lnTo>
                    <a:pt x="69" y="83"/>
                  </a:lnTo>
                  <a:lnTo>
                    <a:pt x="69" y="78"/>
                  </a:lnTo>
                  <a:lnTo>
                    <a:pt x="71" y="78"/>
                  </a:lnTo>
                  <a:lnTo>
                    <a:pt x="73" y="78"/>
                  </a:lnTo>
                  <a:lnTo>
                    <a:pt x="73" y="78"/>
                  </a:lnTo>
                  <a:lnTo>
                    <a:pt x="73" y="78"/>
                  </a:lnTo>
                  <a:lnTo>
                    <a:pt x="73" y="76"/>
                  </a:lnTo>
                  <a:lnTo>
                    <a:pt x="73" y="76"/>
                  </a:lnTo>
                  <a:lnTo>
                    <a:pt x="73" y="73"/>
                  </a:lnTo>
                  <a:lnTo>
                    <a:pt x="73" y="73"/>
                  </a:lnTo>
                  <a:lnTo>
                    <a:pt x="73" y="73"/>
                  </a:lnTo>
                  <a:lnTo>
                    <a:pt x="76" y="71"/>
                  </a:lnTo>
                  <a:lnTo>
                    <a:pt x="76" y="69"/>
                  </a:lnTo>
                  <a:lnTo>
                    <a:pt x="76" y="69"/>
                  </a:lnTo>
                  <a:lnTo>
                    <a:pt x="76" y="66"/>
                  </a:lnTo>
                  <a:lnTo>
                    <a:pt x="76" y="66"/>
                  </a:lnTo>
                  <a:lnTo>
                    <a:pt x="78" y="66"/>
                  </a:lnTo>
                  <a:lnTo>
                    <a:pt x="78" y="64"/>
                  </a:lnTo>
                  <a:lnTo>
                    <a:pt x="78" y="64"/>
                  </a:lnTo>
                  <a:lnTo>
                    <a:pt x="78" y="64"/>
                  </a:lnTo>
                  <a:lnTo>
                    <a:pt x="78" y="64"/>
                  </a:lnTo>
                  <a:lnTo>
                    <a:pt x="78" y="64"/>
                  </a:lnTo>
                  <a:lnTo>
                    <a:pt x="78" y="64"/>
                  </a:lnTo>
                  <a:lnTo>
                    <a:pt x="80" y="64"/>
                  </a:lnTo>
                  <a:lnTo>
                    <a:pt x="80" y="64"/>
                  </a:lnTo>
                  <a:lnTo>
                    <a:pt x="80" y="64"/>
                  </a:lnTo>
                  <a:lnTo>
                    <a:pt x="80" y="64"/>
                  </a:lnTo>
                  <a:lnTo>
                    <a:pt x="83" y="64"/>
                  </a:lnTo>
                  <a:lnTo>
                    <a:pt x="83" y="64"/>
                  </a:lnTo>
                  <a:lnTo>
                    <a:pt x="83" y="62"/>
                  </a:lnTo>
                  <a:lnTo>
                    <a:pt x="83" y="62"/>
                  </a:lnTo>
                  <a:lnTo>
                    <a:pt x="85" y="62"/>
                  </a:lnTo>
                  <a:lnTo>
                    <a:pt x="88" y="59"/>
                  </a:lnTo>
                  <a:lnTo>
                    <a:pt x="88" y="57"/>
                  </a:lnTo>
                  <a:lnTo>
                    <a:pt x="85" y="57"/>
                  </a:lnTo>
                  <a:lnTo>
                    <a:pt x="85" y="57"/>
                  </a:lnTo>
                  <a:lnTo>
                    <a:pt x="85" y="55"/>
                  </a:lnTo>
                  <a:lnTo>
                    <a:pt x="88" y="55"/>
                  </a:lnTo>
                  <a:lnTo>
                    <a:pt x="88" y="55"/>
                  </a:lnTo>
                  <a:lnTo>
                    <a:pt x="90" y="55"/>
                  </a:lnTo>
                  <a:lnTo>
                    <a:pt x="90" y="52"/>
                  </a:lnTo>
                  <a:lnTo>
                    <a:pt x="92" y="52"/>
                  </a:lnTo>
                  <a:lnTo>
                    <a:pt x="92" y="52"/>
                  </a:lnTo>
                  <a:lnTo>
                    <a:pt x="92" y="52"/>
                  </a:lnTo>
                  <a:lnTo>
                    <a:pt x="92" y="52"/>
                  </a:lnTo>
                  <a:lnTo>
                    <a:pt x="95" y="52"/>
                  </a:lnTo>
                  <a:lnTo>
                    <a:pt x="95" y="52"/>
                  </a:lnTo>
                  <a:lnTo>
                    <a:pt x="97" y="50"/>
                  </a:lnTo>
                  <a:lnTo>
                    <a:pt x="97" y="50"/>
                  </a:lnTo>
                  <a:lnTo>
                    <a:pt x="97" y="50"/>
                  </a:lnTo>
                  <a:lnTo>
                    <a:pt x="97" y="47"/>
                  </a:lnTo>
                  <a:lnTo>
                    <a:pt x="97" y="47"/>
                  </a:lnTo>
                  <a:lnTo>
                    <a:pt x="97" y="45"/>
                  </a:lnTo>
                  <a:lnTo>
                    <a:pt x="97" y="45"/>
                  </a:lnTo>
                  <a:lnTo>
                    <a:pt x="97" y="45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62">
              <a:extLst>
                <a:ext uri="{FF2B5EF4-FFF2-40B4-BE49-F238E27FC236}">
                  <a16:creationId xmlns:a16="http://schemas.microsoft.com/office/drawing/2014/main" id="{7104DE23-B1EC-5A30-BF96-44C369C0990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7391" y="2300103"/>
              <a:ext cx="537406" cy="390957"/>
            </a:xfrm>
            <a:custGeom>
              <a:avLst/>
              <a:gdLst>
                <a:gd name="T0" fmla="*/ 415 w 422"/>
                <a:gd name="T1" fmla="*/ 144 h 307"/>
                <a:gd name="T2" fmla="*/ 410 w 422"/>
                <a:gd name="T3" fmla="*/ 130 h 307"/>
                <a:gd name="T4" fmla="*/ 381 w 422"/>
                <a:gd name="T5" fmla="*/ 132 h 307"/>
                <a:gd name="T6" fmla="*/ 346 w 422"/>
                <a:gd name="T7" fmla="*/ 94 h 307"/>
                <a:gd name="T8" fmla="*/ 358 w 422"/>
                <a:gd name="T9" fmla="*/ 92 h 307"/>
                <a:gd name="T10" fmla="*/ 334 w 422"/>
                <a:gd name="T11" fmla="*/ 75 h 307"/>
                <a:gd name="T12" fmla="*/ 320 w 422"/>
                <a:gd name="T13" fmla="*/ 64 h 307"/>
                <a:gd name="T14" fmla="*/ 315 w 422"/>
                <a:gd name="T15" fmla="*/ 52 h 307"/>
                <a:gd name="T16" fmla="*/ 306 w 422"/>
                <a:gd name="T17" fmla="*/ 14 h 307"/>
                <a:gd name="T18" fmla="*/ 256 w 422"/>
                <a:gd name="T19" fmla="*/ 0 h 307"/>
                <a:gd name="T20" fmla="*/ 187 w 422"/>
                <a:gd name="T21" fmla="*/ 33 h 307"/>
                <a:gd name="T22" fmla="*/ 142 w 422"/>
                <a:gd name="T23" fmla="*/ 59 h 307"/>
                <a:gd name="T24" fmla="*/ 131 w 422"/>
                <a:gd name="T25" fmla="*/ 80 h 307"/>
                <a:gd name="T26" fmla="*/ 121 w 422"/>
                <a:gd name="T27" fmla="*/ 97 h 307"/>
                <a:gd name="T28" fmla="*/ 95 w 422"/>
                <a:gd name="T29" fmla="*/ 97 h 307"/>
                <a:gd name="T30" fmla="*/ 83 w 422"/>
                <a:gd name="T31" fmla="*/ 87 h 307"/>
                <a:gd name="T32" fmla="*/ 79 w 422"/>
                <a:gd name="T33" fmla="*/ 90 h 307"/>
                <a:gd name="T34" fmla="*/ 67 w 422"/>
                <a:gd name="T35" fmla="*/ 101 h 307"/>
                <a:gd name="T36" fmla="*/ 69 w 422"/>
                <a:gd name="T37" fmla="*/ 120 h 307"/>
                <a:gd name="T38" fmla="*/ 55 w 422"/>
                <a:gd name="T39" fmla="*/ 127 h 307"/>
                <a:gd name="T40" fmla="*/ 57 w 422"/>
                <a:gd name="T41" fmla="*/ 149 h 307"/>
                <a:gd name="T42" fmla="*/ 45 w 422"/>
                <a:gd name="T43" fmla="*/ 163 h 307"/>
                <a:gd name="T44" fmla="*/ 29 w 422"/>
                <a:gd name="T45" fmla="*/ 168 h 307"/>
                <a:gd name="T46" fmla="*/ 12 w 422"/>
                <a:gd name="T47" fmla="*/ 175 h 307"/>
                <a:gd name="T48" fmla="*/ 8 w 422"/>
                <a:gd name="T49" fmla="*/ 179 h 307"/>
                <a:gd name="T50" fmla="*/ 12 w 422"/>
                <a:gd name="T51" fmla="*/ 189 h 307"/>
                <a:gd name="T52" fmla="*/ 8 w 422"/>
                <a:gd name="T53" fmla="*/ 215 h 307"/>
                <a:gd name="T54" fmla="*/ 3 w 422"/>
                <a:gd name="T55" fmla="*/ 234 h 307"/>
                <a:gd name="T56" fmla="*/ 0 w 422"/>
                <a:gd name="T57" fmla="*/ 253 h 307"/>
                <a:gd name="T58" fmla="*/ 10 w 422"/>
                <a:gd name="T59" fmla="*/ 260 h 307"/>
                <a:gd name="T60" fmla="*/ 22 w 422"/>
                <a:gd name="T61" fmla="*/ 262 h 307"/>
                <a:gd name="T62" fmla="*/ 24 w 422"/>
                <a:gd name="T63" fmla="*/ 269 h 307"/>
                <a:gd name="T64" fmla="*/ 29 w 422"/>
                <a:gd name="T65" fmla="*/ 277 h 307"/>
                <a:gd name="T66" fmla="*/ 38 w 422"/>
                <a:gd name="T67" fmla="*/ 284 h 307"/>
                <a:gd name="T68" fmla="*/ 41 w 422"/>
                <a:gd name="T69" fmla="*/ 288 h 307"/>
                <a:gd name="T70" fmla="*/ 45 w 422"/>
                <a:gd name="T71" fmla="*/ 291 h 307"/>
                <a:gd name="T72" fmla="*/ 55 w 422"/>
                <a:gd name="T73" fmla="*/ 291 h 307"/>
                <a:gd name="T74" fmla="*/ 64 w 422"/>
                <a:gd name="T75" fmla="*/ 295 h 307"/>
                <a:gd name="T76" fmla="*/ 79 w 422"/>
                <a:gd name="T77" fmla="*/ 286 h 307"/>
                <a:gd name="T78" fmla="*/ 93 w 422"/>
                <a:gd name="T79" fmla="*/ 279 h 307"/>
                <a:gd name="T80" fmla="*/ 116 w 422"/>
                <a:gd name="T81" fmla="*/ 281 h 307"/>
                <a:gd name="T82" fmla="*/ 126 w 422"/>
                <a:gd name="T83" fmla="*/ 284 h 307"/>
                <a:gd name="T84" fmla="*/ 152 w 422"/>
                <a:gd name="T85" fmla="*/ 303 h 307"/>
                <a:gd name="T86" fmla="*/ 145 w 422"/>
                <a:gd name="T87" fmla="*/ 291 h 307"/>
                <a:gd name="T88" fmla="*/ 147 w 422"/>
                <a:gd name="T89" fmla="*/ 262 h 307"/>
                <a:gd name="T90" fmla="*/ 145 w 422"/>
                <a:gd name="T91" fmla="*/ 255 h 307"/>
                <a:gd name="T92" fmla="*/ 140 w 422"/>
                <a:gd name="T93" fmla="*/ 246 h 307"/>
                <a:gd name="T94" fmla="*/ 140 w 422"/>
                <a:gd name="T95" fmla="*/ 236 h 307"/>
                <a:gd name="T96" fmla="*/ 164 w 422"/>
                <a:gd name="T97" fmla="*/ 222 h 307"/>
                <a:gd name="T98" fmla="*/ 247 w 422"/>
                <a:gd name="T99" fmla="*/ 222 h 307"/>
                <a:gd name="T100" fmla="*/ 258 w 422"/>
                <a:gd name="T101" fmla="*/ 222 h 307"/>
                <a:gd name="T102" fmla="*/ 268 w 422"/>
                <a:gd name="T103" fmla="*/ 222 h 307"/>
                <a:gd name="T104" fmla="*/ 289 w 422"/>
                <a:gd name="T105" fmla="*/ 215 h 307"/>
                <a:gd name="T106" fmla="*/ 344 w 422"/>
                <a:gd name="T107" fmla="*/ 222 h 307"/>
                <a:gd name="T108" fmla="*/ 348 w 422"/>
                <a:gd name="T109" fmla="*/ 217 h 307"/>
                <a:gd name="T110" fmla="*/ 353 w 422"/>
                <a:gd name="T111" fmla="*/ 217 h 307"/>
                <a:gd name="T112" fmla="*/ 355 w 422"/>
                <a:gd name="T113" fmla="*/ 213 h 307"/>
                <a:gd name="T114" fmla="*/ 360 w 422"/>
                <a:gd name="T115" fmla="*/ 208 h 307"/>
                <a:gd name="T116" fmla="*/ 367 w 422"/>
                <a:gd name="T117" fmla="*/ 203 h 307"/>
                <a:gd name="T118" fmla="*/ 379 w 422"/>
                <a:gd name="T119" fmla="*/ 198 h 307"/>
                <a:gd name="T120" fmla="*/ 403 w 422"/>
                <a:gd name="T121" fmla="*/ 198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22" h="307">
                  <a:moveTo>
                    <a:pt x="419" y="170"/>
                  </a:moveTo>
                  <a:lnTo>
                    <a:pt x="417" y="165"/>
                  </a:lnTo>
                  <a:lnTo>
                    <a:pt x="412" y="158"/>
                  </a:lnTo>
                  <a:lnTo>
                    <a:pt x="407" y="153"/>
                  </a:lnTo>
                  <a:lnTo>
                    <a:pt x="405" y="151"/>
                  </a:lnTo>
                  <a:lnTo>
                    <a:pt x="405" y="149"/>
                  </a:lnTo>
                  <a:lnTo>
                    <a:pt x="405" y="146"/>
                  </a:lnTo>
                  <a:lnTo>
                    <a:pt x="405" y="146"/>
                  </a:lnTo>
                  <a:lnTo>
                    <a:pt x="410" y="146"/>
                  </a:lnTo>
                  <a:lnTo>
                    <a:pt x="410" y="146"/>
                  </a:lnTo>
                  <a:lnTo>
                    <a:pt x="410" y="144"/>
                  </a:lnTo>
                  <a:lnTo>
                    <a:pt x="410" y="144"/>
                  </a:lnTo>
                  <a:lnTo>
                    <a:pt x="410" y="144"/>
                  </a:lnTo>
                  <a:lnTo>
                    <a:pt x="410" y="144"/>
                  </a:lnTo>
                  <a:lnTo>
                    <a:pt x="410" y="146"/>
                  </a:lnTo>
                  <a:lnTo>
                    <a:pt x="415" y="144"/>
                  </a:lnTo>
                  <a:lnTo>
                    <a:pt x="415" y="144"/>
                  </a:lnTo>
                  <a:lnTo>
                    <a:pt x="415" y="144"/>
                  </a:lnTo>
                  <a:lnTo>
                    <a:pt x="415" y="144"/>
                  </a:lnTo>
                  <a:lnTo>
                    <a:pt x="415" y="142"/>
                  </a:lnTo>
                  <a:lnTo>
                    <a:pt x="415" y="142"/>
                  </a:lnTo>
                  <a:lnTo>
                    <a:pt x="415" y="142"/>
                  </a:lnTo>
                  <a:lnTo>
                    <a:pt x="415" y="142"/>
                  </a:lnTo>
                  <a:lnTo>
                    <a:pt x="415" y="142"/>
                  </a:lnTo>
                  <a:lnTo>
                    <a:pt x="415" y="139"/>
                  </a:lnTo>
                  <a:lnTo>
                    <a:pt x="415" y="139"/>
                  </a:lnTo>
                  <a:lnTo>
                    <a:pt x="412" y="139"/>
                  </a:lnTo>
                  <a:lnTo>
                    <a:pt x="412" y="135"/>
                  </a:lnTo>
                  <a:lnTo>
                    <a:pt x="412" y="135"/>
                  </a:lnTo>
                  <a:lnTo>
                    <a:pt x="412" y="135"/>
                  </a:lnTo>
                  <a:lnTo>
                    <a:pt x="412" y="135"/>
                  </a:lnTo>
                  <a:lnTo>
                    <a:pt x="410" y="132"/>
                  </a:lnTo>
                  <a:lnTo>
                    <a:pt x="410" y="132"/>
                  </a:lnTo>
                  <a:lnTo>
                    <a:pt x="410" y="132"/>
                  </a:lnTo>
                  <a:lnTo>
                    <a:pt x="410" y="132"/>
                  </a:lnTo>
                  <a:lnTo>
                    <a:pt x="410" y="130"/>
                  </a:lnTo>
                  <a:lnTo>
                    <a:pt x="407" y="130"/>
                  </a:lnTo>
                  <a:lnTo>
                    <a:pt x="405" y="127"/>
                  </a:lnTo>
                  <a:lnTo>
                    <a:pt x="400" y="127"/>
                  </a:lnTo>
                  <a:lnTo>
                    <a:pt x="400" y="127"/>
                  </a:lnTo>
                  <a:lnTo>
                    <a:pt x="398" y="130"/>
                  </a:lnTo>
                  <a:lnTo>
                    <a:pt x="398" y="130"/>
                  </a:lnTo>
                  <a:lnTo>
                    <a:pt x="398" y="130"/>
                  </a:lnTo>
                  <a:lnTo>
                    <a:pt x="398" y="130"/>
                  </a:lnTo>
                  <a:lnTo>
                    <a:pt x="398" y="130"/>
                  </a:lnTo>
                  <a:lnTo>
                    <a:pt x="398" y="130"/>
                  </a:lnTo>
                  <a:lnTo>
                    <a:pt x="396" y="130"/>
                  </a:lnTo>
                  <a:lnTo>
                    <a:pt x="396" y="132"/>
                  </a:lnTo>
                  <a:lnTo>
                    <a:pt x="396" y="132"/>
                  </a:lnTo>
                  <a:lnTo>
                    <a:pt x="396" y="135"/>
                  </a:lnTo>
                  <a:lnTo>
                    <a:pt x="393" y="135"/>
                  </a:lnTo>
                  <a:lnTo>
                    <a:pt x="393" y="135"/>
                  </a:lnTo>
                  <a:lnTo>
                    <a:pt x="386" y="135"/>
                  </a:lnTo>
                  <a:lnTo>
                    <a:pt x="381" y="132"/>
                  </a:lnTo>
                  <a:lnTo>
                    <a:pt x="379" y="132"/>
                  </a:lnTo>
                  <a:lnTo>
                    <a:pt x="377" y="132"/>
                  </a:lnTo>
                  <a:lnTo>
                    <a:pt x="374" y="130"/>
                  </a:lnTo>
                  <a:lnTo>
                    <a:pt x="370" y="127"/>
                  </a:lnTo>
                  <a:lnTo>
                    <a:pt x="367" y="123"/>
                  </a:lnTo>
                  <a:lnTo>
                    <a:pt x="365" y="123"/>
                  </a:lnTo>
                  <a:lnTo>
                    <a:pt x="360" y="118"/>
                  </a:lnTo>
                  <a:lnTo>
                    <a:pt x="358" y="116"/>
                  </a:lnTo>
                  <a:lnTo>
                    <a:pt x="355" y="113"/>
                  </a:lnTo>
                  <a:lnTo>
                    <a:pt x="353" y="113"/>
                  </a:lnTo>
                  <a:lnTo>
                    <a:pt x="348" y="111"/>
                  </a:lnTo>
                  <a:lnTo>
                    <a:pt x="348" y="111"/>
                  </a:lnTo>
                  <a:lnTo>
                    <a:pt x="346" y="111"/>
                  </a:lnTo>
                  <a:lnTo>
                    <a:pt x="346" y="108"/>
                  </a:lnTo>
                  <a:lnTo>
                    <a:pt x="346" y="108"/>
                  </a:lnTo>
                  <a:lnTo>
                    <a:pt x="346" y="104"/>
                  </a:lnTo>
                  <a:lnTo>
                    <a:pt x="346" y="99"/>
                  </a:lnTo>
                  <a:lnTo>
                    <a:pt x="346" y="94"/>
                  </a:lnTo>
                  <a:lnTo>
                    <a:pt x="348" y="92"/>
                  </a:lnTo>
                  <a:lnTo>
                    <a:pt x="348" y="92"/>
                  </a:lnTo>
                  <a:lnTo>
                    <a:pt x="353" y="94"/>
                  </a:lnTo>
                  <a:lnTo>
                    <a:pt x="355" y="94"/>
                  </a:lnTo>
                  <a:lnTo>
                    <a:pt x="358" y="97"/>
                  </a:lnTo>
                  <a:lnTo>
                    <a:pt x="358" y="97"/>
                  </a:lnTo>
                  <a:lnTo>
                    <a:pt x="358" y="94"/>
                  </a:lnTo>
                  <a:lnTo>
                    <a:pt x="358" y="94"/>
                  </a:lnTo>
                  <a:lnTo>
                    <a:pt x="358" y="92"/>
                  </a:lnTo>
                  <a:lnTo>
                    <a:pt x="360" y="94"/>
                  </a:lnTo>
                  <a:lnTo>
                    <a:pt x="360" y="94"/>
                  </a:lnTo>
                  <a:lnTo>
                    <a:pt x="362" y="94"/>
                  </a:lnTo>
                  <a:lnTo>
                    <a:pt x="362" y="94"/>
                  </a:lnTo>
                  <a:lnTo>
                    <a:pt x="362" y="92"/>
                  </a:lnTo>
                  <a:lnTo>
                    <a:pt x="360" y="92"/>
                  </a:lnTo>
                  <a:lnTo>
                    <a:pt x="360" y="92"/>
                  </a:lnTo>
                  <a:lnTo>
                    <a:pt x="358" y="92"/>
                  </a:lnTo>
                  <a:lnTo>
                    <a:pt x="358" y="92"/>
                  </a:lnTo>
                  <a:lnTo>
                    <a:pt x="351" y="90"/>
                  </a:lnTo>
                  <a:lnTo>
                    <a:pt x="348" y="87"/>
                  </a:lnTo>
                  <a:lnTo>
                    <a:pt x="348" y="85"/>
                  </a:lnTo>
                  <a:lnTo>
                    <a:pt x="348" y="82"/>
                  </a:lnTo>
                  <a:lnTo>
                    <a:pt x="346" y="80"/>
                  </a:lnTo>
                  <a:lnTo>
                    <a:pt x="344" y="80"/>
                  </a:lnTo>
                  <a:lnTo>
                    <a:pt x="341" y="78"/>
                  </a:lnTo>
                  <a:lnTo>
                    <a:pt x="339" y="78"/>
                  </a:lnTo>
                  <a:lnTo>
                    <a:pt x="336" y="78"/>
                  </a:lnTo>
                  <a:lnTo>
                    <a:pt x="336" y="78"/>
                  </a:lnTo>
                  <a:lnTo>
                    <a:pt x="336" y="78"/>
                  </a:lnTo>
                  <a:lnTo>
                    <a:pt x="336" y="78"/>
                  </a:lnTo>
                  <a:lnTo>
                    <a:pt x="336" y="78"/>
                  </a:lnTo>
                  <a:lnTo>
                    <a:pt x="336" y="78"/>
                  </a:lnTo>
                  <a:lnTo>
                    <a:pt x="336" y="75"/>
                  </a:lnTo>
                  <a:lnTo>
                    <a:pt x="336" y="75"/>
                  </a:lnTo>
                  <a:lnTo>
                    <a:pt x="336" y="75"/>
                  </a:lnTo>
                  <a:lnTo>
                    <a:pt x="334" y="75"/>
                  </a:lnTo>
                  <a:lnTo>
                    <a:pt x="327" y="75"/>
                  </a:lnTo>
                  <a:lnTo>
                    <a:pt x="327" y="75"/>
                  </a:lnTo>
                  <a:lnTo>
                    <a:pt x="327" y="73"/>
                  </a:lnTo>
                  <a:lnTo>
                    <a:pt x="327" y="73"/>
                  </a:lnTo>
                  <a:lnTo>
                    <a:pt x="327" y="73"/>
                  </a:lnTo>
                  <a:lnTo>
                    <a:pt x="327" y="71"/>
                  </a:lnTo>
                  <a:lnTo>
                    <a:pt x="327" y="71"/>
                  </a:lnTo>
                  <a:lnTo>
                    <a:pt x="325" y="71"/>
                  </a:lnTo>
                  <a:lnTo>
                    <a:pt x="325" y="68"/>
                  </a:lnTo>
                  <a:lnTo>
                    <a:pt x="325" y="68"/>
                  </a:lnTo>
                  <a:lnTo>
                    <a:pt x="322" y="68"/>
                  </a:lnTo>
                  <a:lnTo>
                    <a:pt x="322" y="66"/>
                  </a:lnTo>
                  <a:lnTo>
                    <a:pt x="322" y="66"/>
                  </a:lnTo>
                  <a:lnTo>
                    <a:pt x="322" y="66"/>
                  </a:lnTo>
                  <a:lnTo>
                    <a:pt x="320" y="64"/>
                  </a:lnTo>
                  <a:lnTo>
                    <a:pt x="320" y="64"/>
                  </a:lnTo>
                  <a:lnTo>
                    <a:pt x="320" y="64"/>
                  </a:lnTo>
                  <a:lnTo>
                    <a:pt x="320" y="64"/>
                  </a:lnTo>
                  <a:lnTo>
                    <a:pt x="320" y="64"/>
                  </a:lnTo>
                  <a:lnTo>
                    <a:pt x="320" y="61"/>
                  </a:lnTo>
                  <a:lnTo>
                    <a:pt x="320" y="61"/>
                  </a:lnTo>
                  <a:lnTo>
                    <a:pt x="320" y="61"/>
                  </a:lnTo>
                  <a:lnTo>
                    <a:pt x="318" y="59"/>
                  </a:lnTo>
                  <a:lnTo>
                    <a:pt x="318" y="59"/>
                  </a:lnTo>
                  <a:lnTo>
                    <a:pt x="318" y="59"/>
                  </a:lnTo>
                  <a:lnTo>
                    <a:pt x="318" y="56"/>
                  </a:lnTo>
                  <a:lnTo>
                    <a:pt x="315" y="56"/>
                  </a:lnTo>
                  <a:lnTo>
                    <a:pt x="315" y="56"/>
                  </a:lnTo>
                  <a:lnTo>
                    <a:pt x="315" y="56"/>
                  </a:lnTo>
                  <a:lnTo>
                    <a:pt x="315" y="56"/>
                  </a:lnTo>
                  <a:lnTo>
                    <a:pt x="315" y="54"/>
                  </a:lnTo>
                  <a:lnTo>
                    <a:pt x="315" y="54"/>
                  </a:lnTo>
                  <a:lnTo>
                    <a:pt x="315" y="54"/>
                  </a:lnTo>
                  <a:lnTo>
                    <a:pt x="315" y="54"/>
                  </a:lnTo>
                  <a:lnTo>
                    <a:pt x="315" y="54"/>
                  </a:lnTo>
                  <a:lnTo>
                    <a:pt x="315" y="52"/>
                  </a:lnTo>
                  <a:lnTo>
                    <a:pt x="313" y="52"/>
                  </a:lnTo>
                  <a:lnTo>
                    <a:pt x="313" y="52"/>
                  </a:lnTo>
                  <a:lnTo>
                    <a:pt x="313" y="52"/>
                  </a:lnTo>
                  <a:lnTo>
                    <a:pt x="315" y="49"/>
                  </a:lnTo>
                  <a:lnTo>
                    <a:pt x="315" y="47"/>
                  </a:lnTo>
                  <a:lnTo>
                    <a:pt x="315" y="47"/>
                  </a:lnTo>
                  <a:lnTo>
                    <a:pt x="315" y="45"/>
                  </a:lnTo>
                  <a:lnTo>
                    <a:pt x="315" y="45"/>
                  </a:lnTo>
                  <a:lnTo>
                    <a:pt x="315" y="45"/>
                  </a:lnTo>
                  <a:lnTo>
                    <a:pt x="315" y="45"/>
                  </a:lnTo>
                  <a:lnTo>
                    <a:pt x="313" y="42"/>
                  </a:lnTo>
                  <a:lnTo>
                    <a:pt x="306" y="35"/>
                  </a:lnTo>
                  <a:lnTo>
                    <a:pt x="306" y="33"/>
                  </a:lnTo>
                  <a:lnTo>
                    <a:pt x="303" y="30"/>
                  </a:lnTo>
                  <a:lnTo>
                    <a:pt x="303" y="28"/>
                  </a:lnTo>
                  <a:lnTo>
                    <a:pt x="306" y="19"/>
                  </a:lnTo>
                  <a:lnTo>
                    <a:pt x="306" y="16"/>
                  </a:lnTo>
                  <a:lnTo>
                    <a:pt x="306" y="14"/>
                  </a:lnTo>
                  <a:lnTo>
                    <a:pt x="306" y="11"/>
                  </a:lnTo>
                  <a:lnTo>
                    <a:pt x="306" y="11"/>
                  </a:lnTo>
                  <a:lnTo>
                    <a:pt x="306" y="9"/>
                  </a:lnTo>
                  <a:lnTo>
                    <a:pt x="306" y="9"/>
                  </a:lnTo>
                  <a:lnTo>
                    <a:pt x="306" y="9"/>
                  </a:lnTo>
                  <a:lnTo>
                    <a:pt x="294" y="4"/>
                  </a:lnTo>
                  <a:lnTo>
                    <a:pt x="294" y="4"/>
                  </a:lnTo>
                  <a:lnTo>
                    <a:pt x="287" y="0"/>
                  </a:lnTo>
                  <a:lnTo>
                    <a:pt x="282" y="0"/>
                  </a:lnTo>
                  <a:lnTo>
                    <a:pt x="280" y="0"/>
                  </a:lnTo>
                  <a:lnTo>
                    <a:pt x="275" y="2"/>
                  </a:lnTo>
                  <a:lnTo>
                    <a:pt x="273" y="2"/>
                  </a:lnTo>
                  <a:lnTo>
                    <a:pt x="273" y="2"/>
                  </a:lnTo>
                  <a:lnTo>
                    <a:pt x="273" y="2"/>
                  </a:lnTo>
                  <a:lnTo>
                    <a:pt x="270" y="0"/>
                  </a:lnTo>
                  <a:lnTo>
                    <a:pt x="270" y="0"/>
                  </a:lnTo>
                  <a:lnTo>
                    <a:pt x="268" y="0"/>
                  </a:lnTo>
                  <a:lnTo>
                    <a:pt x="256" y="0"/>
                  </a:lnTo>
                  <a:lnTo>
                    <a:pt x="254" y="0"/>
                  </a:lnTo>
                  <a:lnTo>
                    <a:pt x="254" y="0"/>
                  </a:lnTo>
                  <a:lnTo>
                    <a:pt x="254" y="0"/>
                  </a:lnTo>
                  <a:lnTo>
                    <a:pt x="251" y="4"/>
                  </a:lnTo>
                  <a:lnTo>
                    <a:pt x="251" y="4"/>
                  </a:lnTo>
                  <a:lnTo>
                    <a:pt x="239" y="14"/>
                  </a:lnTo>
                  <a:lnTo>
                    <a:pt x="239" y="14"/>
                  </a:lnTo>
                  <a:lnTo>
                    <a:pt x="237" y="14"/>
                  </a:lnTo>
                  <a:lnTo>
                    <a:pt x="235" y="16"/>
                  </a:lnTo>
                  <a:lnTo>
                    <a:pt x="225" y="19"/>
                  </a:lnTo>
                  <a:lnTo>
                    <a:pt x="223" y="19"/>
                  </a:lnTo>
                  <a:lnTo>
                    <a:pt x="204" y="30"/>
                  </a:lnTo>
                  <a:lnTo>
                    <a:pt x="202" y="33"/>
                  </a:lnTo>
                  <a:lnTo>
                    <a:pt x="197" y="33"/>
                  </a:lnTo>
                  <a:lnTo>
                    <a:pt x="192" y="30"/>
                  </a:lnTo>
                  <a:lnTo>
                    <a:pt x="190" y="33"/>
                  </a:lnTo>
                  <a:lnTo>
                    <a:pt x="187" y="33"/>
                  </a:lnTo>
                  <a:lnTo>
                    <a:pt x="187" y="33"/>
                  </a:lnTo>
                  <a:lnTo>
                    <a:pt x="187" y="47"/>
                  </a:lnTo>
                  <a:lnTo>
                    <a:pt x="187" y="47"/>
                  </a:lnTo>
                  <a:lnTo>
                    <a:pt x="185" y="49"/>
                  </a:lnTo>
                  <a:lnTo>
                    <a:pt x="183" y="49"/>
                  </a:lnTo>
                  <a:lnTo>
                    <a:pt x="183" y="49"/>
                  </a:lnTo>
                  <a:lnTo>
                    <a:pt x="183" y="49"/>
                  </a:lnTo>
                  <a:lnTo>
                    <a:pt x="180" y="49"/>
                  </a:lnTo>
                  <a:lnTo>
                    <a:pt x="168" y="45"/>
                  </a:lnTo>
                  <a:lnTo>
                    <a:pt x="164" y="42"/>
                  </a:lnTo>
                  <a:lnTo>
                    <a:pt x="161" y="45"/>
                  </a:lnTo>
                  <a:lnTo>
                    <a:pt x="157" y="47"/>
                  </a:lnTo>
                  <a:lnTo>
                    <a:pt x="154" y="47"/>
                  </a:lnTo>
                  <a:lnTo>
                    <a:pt x="152" y="49"/>
                  </a:lnTo>
                  <a:lnTo>
                    <a:pt x="152" y="52"/>
                  </a:lnTo>
                  <a:lnTo>
                    <a:pt x="142" y="56"/>
                  </a:lnTo>
                  <a:lnTo>
                    <a:pt x="142" y="59"/>
                  </a:lnTo>
                  <a:lnTo>
                    <a:pt x="142" y="59"/>
                  </a:lnTo>
                  <a:lnTo>
                    <a:pt x="142" y="59"/>
                  </a:lnTo>
                  <a:lnTo>
                    <a:pt x="142" y="59"/>
                  </a:lnTo>
                  <a:lnTo>
                    <a:pt x="142" y="59"/>
                  </a:lnTo>
                  <a:lnTo>
                    <a:pt x="140" y="66"/>
                  </a:lnTo>
                  <a:lnTo>
                    <a:pt x="140" y="66"/>
                  </a:lnTo>
                  <a:lnTo>
                    <a:pt x="138" y="68"/>
                  </a:lnTo>
                  <a:lnTo>
                    <a:pt x="138" y="73"/>
                  </a:lnTo>
                  <a:lnTo>
                    <a:pt x="140" y="78"/>
                  </a:lnTo>
                  <a:lnTo>
                    <a:pt x="138" y="78"/>
                  </a:lnTo>
                  <a:lnTo>
                    <a:pt x="135" y="78"/>
                  </a:lnTo>
                  <a:lnTo>
                    <a:pt x="135" y="78"/>
                  </a:lnTo>
                  <a:lnTo>
                    <a:pt x="135" y="78"/>
                  </a:lnTo>
                  <a:lnTo>
                    <a:pt x="135" y="78"/>
                  </a:lnTo>
                  <a:lnTo>
                    <a:pt x="135" y="78"/>
                  </a:lnTo>
                  <a:lnTo>
                    <a:pt x="133" y="78"/>
                  </a:lnTo>
                  <a:lnTo>
                    <a:pt x="133" y="78"/>
                  </a:lnTo>
                  <a:lnTo>
                    <a:pt x="133" y="78"/>
                  </a:lnTo>
                  <a:lnTo>
                    <a:pt x="131" y="80"/>
                  </a:lnTo>
                  <a:lnTo>
                    <a:pt x="131" y="80"/>
                  </a:lnTo>
                  <a:lnTo>
                    <a:pt x="131" y="78"/>
                  </a:lnTo>
                  <a:lnTo>
                    <a:pt x="131" y="78"/>
                  </a:lnTo>
                  <a:lnTo>
                    <a:pt x="131" y="78"/>
                  </a:lnTo>
                  <a:lnTo>
                    <a:pt x="128" y="78"/>
                  </a:lnTo>
                  <a:lnTo>
                    <a:pt x="128" y="75"/>
                  </a:lnTo>
                  <a:lnTo>
                    <a:pt x="126" y="75"/>
                  </a:lnTo>
                  <a:lnTo>
                    <a:pt x="126" y="75"/>
                  </a:lnTo>
                  <a:lnTo>
                    <a:pt x="123" y="75"/>
                  </a:lnTo>
                  <a:lnTo>
                    <a:pt x="121" y="73"/>
                  </a:lnTo>
                  <a:lnTo>
                    <a:pt x="121" y="73"/>
                  </a:lnTo>
                  <a:lnTo>
                    <a:pt x="119" y="75"/>
                  </a:lnTo>
                  <a:lnTo>
                    <a:pt x="121" y="75"/>
                  </a:lnTo>
                  <a:lnTo>
                    <a:pt x="121" y="78"/>
                  </a:lnTo>
                  <a:lnTo>
                    <a:pt x="121" y="80"/>
                  </a:lnTo>
                  <a:lnTo>
                    <a:pt x="121" y="80"/>
                  </a:lnTo>
                  <a:lnTo>
                    <a:pt x="119" y="82"/>
                  </a:lnTo>
                  <a:lnTo>
                    <a:pt x="121" y="97"/>
                  </a:lnTo>
                  <a:lnTo>
                    <a:pt x="121" y="97"/>
                  </a:lnTo>
                  <a:lnTo>
                    <a:pt x="112" y="97"/>
                  </a:lnTo>
                  <a:lnTo>
                    <a:pt x="112" y="99"/>
                  </a:lnTo>
                  <a:lnTo>
                    <a:pt x="109" y="99"/>
                  </a:lnTo>
                  <a:lnTo>
                    <a:pt x="112" y="101"/>
                  </a:lnTo>
                  <a:lnTo>
                    <a:pt x="112" y="104"/>
                  </a:lnTo>
                  <a:lnTo>
                    <a:pt x="112" y="104"/>
                  </a:lnTo>
                  <a:lnTo>
                    <a:pt x="109" y="104"/>
                  </a:lnTo>
                  <a:lnTo>
                    <a:pt x="109" y="104"/>
                  </a:lnTo>
                  <a:lnTo>
                    <a:pt x="107" y="104"/>
                  </a:lnTo>
                  <a:lnTo>
                    <a:pt x="105" y="104"/>
                  </a:lnTo>
                  <a:lnTo>
                    <a:pt x="105" y="104"/>
                  </a:lnTo>
                  <a:lnTo>
                    <a:pt x="105" y="104"/>
                  </a:lnTo>
                  <a:lnTo>
                    <a:pt x="105" y="101"/>
                  </a:lnTo>
                  <a:lnTo>
                    <a:pt x="105" y="101"/>
                  </a:lnTo>
                  <a:lnTo>
                    <a:pt x="102" y="101"/>
                  </a:lnTo>
                  <a:lnTo>
                    <a:pt x="102" y="101"/>
                  </a:lnTo>
                  <a:lnTo>
                    <a:pt x="97" y="99"/>
                  </a:lnTo>
                  <a:lnTo>
                    <a:pt x="95" y="97"/>
                  </a:lnTo>
                  <a:lnTo>
                    <a:pt x="93" y="94"/>
                  </a:lnTo>
                  <a:lnTo>
                    <a:pt x="90" y="94"/>
                  </a:lnTo>
                  <a:lnTo>
                    <a:pt x="88" y="92"/>
                  </a:lnTo>
                  <a:lnTo>
                    <a:pt x="86" y="92"/>
                  </a:lnTo>
                  <a:lnTo>
                    <a:pt x="86" y="92"/>
                  </a:lnTo>
                  <a:lnTo>
                    <a:pt x="86" y="92"/>
                  </a:lnTo>
                  <a:lnTo>
                    <a:pt x="83" y="92"/>
                  </a:lnTo>
                  <a:lnTo>
                    <a:pt x="83" y="92"/>
                  </a:lnTo>
                  <a:lnTo>
                    <a:pt x="81" y="92"/>
                  </a:lnTo>
                  <a:lnTo>
                    <a:pt x="83" y="90"/>
                  </a:lnTo>
                  <a:lnTo>
                    <a:pt x="83" y="90"/>
                  </a:lnTo>
                  <a:lnTo>
                    <a:pt x="83" y="90"/>
                  </a:lnTo>
                  <a:lnTo>
                    <a:pt x="86" y="90"/>
                  </a:lnTo>
                  <a:lnTo>
                    <a:pt x="86" y="90"/>
                  </a:lnTo>
                  <a:lnTo>
                    <a:pt x="86" y="90"/>
                  </a:lnTo>
                  <a:lnTo>
                    <a:pt x="86" y="87"/>
                  </a:lnTo>
                  <a:lnTo>
                    <a:pt x="86" y="87"/>
                  </a:lnTo>
                  <a:lnTo>
                    <a:pt x="83" y="87"/>
                  </a:lnTo>
                  <a:lnTo>
                    <a:pt x="83" y="87"/>
                  </a:lnTo>
                  <a:lnTo>
                    <a:pt x="83" y="87"/>
                  </a:lnTo>
                  <a:lnTo>
                    <a:pt x="83" y="87"/>
                  </a:lnTo>
                  <a:lnTo>
                    <a:pt x="83" y="87"/>
                  </a:lnTo>
                  <a:lnTo>
                    <a:pt x="83" y="85"/>
                  </a:lnTo>
                  <a:lnTo>
                    <a:pt x="83" y="85"/>
                  </a:lnTo>
                  <a:lnTo>
                    <a:pt x="83" y="85"/>
                  </a:lnTo>
                  <a:lnTo>
                    <a:pt x="81" y="85"/>
                  </a:lnTo>
                  <a:lnTo>
                    <a:pt x="81" y="85"/>
                  </a:lnTo>
                  <a:lnTo>
                    <a:pt x="81" y="87"/>
                  </a:lnTo>
                  <a:lnTo>
                    <a:pt x="81" y="87"/>
                  </a:lnTo>
                  <a:lnTo>
                    <a:pt x="83" y="87"/>
                  </a:lnTo>
                  <a:lnTo>
                    <a:pt x="83" y="87"/>
                  </a:lnTo>
                  <a:lnTo>
                    <a:pt x="83" y="87"/>
                  </a:lnTo>
                  <a:lnTo>
                    <a:pt x="81" y="87"/>
                  </a:lnTo>
                  <a:lnTo>
                    <a:pt x="81" y="90"/>
                  </a:lnTo>
                  <a:lnTo>
                    <a:pt x="81" y="90"/>
                  </a:lnTo>
                  <a:lnTo>
                    <a:pt x="79" y="90"/>
                  </a:lnTo>
                  <a:lnTo>
                    <a:pt x="79" y="90"/>
                  </a:lnTo>
                  <a:lnTo>
                    <a:pt x="79" y="90"/>
                  </a:lnTo>
                  <a:lnTo>
                    <a:pt x="76" y="92"/>
                  </a:lnTo>
                  <a:lnTo>
                    <a:pt x="76" y="92"/>
                  </a:lnTo>
                  <a:lnTo>
                    <a:pt x="76" y="92"/>
                  </a:lnTo>
                  <a:lnTo>
                    <a:pt x="74" y="92"/>
                  </a:lnTo>
                  <a:lnTo>
                    <a:pt x="74" y="94"/>
                  </a:lnTo>
                  <a:lnTo>
                    <a:pt x="74" y="97"/>
                  </a:lnTo>
                  <a:lnTo>
                    <a:pt x="71" y="97"/>
                  </a:lnTo>
                  <a:lnTo>
                    <a:pt x="71" y="99"/>
                  </a:lnTo>
                  <a:lnTo>
                    <a:pt x="71" y="99"/>
                  </a:lnTo>
                  <a:lnTo>
                    <a:pt x="71" y="97"/>
                  </a:lnTo>
                  <a:lnTo>
                    <a:pt x="69" y="99"/>
                  </a:lnTo>
                  <a:lnTo>
                    <a:pt x="69" y="99"/>
                  </a:lnTo>
                  <a:lnTo>
                    <a:pt x="69" y="99"/>
                  </a:lnTo>
                  <a:lnTo>
                    <a:pt x="67" y="101"/>
                  </a:lnTo>
                  <a:lnTo>
                    <a:pt x="67" y="101"/>
                  </a:lnTo>
                  <a:lnTo>
                    <a:pt x="67" y="101"/>
                  </a:lnTo>
                  <a:lnTo>
                    <a:pt x="69" y="101"/>
                  </a:lnTo>
                  <a:lnTo>
                    <a:pt x="69" y="104"/>
                  </a:lnTo>
                  <a:lnTo>
                    <a:pt x="69" y="104"/>
                  </a:lnTo>
                  <a:lnTo>
                    <a:pt x="69" y="104"/>
                  </a:lnTo>
                  <a:lnTo>
                    <a:pt x="64" y="104"/>
                  </a:lnTo>
                  <a:lnTo>
                    <a:pt x="64" y="104"/>
                  </a:lnTo>
                  <a:lnTo>
                    <a:pt x="62" y="106"/>
                  </a:lnTo>
                  <a:lnTo>
                    <a:pt x="62" y="106"/>
                  </a:lnTo>
                  <a:lnTo>
                    <a:pt x="62" y="106"/>
                  </a:lnTo>
                  <a:lnTo>
                    <a:pt x="62" y="106"/>
                  </a:lnTo>
                  <a:lnTo>
                    <a:pt x="62" y="108"/>
                  </a:lnTo>
                  <a:lnTo>
                    <a:pt x="64" y="108"/>
                  </a:lnTo>
                  <a:lnTo>
                    <a:pt x="67" y="111"/>
                  </a:lnTo>
                  <a:lnTo>
                    <a:pt x="67" y="113"/>
                  </a:lnTo>
                  <a:lnTo>
                    <a:pt x="67" y="113"/>
                  </a:lnTo>
                  <a:lnTo>
                    <a:pt x="69" y="116"/>
                  </a:lnTo>
                  <a:lnTo>
                    <a:pt x="69" y="118"/>
                  </a:lnTo>
                  <a:lnTo>
                    <a:pt x="69" y="120"/>
                  </a:lnTo>
                  <a:lnTo>
                    <a:pt x="69" y="123"/>
                  </a:lnTo>
                  <a:lnTo>
                    <a:pt x="69" y="123"/>
                  </a:lnTo>
                  <a:lnTo>
                    <a:pt x="69" y="127"/>
                  </a:lnTo>
                  <a:lnTo>
                    <a:pt x="69" y="127"/>
                  </a:lnTo>
                  <a:lnTo>
                    <a:pt x="69" y="127"/>
                  </a:lnTo>
                  <a:lnTo>
                    <a:pt x="67" y="127"/>
                  </a:lnTo>
                  <a:lnTo>
                    <a:pt x="67" y="127"/>
                  </a:lnTo>
                  <a:lnTo>
                    <a:pt x="64" y="127"/>
                  </a:lnTo>
                  <a:lnTo>
                    <a:pt x="64" y="127"/>
                  </a:lnTo>
                  <a:lnTo>
                    <a:pt x="62" y="127"/>
                  </a:lnTo>
                  <a:lnTo>
                    <a:pt x="62" y="127"/>
                  </a:lnTo>
                  <a:lnTo>
                    <a:pt x="60" y="127"/>
                  </a:lnTo>
                  <a:lnTo>
                    <a:pt x="57" y="127"/>
                  </a:lnTo>
                  <a:lnTo>
                    <a:pt x="57" y="127"/>
                  </a:lnTo>
                  <a:lnTo>
                    <a:pt x="57" y="127"/>
                  </a:lnTo>
                  <a:lnTo>
                    <a:pt x="55" y="127"/>
                  </a:lnTo>
                  <a:lnTo>
                    <a:pt x="55" y="127"/>
                  </a:lnTo>
                  <a:lnTo>
                    <a:pt x="55" y="127"/>
                  </a:lnTo>
                  <a:lnTo>
                    <a:pt x="55" y="132"/>
                  </a:lnTo>
                  <a:lnTo>
                    <a:pt x="55" y="132"/>
                  </a:lnTo>
                  <a:lnTo>
                    <a:pt x="57" y="135"/>
                  </a:lnTo>
                  <a:lnTo>
                    <a:pt x="60" y="135"/>
                  </a:lnTo>
                  <a:lnTo>
                    <a:pt x="60" y="137"/>
                  </a:lnTo>
                  <a:lnTo>
                    <a:pt x="60" y="137"/>
                  </a:lnTo>
                  <a:lnTo>
                    <a:pt x="60" y="139"/>
                  </a:lnTo>
                  <a:lnTo>
                    <a:pt x="60" y="139"/>
                  </a:lnTo>
                  <a:lnTo>
                    <a:pt x="60" y="139"/>
                  </a:lnTo>
                  <a:lnTo>
                    <a:pt x="60" y="139"/>
                  </a:lnTo>
                  <a:lnTo>
                    <a:pt x="57" y="142"/>
                  </a:lnTo>
                  <a:lnTo>
                    <a:pt x="57" y="142"/>
                  </a:lnTo>
                  <a:lnTo>
                    <a:pt x="57" y="144"/>
                  </a:lnTo>
                  <a:lnTo>
                    <a:pt x="60" y="149"/>
                  </a:lnTo>
                  <a:lnTo>
                    <a:pt x="60" y="151"/>
                  </a:lnTo>
                  <a:lnTo>
                    <a:pt x="57" y="151"/>
                  </a:lnTo>
                  <a:lnTo>
                    <a:pt x="57" y="151"/>
                  </a:lnTo>
                  <a:lnTo>
                    <a:pt x="57" y="149"/>
                  </a:lnTo>
                  <a:lnTo>
                    <a:pt x="57" y="149"/>
                  </a:lnTo>
                  <a:lnTo>
                    <a:pt x="55" y="149"/>
                  </a:lnTo>
                  <a:lnTo>
                    <a:pt x="55" y="149"/>
                  </a:lnTo>
                  <a:lnTo>
                    <a:pt x="55" y="151"/>
                  </a:lnTo>
                  <a:lnTo>
                    <a:pt x="55" y="151"/>
                  </a:lnTo>
                  <a:lnTo>
                    <a:pt x="55" y="151"/>
                  </a:lnTo>
                  <a:lnTo>
                    <a:pt x="55" y="151"/>
                  </a:lnTo>
                  <a:lnTo>
                    <a:pt x="55" y="153"/>
                  </a:lnTo>
                  <a:lnTo>
                    <a:pt x="55" y="153"/>
                  </a:lnTo>
                  <a:lnTo>
                    <a:pt x="50" y="156"/>
                  </a:lnTo>
                  <a:lnTo>
                    <a:pt x="50" y="158"/>
                  </a:lnTo>
                  <a:lnTo>
                    <a:pt x="50" y="161"/>
                  </a:lnTo>
                  <a:lnTo>
                    <a:pt x="50" y="161"/>
                  </a:lnTo>
                  <a:lnTo>
                    <a:pt x="48" y="161"/>
                  </a:lnTo>
                  <a:lnTo>
                    <a:pt x="45" y="163"/>
                  </a:lnTo>
                  <a:lnTo>
                    <a:pt x="45" y="163"/>
                  </a:lnTo>
                  <a:lnTo>
                    <a:pt x="45" y="163"/>
                  </a:lnTo>
                  <a:lnTo>
                    <a:pt x="45" y="163"/>
                  </a:lnTo>
                  <a:lnTo>
                    <a:pt x="45" y="163"/>
                  </a:lnTo>
                  <a:lnTo>
                    <a:pt x="45" y="163"/>
                  </a:lnTo>
                  <a:lnTo>
                    <a:pt x="43" y="163"/>
                  </a:lnTo>
                  <a:lnTo>
                    <a:pt x="43" y="163"/>
                  </a:lnTo>
                  <a:lnTo>
                    <a:pt x="43" y="165"/>
                  </a:lnTo>
                  <a:lnTo>
                    <a:pt x="43" y="165"/>
                  </a:lnTo>
                  <a:lnTo>
                    <a:pt x="41" y="165"/>
                  </a:lnTo>
                  <a:lnTo>
                    <a:pt x="41" y="165"/>
                  </a:lnTo>
                  <a:lnTo>
                    <a:pt x="41" y="168"/>
                  </a:lnTo>
                  <a:lnTo>
                    <a:pt x="38" y="168"/>
                  </a:lnTo>
                  <a:lnTo>
                    <a:pt x="38" y="168"/>
                  </a:lnTo>
                  <a:lnTo>
                    <a:pt x="36" y="168"/>
                  </a:lnTo>
                  <a:lnTo>
                    <a:pt x="36" y="168"/>
                  </a:lnTo>
                  <a:lnTo>
                    <a:pt x="34" y="168"/>
                  </a:lnTo>
                  <a:lnTo>
                    <a:pt x="31" y="168"/>
                  </a:lnTo>
                  <a:lnTo>
                    <a:pt x="31" y="168"/>
                  </a:lnTo>
                  <a:lnTo>
                    <a:pt x="31" y="168"/>
                  </a:lnTo>
                  <a:lnTo>
                    <a:pt x="29" y="168"/>
                  </a:lnTo>
                  <a:lnTo>
                    <a:pt x="29" y="168"/>
                  </a:lnTo>
                  <a:lnTo>
                    <a:pt x="29" y="168"/>
                  </a:lnTo>
                  <a:lnTo>
                    <a:pt x="26" y="168"/>
                  </a:lnTo>
                  <a:lnTo>
                    <a:pt x="26" y="168"/>
                  </a:lnTo>
                  <a:lnTo>
                    <a:pt x="26" y="168"/>
                  </a:lnTo>
                  <a:lnTo>
                    <a:pt x="24" y="168"/>
                  </a:lnTo>
                  <a:lnTo>
                    <a:pt x="22" y="168"/>
                  </a:lnTo>
                  <a:lnTo>
                    <a:pt x="22" y="168"/>
                  </a:lnTo>
                  <a:lnTo>
                    <a:pt x="19" y="170"/>
                  </a:lnTo>
                  <a:lnTo>
                    <a:pt x="19" y="170"/>
                  </a:lnTo>
                  <a:lnTo>
                    <a:pt x="17" y="170"/>
                  </a:lnTo>
                  <a:lnTo>
                    <a:pt x="17" y="172"/>
                  </a:lnTo>
                  <a:lnTo>
                    <a:pt x="15" y="175"/>
                  </a:lnTo>
                  <a:lnTo>
                    <a:pt x="12" y="175"/>
                  </a:lnTo>
                  <a:lnTo>
                    <a:pt x="12" y="177"/>
                  </a:lnTo>
                  <a:lnTo>
                    <a:pt x="12" y="177"/>
                  </a:lnTo>
                  <a:lnTo>
                    <a:pt x="12" y="177"/>
                  </a:lnTo>
                  <a:lnTo>
                    <a:pt x="12" y="175"/>
                  </a:lnTo>
                  <a:lnTo>
                    <a:pt x="12" y="175"/>
                  </a:lnTo>
                  <a:lnTo>
                    <a:pt x="12" y="175"/>
                  </a:lnTo>
                  <a:lnTo>
                    <a:pt x="10" y="175"/>
                  </a:lnTo>
                  <a:lnTo>
                    <a:pt x="10" y="175"/>
                  </a:lnTo>
                  <a:lnTo>
                    <a:pt x="10" y="177"/>
                  </a:lnTo>
                  <a:lnTo>
                    <a:pt x="8" y="177"/>
                  </a:lnTo>
                  <a:lnTo>
                    <a:pt x="8" y="177"/>
                  </a:lnTo>
                  <a:lnTo>
                    <a:pt x="8" y="177"/>
                  </a:lnTo>
                  <a:lnTo>
                    <a:pt x="8" y="177"/>
                  </a:lnTo>
                  <a:lnTo>
                    <a:pt x="8" y="177"/>
                  </a:lnTo>
                  <a:lnTo>
                    <a:pt x="8" y="177"/>
                  </a:lnTo>
                  <a:lnTo>
                    <a:pt x="8" y="177"/>
                  </a:lnTo>
                  <a:lnTo>
                    <a:pt x="5" y="177"/>
                  </a:lnTo>
                  <a:lnTo>
                    <a:pt x="5" y="177"/>
                  </a:lnTo>
                  <a:lnTo>
                    <a:pt x="5" y="177"/>
                  </a:lnTo>
                  <a:lnTo>
                    <a:pt x="5" y="177"/>
                  </a:lnTo>
                  <a:lnTo>
                    <a:pt x="5" y="177"/>
                  </a:lnTo>
                  <a:lnTo>
                    <a:pt x="8" y="179"/>
                  </a:lnTo>
                  <a:lnTo>
                    <a:pt x="8" y="179"/>
                  </a:lnTo>
                  <a:lnTo>
                    <a:pt x="8" y="179"/>
                  </a:lnTo>
                  <a:lnTo>
                    <a:pt x="10" y="179"/>
                  </a:lnTo>
                  <a:lnTo>
                    <a:pt x="10" y="179"/>
                  </a:lnTo>
                  <a:lnTo>
                    <a:pt x="10" y="179"/>
                  </a:lnTo>
                  <a:lnTo>
                    <a:pt x="12" y="179"/>
                  </a:lnTo>
                  <a:lnTo>
                    <a:pt x="12" y="179"/>
                  </a:lnTo>
                  <a:lnTo>
                    <a:pt x="12" y="182"/>
                  </a:lnTo>
                  <a:lnTo>
                    <a:pt x="12" y="182"/>
                  </a:lnTo>
                  <a:lnTo>
                    <a:pt x="12" y="184"/>
                  </a:lnTo>
                  <a:lnTo>
                    <a:pt x="12" y="187"/>
                  </a:lnTo>
                  <a:lnTo>
                    <a:pt x="12" y="187"/>
                  </a:lnTo>
                  <a:lnTo>
                    <a:pt x="12" y="187"/>
                  </a:lnTo>
                  <a:lnTo>
                    <a:pt x="12" y="187"/>
                  </a:lnTo>
                  <a:lnTo>
                    <a:pt x="12" y="189"/>
                  </a:lnTo>
                  <a:lnTo>
                    <a:pt x="12" y="189"/>
                  </a:lnTo>
                  <a:lnTo>
                    <a:pt x="12" y="189"/>
                  </a:lnTo>
                  <a:lnTo>
                    <a:pt x="12" y="189"/>
                  </a:lnTo>
                  <a:lnTo>
                    <a:pt x="12" y="189"/>
                  </a:lnTo>
                  <a:lnTo>
                    <a:pt x="15" y="191"/>
                  </a:lnTo>
                  <a:lnTo>
                    <a:pt x="15" y="191"/>
                  </a:lnTo>
                  <a:lnTo>
                    <a:pt x="15" y="196"/>
                  </a:lnTo>
                  <a:lnTo>
                    <a:pt x="17" y="198"/>
                  </a:lnTo>
                  <a:lnTo>
                    <a:pt x="17" y="198"/>
                  </a:lnTo>
                  <a:lnTo>
                    <a:pt x="15" y="198"/>
                  </a:lnTo>
                  <a:lnTo>
                    <a:pt x="15" y="198"/>
                  </a:lnTo>
                  <a:lnTo>
                    <a:pt x="15" y="201"/>
                  </a:lnTo>
                  <a:lnTo>
                    <a:pt x="12" y="201"/>
                  </a:lnTo>
                  <a:lnTo>
                    <a:pt x="15" y="208"/>
                  </a:lnTo>
                  <a:lnTo>
                    <a:pt x="15" y="208"/>
                  </a:lnTo>
                  <a:lnTo>
                    <a:pt x="12" y="208"/>
                  </a:lnTo>
                  <a:lnTo>
                    <a:pt x="12" y="210"/>
                  </a:lnTo>
                  <a:lnTo>
                    <a:pt x="10" y="213"/>
                  </a:lnTo>
                  <a:lnTo>
                    <a:pt x="10" y="215"/>
                  </a:lnTo>
                  <a:lnTo>
                    <a:pt x="10" y="215"/>
                  </a:lnTo>
                  <a:lnTo>
                    <a:pt x="8" y="215"/>
                  </a:lnTo>
                  <a:lnTo>
                    <a:pt x="8" y="215"/>
                  </a:lnTo>
                  <a:lnTo>
                    <a:pt x="8" y="217"/>
                  </a:lnTo>
                  <a:lnTo>
                    <a:pt x="0" y="217"/>
                  </a:lnTo>
                  <a:lnTo>
                    <a:pt x="0" y="217"/>
                  </a:lnTo>
                  <a:lnTo>
                    <a:pt x="0" y="217"/>
                  </a:lnTo>
                  <a:lnTo>
                    <a:pt x="0" y="220"/>
                  </a:lnTo>
                  <a:lnTo>
                    <a:pt x="0" y="222"/>
                  </a:lnTo>
                  <a:lnTo>
                    <a:pt x="0" y="222"/>
                  </a:lnTo>
                  <a:lnTo>
                    <a:pt x="3" y="222"/>
                  </a:lnTo>
                  <a:lnTo>
                    <a:pt x="3" y="224"/>
                  </a:lnTo>
                  <a:lnTo>
                    <a:pt x="3" y="229"/>
                  </a:lnTo>
                  <a:lnTo>
                    <a:pt x="5" y="229"/>
                  </a:lnTo>
                  <a:lnTo>
                    <a:pt x="5" y="229"/>
                  </a:lnTo>
                  <a:lnTo>
                    <a:pt x="3" y="234"/>
                  </a:lnTo>
                  <a:lnTo>
                    <a:pt x="3" y="234"/>
                  </a:lnTo>
                  <a:lnTo>
                    <a:pt x="3" y="234"/>
                  </a:lnTo>
                  <a:lnTo>
                    <a:pt x="3" y="234"/>
                  </a:lnTo>
                  <a:lnTo>
                    <a:pt x="3" y="234"/>
                  </a:lnTo>
                  <a:lnTo>
                    <a:pt x="3" y="234"/>
                  </a:lnTo>
                  <a:lnTo>
                    <a:pt x="3" y="236"/>
                  </a:lnTo>
                  <a:lnTo>
                    <a:pt x="3" y="239"/>
                  </a:lnTo>
                  <a:lnTo>
                    <a:pt x="3" y="239"/>
                  </a:lnTo>
                  <a:lnTo>
                    <a:pt x="3" y="241"/>
                  </a:lnTo>
                  <a:lnTo>
                    <a:pt x="3" y="241"/>
                  </a:lnTo>
                  <a:lnTo>
                    <a:pt x="3" y="241"/>
                  </a:lnTo>
                  <a:lnTo>
                    <a:pt x="3" y="241"/>
                  </a:lnTo>
                  <a:lnTo>
                    <a:pt x="3" y="241"/>
                  </a:lnTo>
                  <a:lnTo>
                    <a:pt x="3" y="243"/>
                  </a:lnTo>
                  <a:lnTo>
                    <a:pt x="3" y="243"/>
                  </a:lnTo>
                  <a:lnTo>
                    <a:pt x="3" y="243"/>
                  </a:lnTo>
                  <a:lnTo>
                    <a:pt x="3" y="246"/>
                  </a:lnTo>
                  <a:lnTo>
                    <a:pt x="0" y="248"/>
                  </a:lnTo>
                  <a:lnTo>
                    <a:pt x="0" y="248"/>
                  </a:lnTo>
                  <a:lnTo>
                    <a:pt x="0" y="253"/>
                  </a:lnTo>
                  <a:lnTo>
                    <a:pt x="0" y="253"/>
                  </a:lnTo>
                  <a:lnTo>
                    <a:pt x="0" y="253"/>
                  </a:lnTo>
                  <a:lnTo>
                    <a:pt x="0" y="255"/>
                  </a:lnTo>
                  <a:lnTo>
                    <a:pt x="3" y="255"/>
                  </a:lnTo>
                  <a:lnTo>
                    <a:pt x="3" y="258"/>
                  </a:lnTo>
                  <a:lnTo>
                    <a:pt x="3" y="258"/>
                  </a:lnTo>
                  <a:lnTo>
                    <a:pt x="3" y="258"/>
                  </a:lnTo>
                  <a:lnTo>
                    <a:pt x="3" y="258"/>
                  </a:lnTo>
                  <a:lnTo>
                    <a:pt x="5" y="258"/>
                  </a:lnTo>
                  <a:lnTo>
                    <a:pt x="5" y="258"/>
                  </a:lnTo>
                  <a:lnTo>
                    <a:pt x="5" y="258"/>
                  </a:lnTo>
                  <a:lnTo>
                    <a:pt x="5" y="258"/>
                  </a:lnTo>
                  <a:lnTo>
                    <a:pt x="5" y="260"/>
                  </a:lnTo>
                  <a:lnTo>
                    <a:pt x="5" y="260"/>
                  </a:lnTo>
                  <a:lnTo>
                    <a:pt x="8" y="260"/>
                  </a:lnTo>
                  <a:lnTo>
                    <a:pt x="8" y="260"/>
                  </a:lnTo>
                  <a:lnTo>
                    <a:pt x="8" y="260"/>
                  </a:lnTo>
                  <a:lnTo>
                    <a:pt x="8" y="260"/>
                  </a:lnTo>
                  <a:lnTo>
                    <a:pt x="8" y="260"/>
                  </a:lnTo>
                  <a:lnTo>
                    <a:pt x="10" y="260"/>
                  </a:lnTo>
                  <a:lnTo>
                    <a:pt x="10" y="260"/>
                  </a:lnTo>
                  <a:lnTo>
                    <a:pt x="10" y="260"/>
                  </a:lnTo>
                  <a:lnTo>
                    <a:pt x="10" y="260"/>
                  </a:lnTo>
                  <a:lnTo>
                    <a:pt x="10" y="260"/>
                  </a:lnTo>
                  <a:lnTo>
                    <a:pt x="10" y="258"/>
                  </a:lnTo>
                  <a:lnTo>
                    <a:pt x="12" y="258"/>
                  </a:lnTo>
                  <a:lnTo>
                    <a:pt x="12" y="258"/>
                  </a:lnTo>
                  <a:lnTo>
                    <a:pt x="12" y="258"/>
                  </a:lnTo>
                  <a:lnTo>
                    <a:pt x="15" y="258"/>
                  </a:lnTo>
                  <a:lnTo>
                    <a:pt x="17" y="258"/>
                  </a:lnTo>
                  <a:lnTo>
                    <a:pt x="19" y="260"/>
                  </a:lnTo>
                  <a:lnTo>
                    <a:pt x="19" y="260"/>
                  </a:lnTo>
                  <a:lnTo>
                    <a:pt x="19" y="260"/>
                  </a:lnTo>
                  <a:lnTo>
                    <a:pt x="19" y="260"/>
                  </a:lnTo>
                  <a:lnTo>
                    <a:pt x="22" y="260"/>
                  </a:lnTo>
                  <a:lnTo>
                    <a:pt x="22" y="260"/>
                  </a:lnTo>
                  <a:lnTo>
                    <a:pt x="22" y="260"/>
                  </a:lnTo>
                  <a:lnTo>
                    <a:pt x="22" y="262"/>
                  </a:lnTo>
                  <a:lnTo>
                    <a:pt x="22" y="265"/>
                  </a:lnTo>
                  <a:lnTo>
                    <a:pt x="22" y="265"/>
                  </a:lnTo>
                  <a:lnTo>
                    <a:pt x="22" y="265"/>
                  </a:lnTo>
                  <a:lnTo>
                    <a:pt x="22" y="265"/>
                  </a:lnTo>
                  <a:lnTo>
                    <a:pt x="22" y="265"/>
                  </a:lnTo>
                  <a:lnTo>
                    <a:pt x="22" y="265"/>
                  </a:lnTo>
                  <a:lnTo>
                    <a:pt x="22" y="265"/>
                  </a:lnTo>
                  <a:lnTo>
                    <a:pt x="24" y="262"/>
                  </a:lnTo>
                  <a:lnTo>
                    <a:pt x="24" y="265"/>
                  </a:lnTo>
                  <a:lnTo>
                    <a:pt x="22" y="265"/>
                  </a:lnTo>
                  <a:lnTo>
                    <a:pt x="22" y="265"/>
                  </a:lnTo>
                  <a:lnTo>
                    <a:pt x="24" y="265"/>
                  </a:lnTo>
                  <a:lnTo>
                    <a:pt x="24" y="267"/>
                  </a:lnTo>
                  <a:lnTo>
                    <a:pt x="24" y="267"/>
                  </a:lnTo>
                  <a:lnTo>
                    <a:pt x="26" y="267"/>
                  </a:lnTo>
                  <a:lnTo>
                    <a:pt x="26" y="269"/>
                  </a:lnTo>
                  <a:lnTo>
                    <a:pt x="24" y="269"/>
                  </a:lnTo>
                  <a:lnTo>
                    <a:pt x="24" y="269"/>
                  </a:lnTo>
                  <a:lnTo>
                    <a:pt x="24" y="269"/>
                  </a:lnTo>
                  <a:lnTo>
                    <a:pt x="24" y="269"/>
                  </a:lnTo>
                  <a:lnTo>
                    <a:pt x="24" y="269"/>
                  </a:lnTo>
                  <a:lnTo>
                    <a:pt x="24" y="269"/>
                  </a:lnTo>
                  <a:lnTo>
                    <a:pt x="24" y="269"/>
                  </a:lnTo>
                  <a:lnTo>
                    <a:pt x="24" y="272"/>
                  </a:lnTo>
                  <a:lnTo>
                    <a:pt x="26" y="272"/>
                  </a:lnTo>
                  <a:lnTo>
                    <a:pt x="26" y="272"/>
                  </a:lnTo>
                  <a:lnTo>
                    <a:pt x="26" y="269"/>
                  </a:lnTo>
                  <a:lnTo>
                    <a:pt x="26" y="272"/>
                  </a:lnTo>
                  <a:lnTo>
                    <a:pt x="26" y="272"/>
                  </a:lnTo>
                  <a:lnTo>
                    <a:pt x="29" y="272"/>
                  </a:lnTo>
                  <a:lnTo>
                    <a:pt x="29" y="272"/>
                  </a:lnTo>
                  <a:lnTo>
                    <a:pt x="29" y="274"/>
                  </a:lnTo>
                  <a:lnTo>
                    <a:pt x="29" y="274"/>
                  </a:lnTo>
                  <a:lnTo>
                    <a:pt x="29" y="274"/>
                  </a:lnTo>
                  <a:lnTo>
                    <a:pt x="29" y="274"/>
                  </a:lnTo>
                  <a:lnTo>
                    <a:pt x="29" y="277"/>
                  </a:lnTo>
                  <a:lnTo>
                    <a:pt x="29" y="277"/>
                  </a:lnTo>
                  <a:lnTo>
                    <a:pt x="29" y="277"/>
                  </a:lnTo>
                  <a:lnTo>
                    <a:pt x="31" y="279"/>
                  </a:lnTo>
                  <a:lnTo>
                    <a:pt x="29" y="281"/>
                  </a:lnTo>
                  <a:lnTo>
                    <a:pt x="29" y="281"/>
                  </a:lnTo>
                  <a:lnTo>
                    <a:pt x="31" y="281"/>
                  </a:lnTo>
                  <a:lnTo>
                    <a:pt x="31" y="281"/>
                  </a:lnTo>
                  <a:lnTo>
                    <a:pt x="31" y="281"/>
                  </a:lnTo>
                  <a:lnTo>
                    <a:pt x="31" y="281"/>
                  </a:lnTo>
                  <a:lnTo>
                    <a:pt x="34" y="281"/>
                  </a:lnTo>
                  <a:lnTo>
                    <a:pt x="34" y="281"/>
                  </a:lnTo>
                  <a:lnTo>
                    <a:pt x="34" y="281"/>
                  </a:lnTo>
                  <a:lnTo>
                    <a:pt x="34" y="281"/>
                  </a:lnTo>
                  <a:lnTo>
                    <a:pt x="34" y="281"/>
                  </a:lnTo>
                  <a:lnTo>
                    <a:pt x="36" y="281"/>
                  </a:lnTo>
                  <a:lnTo>
                    <a:pt x="36" y="284"/>
                  </a:lnTo>
                  <a:lnTo>
                    <a:pt x="36" y="284"/>
                  </a:lnTo>
                  <a:lnTo>
                    <a:pt x="38" y="284"/>
                  </a:lnTo>
                  <a:lnTo>
                    <a:pt x="38" y="284"/>
                  </a:lnTo>
                  <a:lnTo>
                    <a:pt x="38" y="284"/>
                  </a:lnTo>
                  <a:lnTo>
                    <a:pt x="38" y="286"/>
                  </a:lnTo>
                  <a:lnTo>
                    <a:pt x="41" y="286"/>
                  </a:lnTo>
                  <a:lnTo>
                    <a:pt x="38" y="288"/>
                  </a:lnTo>
                  <a:lnTo>
                    <a:pt x="38" y="288"/>
                  </a:lnTo>
                  <a:lnTo>
                    <a:pt x="38" y="288"/>
                  </a:lnTo>
                  <a:lnTo>
                    <a:pt x="38" y="288"/>
                  </a:lnTo>
                  <a:lnTo>
                    <a:pt x="38" y="288"/>
                  </a:lnTo>
                  <a:lnTo>
                    <a:pt x="38" y="288"/>
                  </a:lnTo>
                  <a:lnTo>
                    <a:pt x="38" y="288"/>
                  </a:lnTo>
                  <a:lnTo>
                    <a:pt x="38" y="288"/>
                  </a:lnTo>
                  <a:lnTo>
                    <a:pt x="41" y="291"/>
                  </a:lnTo>
                  <a:lnTo>
                    <a:pt x="41" y="288"/>
                  </a:lnTo>
                  <a:lnTo>
                    <a:pt x="41" y="288"/>
                  </a:lnTo>
                  <a:lnTo>
                    <a:pt x="41" y="288"/>
                  </a:lnTo>
                  <a:lnTo>
                    <a:pt x="41" y="288"/>
                  </a:lnTo>
                  <a:lnTo>
                    <a:pt x="41" y="288"/>
                  </a:lnTo>
                  <a:lnTo>
                    <a:pt x="41" y="288"/>
                  </a:lnTo>
                  <a:lnTo>
                    <a:pt x="41" y="288"/>
                  </a:lnTo>
                  <a:lnTo>
                    <a:pt x="43" y="288"/>
                  </a:lnTo>
                  <a:lnTo>
                    <a:pt x="43" y="291"/>
                  </a:lnTo>
                  <a:lnTo>
                    <a:pt x="43" y="291"/>
                  </a:lnTo>
                  <a:lnTo>
                    <a:pt x="43" y="291"/>
                  </a:lnTo>
                  <a:lnTo>
                    <a:pt x="43" y="291"/>
                  </a:lnTo>
                  <a:lnTo>
                    <a:pt x="43" y="291"/>
                  </a:lnTo>
                  <a:lnTo>
                    <a:pt x="43" y="291"/>
                  </a:lnTo>
                  <a:lnTo>
                    <a:pt x="45" y="293"/>
                  </a:lnTo>
                  <a:lnTo>
                    <a:pt x="45" y="293"/>
                  </a:lnTo>
                  <a:lnTo>
                    <a:pt x="45" y="293"/>
                  </a:lnTo>
                  <a:lnTo>
                    <a:pt x="45" y="293"/>
                  </a:lnTo>
                  <a:lnTo>
                    <a:pt x="45" y="293"/>
                  </a:lnTo>
                  <a:lnTo>
                    <a:pt x="45" y="293"/>
                  </a:lnTo>
                  <a:lnTo>
                    <a:pt x="45" y="291"/>
                  </a:lnTo>
                  <a:lnTo>
                    <a:pt x="45" y="291"/>
                  </a:lnTo>
                  <a:lnTo>
                    <a:pt x="45" y="291"/>
                  </a:lnTo>
                  <a:lnTo>
                    <a:pt x="48" y="291"/>
                  </a:lnTo>
                  <a:lnTo>
                    <a:pt x="48" y="291"/>
                  </a:lnTo>
                  <a:lnTo>
                    <a:pt x="48" y="291"/>
                  </a:lnTo>
                  <a:lnTo>
                    <a:pt x="48" y="291"/>
                  </a:lnTo>
                  <a:lnTo>
                    <a:pt x="50" y="291"/>
                  </a:lnTo>
                  <a:lnTo>
                    <a:pt x="50" y="291"/>
                  </a:lnTo>
                  <a:lnTo>
                    <a:pt x="50" y="293"/>
                  </a:lnTo>
                  <a:lnTo>
                    <a:pt x="52" y="291"/>
                  </a:lnTo>
                  <a:lnTo>
                    <a:pt x="52" y="291"/>
                  </a:lnTo>
                  <a:lnTo>
                    <a:pt x="52" y="291"/>
                  </a:lnTo>
                  <a:lnTo>
                    <a:pt x="52" y="291"/>
                  </a:lnTo>
                  <a:lnTo>
                    <a:pt x="52" y="288"/>
                  </a:lnTo>
                  <a:lnTo>
                    <a:pt x="52" y="288"/>
                  </a:lnTo>
                  <a:lnTo>
                    <a:pt x="52" y="288"/>
                  </a:lnTo>
                  <a:lnTo>
                    <a:pt x="52" y="288"/>
                  </a:lnTo>
                  <a:lnTo>
                    <a:pt x="55" y="288"/>
                  </a:lnTo>
                  <a:lnTo>
                    <a:pt x="55" y="288"/>
                  </a:lnTo>
                  <a:lnTo>
                    <a:pt x="55" y="291"/>
                  </a:lnTo>
                  <a:lnTo>
                    <a:pt x="55" y="291"/>
                  </a:lnTo>
                  <a:lnTo>
                    <a:pt x="52" y="293"/>
                  </a:lnTo>
                  <a:lnTo>
                    <a:pt x="52" y="293"/>
                  </a:lnTo>
                  <a:lnTo>
                    <a:pt x="55" y="293"/>
                  </a:lnTo>
                  <a:lnTo>
                    <a:pt x="55" y="293"/>
                  </a:lnTo>
                  <a:lnTo>
                    <a:pt x="57" y="293"/>
                  </a:lnTo>
                  <a:lnTo>
                    <a:pt x="60" y="295"/>
                  </a:lnTo>
                  <a:lnTo>
                    <a:pt x="60" y="295"/>
                  </a:lnTo>
                  <a:lnTo>
                    <a:pt x="60" y="298"/>
                  </a:lnTo>
                  <a:lnTo>
                    <a:pt x="60" y="298"/>
                  </a:lnTo>
                  <a:lnTo>
                    <a:pt x="62" y="298"/>
                  </a:lnTo>
                  <a:lnTo>
                    <a:pt x="62" y="298"/>
                  </a:lnTo>
                  <a:lnTo>
                    <a:pt x="62" y="295"/>
                  </a:lnTo>
                  <a:lnTo>
                    <a:pt x="62" y="295"/>
                  </a:lnTo>
                  <a:lnTo>
                    <a:pt x="62" y="295"/>
                  </a:lnTo>
                  <a:lnTo>
                    <a:pt x="64" y="295"/>
                  </a:lnTo>
                  <a:lnTo>
                    <a:pt x="64" y="295"/>
                  </a:lnTo>
                  <a:lnTo>
                    <a:pt x="64" y="295"/>
                  </a:lnTo>
                  <a:lnTo>
                    <a:pt x="64" y="295"/>
                  </a:lnTo>
                  <a:lnTo>
                    <a:pt x="64" y="293"/>
                  </a:lnTo>
                  <a:lnTo>
                    <a:pt x="64" y="293"/>
                  </a:lnTo>
                  <a:lnTo>
                    <a:pt x="64" y="293"/>
                  </a:lnTo>
                  <a:lnTo>
                    <a:pt x="64" y="291"/>
                  </a:lnTo>
                  <a:lnTo>
                    <a:pt x="67" y="291"/>
                  </a:lnTo>
                  <a:lnTo>
                    <a:pt x="67" y="291"/>
                  </a:lnTo>
                  <a:lnTo>
                    <a:pt x="67" y="291"/>
                  </a:lnTo>
                  <a:lnTo>
                    <a:pt x="67" y="288"/>
                  </a:lnTo>
                  <a:lnTo>
                    <a:pt x="67" y="288"/>
                  </a:lnTo>
                  <a:lnTo>
                    <a:pt x="69" y="288"/>
                  </a:lnTo>
                  <a:lnTo>
                    <a:pt x="71" y="288"/>
                  </a:lnTo>
                  <a:lnTo>
                    <a:pt x="71" y="286"/>
                  </a:lnTo>
                  <a:lnTo>
                    <a:pt x="74" y="286"/>
                  </a:lnTo>
                  <a:lnTo>
                    <a:pt x="74" y="286"/>
                  </a:lnTo>
                  <a:lnTo>
                    <a:pt x="76" y="286"/>
                  </a:lnTo>
                  <a:lnTo>
                    <a:pt x="79" y="286"/>
                  </a:lnTo>
                  <a:lnTo>
                    <a:pt x="79" y="286"/>
                  </a:lnTo>
                  <a:lnTo>
                    <a:pt x="79" y="286"/>
                  </a:lnTo>
                  <a:lnTo>
                    <a:pt x="79" y="286"/>
                  </a:lnTo>
                  <a:lnTo>
                    <a:pt x="79" y="286"/>
                  </a:lnTo>
                  <a:lnTo>
                    <a:pt x="79" y="286"/>
                  </a:lnTo>
                  <a:lnTo>
                    <a:pt x="79" y="286"/>
                  </a:lnTo>
                  <a:lnTo>
                    <a:pt x="79" y="286"/>
                  </a:lnTo>
                  <a:lnTo>
                    <a:pt x="81" y="286"/>
                  </a:lnTo>
                  <a:lnTo>
                    <a:pt x="81" y="284"/>
                  </a:lnTo>
                  <a:lnTo>
                    <a:pt x="81" y="284"/>
                  </a:lnTo>
                  <a:lnTo>
                    <a:pt x="83" y="284"/>
                  </a:lnTo>
                  <a:lnTo>
                    <a:pt x="83" y="284"/>
                  </a:lnTo>
                  <a:lnTo>
                    <a:pt x="86" y="281"/>
                  </a:lnTo>
                  <a:lnTo>
                    <a:pt x="88" y="281"/>
                  </a:lnTo>
                  <a:lnTo>
                    <a:pt x="88" y="281"/>
                  </a:lnTo>
                  <a:lnTo>
                    <a:pt x="90" y="281"/>
                  </a:lnTo>
                  <a:lnTo>
                    <a:pt x="90" y="281"/>
                  </a:lnTo>
                  <a:lnTo>
                    <a:pt x="93" y="281"/>
                  </a:lnTo>
                  <a:lnTo>
                    <a:pt x="93" y="279"/>
                  </a:lnTo>
                  <a:lnTo>
                    <a:pt x="93" y="279"/>
                  </a:lnTo>
                  <a:lnTo>
                    <a:pt x="95" y="279"/>
                  </a:lnTo>
                  <a:lnTo>
                    <a:pt x="97" y="279"/>
                  </a:lnTo>
                  <a:lnTo>
                    <a:pt x="97" y="279"/>
                  </a:lnTo>
                  <a:lnTo>
                    <a:pt x="97" y="279"/>
                  </a:lnTo>
                  <a:lnTo>
                    <a:pt x="97" y="279"/>
                  </a:lnTo>
                  <a:lnTo>
                    <a:pt x="97" y="279"/>
                  </a:lnTo>
                  <a:lnTo>
                    <a:pt x="100" y="279"/>
                  </a:lnTo>
                  <a:lnTo>
                    <a:pt x="100" y="279"/>
                  </a:lnTo>
                  <a:lnTo>
                    <a:pt x="100" y="279"/>
                  </a:lnTo>
                  <a:lnTo>
                    <a:pt x="100" y="279"/>
                  </a:lnTo>
                  <a:lnTo>
                    <a:pt x="100" y="279"/>
                  </a:lnTo>
                  <a:lnTo>
                    <a:pt x="102" y="279"/>
                  </a:lnTo>
                  <a:lnTo>
                    <a:pt x="102" y="279"/>
                  </a:lnTo>
                  <a:lnTo>
                    <a:pt x="105" y="279"/>
                  </a:lnTo>
                  <a:lnTo>
                    <a:pt x="114" y="281"/>
                  </a:lnTo>
                  <a:lnTo>
                    <a:pt x="114" y="281"/>
                  </a:lnTo>
                  <a:lnTo>
                    <a:pt x="116" y="281"/>
                  </a:lnTo>
                  <a:lnTo>
                    <a:pt x="116" y="281"/>
                  </a:lnTo>
                  <a:lnTo>
                    <a:pt x="116" y="281"/>
                  </a:lnTo>
                  <a:lnTo>
                    <a:pt x="116" y="281"/>
                  </a:lnTo>
                  <a:lnTo>
                    <a:pt x="116" y="281"/>
                  </a:lnTo>
                  <a:lnTo>
                    <a:pt x="119" y="281"/>
                  </a:lnTo>
                  <a:lnTo>
                    <a:pt x="119" y="281"/>
                  </a:lnTo>
                  <a:lnTo>
                    <a:pt x="119" y="284"/>
                  </a:lnTo>
                  <a:lnTo>
                    <a:pt x="119" y="284"/>
                  </a:lnTo>
                  <a:lnTo>
                    <a:pt x="119" y="284"/>
                  </a:lnTo>
                  <a:lnTo>
                    <a:pt x="121" y="284"/>
                  </a:lnTo>
                  <a:lnTo>
                    <a:pt x="121" y="281"/>
                  </a:lnTo>
                  <a:lnTo>
                    <a:pt x="123" y="279"/>
                  </a:lnTo>
                  <a:lnTo>
                    <a:pt x="123" y="281"/>
                  </a:lnTo>
                  <a:lnTo>
                    <a:pt x="123" y="281"/>
                  </a:lnTo>
                  <a:lnTo>
                    <a:pt x="123" y="284"/>
                  </a:lnTo>
                  <a:lnTo>
                    <a:pt x="123" y="284"/>
                  </a:lnTo>
                  <a:lnTo>
                    <a:pt x="126" y="284"/>
                  </a:lnTo>
                  <a:lnTo>
                    <a:pt x="126" y="284"/>
                  </a:lnTo>
                  <a:lnTo>
                    <a:pt x="128" y="284"/>
                  </a:lnTo>
                  <a:lnTo>
                    <a:pt x="128" y="286"/>
                  </a:lnTo>
                  <a:lnTo>
                    <a:pt x="128" y="288"/>
                  </a:lnTo>
                  <a:lnTo>
                    <a:pt x="131" y="291"/>
                  </a:lnTo>
                  <a:lnTo>
                    <a:pt x="131" y="291"/>
                  </a:lnTo>
                  <a:lnTo>
                    <a:pt x="131" y="291"/>
                  </a:lnTo>
                  <a:lnTo>
                    <a:pt x="133" y="291"/>
                  </a:lnTo>
                  <a:lnTo>
                    <a:pt x="135" y="291"/>
                  </a:lnTo>
                  <a:lnTo>
                    <a:pt x="135" y="291"/>
                  </a:lnTo>
                  <a:lnTo>
                    <a:pt x="135" y="293"/>
                  </a:lnTo>
                  <a:lnTo>
                    <a:pt x="138" y="295"/>
                  </a:lnTo>
                  <a:lnTo>
                    <a:pt x="140" y="300"/>
                  </a:lnTo>
                  <a:lnTo>
                    <a:pt x="145" y="307"/>
                  </a:lnTo>
                  <a:lnTo>
                    <a:pt x="145" y="307"/>
                  </a:lnTo>
                  <a:lnTo>
                    <a:pt x="147" y="307"/>
                  </a:lnTo>
                  <a:lnTo>
                    <a:pt x="147" y="307"/>
                  </a:lnTo>
                  <a:lnTo>
                    <a:pt x="150" y="305"/>
                  </a:lnTo>
                  <a:lnTo>
                    <a:pt x="152" y="303"/>
                  </a:lnTo>
                  <a:lnTo>
                    <a:pt x="150" y="300"/>
                  </a:lnTo>
                  <a:lnTo>
                    <a:pt x="147" y="298"/>
                  </a:lnTo>
                  <a:lnTo>
                    <a:pt x="147" y="298"/>
                  </a:lnTo>
                  <a:lnTo>
                    <a:pt x="147" y="298"/>
                  </a:lnTo>
                  <a:lnTo>
                    <a:pt x="147" y="295"/>
                  </a:lnTo>
                  <a:lnTo>
                    <a:pt x="147" y="295"/>
                  </a:lnTo>
                  <a:lnTo>
                    <a:pt x="147" y="295"/>
                  </a:lnTo>
                  <a:lnTo>
                    <a:pt x="150" y="295"/>
                  </a:lnTo>
                  <a:lnTo>
                    <a:pt x="147" y="293"/>
                  </a:lnTo>
                  <a:lnTo>
                    <a:pt x="147" y="293"/>
                  </a:lnTo>
                  <a:lnTo>
                    <a:pt x="147" y="293"/>
                  </a:lnTo>
                  <a:lnTo>
                    <a:pt x="147" y="293"/>
                  </a:lnTo>
                  <a:lnTo>
                    <a:pt x="147" y="293"/>
                  </a:lnTo>
                  <a:lnTo>
                    <a:pt x="147" y="293"/>
                  </a:lnTo>
                  <a:lnTo>
                    <a:pt x="147" y="293"/>
                  </a:lnTo>
                  <a:lnTo>
                    <a:pt x="147" y="293"/>
                  </a:lnTo>
                  <a:lnTo>
                    <a:pt x="145" y="291"/>
                  </a:lnTo>
                  <a:lnTo>
                    <a:pt x="145" y="291"/>
                  </a:lnTo>
                  <a:lnTo>
                    <a:pt x="145" y="288"/>
                  </a:lnTo>
                  <a:lnTo>
                    <a:pt x="147" y="288"/>
                  </a:lnTo>
                  <a:lnTo>
                    <a:pt x="150" y="286"/>
                  </a:lnTo>
                  <a:lnTo>
                    <a:pt x="150" y="286"/>
                  </a:lnTo>
                  <a:lnTo>
                    <a:pt x="150" y="284"/>
                  </a:lnTo>
                  <a:lnTo>
                    <a:pt x="147" y="284"/>
                  </a:lnTo>
                  <a:lnTo>
                    <a:pt x="147" y="281"/>
                  </a:lnTo>
                  <a:lnTo>
                    <a:pt x="147" y="279"/>
                  </a:lnTo>
                  <a:lnTo>
                    <a:pt x="147" y="277"/>
                  </a:lnTo>
                  <a:lnTo>
                    <a:pt x="147" y="277"/>
                  </a:lnTo>
                  <a:lnTo>
                    <a:pt x="147" y="274"/>
                  </a:lnTo>
                  <a:lnTo>
                    <a:pt x="145" y="274"/>
                  </a:lnTo>
                  <a:lnTo>
                    <a:pt x="145" y="269"/>
                  </a:lnTo>
                  <a:lnTo>
                    <a:pt x="145" y="267"/>
                  </a:lnTo>
                  <a:lnTo>
                    <a:pt x="145" y="265"/>
                  </a:lnTo>
                  <a:lnTo>
                    <a:pt x="147" y="265"/>
                  </a:lnTo>
                  <a:lnTo>
                    <a:pt x="147" y="262"/>
                  </a:lnTo>
                  <a:lnTo>
                    <a:pt x="147" y="262"/>
                  </a:lnTo>
                  <a:lnTo>
                    <a:pt x="147" y="262"/>
                  </a:lnTo>
                  <a:lnTo>
                    <a:pt x="147" y="262"/>
                  </a:lnTo>
                  <a:lnTo>
                    <a:pt x="147" y="260"/>
                  </a:lnTo>
                  <a:lnTo>
                    <a:pt x="147" y="260"/>
                  </a:lnTo>
                  <a:lnTo>
                    <a:pt x="147" y="260"/>
                  </a:lnTo>
                  <a:lnTo>
                    <a:pt x="147" y="260"/>
                  </a:lnTo>
                  <a:lnTo>
                    <a:pt x="145" y="260"/>
                  </a:lnTo>
                  <a:lnTo>
                    <a:pt x="145" y="260"/>
                  </a:lnTo>
                  <a:lnTo>
                    <a:pt x="145" y="260"/>
                  </a:lnTo>
                  <a:lnTo>
                    <a:pt x="145" y="260"/>
                  </a:lnTo>
                  <a:lnTo>
                    <a:pt x="145" y="260"/>
                  </a:lnTo>
                  <a:lnTo>
                    <a:pt x="145" y="260"/>
                  </a:lnTo>
                  <a:lnTo>
                    <a:pt x="142" y="260"/>
                  </a:lnTo>
                  <a:lnTo>
                    <a:pt x="142" y="258"/>
                  </a:lnTo>
                  <a:lnTo>
                    <a:pt x="142" y="258"/>
                  </a:lnTo>
                  <a:lnTo>
                    <a:pt x="142" y="255"/>
                  </a:lnTo>
                  <a:lnTo>
                    <a:pt x="145" y="255"/>
                  </a:lnTo>
                  <a:lnTo>
                    <a:pt x="145" y="255"/>
                  </a:lnTo>
                  <a:lnTo>
                    <a:pt x="145" y="255"/>
                  </a:lnTo>
                  <a:lnTo>
                    <a:pt x="145" y="253"/>
                  </a:lnTo>
                  <a:lnTo>
                    <a:pt x="145" y="253"/>
                  </a:lnTo>
                  <a:lnTo>
                    <a:pt x="147" y="253"/>
                  </a:lnTo>
                  <a:lnTo>
                    <a:pt x="147" y="253"/>
                  </a:lnTo>
                  <a:lnTo>
                    <a:pt x="147" y="253"/>
                  </a:lnTo>
                  <a:lnTo>
                    <a:pt x="147" y="253"/>
                  </a:lnTo>
                  <a:lnTo>
                    <a:pt x="145" y="253"/>
                  </a:lnTo>
                  <a:lnTo>
                    <a:pt x="145" y="253"/>
                  </a:lnTo>
                  <a:lnTo>
                    <a:pt x="145" y="253"/>
                  </a:lnTo>
                  <a:lnTo>
                    <a:pt x="142" y="250"/>
                  </a:lnTo>
                  <a:lnTo>
                    <a:pt x="142" y="250"/>
                  </a:lnTo>
                  <a:lnTo>
                    <a:pt x="142" y="248"/>
                  </a:lnTo>
                  <a:lnTo>
                    <a:pt x="142" y="248"/>
                  </a:lnTo>
                  <a:lnTo>
                    <a:pt x="140" y="248"/>
                  </a:lnTo>
                  <a:lnTo>
                    <a:pt x="140" y="248"/>
                  </a:lnTo>
                  <a:lnTo>
                    <a:pt x="140" y="246"/>
                  </a:lnTo>
                  <a:lnTo>
                    <a:pt x="140" y="246"/>
                  </a:lnTo>
                  <a:lnTo>
                    <a:pt x="140" y="246"/>
                  </a:lnTo>
                  <a:lnTo>
                    <a:pt x="138" y="243"/>
                  </a:lnTo>
                  <a:lnTo>
                    <a:pt x="138" y="241"/>
                  </a:lnTo>
                  <a:lnTo>
                    <a:pt x="138" y="241"/>
                  </a:lnTo>
                  <a:lnTo>
                    <a:pt x="140" y="239"/>
                  </a:lnTo>
                  <a:lnTo>
                    <a:pt x="140" y="239"/>
                  </a:lnTo>
                  <a:lnTo>
                    <a:pt x="140" y="239"/>
                  </a:lnTo>
                  <a:lnTo>
                    <a:pt x="140" y="239"/>
                  </a:lnTo>
                  <a:lnTo>
                    <a:pt x="140" y="239"/>
                  </a:lnTo>
                  <a:lnTo>
                    <a:pt x="140" y="236"/>
                  </a:lnTo>
                  <a:lnTo>
                    <a:pt x="140" y="236"/>
                  </a:lnTo>
                  <a:lnTo>
                    <a:pt x="140" y="236"/>
                  </a:lnTo>
                  <a:lnTo>
                    <a:pt x="138" y="236"/>
                  </a:lnTo>
                  <a:lnTo>
                    <a:pt x="138" y="236"/>
                  </a:lnTo>
                  <a:lnTo>
                    <a:pt x="138" y="236"/>
                  </a:lnTo>
                  <a:lnTo>
                    <a:pt x="138" y="236"/>
                  </a:lnTo>
                  <a:lnTo>
                    <a:pt x="140" y="236"/>
                  </a:lnTo>
                  <a:lnTo>
                    <a:pt x="140" y="236"/>
                  </a:lnTo>
                  <a:lnTo>
                    <a:pt x="140" y="234"/>
                  </a:lnTo>
                  <a:lnTo>
                    <a:pt x="140" y="232"/>
                  </a:lnTo>
                  <a:lnTo>
                    <a:pt x="142" y="229"/>
                  </a:lnTo>
                  <a:lnTo>
                    <a:pt x="142" y="229"/>
                  </a:lnTo>
                  <a:lnTo>
                    <a:pt x="142" y="227"/>
                  </a:lnTo>
                  <a:lnTo>
                    <a:pt x="142" y="227"/>
                  </a:lnTo>
                  <a:lnTo>
                    <a:pt x="145" y="227"/>
                  </a:lnTo>
                  <a:lnTo>
                    <a:pt x="145" y="224"/>
                  </a:lnTo>
                  <a:lnTo>
                    <a:pt x="145" y="224"/>
                  </a:lnTo>
                  <a:lnTo>
                    <a:pt x="142" y="222"/>
                  </a:lnTo>
                  <a:lnTo>
                    <a:pt x="142" y="222"/>
                  </a:lnTo>
                  <a:lnTo>
                    <a:pt x="142" y="222"/>
                  </a:lnTo>
                  <a:lnTo>
                    <a:pt x="142" y="222"/>
                  </a:lnTo>
                  <a:lnTo>
                    <a:pt x="147" y="222"/>
                  </a:lnTo>
                  <a:lnTo>
                    <a:pt x="147" y="222"/>
                  </a:lnTo>
                  <a:lnTo>
                    <a:pt x="150" y="222"/>
                  </a:lnTo>
                  <a:lnTo>
                    <a:pt x="154" y="222"/>
                  </a:lnTo>
                  <a:lnTo>
                    <a:pt x="164" y="222"/>
                  </a:lnTo>
                  <a:lnTo>
                    <a:pt x="178" y="222"/>
                  </a:lnTo>
                  <a:lnTo>
                    <a:pt x="190" y="222"/>
                  </a:lnTo>
                  <a:lnTo>
                    <a:pt x="202" y="222"/>
                  </a:lnTo>
                  <a:lnTo>
                    <a:pt x="209" y="222"/>
                  </a:lnTo>
                  <a:lnTo>
                    <a:pt x="211" y="222"/>
                  </a:lnTo>
                  <a:lnTo>
                    <a:pt x="211" y="220"/>
                  </a:lnTo>
                  <a:lnTo>
                    <a:pt x="211" y="220"/>
                  </a:lnTo>
                  <a:lnTo>
                    <a:pt x="218" y="220"/>
                  </a:lnTo>
                  <a:lnTo>
                    <a:pt x="218" y="220"/>
                  </a:lnTo>
                  <a:lnTo>
                    <a:pt x="220" y="220"/>
                  </a:lnTo>
                  <a:lnTo>
                    <a:pt x="220" y="222"/>
                  </a:lnTo>
                  <a:lnTo>
                    <a:pt x="223" y="222"/>
                  </a:lnTo>
                  <a:lnTo>
                    <a:pt x="230" y="222"/>
                  </a:lnTo>
                  <a:lnTo>
                    <a:pt x="235" y="222"/>
                  </a:lnTo>
                  <a:lnTo>
                    <a:pt x="237" y="222"/>
                  </a:lnTo>
                  <a:lnTo>
                    <a:pt x="237" y="220"/>
                  </a:lnTo>
                  <a:lnTo>
                    <a:pt x="244" y="222"/>
                  </a:lnTo>
                  <a:lnTo>
                    <a:pt x="247" y="222"/>
                  </a:lnTo>
                  <a:lnTo>
                    <a:pt x="247" y="222"/>
                  </a:lnTo>
                  <a:lnTo>
                    <a:pt x="247" y="222"/>
                  </a:lnTo>
                  <a:lnTo>
                    <a:pt x="247" y="222"/>
                  </a:lnTo>
                  <a:lnTo>
                    <a:pt x="247" y="222"/>
                  </a:lnTo>
                  <a:lnTo>
                    <a:pt x="247" y="222"/>
                  </a:lnTo>
                  <a:lnTo>
                    <a:pt x="249" y="222"/>
                  </a:lnTo>
                  <a:lnTo>
                    <a:pt x="249" y="222"/>
                  </a:lnTo>
                  <a:lnTo>
                    <a:pt x="249" y="222"/>
                  </a:lnTo>
                  <a:lnTo>
                    <a:pt x="251" y="222"/>
                  </a:lnTo>
                  <a:lnTo>
                    <a:pt x="251" y="222"/>
                  </a:lnTo>
                  <a:lnTo>
                    <a:pt x="251" y="222"/>
                  </a:lnTo>
                  <a:lnTo>
                    <a:pt x="251" y="222"/>
                  </a:lnTo>
                  <a:lnTo>
                    <a:pt x="251" y="222"/>
                  </a:lnTo>
                  <a:lnTo>
                    <a:pt x="258" y="222"/>
                  </a:lnTo>
                  <a:lnTo>
                    <a:pt x="258" y="222"/>
                  </a:lnTo>
                  <a:lnTo>
                    <a:pt x="258" y="222"/>
                  </a:lnTo>
                  <a:lnTo>
                    <a:pt x="258" y="222"/>
                  </a:lnTo>
                  <a:lnTo>
                    <a:pt x="258" y="222"/>
                  </a:lnTo>
                  <a:lnTo>
                    <a:pt x="258" y="222"/>
                  </a:lnTo>
                  <a:lnTo>
                    <a:pt x="258" y="222"/>
                  </a:lnTo>
                  <a:lnTo>
                    <a:pt x="258" y="222"/>
                  </a:lnTo>
                  <a:lnTo>
                    <a:pt x="258" y="224"/>
                  </a:lnTo>
                  <a:lnTo>
                    <a:pt x="258" y="224"/>
                  </a:lnTo>
                  <a:lnTo>
                    <a:pt x="261" y="227"/>
                  </a:lnTo>
                  <a:lnTo>
                    <a:pt x="263" y="227"/>
                  </a:lnTo>
                  <a:lnTo>
                    <a:pt x="263" y="224"/>
                  </a:lnTo>
                  <a:lnTo>
                    <a:pt x="263" y="224"/>
                  </a:lnTo>
                  <a:lnTo>
                    <a:pt x="263" y="222"/>
                  </a:lnTo>
                  <a:lnTo>
                    <a:pt x="263" y="222"/>
                  </a:lnTo>
                  <a:lnTo>
                    <a:pt x="265" y="222"/>
                  </a:lnTo>
                  <a:lnTo>
                    <a:pt x="268" y="222"/>
                  </a:lnTo>
                  <a:lnTo>
                    <a:pt x="268" y="222"/>
                  </a:lnTo>
                  <a:lnTo>
                    <a:pt x="268" y="222"/>
                  </a:lnTo>
                  <a:lnTo>
                    <a:pt x="268" y="222"/>
                  </a:lnTo>
                  <a:lnTo>
                    <a:pt x="268" y="222"/>
                  </a:lnTo>
                  <a:lnTo>
                    <a:pt x="268" y="222"/>
                  </a:lnTo>
                  <a:lnTo>
                    <a:pt x="268" y="222"/>
                  </a:lnTo>
                  <a:lnTo>
                    <a:pt x="270" y="220"/>
                  </a:lnTo>
                  <a:lnTo>
                    <a:pt x="270" y="220"/>
                  </a:lnTo>
                  <a:lnTo>
                    <a:pt x="270" y="220"/>
                  </a:lnTo>
                  <a:lnTo>
                    <a:pt x="270" y="217"/>
                  </a:lnTo>
                  <a:lnTo>
                    <a:pt x="270" y="217"/>
                  </a:lnTo>
                  <a:lnTo>
                    <a:pt x="273" y="215"/>
                  </a:lnTo>
                  <a:lnTo>
                    <a:pt x="273" y="215"/>
                  </a:lnTo>
                  <a:lnTo>
                    <a:pt x="275" y="217"/>
                  </a:lnTo>
                  <a:lnTo>
                    <a:pt x="275" y="217"/>
                  </a:lnTo>
                  <a:lnTo>
                    <a:pt x="277" y="215"/>
                  </a:lnTo>
                  <a:lnTo>
                    <a:pt x="280" y="215"/>
                  </a:lnTo>
                  <a:lnTo>
                    <a:pt x="280" y="215"/>
                  </a:lnTo>
                  <a:lnTo>
                    <a:pt x="280" y="215"/>
                  </a:lnTo>
                  <a:lnTo>
                    <a:pt x="280" y="213"/>
                  </a:lnTo>
                  <a:lnTo>
                    <a:pt x="280" y="213"/>
                  </a:lnTo>
                  <a:lnTo>
                    <a:pt x="287" y="215"/>
                  </a:lnTo>
                  <a:lnTo>
                    <a:pt x="289" y="215"/>
                  </a:lnTo>
                  <a:lnTo>
                    <a:pt x="291" y="215"/>
                  </a:lnTo>
                  <a:lnTo>
                    <a:pt x="299" y="217"/>
                  </a:lnTo>
                  <a:lnTo>
                    <a:pt x="310" y="220"/>
                  </a:lnTo>
                  <a:lnTo>
                    <a:pt x="315" y="220"/>
                  </a:lnTo>
                  <a:lnTo>
                    <a:pt x="320" y="222"/>
                  </a:lnTo>
                  <a:lnTo>
                    <a:pt x="322" y="222"/>
                  </a:lnTo>
                  <a:lnTo>
                    <a:pt x="322" y="222"/>
                  </a:lnTo>
                  <a:lnTo>
                    <a:pt x="322" y="222"/>
                  </a:lnTo>
                  <a:lnTo>
                    <a:pt x="322" y="222"/>
                  </a:lnTo>
                  <a:lnTo>
                    <a:pt x="322" y="222"/>
                  </a:lnTo>
                  <a:lnTo>
                    <a:pt x="320" y="222"/>
                  </a:lnTo>
                  <a:lnTo>
                    <a:pt x="320" y="222"/>
                  </a:lnTo>
                  <a:lnTo>
                    <a:pt x="322" y="222"/>
                  </a:lnTo>
                  <a:lnTo>
                    <a:pt x="320" y="224"/>
                  </a:lnTo>
                  <a:lnTo>
                    <a:pt x="327" y="222"/>
                  </a:lnTo>
                  <a:lnTo>
                    <a:pt x="332" y="222"/>
                  </a:lnTo>
                  <a:lnTo>
                    <a:pt x="336" y="222"/>
                  </a:lnTo>
                  <a:lnTo>
                    <a:pt x="344" y="222"/>
                  </a:lnTo>
                  <a:lnTo>
                    <a:pt x="346" y="222"/>
                  </a:lnTo>
                  <a:lnTo>
                    <a:pt x="346" y="222"/>
                  </a:lnTo>
                  <a:lnTo>
                    <a:pt x="346" y="222"/>
                  </a:lnTo>
                  <a:lnTo>
                    <a:pt x="346" y="222"/>
                  </a:lnTo>
                  <a:lnTo>
                    <a:pt x="346" y="222"/>
                  </a:lnTo>
                  <a:lnTo>
                    <a:pt x="346" y="222"/>
                  </a:lnTo>
                  <a:lnTo>
                    <a:pt x="346" y="222"/>
                  </a:lnTo>
                  <a:lnTo>
                    <a:pt x="346" y="220"/>
                  </a:lnTo>
                  <a:lnTo>
                    <a:pt x="346" y="220"/>
                  </a:lnTo>
                  <a:lnTo>
                    <a:pt x="346" y="220"/>
                  </a:lnTo>
                  <a:lnTo>
                    <a:pt x="346" y="220"/>
                  </a:lnTo>
                  <a:lnTo>
                    <a:pt x="346" y="220"/>
                  </a:lnTo>
                  <a:lnTo>
                    <a:pt x="346" y="217"/>
                  </a:lnTo>
                  <a:lnTo>
                    <a:pt x="346" y="217"/>
                  </a:lnTo>
                  <a:lnTo>
                    <a:pt x="348" y="217"/>
                  </a:lnTo>
                  <a:lnTo>
                    <a:pt x="348" y="217"/>
                  </a:lnTo>
                  <a:lnTo>
                    <a:pt x="348" y="217"/>
                  </a:lnTo>
                  <a:lnTo>
                    <a:pt x="348" y="217"/>
                  </a:lnTo>
                  <a:lnTo>
                    <a:pt x="348" y="217"/>
                  </a:lnTo>
                  <a:lnTo>
                    <a:pt x="351" y="217"/>
                  </a:lnTo>
                  <a:lnTo>
                    <a:pt x="351" y="217"/>
                  </a:lnTo>
                  <a:lnTo>
                    <a:pt x="351" y="217"/>
                  </a:lnTo>
                  <a:lnTo>
                    <a:pt x="351" y="220"/>
                  </a:lnTo>
                  <a:lnTo>
                    <a:pt x="351" y="220"/>
                  </a:lnTo>
                  <a:lnTo>
                    <a:pt x="351" y="220"/>
                  </a:lnTo>
                  <a:lnTo>
                    <a:pt x="351" y="217"/>
                  </a:lnTo>
                  <a:lnTo>
                    <a:pt x="351" y="217"/>
                  </a:lnTo>
                  <a:lnTo>
                    <a:pt x="353" y="220"/>
                  </a:lnTo>
                  <a:lnTo>
                    <a:pt x="353" y="220"/>
                  </a:lnTo>
                  <a:lnTo>
                    <a:pt x="353" y="220"/>
                  </a:lnTo>
                  <a:lnTo>
                    <a:pt x="353" y="220"/>
                  </a:lnTo>
                  <a:lnTo>
                    <a:pt x="355" y="220"/>
                  </a:lnTo>
                  <a:lnTo>
                    <a:pt x="355" y="220"/>
                  </a:lnTo>
                  <a:lnTo>
                    <a:pt x="355" y="220"/>
                  </a:lnTo>
                  <a:lnTo>
                    <a:pt x="353" y="217"/>
                  </a:lnTo>
                  <a:lnTo>
                    <a:pt x="353" y="217"/>
                  </a:lnTo>
                  <a:lnTo>
                    <a:pt x="353" y="217"/>
                  </a:lnTo>
                  <a:lnTo>
                    <a:pt x="353" y="217"/>
                  </a:lnTo>
                  <a:lnTo>
                    <a:pt x="353" y="215"/>
                  </a:lnTo>
                  <a:lnTo>
                    <a:pt x="353" y="215"/>
                  </a:lnTo>
                  <a:lnTo>
                    <a:pt x="353" y="215"/>
                  </a:lnTo>
                  <a:lnTo>
                    <a:pt x="353" y="215"/>
                  </a:lnTo>
                  <a:lnTo>
                    <a:pt x="353" y="215"/>
                  </a:lnTo>
                  <a:lnTo>
                    <a:pt x="353" y="215"/>
                  </a:lnTo>
                  <a:lnTo>
                    <a:pt x="353" y="215"/>
                  </a:lnTo>
                  <a:lnTo>
                    <a:pt x="353" y="215"/>
                  </a:lnTo>
                  <a:lnTo>
                    <a:pt x="353" y="215"/>
                  </a:lnTo>
                  <a:lnTo>
                    <a:pt x="351" y="215"/>
                  </a:lnTo>
                  <a:lnTo>
                    <a:pt x="351" y="213"/>
                  </a:lnTo>
                  <a:lnTo>
                    <a:pt x="353" y="213"/>
                  </a:lnTo>
                  <a:lnTo>
                    <a:pt x="353" y="213"/>
                  </a:lnTo>
                  <a:lnTo>
                    <a:pt x="353" y="213"/>
                  </a:lnTo>
                  <a:lnTo>
                    <a:pt x="355" y="213"/>
                  </a:lnTo>
                  <a:lnTo>
                    <a:pt x="355" y="213"/>
                  </a:lnTo>
                  <a:lnTo>
                    <a:pt x="355" y="213"/>
                  </a:lnTo>
                  <a:lnTo>
                    <a:pt x="355" y="213"/>
                  </a:lnTo>
                  <a:lnTo>
                    <a:pt x="358" y="213"/>
                  </a:lnTo>
                  <a:lnTo>
                    <a:pt x="358" y="213"/>
                  </a:lnTo>
                  <a:lnTo>
                    <a:pt x="355" y="210"/>
                  </a:lnTo>
                  <a:lnTo>
                    <a:pt x="355" y="208"/>
                  </a:lnTo>
                  <a:lnTo>
                    <a:pt x="355" y="208"/>
                  </a:lnTo>
                  <a:lnTo>
                    <a:pt x="355" y="208"/>
                  </a:lnTo>
                  <a:lnTo>
                    <a:pt x="358" y="206"/>
                  </a:lnTo>
                  <a:lnTo>
                    <a:pt x="358" y="206"/>
                  </a:lnTo>
                  <a:lnTo>
                    <a:pt x="358" y="208"/>
                  </a:lnTo>
                  <a:lnTo>
                    <a:pt x="358" y="208"/>
                  </a:lnTo>
                  <a:lnTo>
                    <a:pt x="358" y="208"/>
                  </a:lnTo>
                  <a:lnTo>
                    <a:pt x="358" y="208"/>
                  </a:lnTo>
                  <a:lnTo>
                    <a:pt x="358" y="208"/>
                  </a:lnTo>
                  <a:lnTo>
                    <a:pt x="360" y="208"/>
                  </a:lnTo>
                  <a:lnTo>
                    <a:pt x="360" y="208"/>
                  </a:lnTo>
                  <a:lnTo>
                    <a:pt x="360" y="208"/>
                  </a:lnTo>
                  <a:lnTo>
                    <a:pt x="362" y="208"/>
                  </a:lnTo>
                  <a:lnTo>
                    <a:pt x="362" y="208"/>
                  </a:lnTo>
                  <a:lnTo>
                    <a:pt x="362" y="206"/>
                  </a:lnTo>
                  <a:lnTo>
                    <a:pt x="362" y="206"/>
                  </a:lnTo>
                  <a:lnTo>
                    <a:pt x="362" y="206"/>
                  </a:lnTo>
                  <a:lnTo>
                    <a:pt x="362" y="206"/>
                  </a:lnTo>
                  <a:lnTo>
                    <a:pt x="362" y="203"/>
                  </a:lnTo>
                  <a:lnTo>
                    <a:pt x="362" y="206"/>
                  </a:lnTo>
                  <a:lnTo>
                    <a:pt x="365" y="206"/>
                  </a:lnTo>
                  <a:lnTo>
                    <a:pt x="365" y="206"/>
                  </a:lnTo>
                  <a:lnTo>
                    <a:pt x="365" y="206"/>
                  </a:lnTo>
                  <a:lnTo>
                    <a:pt x="365" y="206"/>
                  </a:lnTo>
                  <a:lnTo>
                    <a:pt x="365" y="206"/>
                  </a:lnTo>
                  <a:lnTo>
                    <a:pt x="367" y="206"/>
                  </a:lnTo>
                  <a:lnTo>
                    <a:pt x="367" y="206"/>
                  </a:lnTo>
                  <a:lnTo>
                    <a:pt x="367" y="203"/>
                  </a:lnTo>
                  <a:lnTo>
                    <a:pt x="367" y="203"/>
                  </a:lnTo>
                  <a:lnTo>
                    <a:pt x="367" y="203"/>
                  </a:lnTo>
                  <a:lnTo>
                    <a:pt x="367" y="201"/>
                  </a:lnTo>
                  <a:lnTo>
                    <a:pt x="367" y="201"/>
                  </a:lnTo>
                  <a:lnTo>
                    <a:pt x="370" y="201"/>
                  </a:lnTo>
                  <a:lnTo>
                    <a:pt x="370" y="201"/>
                  </a:lnTo>
                  <a:lnTo>
                    <a:pt x="370" y="198"/>
                  </a:lnTo>
                  <a:lnTo>
                    <a:pt x="370" y="198"/>
                  </a:lnTo>
                  <a:lnTo>
                    <a:pt x="370" y="198"/>
                  </a:lnTo>
                  <a:lnTo>
                    <a:pt x="370" y="196"/>
                  </a:lnTo>
                  <a:lnTo>
                    <a:pt x="372" y="196"/>
                  </a:lnTo>
                  <a:lnTo>
                    <a:pt x="372" y="196"/>
                  </a:lnTo>
                  <a:lnTo>
                    <a:pt x="372" y="196"/>
                  </a:lnTo>
                  <a:lnTo>
                    <a:pt x="372" y="196"/>
                  </a:lnTo>
                  <a:lnTo>
                    <a:pt x="372" y="196"/>
                  </a:lnTo>
                  <a:lnTo>
                    <a:pt x="374" y="196"/>
                  </a:lnTo>
                  <a:lnTo>
                    <a:pt x="379" y="196"/>
                  </a:lnTo>
                  <a:lnTo>
                    <a:pt x="379" y="196"/>
                  </a:lnTo>
                  <a:lnTo>
                    <a:pt x="379" y="198"/>
                  </a:lnTo>
                  <a:lnTo>
                    <a:pt x="379" y="198"/>
                  </a:lnTo>
                  <a:lnTo>
                    <a:pt x="379" y="198"/>
                  </a:lnTo>
                  <a:lnTo>
                    <a:pt x="381" y="201"/>
                  </a:lnTo>
                  <a:lnTo>
                    <a:pt x="381" y="201"/>
                  </a:lnTo>
                  <a:lnTo>
                    <a:pt x="381" y="198"/>
                  </a:lnTo>
                  <a:lnTo>
                    <a:pt x="386" y="198"/>
                  </a:lnTo>
                  <a:lnTo>
                    <a:pt x="386" y="198"/>
                  </a:lnTo>
                  <a:lnTo>
                    <a:pt x="386" y="198"/>
                  </a:lnTo>
                  <a:lnTo>
                    <a:pt x="388" y="198"/>
                  </a:lnTo>
                  <a:lnTo>
                    <a:pt x="391" y="198"/>
                  </a:lnTo>
                  <a:lnTo>
                    <a:pt x="393" y="198"/>
                  </a:lnTo>
                  <a:lnTo>
                    <a:pt x="393" y="198"/>
                  </a:lnTo>
                  <a:lnTo>
                    <a:pt x="393" y="198"/>
                  </a:lnTo>
                  <a:lnTo>
                    <a:pt x="396" y="196"/>
                  </a:lnTo>
                  <a:lnTo>
                    <a:pt x="396" y="198"/>
                  </a:lnTo>
                  <a:lnTo>
                    <a:pt x="398" y="198"/>
                  </a:lnTo>
                  <a:lnTo>
                    <a:pt x="398" y="198"/>
                  </a:lnTo>
                  <a:lnTo>
                    <a:pt x="400" y="198"/>
                  </a:lnTo>
                  <a:lnTo>
                    <a:pt x="403" y="198"/>
                  </a:lnTo>
                  <a:lnTo>
                    <a:pt x="403" y="198"/>
                  </a:lnTo>
                  <a:lnTo>
                    <a:pt x="410" y="191"/>
                  </a:lnTo>
                  <a:lnTo>
                    <a:pt x="415" y="187"/>
                  </a:lnTo>
                  <a:lnTo>
                    <a:pt x="417" y="187"/>
                  </a:lnTo>
                  <a:lnTo>
                    <a:pt x="417" y="184"/>
                  </a:lnTo>
                  <a:lnTo>
                    <a:pt x="417" y="184"/>
                  </a:lnTo>
                  <a:lnTo>
                    <a:pt x="417" y="184"/>
                  </a:lnTo>
                  <a:lnTo>
                    <a:pt x="417" y="184"/>
                  </a:lnTo>
                  <a:lnTo>
                    <a:pt x="417" y="182"/>
                  </a:lnTo>
                  <a:lnTo>
                    <a:pt x="419" y="179"/>
                  </a:lnTo>
                  <a:lnTo>
                    <a:pt x="422" y="177"/>
                  </a:lnTo>
                  <a:lnTo>
                    <a:pt x="422" y="172"/>
                  </a:lnTo>
                  <a:lnTo>
                    <a:pt x="419" y="170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63">
              <a:extLst>
                <a:ext uri="{FF2B5EF4-FFF2-40B4-BE49-F238E27FC236}">
                  <a16:creationId xmlns:a16="http://schemas.microsoft.com/office/drawing/2014/main" id="{591A6FB7-8C1E-D4F8-F240-76380EA4E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8483138" y="4554153"/>
              <a:ext cx="639284" cy="668575"/>
            </a:xfrm>
            <a:custGeom>
              <a:avLst/>
              <a:gdLst>
                <a:gd name="T0" fmla="*/ 485 w 502"/>
                <a:gd name="T1" fmla="*/ 229 h 525"/>
                <a:gd name="T2" fmla="*/ 457 w 502"/>
                <a:gd name="T3" fmla="*/ 218 h 525"/>
                <a:gd name="T4" fmla="*/ 429 w 502"/>
                <a:gd name="T5" fmla="*/ 213 h 525"/>
                <a:gd name="T6" fmla="*/ 424 w 502"/>
                <a:gd name="T7" fmla="*/ 203 h 525"/>
                <a:gd name="T8" fmla="*/ 412 w 502"/>
                <a:gd name="T9" fmla="*/ 182 h 525"/>
                <a:gd name="T10" fmla="*/ 414 w 502"/>
                <a:gd name="T11" fmla="*/ 154 h 525"/>
                <a:gd name="T12" fmla="*/ 386 w 502"/>
                <a:gd name="T13" fmla="*/ 130 h 525"/>
                <a:gd name="T14" fmla="*/ 365 w 502"/>
                <a:gd name="T15" fmla="*/ 121 h 525"/>
                <a:gd name="T16" fmla="*/ 351 w 502"/>
                <a:gd name="T17" fmla="*/ 111 h 525"/>
                <a:gd name="T18" fmla="*/ 339 w 502"/>
                <a:gd name="T19" fmla="*/ 102 h 525"/>
                <a:gd name="T20" fmla="*/ 320 w 502"/>
                <a:gd name="T21" fmla="*/ 69 h 525"/>
                <a:gd name="T22" fmla="*/ 296 w 502"/>
                <a:gd name="T23" fmla="*/ 33 h 525"/>
                <a:gd name="T24" fmla="*/ 280 w 502"/>
                <a:gd name="T25" fmla="*/ 0 h 525"/>
                <a:gd name="T26" fmla="*/ 265 w 502"/>
                <a:gd name="T27" fmla="*/ 0 h 525"/>
                <a:gd name="T28" fmla="*/ 253 w 502"/>
                <a:gd name="T29" fmla="*/ 7 h 525"/>
                <a:gd name="T30" fmla="*/ 239 w 502"/>
                <a:gd name="T31" fmla="*/ 12 h 525"/>
                <a:gd name="T32" fmla="*/ 225 w 502"/>
                <a:gd name="T33" fmla="*/ 14 h 525"/>
                <a:gd name="T34" fmla="*/ 211 w 502"/>
                <a:gd name="T35" fmla="*/ 24 h 525"/>
                <a:gd name="T36" fmla="*/ 194 w 502"/>
                <a:gd name="T37" fmla="*/ 38 h 525"/>
                <a:gd name="T38" fmla="*/ 187 w 502"/>
                <a:gd name="T39" fmla="*/ 24 h 525"/>
                <a:gd name="T40" fmla="*/ 180 w 502"/>
                <a:gd name="T41" fmla="*/ 16 h 525"/>
                <a:gd name="T42" fmla="*/ 156 w 502"/>
                <a:gd name="T43" fmla="*/ 14 h 525"/>
                <a:gd name="T44" fmla="*/ 88 w 502"/>
                <a:gd name="T45" fmla="*/ 28 h 525"/>
                <a:gd name="T46" fmla="*/ 57 w 502"/>
                <a:gd name="T47" fmla="*/ 31 h 525"/>
                <a:gd name="T48" fmla="*/ 55 w 502"/>
                <a:gd name="T49" fmla="*/ 144 h 525"/>
                <a:gd name="T50" fmla="*/ 55 w 502"/>
                <a:gd name="T51" fmla="*/ 208 h 525"/>
                <a:gd name="T52" fmla="*/ 0 w 502"/>
                <a:gd name="T53" fmla="*/ 270 h 525"/>
                <a:gd name="T54" fmla="*/ 0 w 502"/>
                <a:gd name="T55" fmla="*/ 397 h 525"/>
                <a:gd name="T56" fmla="*/ 24 w 502"/>
                <a:gd name="T57" fmla="*/ 421 h 525"/>
                <a:gd name="T58" fmla="*/ 29 w 502"/>
                <a:gd name="T59" fmla="*/ 431 h 525"/>
                <a:gd name="T60" fmla="*/ 36 w 502"/>
                <a:gd name="T61" fmla="*/ 440 h 525"/>
                <a:gd name="T62" fmla="*/ 38 w 502"/>
                <a:gd name="T63" fmla="*/ 450 h 525"/>
                <a:gd name="T64" fmla="*/ 43 w 502"/>
                <a:gd name="T65" fmla="*/ 461 h 525"/>
                <a:gd name="T66" fmla="*/ 33 w 502"/>
                <a:gd name="T67" fmla="*/ 502 h 525"/>
                <a:gd name="T68" fmla="*/ 38 w 502"/>
                <a:gd name="T69" fmla="*/ 523 h 525"/>
                <a:gd name="T70" fmla="*/ 69 w 502"/>
                <a:gd name="T71" fmla="*/ 521 h 525"/>
                <a:gd name="T72" fmla="*/ 95 w 502"/>
                <a:gd name="T73" fmla="*/ 513 h 525"/>
                <a:gd name="T74" fmla="*/ 123 w 502"/>
                <a:gd name="T75" fmla="*/ 492 h 525"/>
                <a:gd name="T76" fmla="*/ 145 w 502"/>
                <a:gd name="T77" fmla="*/ 476 h 525"/>
                <a:gd name="T78" fmla="*/ 149 w 502"/>
                <a:gd name="T79" fmla="*/ 461 h 525"/>
                <a:gd name="T80" fmla="*/ 152 w 502"/>
                <a:gd name="T81" fmla="*/ 450 h 525"/>
                <a:gd name="T82" fmla="*/ 156 w 502"/>
                <a:gd name="T83" fmla="*/ 435 h 525"/>
                <a:gd name="T84" fmla="*/ 166 w 502"/>
                <a:gd name="T85" fmla="*/ 431 h 525"/>
                <a:gd name="T86" fmla="*/ 190 w 502"/>
                <a:gd name="T87" fmla="*/ 433 h 525"/>
                <a:gd name="T88" fmla="*/ 211 w 502"/>
                <a:gd name="T89" fmla="*/ 450 h 525"/>
                <a:gd name="T90" fmla="*/ 237 w 502"/>
                <a:gd name="T91" fmla="*/ 457 h 525"/>
                <a:gd name="T92" fmla="*/ 272 w 502"/>
                <a:gd name="T93" fmla="*/ 457 h 525"/>
                <a:gd name="T94" fmla="*/ 315 w 502"/>
                <a:gd name="T95" fmla="*/ 407 h 525"/>
                <a:gd name="T96" fmla="*/ 341 w 502"/>
                <a:gd name="T97" fmla="*/ 390 h 525"/>
                <a:gd name="T98" fmla="*/ 367 w 502"/>
                <a:gd name="T99" fmla="*/ 369 h 525"/>
                <a:gd name="T100" fmla="*/ 377 w 502"/>
                <a:gd name="T101" fmla="*/ 334 h 525"/>
                <a:gd name="T102" fmla="*/ 381 w 502"/>
                <a:gd name="T103" fmla="*/ 329 h 525"/>
                <a:gd name="T104" fmla="*/ 386 w 502"/>
                <a:gd name="T105" fmla="*/ 326 h 525"/>
                <a:gd name="T106" fmla="*/ 398 w 502"/>
                <a:gd name="T107" fmla="*/ 319 h 525"/>
                <a:gd name="T108" fmla="*/ 405 w 502"/>
                <a:gd name="T109" fmla="*/ 312 h 525"/>
                <a:gd name="T110" fmla="*/ 414 w 502"/>
                <a:gd name="T111" fmla="*/ 310 h 525"/>
                <a:gd name="T112" fmla="*/ 417 w 502"/>
                <a:gd name="T113" fmla="*/ 303 h 525"/>
                <a:gd name="T114" fmla="*/ 431 w 502"/>
                <a:gd name="T115" fmla="*/ 291 h 525"/>
                <a:gd name="T116" fmla="*/ 438 w 502"/>
                <a:gd name="T117" fmla="*/ 282 h 525"/>
                <a:gd name="T118" fmla="*/ 455 w 502"/>
                <a:gd name="T119" fmla="*/ 272 h 525"/>
                <a:gd name="T120" fmla="*/ 476 w 502"/>
                <a:gd name="T121" fmla="*/ 265 h 525"/>
                <a:gd name="T122" fmla="*/ 492 w 502"/>
                <a:gd name="T123" fmla="*/ 251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02" h="525">
                  <a:moveTo>
                    <a:pt x="497" y="246"/>
                  </a:moveTo>
                  <a:lnTo>
                    <a:pt x="497" y="246"/>
                  </a:lnTo>
                  <a:lnTo>
                    <a:pt x="497" y="244"/>
                  </a:lnTo>
                  <a:lnTo>
                    <a:pt x="497" y="244"/>
                  </a:lnTo>
                  <a:lnTo>
                    <a:pt x="495" y="244"/>
                  </a:lnTo>
                  <a:lnTo>
                    <a:pt x="495" y="244"/>
                  </a:lnTo>
                  <a:lnTo>
                    <a:pt x="490" y="244"/>
                  </a:lnTo>
                  <a:lnTo>
                    <a:pt x="488" y="241"/>
                  </a:lnTo>
                  <a:lnTo>
                    <a:pt x="485" y="241"/>
                  </a:lnTo>
                  <a:lnTo>
                    <a:pt x="485" y="239"/>
                  </a:lnTo>
                  <a:lnTo>
                    <a:pt x="483" y="237"/>
                  </a:lnTo>
                  <a:lnTo>
                    <a:pt x="483" y="234"/>
                  </a:lnTo>
                  <a:lnTo>
                    <a:pt x="483" y="232"/>
                  </a:lnTo>
                  <a:lnTo>
                    <a:pt x="483" y="232"/>
                  </a:lnTo>
                  <a:lnTo>
                    <a:pt x="485" y="229"/>
                  </a:lnTo>
                  <a:lnTo>
                    <a:pt x="485" y="229"/>
                  </a:lnTo>
                  <a:lnTo>
                    <a:pt x="485" y="227"/>
                  </a:lnTo>
                  <a:lnTo>
                    <a:pt x="485" y="227"/>
                  </a:lnTo>
                  <a:lnTo>
                    <a:pt x="483" y="227"/>
                  </a:lnTo>
                  <a:lnTo>
                    <a:pt x="481" y="225"/>
                  </a:lnTo>
                  <a:lnTo>
                    <a:pt x="481" y="225"/>
                  </a:lnTo>
                  <a:lnTo>
                    <a:pt x="476" y="225"/>
                  </a:lnTo>
                  <a:lnTo>
                    <a:pt x="476" y="225"/>
                  </a:lnTo>
                  <a:lnTo>
                    <a:pt x="466" y="220"/>
                  </a:lnTo>
                  <a:lnTo>
                    <a:pt x="464" y="220"/>
                  </a:lnTo>
                  <a:lnTo>
                    <a:pt x="462" y="218"/>
                  </a:lnTo>
                  <a:lnTo>
                    <a:pt x="462" y="218"/>
                  </a:lnTo>
                  <a:lnTo>
                    <a:pt x="459" y="218"/>
                  </a:lnTo>
                  <a:lnTo>
                    <a:pt x="459" y="218"/>
                  </a:lnTo>
                  <a:lnTo>
                    <a:pt x="457" y="218"/>
                  </a:lnTo>
                  <a:lnTo>
                    <a:pt x="457" y="218"/>
                  </a:lnTo>
                  <a:lnTo>
                    <a:pt x="455" y="218"/>
                  </a:lnTo>
                  <a:lnTo>
                    <a:pt x="455" y="220"/>
                  </a:lnTo>
                  <a:lnTo>
                    <a:pt x="455" y="220"/>
                  </a:lnTo>
                  <a:lnTo>
                    <a:pt x="452" y="218"/>
                  </a:lnTo>
                  <a:lnTo>
                    <a:pt x="448" y="218"/>
                  </a:lnTo>
                  <a:lnTo>
                    <a:pt x="445" y="215"/>
                  </a:lnTo>
                  <a:lnTo>
                    <a:pt x="445" y="215"/>
                  </a:lnTo>
                  <a:lnTo>
                    <a:pt x="438" y="215"/>
                  </a:lnTo>
                  <a:lnTo>
                    <a:pt x="433" y="215"/>
                  </a:lnTo>
                  <a:lnTo>
                    <a:pt x="431" y="215"/>
                  </a:lnTo>
                  <a:lnTo>
                    <a:pt x="431" y="213"/>
                  </a:lnTo>
                  <a:lnTo>
                    <a:pt x="429" y="213"/>
                  </a:lnTo>
                  <a:lnTo>
                    <a:pt x="429" y="213"/>
                  </a:lnTo>
                  <a:lnTo>
                    <a:pt x="429" y="213"/>
                  </a:lnTo>
                  <a:lnTo>
                    <a:pt x="429" y="211"/>
                  </a:lnTo>
                  <a:lnTo>
                    <a:pt x="429" y="211"/>
                  </a:lnTo>
                  <a:lnTo>
                    <a:pt x="426" y="211"/>
                  </a:lnTo>
                  <a:lnTo>
                    <a:pt x="426" y="211"/>
                  </a:lnTo>
                  <a:lnTo>
                    <a:pt x="426" y="211"/>
                  </a:lnTo>
                  <a:lnTo>
                    <a:pt x="426" y="211"/>
                  </a:lnTo>
                  <a:lnTo>
                    <a:pt x="426" y="208"/>
                  </a:lnTo>
                  <a:lnTo>
                    <a:pt x="426" y="208"/>
                  </a:lnTo>
                  <a:lnTo>
                    <a:pt x="426" y="208"/>
                  </a:lnTo>
                  <a:lnTo>
                    <a:pt x="426" y="208"/>
                  </a:lnTo>
                  <a:lnTo>
                    <a:pt x="426" y="208"/>
                  </a:lnTo>
                  <a:lnTo>
                    <a:pt x="426" y="208"/>
                  </a:lnTo>
                  <a:lnTo>
                    <a:pt x="426" y="206"/>
                  </a:lnTo>
                  <a:lnTo>
                    <a:pt x="426" y="206"/>
                  </a:lnTo>
                  <a:lnTo>
                    <a:pt x="424" y="203"/>
                  </a:lnTo>
                  <a:lnTo>
                    <a:pt x="424" y="201"/>
                  </a:lnTo>
                  <a:lnTo>
                    <a:pt x="424" y="201"/>
                  </a:lnTo>
                  <a:lnTo>
                    <a:pt x="424" y="201"/>
                  </a:lnTo>
                  <a:lnTo>
                    <a:pt x="424" y="201"/>
                  </a:lnTo>
                  <a:lnTo>
                    <a:pt x="424" y="199"/>
                  </a:lnTo>
                  <a:lnTo>
                    <a:pt x="424" y="199"/>
                  </a:lnTo>
                  <a:lnTo>
                    <a:pt x="421" y="196"/>
                  </a:lnTo>
                  <a:lnTo>
                    <a:pt x="419" y="194"/>
                  </a:lnTo>
                  <a:lnTo>
                    <a:pt x="419" y="192"/>
                  </a:lnTo>
                  <a:lnTo>
                    <a:pt x="414" y="189"/>
                  </a:lnTo>
                  <a:lnTo>
                    <a:pt x="414" y="189"/>
                  </a:lnTo>
                  <a:lnTo>
                    <a:pt x="412" y="187"/>
                  </a:lnTo>
                  <a:lnTo>
                    <a:pt x="412" y="184"/>
                  </a:lnTo>
                  <a:lnTo>
                    <a:pt x="412" y="184"/>
                  </a:lnTo>
                  <a:lnTo>
                    <a:pt x="412" y="182"/>
                  </a:lnTo>
                  <a:lnTo>
                    <a:pt x="412" y="180"/>
                  </a:lnTo>
                  <a:lnTo>
                    <a:pt x="412" y="177"/>
                  </a:lnTo>
                  <a:lnTo>
                    <a:pt x="412" y="177"/>
                  </a:lnTo>
                  <a:lnTo>
                    <a:pt x="412" y="175"/>
                  </a:lnTo>
                  <a:lnTo>
                    <a:pt x="412" y="175"/>
                  </a:lnTo>
                  <a:lnTo>
                    <a:pt x="412" y="173"/>
                  </a:lnTo>
                  <a:lnTo>
                    <a:pt x="412" y="173"/>
                  </a:lnTo>
                  <a:lnTo>
                    <a:pt x="412" y="173"/>
                  </a:lnTo>
                  <a:lnTo>
                    <a:pt x="412" y="173"/>
                  </a:lnTo>
                  <a:lnTo>
                    <a:pt x="414" y="168"/>
                  </a:lnTo>
                  <a:lnTo>
                    <a:pt x="414" y="166"/>
                  </a:lnTo>
                  <a:lnTo>
                    <a:pt x="412" y="161"/>
                  </a:lnTo>
                  <a:lnTo>
                    <a:pt x="412" y="158"/>
                  </a:lnTo>
                  <a:lnTo>
                    <a:pt x="412" y="156"/>
                  </a:lnTo>
                  <a:lnTo>
                    <a:pt x="414" y="154"/>
                  </a:lnTo>
                  <a:lnTo>
                    <a:pt x="412" y="154"/>
                  </a:lnTo>
                  <a:lnTo>
                    <a:pt x="412" y="154"/>
                  </a:lnTo>
                  <a:lnTo>
                    <a:pt x="412" y="151"/>
                  </a:lnTo>
                  <a:lnTo>
                    <a:pt x="410" y="151"/>
                  </a:lnTo>
                  <a:lnTo>
                    <a:pt x="407" y="151"/>
                  </a:lnTo>
                  <a:lnTo>
                    <a:pt x="405" y="151"/>
                  </a:lnTo>
                  <a:lnTo>
                    <a:pt x="400" y="151"/>
                  </a:lnTo>
                  <a:lnTo>
                    <a:pt x="393" y="151"/>
                  </a:lnTo>
                  <a:lnTo>
                    <a:pt x="393" y="151"/>
                  </a:lnTo>
                  <a:lnTo>
                    <a:pt x="391" y="154"/>
                  </a:lnTo>
                  <a:lnTo>
                    <a:pt x="391" y="144"/>
                  </a:lnTo>
                  <a:lnTo>
                    <a:pt x="391" y="137"/>
                  </a:lnTo>
                  <a:lnTo>
                    <a:pt x="386" y="130"/>
                  </a:lnTo>
                  <a:lnTo>
                    <a:pt x="386" y="130"/>
                  </a:lnTo>
                  <a:lnTo>
                    <a:pt x="386" y="130"/>
                  </a:lnTo>
                  <a:lnTo>
                    <a:pt x="384" y="128"/>
                  </a:lnTo>
                  <a:lnTo>
                    <a:pt x="384" y="128"/>
                  </a:lnTo>
                  <a:lnTo>
                    <a:pt x="384" y="128"/>
                  </a:lnTo>
                  <a:lnTo>
                    <a:pt x="381" y="128"/>
                  </a:lnTo>
                  <a:lnTo>
                    <a:pt x="381" y="128"/>
                  </a:lnTo>
                  <a:lnTo>
                    <a:pt x="381" y="128"/>
                  </a:lnTo>
                  <a:lnTo>
                    <a:pt x="381" y="128"/>
                  </a:lnTo>
                  <a:lnTo>
                    <a:pt x="379" y="128"/>
                  </a:lnTo>
                  <a:lnTo>
                    <a:pt x="379" y="125"/>
                  </a:lnTo>
                  <a:lnTo>
                    <a:pt x="377" y="125"/>
                  </a:lnTo>
                  <a:lnTo>
                    <a:pt x="374" y="125"/>
                  </a:lnTo>
                  <a:lnTo>
                    <a:pt x="374" y="125"/>
                  </a:lnTo>
                  <a:lnTo>
                    <a:pt x="372" y="125"/>
                  </a:lnTo>
                  <a:lnTo>
                    <a:pt x="365" y="121"/>
                  </a:lnTo>
                  <a:lnTo>
                    <a:pt x="365" y="121"/>
                  </a:lnTo>
                  <a:lnTo>
                    <a:pt x="362" y="121"/>
                  </a:lnTo>
                  <a:lnTo>
                    <a:pt x="362" y="121"/>
                  </a:lnTo>
                  <a:lnTo>
                    <a:pt x="360" y="121"/>
                  </a:lnTo>
                  <a:lnTo>
                    <a:pt x="360" y="121"/>
                  </a:lnTo>
                  <a:lnTo>
                    <a:pt x="358" y="118"/>
                  </a:lnTo>
                  <a:lnTo>
                    <a:pt x="358" y="118"/>
                  </a:lnTo>
                  <a:lnTo>
                    <a:pt x="358" y="118"/>
                  </a:lnTo>
                  <a:lnTo>
                    <a:pt x="358" y="118"/>
                  </a:lnTo>
                  <a:lnTo>
                    <a:pt x="355" y="116"/>
                  </a:lnTo>
                  <a:lnTo>
                    <a:pt x="353" y="116"/>
                  </a:lnTo>
                  <a:lnTo>
                    <a:pt x="353" y="116"/>
                  </a:lnTo>
                  <a:lnTo>
                    <a:pt x="353" y="113"/>
                  </a:lnTo>
                  <a:lnTo>
                    <a:pt x="353" y="113"/>
                  </a:lnTo>
                  <a:lnTo>
                    <a:pt x="351" y="113"/>
                  </a:lnTo>
                  <a:lnTo>
                    <a:pt x="351" y="111"/>
                  </a:lnTo>
                  <a:lnTo>
                    <a:pt x="348" y="111"/>
                  </a:lnTo>
                  <a:lnTo>
                    <a:pt x="346" y="111"/>
                  </a:lnTo>
                  <a:lnTo>
                    <a:pt x="346" y="109"/>
                  </a:lnTo>
                  <a:lnTo>
                    <a:pt x="343" y="109"/>
                  </a:lnTo>
                  <a:lnTo>
                    <a:pt x="343" y="106"/>
                  </a:lnTo>
                  <a:lnTo>
                    <a:pt x="341" y="106"/>
                  </a:lnTo>
                  <a:lnTo>
                    <a:pt x="341" y="106"/>
                  </a:lnTo>
                  <a:lnTo>
                    <a:pt x="339" y="106"/>
                  </a:lnTo>
                  <a:lnTo>
                    <a:pt x="339" y="104"/>
                  </a:lnTo>
                  <a:lnTo>
                    <a:pt x="339" y="104"/>
                  </a:lnTo>
                  <a:lnTo>
                    <a:pt x="339" y="104"/>
                  </a:lnTo>
                  <a:lnTo>
                    <a:pt x="339" y="104"/>
                  </a:lnTo>
                  <a:lnTo>
                    <a:pt x="341" y="102"/>
                  </a:lnTo>
                  <a:lnTo>
                    <a:pt x="341" y="102"/>
                  </a:lnTo>
                  <a:lnTo>
                    <a:pt x="339" y="102"/>
                  </a:lnTo>
                  <a:lnTo>
                    <a:pt x="339" y="102"/>
                  </a:lnTo>
                  <a:lnTo>
                    <a:pt x="339" y="102"/>
                  </a:lnTo>
                  <a:lnTo>
                    <a:pt x="339" y="99"/>
                  </a:lnTo>
                  <a:lnTo>
                    <a:pt x="334" y="99"/>
                  </a:lnTo>
                  <a:lnTo>
                    <a:pt x="332" y="99"/>
                  </a:lnTo>
                  <a:lnTo>
                    <a:pt x="332" y="99"/>
                  </a:lnTo>
                  <a:lnTo>
                    <a:pt x="329" y="97"/>
                  </a:lnTo>
                  <a:lnTo>
                    <a:pt x="324" y="83"/>
                  </a:lnTo>
                  <a:lnTo>
                    <a:pt x="322" y="80"/>
                  </a:lnTo>
                  <a:lnTo>
                    <a:pt x="322" y="78"/>
                  </a:lnTo>
                  <a:lnTo>
                    <a:pt x="320" y="76"/>
                  </a:lnTo>
                  <a:lnTo>
                    <a:pt x="320" y="73"/>
                  </a:lnTo>
                  <a:lnTo>
                    <a:pt x="320" y="73"/>
                  </a:lnTo>
                  <a:lnTo>
                    <a:pt x="320" y="71"/>
                  </a:lnTo>
                  <a:lnTo>
                    <a:pt x="320" y="69"/>
                  </a:lnTo>
                  <a:lnTo>
                    <a:pt x="320" y="69"/>
                  </a:lnTo>
                  <a:lnTo>
                    <a:pt x="320" y="69"/>
                  </a:lnTo>
                  <a:lnTo>
                    <a:pt x="320" y="64"/>
                  </a:lnTo>
                  <a:lnTo>
                    <a:pt x="313" y="57"/>
                  </a:lnTo>
                  <a:lnTo>
                    <a:pt x="310" y="54"/>
                  </a:lnTo>
                  <a:lnTo>
                    <a:pt x="310" y="50"/>
                  </a:lnTo>
                  <a:lnTo>
                    <a:pt x="310" y="47"/>
                  </a:lnTo>
                  <a:lnTo>
                    <a:pt x="308" y="47"/>
                  </a:lnTo>
                  <a:lnTo>
                    <a:pt x="306" y="45"/>
                  </a:lnTo>
                  <a:lnTo>
                    <a:pt x="306" y="45"/>
                  </a:lnTo>
                  <a:lnTo>
                    <a:pt x="301" y="40"/>
                  </a:lnTo>
                  <a:lnTo>
                    <a:pt x="301" y="40"/>
                  </a:lnTo>
                  <a:lnTo>
                    <a:pt x="298" y="38"/>
                  </a:lnTo>
                  <a:lnTo>
                    <a:pt x="296" y="35"/>
                  </a:lnTo>
                  <a:lnTo>
                    <a:pt x="296" y="33"/>
                  </a:lnTo>
                  <a:lnTo>
                    <a:pt x="296" y="33"/>
                  </a:lnTo>
                  <a:lnTo>
                    <a:pt x="294" y="31"/>
                  </a:lnTo>
                  <a:lnTo>
                    <a:pt x="294" y="28"/>
                  </a:lnTo>
                  <a:lnTo>
                    <a:pt x="291" y="26"/>
                  </a:lnTo>
                  <a:lnTo>
                    <a:pt x="291" y="21"/>
                  </a:lnTo>
                  <a:lnTo>
                    <a:pt x="289" y="19"/>
                  </a:lnTo>
                  <a:lnTo>
                    <a:pt x="289" y="19"/>
                  </a:lnTo>
                  <a:lnTo>
                    <a:pt x="287" y="16"/>
                  </a:lnTo>
                  <a:lnTo>
                    <a:pt x="284" y="16"/>
                  </a:lnTo>
                  <a:lnTo>
                    <a:pt x="282" y="12"/>
                  </a:lnTo>
                  <a:lnTo>
                    <a:pt x="282" y="9"/>
                  </a:lnTo>
                  <a:lnTo>
                    <a:pt x="280" y="7"/>
                  </a:lnTo>
                  <a:lnTo>
                    <a:pt x="280" y="5"/>
                  </a:lnTo>
                  <a:lnTo>
                    <a:pt x="282" y="0"/>
                  </a:lnTo>
                  <a:lnTo>
                    <a:pt x="280" y="0"/>
                  </a:lnTo>
                  <a:lnTo>
                    <a:pt x="277" y="0"/>
                  </a:lnTo>
                  <a:lnTo>
                    <a:pt x="275" y="2"/>
                  </a:lnTo>
                  <a:lnTo>
                    <a:pt x="272" y="2"/>
                  </a:lnTo>
                  <a:lnTo>
                    <a:pt x="272" y="2"/>
                  </a:lnTo>
                  <a:lnTo>
                    <a:pt x="270" y="2"/>
                  </a:lnTo>
                  <a:lnTo>
                    <a:pt x="270" y="2"/>
                  </a:lnTo>
                  <a:lnTo>
                    <a:pt x="270" y="2"/>
                  </a:lnTo>
                  <a:lnTo>
                    <a:pt x="268" y="2"/>
                  </a:lnTo>
                  <a:lnTo>
                    <a:pt x="268" y="2"/>
                  </a:lnTo>
                  <a:lnTo>
                    <a:pt x="268" y="2"/>
                  </a:lnTo>
                  <a:lnTo>
                    <a:pt x="268" y="2"/>
                  </a:lnTo>
                  <a:lnTo>
                    <a:pt x="265" y="0"/>
                  </a:lnTo>
                  <a:lnTo>
                    <a:pt x="268" y="0"/>
                  </a:lnTo>
                  <a:lnTo>
                    <a:pt x="265" y="0"/>
                  </a:lnTo>
                  <a:lnTo>
                    <a:pt x="265" y="0"/>
                  </a:lnTo>
                  <a:lnTo>
                    <a:pt x="265" y="0"/>
                  </a:lnTo>
                  <a:lnTo>
                    <a:pt x="265" y="2"/>
                  </a:lnTo>
                  <a:lnTo>
                    <a:pt x="265" y="2"/>
                  </a:lnTo>
                  <a:lnTo>
                    <a:pt x="261" y="2"/>
                  </a:lnTo>
                  <a:lnTo>
                    <a:pt x="261" y="2"/>
                  </a:lnTo>
                  <a:lnTo>
                    <a:pt x="258" y="2"/>
                  </a:lnTo>
                  <a:lnTo>
                    <a:pt x="258" y="5"/>
                  </a:lnTo>
                  <a:lnTo>
                    <a:pt x="256" y="5"/>
                  </a:lnTo>
                  <a:lnTo>
                    <a:pt x="256" y="5"/>
                  </a:lnTo>
                  <a:lnTo>
                    <a:pt x="256" y="5"/>
                  </a:lnTo>
                  <a:lnTo>
                    <a:pt x="256" y="5"/>
                  </a:lnTo>
                  <a:lnTo>
                    <a:pt x="256" y="5"/>
                  </a:lnTo>
                  <a:lnTo>
                    <a:pt x="256" y="5"/>
                  </a:lnTo>
                  <a:lnTo>
                    <a:pt x="253" y="7"/>
                  </a:lnTo>
                  <a:lnTo>
                    <a:pt x="253" y="7"/>
                  </a:lnTo>
                  <a:lnTo>
                    <a:pt x="253" y="7"/>
                  </a:lnTo>
                  <a:lnTo>
                    <a:pt x="251" y="9"/>
                  </a:lnTo>
                  <a:lnTo>
                    <a:pt x="249" y="9"/>
                  </a:lnTo>
                  <a:lnTo>
                    <a:pt x="246" y="14"/>
                  </a:lnTo>
                  <a:lnTo>
                    <a:pt x="246" y="14"/>
                  </a:lnTo>
                  <a:lnTo>
                    <a:pt x="246" y="14"/>
                  </a:lnTo>
                  <a:lnTo>
                    <a:pt x="246" y="14"/>
                  </a:lnTo>
                  <a:lnTo>
                    <a:pt x="246" y="14"/>
                  </a:lnTo>
                  <a:lnTo>
                    <a:pt x="246" y="14"/>
                  </a:lnTo>
                  <a:lnTo>
                    <a:pt x="244" y="14"/>
                  </a:lnTo>
                  <a:lnTo>
                    <a:pt x="242" y="16"/>
                  </a:lnTo>
                  <a:lnTo>
                    <a:pt x="239" y="14"/>
                  </a:lnTo>
                  <a:lnTo>
                    <a:pt x="239" y="12"/>
                  </a:lnTo>
                  <a:lnTo>
                    <a:pt x="239" y="12"/>
                  </a:lnTo>
                  <a:lnTo>
                    <a:pt x="239" y="12"/>
                  </a:lnTo>
                  <a:lnTo>
                    <a:pt x="239" y="12"/>
                  </a:lnTo>
                  <a:lnTo>
                    <a:pt x="239" y="9"/>
                  </a:lnTo>
                  <a:lnTo>
                    <a:pt x="237" y="9"/>
                  </a:lnTo>
                  <a:lnTo>
                    <a:pt x="237" y="9"/>
                  </a:lnTo>
                  <a:lnTo>
                    <a:pt x="235" y="9"/>
                  </a:lnTo>
                  <a:lnTo>
                    <a:pt x="235" y="9"/>
                  </a:lnTo>
                  <a:lnTo>
                    <a:pt x="232" y="9"/>
                  </a:lnTo>
                  <a:lnTo>
                    <a:pt x="232" y="14"/>
                  </a:lnTo>
                  <a:lnTo>
                    <a:pt x="232" y="14"/>
                  </a:lnTo>
                  <a:lnTo>
                    <a:pt x="230" y="14"/>
                  </a:lnTo>
                  <a:lnTo>
                    <a:pt x="230" y="14"/>
                  </a:lnTo>
                  <a:lnTo>
                    <a:pt x="230" y="12"/>
                  </a:lnTo>
                  <a:lnTo>
                    <a:pt x="227" y="12"/>
                  </a:lnTo>
                  <a:lnTo>
                    <a:pt x="227" y="12"/>
                  </a:lnTo>
                  <a:lnTo>
                    <a:pt x="225" y="14"/>
                  </a:lnTo>
                  <a:lnTo>
                    <a:pt x="223" y="16"/>
                  </a:lnTo>
                  <a:lnTo>
                    <a:pt x="220" y="19"/>
                  </a:lnTo>
                  <a:lnTo>
                    <a:pt x="218" y="19"/>
                  </a:lnTo>
                  <a:lnTo>
                    <a:pt x="218" y="19"/>
                  </a:lnTo>
                  <a:lnTo>
                    <a:pt x="216" y="21"/>
                  </a:lnTo>
                  <a:lnTo>
                    <a:pt x="216" y="21"/>
                  </a:lnTo>
                  <a:lnTo>
                    <a:pt x="216" y="21"/>
                  </a:lnTo>
                  <a:lnTo>
                    <a:pt x="213" y="21"/>
                  </a:lnTo>
                  <a:lnTo>
                    <a:pt x="213" y="21"/>
                  </a:lnTo>
                  <a:lnTo>
                    <a:pt x="213" y="21"/>
                  </a:lnTo>
                  <a:lnTo>
                    <a:pt x="213" y="21"/>
                  </a:lnTo>
                  <a:lnTo>
                    <a:pt x="213" y="21"/>
                  </a:lnTo>
                  <a:lnTo>
                    <a:pt x="213" y="21"/>
                  </a:lnTo>
                  <a:lnTo>
                    <a:pt x="213" y="21"/>
                  </a:lnTo>
                  <a:lnTo>
                    <a:pt x="211" y="24"/>
                  </a:lnTo>
                  <a:lnTo>
                    <a:pt x="211" y="26"/>
                  </a:lnTo>
                  <a:lnTo>
                    <a:pt x="209" y="26"/>
                  </a:lnTo>
                  <a:lnTo>
                    <a:pt x="209" y="28"/>
                  </a:lnTo>
                  <a:lnTo>
                    <a:pt x="209" y="28"/>
                  </a:lnTo>
                  <a:lnTo>
                    <a:pt x="206" y="28"/>
                  </a:lnTo>
                  <a:lnTo>
                    <a:pt x="206" y="31"/>
                  </a:lnTo>
                  <a:lnTo>
                    <a:pt x="206" y="31"/>
                  </a:lnTo>
                  <a:lnTo>
                    <a:pt x="199" y="35"/>
                  </a:lnTo>
                  <a:lnTo>
                    <a:pt x="199" y="35"/>
                  </a:lnTo>
                  <a:lnTo>
                    <a:pt x="199" y="35"/>
                  </a:lnTo>
                  <a:lnTo>
                    <a:pt x="197" y="38"/>
                  </a:lnTo>
                  <a:lnTo>
                    <a:pt x="197" y="38"/>
                  </a:lnTo>
                  <a:lnTo>
                    <a:pt x="197" y="38"/>
                  </a:lnTo>
                  <a:lnTo>
                    <a:pt x="194" y="38"/>
                  </a:lnTo>
                  <a:lnTo>
                    <a:pt x="194" y="38"/>
                  </a:lnTo>
                  <a:lnTo>
                    <a:pt x="192" y="38"/>
                  </a:lnTo>
                  <a:lnTo>
                    <a:pt x="192" y="35"/>
                  </a:lnTo>
                  <a:lnTo>
                    <a:pt x="192" y="33"/>
                  </a:lnTo>
                  <a:lnTo>
                    <a:pt x="192" y="33"/>
                  </a:lnTo>
                  <a:lnTo>
                    <a:pt x="192" y="31"/>
                  </a:lnTo>
                  <a:lnTo>
                    <a:pt x="192" y="31"/>
                  </a:lnTo>
                  <a:lnTo>
                    <a:pt x="190" y="28"/>
                  </a:lnTo>
                  <a:lnTo>
                    <a:pt x="190" y="28"/>
                  </a:lnTo>
                  <a:lnTo>
                    <a:pt x="190" y="26"/>
                  </a:lnTo>
                  <a:lnTo>
                    <a:pt x="190" y="26"/>
                  </a:lnTo>
                  <a:lnTo>
                    <a:pt x="190" y="26"/>
                  </a:lnTo>
                  <a:lnTo>
                    <a:pt x="190" y="26"/>
                  </a:lnTo>
                  <a:lnTo>
                    <a:pt x="187" y="26"/>
                  </a:lnTo>
                  <a:lnTo>
                    <a:pt x="187" y="26"/>
                  </a:lnTo>
                  <a:lnTo>
                    <a:pt x="187" y="24"/>
                  </a:lnTo>
                  <a:lnTo>
                    <a:pt x="187" y="24"/>
                  </a:lnTo>
                  <a:lnTo>
                    <a:pt x="185" y="24"/>
                  </a:lnTo>
                  <a:lnTo>
                    <a:pt x="185" y="24"/>
                  </a:lnTo>
                  <a:lnTo>
                    <a:pt x="185" y="24"/>
                  </a:lnTo>
                  <a:lnTo>
                    <a:pt x="183" y="24"/>
                  </a:lnTo>
                  <a:lnTo>
                    <a:pt x="183" y="24"/>
                  </a:lnTo>
                  <a:lnTo>
                    <a:pt x="183" y="24"/>
                  </a:lnTo>
                  <a:lnTo>
                    <a:pt x="183" y="24"/>
                  </a:lnTo>
                  <a:lnTo>
                    <a:pt x="183" y="21"/>
                  </a:lnTo>
                  <a:lnTo>
                    <a:pt x="183" y="21"/>
                  </a:lnTo>
                  <a:lnTo>
                    <a:pt x="183" y="21"/>
                  </a:lnTo>
                  <a:lnTo>
                    <a:pt x="180" y="19"/>
                  </a:lnTo>
                  <a:lnTo>
                    <a:pt x="180" y="16"/>
                  </a:lnTo>
                  <a:lnTo>
                    <a:pt x="180" y="16"/>
                  </a:lnTo>
                  <a:lnTo>
                    <a:pt x="180" y="16"/>
                  </a:lnTo>
                  <a:lnTo>
                    <a:pt x="180" y="16"/>
                  </a:lnTo>
                  <a:lnTo>
                    <a:pt x="180" y="14"/>
                  </a:lnTo>
                  <a:lnTo>
                    <a:pt x="180" y="14"/>
                  </a:lnTo>
                  <a:lnTo>
                    <a:pt x="180" y="14"/>
                  </a:lnTo>
                  <a:lnTo>
                    <a:pt x="178" y="14"/>
                  </a:lnTo>
                  <a:lnTo>
                    <a:pt x="178" y="14"/>
                  </a:lnTo>
                  <a:lnTo>
                    <a:pt x="178" y="14"/>
                  </a:lnTo>
                  <a:lnTo>
                    <a:pt x="178" y="12"/>
                  </a:lnTo>
                  <a:lnTo>
                    <a:pt x="178" y="12"/>
                  </a:lnTo>
                  <a:lnTo>
                    <a:pt x="178" y="12"/>
                  </a:lnTo>
                  <a:lnTo>
                    <a:pt x="175" y="12"/>
                  </a:lnTo>
                  <a:lnTo>
                    <a:pt x="171" y="12"/>
                  </a:lnTo>
                  <a:lnTo>
                    <a:pt x="166" y="12"/>
                  </a:lnTo>
                  <a:lnTo>
                    <a:pt x="161" y="14"/>
                  </a:lnTo>
                  <a:lnTo>
                    <a:pt x="156" y="14"/>
                  </a:lnTo>
                  <a:lnTo>
                    <a:pt x="152" y="14"/>
                  </a:lnTo>
                  <a:lnTo>
                    <a:pt x="147" y="16"/>
                  </a:lnTo>
                  <a:lnTo>
                    <a:pt x="142" y="16"/>
                  </a:lnTo>
                  <a:lnTo>
                    <a:pt x="138" y="16"/>
                  </a:lnTo>
                  <a:lnTo>
                    <a:pt x="133" y="19"/>
                  </a:lnTo>
                  <a:lnTo>
                    <a:pt x="128" y="19"/>
                  </a:lnTo>
                  <a:lnTo>
                    <a:pt x="123" y="21"/>
                  </a:lnTo>
                  <a:lnTo>
                    <a:pt x="121" y="21"/>
                  </a:lnTo>
                  <a:lnTo>
                    <a:pt x="116" y="21"/>
                  </a:lnTo>
                  <a:lnTo>
                    <a:pt x="112" y="24"/>
                  </a:lnTo>
                  <a:lnTo>
                    <a:pt x="107" y="24"/>
                  </a:lnTo>
                  <a:lnTo>
                    <a:pt x="102" y="24"/>
                  </a:lnTo>
                  <a:lnTo>
                    <a:pt x="97" y="26"/>
                  </a:lnTo>
                  <a:lnTo>
                    <a:pt x="93" y="26"/>
                  </a:lnTo>
                  <a:lnTo>
                    <a:pt x="88" y="28"/>
                  </a:lnTo>
                  <a:lnTo>
                    <a:pt x="83" y="28"/>
                  </a:lnTo>
                  <a:lnTo>
                    <a:pt x="83" y="28"/>
                  </a:lnTo>
                  <a:lnTo>
                    <a:pt x="83" y="28"/>
                  </a:lnTo>
                  <a:lnTo>
                    <a:pt x="81" y="28"/>
                  </a:lnTo>
                  <a:lnTo>
                    <a:pt x="81" y="28"/>
                  </a:lnTo>
                  <a:lnTo>
                    <a:pt x="78" y="28"/>
                  </a:lnTo>
                  <a:lnTo>
                    <a:pt x="78" y="28"/>
                  </a:lnTo>
                  <a:lnTo>
                    <a:pt x="76" y="28"/>
                  </a:lnTo>
                  <a:lnTo>
                    <a:pt x="74" y="28"/>
                  </a:lnTo>
                  <a:lnTo>
                    <a:pt x="71" y="28"/>
                  </a:lnTo>
                  <a:lnTo>
                    <a:pt x="69" y="28"/>
                  </a:lnTo>
                  <a:lnTo>
                    <a:pt x="64" y="28"/>
                  </a:lnTo>
                  <a:lnTo>
                    <a:pt x="62" y="31"/>
                  </a:lnTo>
                  <a:lnTo>
                    <a:pt x="59" y="31"/>
                  </a:lnTo>
                  <a:lnTo>
                    <a:pt x="57" y="31"/>
                  </a:lnTo>
                  <a:lnTo>
                    <a:pt x="55" y="31"/>
                  </a:lnTo>
                  <a:lnTo>
                    <a:pt x="52" y="31"/>
                  </a:lnTo>
                  <a:lnTo>
                    <a:pt x="52" y="69"/>
                  </a:lnTo>
                  <a:lnTo>
                    <a:pt x="52" y="76"/>
                  </a:lnTo>
                  <a:lnTo>
                    <a:pt x="52" y="78"/>
                  </a:lnTo>
                  <a:lnTo>
                    <a:pt x="52" y="83"/>
                  </a:lnTo>
                  <a:lnTo>
                    <a:pt x="52" y="90"/>
                  </a:lnTo>
                  <a:lnTo>
                    <a:pt x="55" y="97"/>
                  </a:lnTo>
                  <a:lnTo>
                    <a:pt x="55" y="104"/>
                  </a:lnTo>
                  <a:lnTo>
                    <a:pt x="55" y="111"/>
                  </a:lnTo>
                  <a:lnTo>
                    <a:pt x="55" y="118"/>
                  </a:lnTo>
                  <a:lnTo>
                    <a:pt x="55" y="125"/>
                  </a:lnTo>
                  <a:lnTo>
                    <a:pt x="55" y="132"/>
                  </a:lnTo>
                  <a:lnTo>
                    <a:pt x="55" y="140"/>
                  </a:lnTo>
                  <a:lnTo>
                    <a:pt x="55" y="144"/>
                  </a:lnTo>
                  <a:lnTo>
                    <a:pt x="55" y="147"/>
                  </a:lnTo>
                  <a:lnTo>
                    <a:pt x="55" y="154"/>
                  </a:lnTo>
                  <a:lnTo>
                    <a:pt x="55" y="161"/>
                  </a:lnTo>
                  <a:lnTo>
                    <a:pt x="55" y="168"/>
                  </a:lnTo>
                  <a:lnTo>
                    <a:pt x="55" y="175"/>
                  </a:lnTo>
                  <a:lnTo>
                    <a:pt x="55" y="182"/>
                  </a:lnTo>
                  <a:lnTo>
                    <a:pt x="55" y="182"/>
                  </a:lnTo>
                  <a:lnTo>
                    <a:pt x="55" y="184"/>
                  </a:lnTo>
                  <a:lnTo>
                    <a:pt x="55" y="187"/>
                  </a:lnTo>
                  <a:lnTo>
                    <a:pt x="55" y="192"/>
                  </a:lnTo>
                  <a:lnTo>
                    <a:pt x="55" y="194"/>
                  </a:lnTo>
                  <a:lnTo>
                    <a:pt x="55" y="199"/>
                  </a:lnTo>
                  <a:lnTo>
                    <a:pt x="55" y="201"/>
                  </a:lnTo>
                  <a:lnTo>
                    <a:pt x="55" y="203"/>
                  </a:lnTo>
                  <a:lnTo>
                    <a:pt x="55" y="208"/>
                  </a:lnTo>
                  <a:lnTo>
                    <a:pt x="55" y="211"/>
                  </a:lnTo>
                  <a:lnTo>
                    <a:pt x="55" y="215"/>
                  </a:lnTo>
                  <a:lnTo>
                    <a:pt x="55" y="218"/>
                  </a:lnTo>
                  <a:lnTo>
                    <a:pt x="55" y="220"/>
                  </a:lnTo>
                  <a:lnTo>
                    <a:pt x="55" y="225"/>
                  </a:lnTo>
                  <a:lnTo>
                    <a:pt x="55" y="227"/>
                  </a:lnTo>
                  <a:lnTo>
                    <a:pt x="55" y="232"/>
                  </a:lnTo>
                  <a:lnTo>
                    <a:pt x="55" y="234"/>
                  </a:lnTo>
                  <a:lnTo>
                    <a:pt x="55" y="237"/>
                  </a:lnTo>
                  <a:lnTo>
                    <a:pt x="52" y="239"/>
                  </a:lnTo>
                  <a:lnTo>
                    <a:pt x="0" y="239"/>
                  </a:lnTo>
                  <a:lnTo>
                    <a:pt x="0" y="244"/>
                  </a:lnTo>
                  <a:lnTo>
                    <a:pt x="0" y="253"/>
                  </a:lnTo>
                  <a:lnTo>
                    <a:pt x="0" y="260"/>
                  </a:lnTo>
                  <a:lnTo>
                    <a:pt x="0" y="270"/>
                  </a:lnTo>
                  <a:lnTo>
                    <a:pt x="0" y="279"/>
                  </a:lnTo>
                  <a:lnTo>
                    <a:pt x="0" y="289"/>
                  </a:lnTo>
                  <a:lnTo>
                    <a:pt x="0" y="298"/>
                  </a:lnTo>
                  <a:lnTo>
                    <a:pt x="0" y="308"/>
                  </a:lnTo>
                  <a:lnTo>
                    <a:pt x="0" y="315"/>
                  </a:lnTo>
                  <a:lnTo>
                    <a:pt x="0" y="317"/>
                  </a:lnTo>
                  <a:lnTo>
                    <a:pt x="0" y="329"/>
                  </a:lnTo>
                  <a:lnTo>
                    <a:pt x="0" y="338"/>
                  </a:lnTo>
                  <a:lnTo>
                    <a:pt x="0" y="345"/>
                  </a:lnTo>
                  <a:lnTo>
                    <a:pt x="0" y="348"/>
                  </a:lnTo>
                  <a:lnTo>
                    <a:pt x="0" y="357"/>
                  </a:lnTo>
                  <a:lnTo>
                    <a:pt x="0" y="367"/>
                  </a:lnTo>
                  <a:lnTo>
                    <a:pt x="0" y="379"/>
                  </a:lnTo>
                  <a:lnTo>
                    <a:pt x="0" y="388"/>
                  </a:lnTo>
                  <a:lnTo>
                    <a:pt x="0" y="397"/>
                  </a:lnTo>
                  <a:lnTo>
                    <a:pt x="0" y="400"/>
                  </a:lnTo>
                  <a:lnTo>
                    <a:pt x="0" y="400"/>
                  </a:lnTo>
                  <a:lnTo>
                    <a:pt x="3" y="400"/>
                  </a:lnTo>
                  <a:lnTo>
                    <a:pt x="3" y="402"/>
                  </a:lnTo>
                  <a:lnTo>
                    <a:pt x="5" y="405"/>
                  </a:lnTo>
                  <a:lnTo>
                    <a:pt x="7" y="405"/>
                  </a:lnTo>
                  <a:lnTo>
                    <a:pt x="7" y="407"/>
                  </a:lnTo>
                  <a:lnTo>
                    <a:pt x="7" y="407"/>
                  </a:lnTo>
                  <a:lnTo>
                    <a:pt x="10" y="407"/>
                  </a:lnTo>
                  <a:lnTo>
                    <a:pt x="10" y="407"/>
                  </a:lnTo>
                  <a:lnTo>
                    <a:pt x="15" y="409"/>
                  </a:lnTo>
                  <a:lnTo>
                    <a:pt x="22" y="414"/>
                  </a:lnTo>
                  <a:lnTo>
                    <a:pt x="22" y="414"/>
                  </a:lnTo>
                  <a:lnTo>
                    <a:pt x="24" y="419"/>
                  </a:lnTo>
                  <a:lnTo>
                    <a:pt x="24" y="421"/>
                  </a:lnTo>
                  <a:lnTo>
                    <a:pt x="24" y="421"/>
                  </a:lnTo>
                  <a:lnTo>
                    <a:pt x="24" y="424"/>
                  </a:lnTo>
                  <a:lnTo>
                    <a:pt x="24" y="424"/>
                  </a:lnTo>
                  <a:lnTo>
                    <a:pt x="24" y="426"/>
                  </a:lnTo>
                  <a:lnTo>
                    <a:pt x="26" y="426"/>
                  </a:lnTo>
                  <a:lnTo>
                    <a:pt x="26" y="426"/>
                  </a:lnTo>
                  <a:lnTo>
                    <a:pt x="26" y="428"/>
                  </a:lnTo>
                  <a:lnTo>
                    <a:pt x="26" y="428"/>
                  </a:lnTo>
                  <a:lnTo>
                    <a:pt x="29" y="428"/>
                  </a:lnTo>
                  <a:lnTo>
                    <a:pt x="29" y="428"/>
                  </a:lnTo>
                  <a:lnTo>
                    <a:pt x="29" y="428"/>
                  </a:lnTo>
                  <a:lnTo>
                    <a:pt x="29" y="431"/>
                  </a:lnTo>
                  <a:lnTo>
                    <a:pt x="29" y="431"/>
                  </a:lnTo>
                  <a:lnTo>
                    <a:pt x="29" y="431"/>
                  </a:lnTo>
                  <a:lnTo>
                    <a:pt x="29" y="431"/>
                  </a:lnTo>
                  <a:lnTo>
                    <a:pt x="29" y="431"/>
                  </a:lnTo>
                  <a:lnTo>
                    <a:pt x="29" y="433"/>
                  </a:lnTo>
                  <a:lnTo>
                    <a:pt x="29" y="433"/>
                  </a:lnTo>
                  <a:lnTo>
                    <a:pt x="31" y="435"/>
                  </a:lnTo>
                  <a:lnTo>
                    <a:pt x="31" y="435"/>
                  </a:lnTo>
                  <a:lnTo>
                    <a:pt x="31" y="435"/>
                  </a:lnTo>
                  <a:lnTo>
                    <a:pt x="33" y="435"/>
                  </a:lnTo>
                  <a:lnTo>
                    <a:pt x="33" y="438"/>
                  </a:lnTo>
                  <a:lnTo>
                    <a:pt x="33" y="438"/>
                  </a:lnTo>
                  <a:lnTo>
                    <a:pt x="33" y="438"/>
                  </a:lnTo>
                  <a:lnTo>
                    <a:pt x="33" y="438"/>
                  </a:lnTo>
                  <a:lnTo>
                    <a:pt x="33" y="440"/>
                  </a:lnTo>
                  <a:lnTo>
                    <a:pt x="33" y="440"/>
                  </a:lnTo>
                  <a:lnTo>
                    <a:pt x="33" y="440"/>
                  </a:lnTo>
                  <a:lnTo>
                    <a:pt x="36" y="440"/>
                  </a:lnTo>
                  <a:lnTo>
                    <a:pt x="36" y="440"/>
                  </a:lnTo>
                  <a:lnTo>
                    <a:pt x="36" y="440"/>
                  </a:lnTo>
                  <a:lnTo>
                    <a:pt x="36" y="440"/>
                  </a:lnTo>
                  <a:lnTo>
                    <a:pt x="36" y="440"/>
                  </a:lnTo>
                  <a:lnTo>
                    <a:pt x="33" y="442"/>
                  </a:lnTo>
                  <a:lnTo>
                    <a:pt x="33" y="442"/>
                  </a:lnTo>
                  <a:lnTo>
                    <a:pt x="36" y="445"/>
                  </a:lnTo>
                  <a:lnTo>
                    <a:pt x="38" y="447"/>
                  </a:lnTo>
                  <a:lnTo>
                    <a:pt x="36" y="447"/>
                  </a:lnTo>
                  <a:lnTo>
                    <a:pt x="36" y="450"/>
                  </a:lnTo>
                  <a:lnTo>
                    <a:pt x="36" y="450"/>
                  </a:lnTo>
                  <a:lnTo>
                    <a:pt x="36" y="450"/>
                  </a:lnTo>
                  <a:lnTo>
                    <a:pt x="36" y="450"/>
                  </a:lnTo>
                  <a:lnTo>
                    <a:pt x="36" y="450"/>
                  </a:lnTo>
                  <a:lnTo>
                    <a:pt x="38" y="450"/>
                  </a:lnTo>
                  <a:lnTo>
                    <a:pt x="38" y="452"/>
                  </a:lnTo>
                  <a:lnTo>
                    <a:pt x="36" y="452"/>
                  </a:lnTo>
                  <a:lnTo>
                    <a:pt x="36" y="452"/>
                  </a:lnTo>
                  <a:lnTo>
                    <a:pt x="38" y="454"/>
                  </a:lnTo>
                  <a:lnTo>
                    <a:pt x="38" y="454"/>
                  </a:lnTo>
                  <a:lnTo>
                    <a:pt x="38" y="454"/>
                  </a:lnTo>
                  <a:lnTo>
                    <a:pt x="41" y="457"/>
                  </a:lnTo>
                  <a:lnTo>
                    <a:pt x="41" y="459"/>
                  </a:lnTo>
                  <a:lnTo>
                    <a:pt x="41" y="461"/>
                  </a:lnTo>
                  <a:lnTo>
                    <a:pt x="41" y="461"/>
                  </a:lnTo>
                  <a:lnTo>
                    <a:pt x="41" y="461"/>
                  </a:lnTo>
                  <a:lnTo>
                    <a:pt x="41" y="461"/>
                  </a:lnTo>
                  <a:lnTo>
                    <a:pt x="43" y="461"/>
                  </a:lnTo>
                  <a:lnTo>
                    <a:pt x="43" y="461"/>
                  </a:lnTo>
                  <a:lnTo>
                    <a:pt x="43" y="461"/>
                  </a:lnTo>
                  <a:lnTo>
                    <a:pt x="43" y="466"/>
                  </a:lnTo>
                  <a:lnTo>
                    <a:pt x="45" y="471"/>
                  </a:lnTo>
                  <a:lnTo>
                    <a:pt x="45" y="476"/>
                  </a:lnTo>
                  <a:lnTo>
                    <a:pt x="45" y="476"/>
                  </a:lnTo>
                  <a:lnTo>
                    <a:pt x="45" y="480"/>
                  </a:lnTo>
                  <a:lnTo>
                    <a:pt x="45" y="480"/>
                  </a:lnTo>
                  <a:lnTo>
                    <a:pt x="43" y="483"/>
                  </a:lnTo>
                  <a:lnTo>
                    <a:pt x="43" y="485"/>
                  </a:lnTo>
                  <a:lnTo>
                    <a:pt x="41" y="487"/>
                  </a:lnTo>
                  <a:lnTo>
                    <a:pt x="38" y="492"/>
                  </a:lnTo>
                  <a:lnTo>
                    <a:pt x="36" y="495"/>
                  </a:lnTo>
                  <a:lnTo>
                    <a:pt x="36" y="495"/>
                  </a:lnTo>
                  <a:lnTo>
                    <a:pt x="33" y="497"/>
                  </a:lnTo>
                  <a:lnTo>
                    <a:pt x="33" y="497"/>
                  </a:lnTo>
                  <a:lnTo>
                    <a:pt x="33" y="502"/>
                  </a:lnTo>
                  <a:lnTo>
                    <a:pt x="33" y="502"/>
                  </a:lnTo>
                  <a:lnTo>
                    <a:pt x="33" y="504"/>
                  </a:lnTo>
                  <a:lnTo>
                    <a:pt x="33" y="504"/>
                  </a:lnTo>
                  <a:lnTo>
                    <a:pt x="36" y="506"/>
                  </a:lnTo>
                  <a:lnTo>
                    <a:pt x="36" y="506"/>
                  </a:lnTo>
                  <a:lnTo>
                    <a:pt x="36" y="509"/>
                  </a:lnTo>
                  <a:lnTo>
                    <a:pt x="33" y="511"/>
                  </a:lnTo>
                  <a:lnTo>
                    <a:pt x="33" y="513"/>
                  </a:lnTo>
                  <a:lnTo>
                    <a:pt x="33" y="516"/>
                  </a:lnTo>
                  <a:lnTo>
                    <a:pt x="36" y="518"/>
                  </a:lnTo>
                  <a:lnTo>
                    <a:pt x="36" y="521"/>
                  </a:lnTo>
                  <a:lnTo>
                    <a:pt x="36" y="521"/>
                  </a:lnTo>
                  <a:lnTo>
                    <a:pt x="36" y="521"/>
                  </a:lnTo>
                  <a:lnTo>
                    <a:pt x="36" y="521"/>
                  </a:lnTo>
                  <a:lnTo>
                    <a:pt x="38" y="523"/>
                  </a:lnTo>
                  <a:lnTo>
                    <a:pt x="38" y="523"/>
                  </a:lnTo>
                  <a:lnTo>
                    <a:pt x="38" y="525"/>
                  </a:lnTo>
                  <a:lnTo>
                    <a:pt x="38" y="525"/>
                  </a:lnTo>
                  <a:lnTo>
                    <a:pt x="41" y="523"/>
                  </a:lnTo>
                  <a:lnTo>
                    <a:pt x="43" y="523"/>
                  </a:lnTo>
                  <a:lnTo>
                    <a:pt x="45" y="521"/>
                  </a:lnTo>
                  <a:lnTo>
                    <a:pt x="48" y="518"/>
                  </a:lnTo>
                  <a:lnTo>
                    <a:pt x="50" y="518"/>
                  </a:lnTo>
                  <a:lnTo>
                    <a:pt x="52" y="521"/>
                  </a:lnTo>
                  <a:lnTo>
                    <a:pt x="55" y="521"/>
                  </a:lnTo>
                  <a:lnTo>
                    <a:pt x="62" y="523"/>
                  </a:lnTo>
                  <a:lnTo>
                    <a:pt x="62" y="523"/>
                  </a:lnTo>
                  <a:lnTo>
                    <a:pt x="67" y="521"/>
                  </a:lnTo>
                  <a:lnTo>
                    <a:pt x="69" y="521"/>
                  </a:lnTo>
                  <a:lnTo>
                    <a:pt x="69" y="521"/>
                  </a:lnTo>
                  <a:lnTo>
                    <a:pt x="71" y="521"/>
                  </a:lnTo>
                  <a:lnTo>
                    <a:pt x="76" y="521"/>
                  </a:lnTo>
                  <a:lnTo>
                    <a:pt x="78" y="521"/>
                  </a:lnTo>
                  <a:lnTo>
                    <a:pt x="78" y="521"/>
                  </a:lnTo>
                  <a:lnTo>
                    <a:pt x="81" y="521"/>
                  </a:lnTo>
                  <a:lnTo>
                    <a:pt x="86" y="523"/>
                  </a:lnTo>
                  <a:lnTo>
                    <a:pt x="90" y="523"/>
                  </a:lnTo>
                  <a:lnTo>
                    <a:pt x="90" y="523"/>
                  </a:lnTo>
                  <a:lnTo>
                    <a:pt x="93" y="523"/>
                  </a:lnTo>
                  <a:lnTo>
                    <a:pt x="95" y="521"/>
                  </a:lnTo>
                  <a:lnTo>
                    <a:pt x="95" y="518"/>
                  </a:lnTo>
                  <a:lnTo>
                    <a:pt x="97" y="518"/>
                  </a:lnTo>
                  <a:lnTo>
                    <a:pt x="97" y="518"/>
                  </a:lnTo>
                  <a:lnTo>
                    <a:pt x="97" y="516"/>
                  </a:lnTo>
                  <a:lnTo>
                    <a:pt x="95" y="513"/>
                  </a:lnTo>
                  <a:lnTo>
                    <a:pt x="95" y="511"/>
                  </a:lnTo>
                  <a:lnTo>
                    <a:pt x="97" y="511"/>
                  </a:lnTo>
                  <a:lnTo>
                    <a:pt x="97" y="511"/>
                  </a:lnTo>
                  <a:lnTo>
                    <a:pt x="100" y="511"/>
                  </a:lnTo>
                  <a:lnTo>
                    <a:pt x="104" y="511"/>
                  </a:lnTo>
                  <a:lnTo>
                    <a:pt x="109" y="511"/>
                  </a:lnTo>
                  <a:lnTo>
                    <a:pt x="112" y="509"/>
                  </a:lnTo>
                  <a:lnTo>
                    <a:pt x="114" y="506"/>
                  </a:lnTo>
                  <a:lnTo>
                    <a:pt x="116" y="502"/>
                  </a:lnTo>
                  <a:lnTo>
                    <a:pt x="119" y="497"/>
                  </a:lnTo>
                  <a:lnTo>
                    <a:pt x="119" y="495"/>
                  </a:lnTo>
                  <a:lnTo>
                    <a:pt x="121" y="492"/>
                  </a:lnTo>
                  <a:lnTo>
                    <a:pt x="121" y="492"/>
                  </a:lnTo>
                  <a:lnTo>
                    <a:pt x="121" y="492"/>
                  </a:lnTo>
                  <a:lnTo>
                    <a:pt x="123" y="492"/>
                  </a:lnTo>
                  <a:lnTo>
                    <a:pt x="126" y="490"/>
                  </a:lnTo>
                  <a:lnTo>
                    <a:pt x="126" y="490"/>
                  </a:lnTo>
                  <a:lnTo>
                    <a:pt x="130" y="487"/>
                  </a:lnTo>
                  <a:lnTo>
                    <a:pt x="130" y="485"/>
                  </a:lnTo>
                  <a:lnTo>
                    <a:pt x="133" y="483"/>
                  </a:lnTo>
                  <a:lnTo>
                    <a:pt x="135" y="483"/>
                  </a:lnTo>
                  <a:lnTo>
                    <a:pt x="138" y="485"/>
                  </a:lnTo>
                  <a:lnTo>
                    <a:pt x="138" y="483"/>
                  </a:lnTo>
                  <a:lnTo>
                    <a:pt x="138" y="483"/>
                  </a:lnTo>
                  <a:lnTo>
                    <a:pt x="140" y="480"/>
                  </a:lnTo>
                  <a:lnTo>
                    <a:pt x="140" y="480"/>
                  </a:lnTo>
                  <a:lnTo>
                    <a:pt x="140" y="478"/>
                  </a:lnTo>
                  <a:lnTo>
                    <a:pt x="142" y="478"/>
                  </a:lnTo>
                  <a:lnTo>
                    <a:pt x="142" y="478"/>
                  </a:lnTo>
                  <a:lnTo>
                    <a:pt x="145" y="476"/>
                  </a:lnTo>
                  <a:lnTo>
                    <a:pt x="145" y="473"/>
                  </a:lnTo>
                  <a:lnTo>
                    <a:pt x="145" y="473"/>
                  </a:lnTo>
                  <a:lnTo>
                    <a:pt x="145" y="473"/>
                  </a:lnTo>
                  <a:lnTo>
                    <a:pt x="145" y="473"/>
                  </a:lnTo>
                  <a:lnTo>
                    <a:pt x="145" y="471"/>
                  </a:lnTo>
                  <a:lnTo>
                    <a:pt x="147" y="471"/>
                  </a:lnTo>
                  <a:lnTo>
                    <a:pt x="147" y="471"/>
                  </a:lnTo>
                  <a:lnTo>
                    <a:pt x="147" y="468"/>
                  </a:lnTo>
                  <a:lnTo>
                    <a:pt x="147" y="468"/>
                  </a:lnTo>
                  <a:lnTo>
                    <a:pt x="147" y="466"/>
                  </a:lnTo>
                  <a:lnTo>
                    <a:pt x="147" y="466"/>
                  </a:lnTo>
                  <a:lnTo>
                    <a:pt x="147" y="464"/>
                  </a:lnTo>
                  <a:lnTo>
                    <a:pt x="147" y="464"/>
                  </a:lnTo>
                  <a:lnTo>
                    <a:pt x="147" y="464"/>
                  </a:lnTo>
                  <a:lnTo>
                    <a:pt x="149" y="461"/>
                  </a:lnTo>
                  <a:lnTo>
                    <a:pt x="149" y="461"/>
                  </a:lnTo>
                  <a:lnTo>
                    <a:pt x="149" y="461"/>
                  </a:lnTo>
                  <a:lnTo>
                    <a:pt x="149" y="459"/>
                  </a:lnTo>
                  <a:lnTo>
                    <a:pt x="149" y="459"/>
                  </a:lnTo>
                  <a:lnTo>
                    <a:pt x="147" y="459"/>
                  </a:lnTo>
                  <a:lnTo>
                    <a:pt x="147" y="459"/>
                  </a:lnTo>
                  <a:lnTo>
                    <a:pt x="147" y="459"/>
                  </a:lnTo>
                  <a:lnTo>
                    <a:pt x="147" y="457"/>
                  </a:lnTo>
                  <a:lnTo>
                    <a:pt x="149" y="457"/>
                  </a:lnTo>
                  <a:lnTo>
                    <a:pt x="152" y="452"/>
                  </a:lnTo>
                  <a:lnTo>
                    <a:pt x="152" y="452"/>
                  </a:lnTo>
                  <a:lnTo>
                    <a:pt x="152" y="452"/>
                  </a:lnTo>
                  <a:lnTo>
                    <a:pt x="152" y="452"/>
                  </a:lnTo>
                  <a:lnTo>
                    <a:pt x="152" y="450"/>
                  </a:lnTo>
                  <a:lnTo>
                    <a:pt x="152" y="450"/>
                  </a:lnTo>
                  <a:lnTo>
                    <a:pt x="152" y="450"/>
                  </a:lnTo>
                  <a:lnTo>
                    <a:pt x="152" y="450"/>
                  </a:lnTo>
                  <a:lnTo>
                    <a:pt x="152" y="447"/>
                  </a:lnTo>
                  <a:lnTo>
                    <a:pt x="152" y="447"/>
                  </a:lnTo>
                  <a:lnTo>
                    <a:pt x="152" y="447"/>
                  </a:lnTo>
                  <a:lnTo>
                    <a:pt x="152" y="447"/>
                  </a:lnTo>
                  <a:lnTo>
                    <a:pt x="152" y="445"/>
                  </a:lnTo>
                  <a:lnTo>
                    <a:pt x="152" y="445"/>
                  </a:lnTo>
                  <a:lnTo>
                    <a:pt x="152" y="445"/>
                  </a:lnTo>
                  <a:lnTo>
                    <a:pt x="154" y="440"/>
                  </a:lnTo>
                  <a:lnTo>
                    <a:pt x="154" y="440"/>
                  </a:lnTo>
                  <a:lnTo>
                    <a:pt x="154" y="440"/>
                  </a:lnTo>
                  <a:lnTo>
                    <a:pt x="156" y="440"/>
                  </a:lnTo>
                  <a:lnTo>
                    <a:pt x="156" y="438"/>
                  </a:lnTo>
                  <a:lnTo>
                    <a:pt x="156" y="435"/>
                  </a:lnTo>
                  <a:lnTo>
                    <a:pt x="156" y="435"/>
                  </a:lnTo>
                  <a:lnTo>
                    <a:pt x="159" y="435"/>
                  </a:lnTo>
                  <a:lnTo>
                    <a:pt x="159" y="435"/>
                  </a:lnTo>
                  <a:lnTo>
                    <a:pt x="159" y="435"/>
                  </a:lnTo>
                  <a:lnTo>
                    <a:pt x="159" y="433"/>
                  </a:lnTo>
                  <a:lnTo>
                    <a:pt x="159" y="433"/>
                  </a:lnTo>
                  <a:lnTo>
                    <a:pt x="161" y="433"/>
                  </a:lnTo>
                  <a:lnTo>
                    <a:pt x="161" y="431"/>
                  </a:lnTo>
                  <a:lnTo>
                    <a:pt x="164" y="431"/>
                  </a:lnTo>
                  <a:lnTo>
                    <a:pt x="164" y="431"/>
                  </a:lnTo>
                  <a:lnTo>
                    <a:pt x="166" y="431"/>
                  </a:lnTo>
                  <a:lnTo>
                    <a:pt x="166" y="431"/>
                  </a:lnTo>
                  <a:lnTo>
                    <a:pt x="166" y="431"/>
                  </a:lnTo>
                  <a:lnTo>
                    <a:pt x="166" y="431"/>
                  </a:lnTo>
                  <a:lnTo>
                    <a:pt x="166" y="431"/>
                  </a:lnTo>
                  <a:lnTo>
                    <a:pt x="171" y="428"/>
                  </a:lnTo>
                  <a:lnTo>
                    <a:pt x="173" y="428"/>
                  </a:lnTo>
                  <a:lnTo>
                    <a:pt x="175" y="428"/>
                  </a:lnTo>
                  <a:lnTo>
                    <a:pt x="178" y="428"/>
                  </a:lnTo>
                  <a:lnTo>
                    <a:pt x="180" y="431"/>
                  </a:lnTo>
                  <a:lnTo>
                    <a:pt x="183" y="431"/>
                  </a:lnTo>
                  <a:lnTo>
                    <a:pt x="183" y="431"/>
                  </a:lnTo>
                  <a:lnTo>
                    <a:pt x="185" y="428"/>
                  </a:lnTo>
                  <a:lnTo>
                    <a:pt x="185" y="428"/>
                  </a:lnTo>
                  <a:lnTo>
                    <a:pt x="187" y="428"/>
                  </a:lnTo>
                  <a:lnTo>
                    <a:pt x="187" y="431"/>
                  </a:lnTo>
                  <a:lnTo>
                    <a:pt x="187" y="431"/>
                  </a:lnTo>
                  <a:lnTo>
                    <a:pt x="187" y="431"/>
                  </a:lnTo>
                  <a:lnTo>
                    <a:pt x="190" y="433"/>
                  </a:lnTo>
                  <a:lnTo>
                    <a:pt x="190" y="433"/>
                  </a:lnTo>
                  <a:lnTo>
                    <a:pt x="192" y="433"/>
                  </a:lnTo>
                  <a:lnTo>
                    <a:pt x="197" y="438"/>
                  </a:lnTo>
                  <a:lnTo>
                    <a:pt x="197" y="438"/>
                  </a:lnTo>
                  <a:lnTo>
                    <a:pt x="199" y="440"/>
                  </a:lnTo>
                  <a:lnTo>
                    <a:pt x="201" y="440"/>
                  </a:lnTo>
                  <a:lnTo>
                    <a:pt x="201" y="440"/>
                  </a:lnTo>
                  <a:lnTo>
                    <a:pt x="201" y="442"/>
                  </a:lnTo>
                  <a:lnTo>
                    <a:pt x="204" y="442"/>
                  </a:lnTo>
                  <a:lnTo>
                    <a:pt x="204" y="442"/>
                  </a:lnTo>
                  <a:lnTo>
                    <a:pt x="204" y="442"/>
                  </a:lnTo>
                  <a:lnTo>
                    <a:pt x="204" y="442"/>
                  </a:lnTo>
                  <a:lnTo>
                    <a:pt x="206" y="445"/>
                  </a:lnTo>
                  <a:lnTo>
                    <a:pt x="209" y="447"/>
                  </a:lnTo>
                  <a:lnTo>
                    <a:pt x="211" y="450"/>
                  </a:lnTo>
                  <a:lnTo>
                    <a:pt x="211" y="450"/>
                  </a:lnTo>
                  <a:lnTo>
                    <a:pt x="213" y="450"/>
                  </a:lnTo>
                  <a:lnTo>
                    <a:pt x="216" y="450"/>
                  </a:lnTo>
                  <a:lnTo>
                    <a:pt x="216" y="450"/>
                  </a:lnTo>
                  <a:lnTo>
                    <a:pt x="216" y="450"/>
                  </a:lnTo>
                  <a:lnTo>
                    <a:pt x="216" y="450"/>
                  </a:lnTo>
                  <a:lnTo>
                    <a:pt x="216" y="450"/>
                  </a:lnTo>
                  <a:lnTo>
                    <a:pt x="216" y="452"/>
                  </a:lnTo>
                  <a:lnTo>
                    <a:pt x="216" y="452"/>
                  </a:lnTo>
                  <a:lnTo>
                    <a:pt x="223" y="450"/>
                  </a:lnTo>
                  <a:lnTo>
                    <a:pt x="225" y="450"/>
                  </a:lnTo>
                  <a:lnTo>
                    <a:pt x="227" y="450"/>
                  </a:lnTo>
                  <a:lnTo>
                    <a:pt x="232" y="454"/>
                  </a:lnTo>
                  <a:lnTo>
                    <a:pt x="232" y="457"/>
                  </a:lnTo>
                  <a:lnTo>
                    <a:pt x="237" y="457"/>
                  </a:lnTo>
                  <a:lnTo>
                    <a:pt x="237" y="457"/>
                  </a:lnTo>
                  <a:lnTo>
                    <a:pt x="239" y="457"/>
                  </a:lnTo>
                  <a:lnTo>
                    <a:pt x="239" y="457"/>
                  </a:lnTo>
                  <a:lnTo>
                    <a:pt x="242" y="457"/>
                  </a:lnTo>
                  <a:lnTo>
                    <a:pt x="246" y="459"/>
                  </a:lnTo>
                  <a:lnTo>
                    <a:pt x="249" y="461"/>
                  </a:lnTo>
                  <a:lnTo>
                    <a:pt x="251" y="461"/>
                  </a:lnTo>
                  <a:lnTo>
                    <a:pt x="256" y="461"/>
                  </a:lnTo>
                  <a:lnTo>
                    <a:pt x="256" y="461"/>
                  </a:lnTo>
                  <a:lnTo>
                    <a:pt x="258" y="461"/>
                  </a:lnTo>
                  <a:lnTo>
                    <a:pt x="261" y="461"/>
                  </a:lnTo>
                  <a:lnTo>
                    <a:pt x="263" y="461"/>
                  </a:lnTo>
                  <a:lnTo>
                    <a:pt x="263" y="459"/>
                  </a:lnTo>
                  <a:lnTo>
                    <a:pt x="268" y="457"/>
                  </a:lnTo>
                  <a:lnTo>
                    <a:pt x="270" y="457"/>
                  </a:lnTo>
                  <a:lnTo>
                    <a:pt x="272" y="457"/>
                  </a:lnTo>
                  <a:lnTo>
                    <a:pt x="272" y="457"/>
                  </a:lnTo>
                  <a:lnTo>
                    <a:pt x="275" y="457"/>
                  </a:lnTo>
                  <a:lnTo>
                    <a:pt x="277" y="457"/>
                  </a:lnTo>
                  <a:lnTo>
                    <a:pt x="289" y="457"/>
                  </a:lnTo>
                  <a:lnTo>
                    <a:pt x="294" y="454"/>
                  </a:lnTo>
                  <a:lnTo>
                    <a:pt x="301" y="450"/>
                  </a:lnTo>
                  <a:lnTo>
                    <a:pt x="301" y="445"/>
                  </a:lnTo>
                  <a:lnTo>
                    <a:pt x="303" y="440"/>
                  </a:lnTo>
                  <a:lnTo>
                    <a:pt x="303" y="438"/>
                  </a:lnTo>
                  <a:lnTo>
                    <a:pt x="306" y="431"/>
                  </a:lnTo>
                  <a:lnTo>
                    <a:pt x="310" y="421"/>
                  </a:lnTo>
                  <a:lnTo>
                    <a:pt x="313" y="416"/>
                  </a:lnTo>
                  <a:lnTo>
                    <a:pt x="313" y="414"/>
                  </a:lnTo>
                  <a:lnTo>
                    <a:pt x="313" y="412"/>
                  </a:lnTo>
                  <a:lnTo>
                    <a:pt x="315" y="407"/>
                  </a:lnTo>
                  <a:lnTo>
                    <a:pt x="315" y="405"/>
                  </a:lnTo>
                  <a:lnTo>
                    <a:pt x="315" y="402"/>
                  </a:lnTo>
                  <a:lnTo>
                    <a:pt x="315" y="400"/>
                  </a:lnTo>
                  <a:lnTo>
                    <a:pt x="315" y="397"/>
                  </a:lnTo>
                  <a:lnTo>
                    <a:pt x="315" y="397"/>
                  </a:lnTo>
                  <a:lnTo>
                    <a:pt x="315" y="397"/>
                  </a:lnTo>
                  <a:lnTo>
                    <a:pt x="317" y="397"/>
                  </a:lnTo>
                  <a:lnTo>
                    <a:pt x="320" y="397"/>
                  </a:lnTo>
                  <a:lnTo>
                    <a:pt x="322" y="397"/>
                  </a:lnTo>
                  <a:lnTo>
                    <a:pt x="322" y="395"/>
                  </a:lnTo>
                  <a:lnTo>
                    <a:pt x="332" y="393"/>
                  </a:lnTo>
                  <a:lnTo>
                    <a:pt x="336" y="390"/>
                  </a:lnTo>
                  <a:lnTo>
                    <a:pt x="339" y="390"/>
                  </a:lnTo>
                  <a:lnTo>
                    <a:pt x="341" y="390"/>
                  </a:lnTo>
                  <a:lnTo>
                    <a:pt x="341" y="390"/>
                  </a:lnTo>
                  <a:lnTo>
                    <a:pt x="343" y="390"/>
                  </a:lnTo>
                  <a:lnTo>
                    <a:pt x="343" y="390"/>
                  </a:lnTo>
                  <a:lnTo>
                    <a:pt x="343" y="390"/>
                  </a:lnTo>
                  <a:lnTo>
                    <a:pt x="348" y="388"/>
                  </a:lnTo>
                  <a:lnTo>
                    <a:pt x="348" y="386"/>
                  </a:lnTo>
                  <a:lnTo>
                    <a:pt x="348" y="383"/>
                  </a:lnTo>
                  <a:lnTo>
                    <a:pt x="351" y="381"/>
                  </a:lnTo>
                  <a:lnTo>
                    <a:pt x="353" y="379"/>
                  </a:lnTo>
                  <a:lnTo>
                    <a:pt x="355" y="376"/>
                  </a:lnTo>
                  <a:lnTo>
                    <a:pt x="358" y="374"/>
                  </a:lnTo>
                  <a:lnTo>
                    <a:pt x="360" y="374"/>
                  </a:lnTo>
                  <a:lnTo>
                    <a:pt x="360" y="371"/>
                  </a:lnTo>
                  <a:lnTo>
                    <a:pt x="365" y="371"/>
                  </a:lnTo>
                  <a:lnTo>
                    <a:pt x="367" y="369"/>
                  </a:lnTo>
                  <a:lnTo>
                    <a:pt x="367" y="369"/>
                  </a:lnTo>
                  <a:lnTo>
                    <a:pt x="367" y="369"/>
                  </a:lnTo>
                  <a:lnTo>
                    <a:pt x="369" y="364"/>
                  </a:lnTo>
                  <a:lnTo>
                    <a:pt x="369" y="360"/>
                  </a:lnTo>
                  <a:lnTo>
                    <a:pt x="372" y="345"/>
                  </a:lnTo>
                  <a:lnTo>
                    <a:pt x="372" y="343"/>
                  </a:lnTo>
                  <a:lnTo>
                    <a:pt x="372" y="343"/>
                  </a:lnTo>
                  <a:lnTo>
                    <a:pt x="374" y="341"/>
                  </a:lnTo>
                  <a:lnTo>
                    <a:pt x="374" y="338"/>
                  </a:lnTo>
                  <a:lnTo>
                    <a:pt x="374" y="338"/>
                  </a:lnTo>
                  <a:lnTo>
                    <a:pt x="374" y="338"/>
                  </a:lnTo>
                  <a:lnTo>
                    <a:pt x="374" y="336"/>
                  </a:lnTo>
                  <a:lnTo>
                    <a:pt x="377" y="334"/>
                  </a:lnTo>
                  <a:lnTo>
                    <a:pt x="377" y="334"/>
                  </a:lnTo>
                  <a:lnTo>
                    <a:pt x="377" y="334"/>
                  </a:lnTo>
                  <a:lnTo>
                    <a:pt x="377" y="334"/>
                  </a:lnTo>
                  <a:lnTo>
                    <a:pt x="377" y="334"/>
                  </a:lnTo>
                  <a:lnTo>
                    <a:pt x="379" y="334"/>
                  </a:lnTo>
                  <a:lnTo>
                    <a:pt x="379" y="334"/>
                  </a:lnTo>
                  <a:lnTo>
                    <a:pt x="379" y="334"/>
                  </a:lnTo>
                  <a:lnTo>
                    <a:pt x="379" y="331"/>
                  </a:lnTo>
                  <a:lnTo>
                    <a:pt x="379" y="331"/>
                  </a:lnTo>
                  <a:lnTo>
                    <a:pt x="379" y="331"/>
                  </a:lnTo>
                  <a:lnTo>
                    <a:pt x="379" y="331"/>
                  </a:lnTo>
                  <a:lnTo>
                    <a:pt x="379" y="331"/>
                  </a:lnTo>
                  <a:lnTo>
                    <a:pt x="381" y="331"/>
                  </a:lnTo>
                  <a:lnTo>
                    <a:pt x="381" y="329"/>
                  </a:lnTo>
                  <a:lnTo>
                    <a:pt x="381" y="329"/>
                  </a:lnTo>
                  <a:lnTo>
                    <a:pt x="381" y="329"/>
                  </a:lnTo>
                  <a:lnTo>
                    <a:pt x="381" y="329"/>
                  </a:lnTo>
                  <a:lnTo>
                    <a:pt x="381" y="329"/>
                  </a:lnTo>
                  <a:lnTo>
                    <a:pt x="384" y="329"/>
                  </a:lnTo>
                  <a:lnTo>
                    <a:pt x="384" y="329"/>
                  </a:lnTo>
                  <a:lnTo>
                    <a:pt x="384" y="329"/>
                  </a:lnTo>
                  <a:lnTo>
                    <a:pt x="381" y="326"/>
                  </a:lnTo>
                  <a:lnTo>
                    <a:pt x="381" y="326"/>
                  </a:lnTo>
                  <a:lnTo>
                    <a:pt x="381" y="326"/>
                  </a:lnTo>
                  <a:lnTo>
                    <a:pt x="384" y="326"/>
                  </a:lnTo>
                  <a:lnTo>
                    <a:pt x="384" y="326"/>
                  </a:lnTo>
                  <a:lnTo>
                    <a:pt x="384" y="326"/>
                  </a:lnTo>
                  <a:lnTo>
                    <a:pt x="384" y="326"/>
                  </a:lnTo>
                  <a:lnTo>
                    <a:pt x="384" y="326"/>
                  </a:lnTo>
                  <a:lnTo>
                    <a:pt x="384" y="326"/>
                  </a:lnTo>
                  <a:lnTo>
                    <a:pt x="386" y="326"/>
                  </a:lnTo>
                  <a:lnTo>
                    <a:pt x="386" y="326"/>
                  </a:lnTo>
                  <a:lnTo>
                    <a:pt x="386" y="326"/>
                  </a:lnTo>
                  <a:lnTo>
                    <a:pt x="386" y="326"/>
                  </a:lnTo>
                  <a:lnTo>
                    <a:pt x="386" y="324"/>
                  </a:lnTo>
                  <a:lnTo>
                    <a:pt x="386" y="324"/>
                  </a:lnTo>
                  <a:lnTo>
                    <a:pt x="388" y="324"/>
                  </a:lnTo>
                  <a:lnTo>
                    <a:pt x="391" y="322"/>
                  </a:lnTo>
                  <a:lnTo>
                    <a:pt x="391" y="322"/>
                  </a:lnTo>
                  <a:lnTo>
                    <a:pt x="393" y="322"/>
                  </a:lnTo>
                  <a:lnTo>
                    <a:pt x="393" y="319"/>
                  </a:lnTo>
                  <a:lnTo>
                    <a:pt x="395" y="319"/>
                  </a:lnTo>
                  <a:lnTo>
                    <a:pt x="395" y="319"/>
                  </a:lnTo>
                  <a:lnTo>
                    <a:pt x="395" y="319"/>
                  </a:lnTo>
                  <a:lnTo>
                    <a:pt x="395" y="319"/>
                  </a:lnTo>
                  <a:lnTo>
                    <a:pt x="395" y="319"/>
                  </a:lnTo>
                  <a:lnTo>
                    <a:pt x="398" y="319"/>
                  </a:lnTo>
                  <a:lnTo>
                    <a:pt x="398" y="319"/>
                  </a:lnTo>
                  <a:lnTo>
                    <a:pt x="398" y="319"/>
                  </a:lnTo>
                  <a:lnTo>
                    <a:pt x="398" y="319"/>
                  </a:lnTo>
                  <a:lnTo>
                    <a:pt x="398" y="319"/>
                  </a:lnTo>
                  <a:lnTo>
                    <a:pt x="398" y="319"/>
                  </a:lnTo>
                  <a:lnTo>
                    <a:pt x="400" y="319"/>
                  </a:lnTo>
                  <a:lnTo>
                    <a:pt x="400" y="319"/>
                  </a:lnTo>
                  <a:lnTo>
                    <a:pt x="400" y="317"/>
                  </a:lnTo>
                  <a:lnTo>
                    <a:pt x="403" y="317"/>
                  </a:lnTo>
                  <a:lnTo>
                    <a:pt x="405" y="317"/>
                  </a:lnTo>
                  <a:lnTo>
                    <a:pt x="405" y="317"/>
                  </a:lnTo>
                  <a:lnTo>
                    <a:pt x="405" y="315"/>
                  </a:lnTo>
                  <a:lnTo>
                    <a:pt x="405" y="315"/>
                  </a:lnTo>
                  <a:lnTo>
                    <a:pt x="405" y="315"/>
                  </a:lnTo>
                  <a:lnTo>
                    <a:pt x="405" y="315"/>
                  </a:lnTo>
                  <a:lnTo>
                    <a:pt x="405" y="312"/>
                  </a:lnTo>
                  <a:lnTo>
                    <a:pt x="405" y="312"/>
                  </a:lnTo>
                  <a:lnTo>
                    <a:pt x="405" y="312"/>
                  </a:lnTo>
                  <a:lnTo>
                    <a:pt x="407" y="312"/>
                  </a:lnTo>
                  <a:lnTo>
                    <a:pt x="407" y="312"/>
                  </a:lnTo>
                  <a:lnTo>
                    <a:pt x="407" y="312"/>
                  </a:lnTo>
                  <a:lnTo>
                    <a:pt x="407" y="312"/>
                  </a:lnTo>
                  <a:lnTo>
                    <a:pt x="407" y="310"/>
                  </a:lnTo>
                  <a:lnTo>
                    <a:pt x="407" y="308"/>
                  </a:lnTo>
                  <a:lnTo>
                    <a:pt x="410" y="308"/>
                  </a:lnTo>
                  <a:lnTo>
                    <a:pt x="410" y="310"/>
                  </a:lnTo>
                  <a:lnTo>
                    <a:pt x="410" y="310"/>
                  </a:lnTo>
                  <a:lnTo>
                    <a:pt x="412" y="310"/>
                  </a:lnTo>
                  <a:lnTo>
                    <a:pt x="412" y="308"/>
                  </a:lnTo>
                  <a:lnTo>
                    <a:pt x="414" y="310"/>
                  </a:lnTo>
                  <a:lnTo>
                    <a:pt x="414" y="310"/>
                  </a:lnTo>
                  <a:lnTo>
                    <a:pt x="417" y="310"/>
                  </a:lnTo>
                  <a:lnTo>
                    <a:pt x="417" y="308"/>
                  </a:lnTo>
                  <a:lnTo>
                    <a:pt x="417" y="305"/>
                  </a:lnTo>
                  <a:lnTo>
                    <a:pt x="417" y="305"/>
                  </a:lnTo>
                  <a:lnTo>
                    <a:pt x="417" y="305"/>
                  </a:lnTo>
                  <a:lnTo>
                    <a:pt x="417" y="305"/>
                  </a:lnTo>
                  <a:lnTo>
                    <a:pt x="417" y="305"/>
                  </a:lnTo>
                  <a:lnTo>
                    <a:pt x="417" y="305"/>
                  </a:lnTo>
                  <a:lnTo>
                    <a:pt x="417" y="305"/>
                  </a:lnTo>
                  <a:lnTo>
                    <a:pt x="417" y="305"/>
                  </a:lnTo>
                  <a:lnTo>
                    <a:pt x="417" y="305"/>
                  </a:lnTo>
                  <a:lnTo>
                    <a:pt x="417" y="305"/>
                  </a:lnTo>
                  <a:lnTo>
                    <a:pt x="417" y="303"/>
                  </a:lnTo>
                  <a:lnTo>
                    <a:pt x="417" y="303"/>
                  </a:lnTo>
                  <a:lnTo>
                    <a:pt x="417" y="303"/>
                  </a:lnTo>
                  <a:lnTo>
                    <a:pt x="419" y="303"/>
                  </a:lnTo>
                  <a:lnTo>
                    <a:pt x="419" y="303"/>
                  </a:lnTo>
                  <a:lnTo>
                    <a:pt x="419" y="303"/>
                  </a:lnTo>
                  <a:lnTo>
                    <a:pt x="421" y="300"/>
                  </a:lnTo>
                  <a:lnTo>
                    <a:pt x="424" y="300"/>
                  </a:lnTo>
                  <a:lnTo>
                    <a:pt x="426" y="300"/>
                  </a:lnTo>
                  <a:lnTo>
                    <a:pt x="426" y="298"/>
                  </a:lnTo>
                  <a:lnTo>
                    <a:pt x="426" y="296"/>
                  </a:lnTo>
                  <a:lnTo>
                    <a:pt x="426" y="293"/>
                  </a:lnTo>
                  <a:lnTo>
                    <a:pt x="426" y="293"/>
                  </a:lnTo>
                  <a:lnTo>
                    <a:pt x="429" y="293"/>
                  </a:lnTo>
                  <a:lnTo>
                    <a:pt x="429" y="293"/>
                  </a:lnTo>
                  <a:lnTo>
                    <a:pt x="429" y="293"/>
                  </a:lnTo>
                  <a:lnTo>
                    <a:pt x="431" y="291"/>
                  </a:lnTo>
                  <a:lnTo>
                    <a:pt x="431" y="291"/>
                  </a:lnTo>
                  <a:lnTo>
                    <a:pt x="431" y="289"/>
                  </a:lnTo>
                  <a:lnTo>
                    <a:pt x="431" y="289"/>
                  </a:lnTo>
                  <a:lnTo>
                    <a:pt x="431" y="286"/>
                  </a:lnTo>
                  <a:lnTo>
                    <a:pt x="431" y="286"/>
                  </a:lnTo>
                  <a:lnTo>
                    <a:pt x="433" y="286"/>
                  </a:lnTo>
                  <a:lnTo>
                    <a:pt x="433" y="286"/>
                  </a:lnTo>
                  <a:lnTo>
                    <a:pt x="436" y="286"/>
                  </a:lnTo>
                  <a:lnTo>
                    <a:pt x="436" y="284"/>
                  </a:lnTo>
                  <a:lnTo>
                    <a:pt x="436" y="284"/>
                  </a:lnTo>
                  <a:lnTo>
                    <a:pt x="436" y="284"/>
                  </a:lnTo>
                  <a:lnTo>
                    <a:pt x="436" y="284"/>
                  </a:lnTo>
                  <a:lnTo>
                    <a:pt x="436" y="284"/>
                  </a:lnTo>
                  <a:lnTo>
                    <a:pt x="438" y="284"/>
                  </a:lnTo>
                  <a:lnTo>
                    <a:pt x="438" y="284"/>
                  </a:lnTo>
                  <a:lnTo>
                    <a:pt x="438" y="282"/>
                  </a:lnTo>
                  <a:lnTo>
                    <a:pt x="438" y="282"/>
                  </a:lnTo>
                  <a:lnTo>
                    <a:pt x="438" y="282"/>
                  </a:lnTo>
                  <a:lnTo>
                    <a:pt x="438" y="282"/>
                  </a:lnTo>
                  <a:lnTo>
                    <a:pt x="438" y="279"/>
                  </a:lnTo>
                  <a:lnTo>
                    <a:pt x="438" y="279"/>
                  </a:lnTo>
                  <a:lnTo>
                    <a:pt x="440" y="277"/>
                  </a:lnTo>
                  <a:lnTo>
                    <a:pt x="440" y="277"/>
                  </a:lnTo>
                  <a:lnTo>
                    <a:pt x="440" y="277"/>
                  </a:lnTo>
                  <a:lnTo>
                    <a:pt x="443" y="277"/>
                  </a:lnTo>
                  <a:lnTo>
                    <a:pt x="443" y="277"/>
                  </a:lnTo>
                  <a:lnTo>
                    <a:pt x="445" y="274"/>
                  </a:lnTo>
                  <a:lnTo>
                    <a:pt x="445" y="272"/>
                  </a:lnTo>
                  <a:lnTo>
                    <a:pt x="448" y="272"/>
                  </a:lnTo>
                  <a:lnTo>
                    <a:pt x="450" y="272"/>
                  </a:lnTo>
                  <a:lnTo>
                    <a:pt x="455" y="272"/>
                  </a:lnTo>
                  <a:lnTo>
                    <a:pt x="457" y="272"/>
                  </a:lnTo>
                  <a:lnTo>
                    <a:pt x="457" y="272"/>
                  </a:lnTo>
                  <a:lnTo>
                    <a:pt x="459" y="270"/>
                  </a:lnTo>
                  <a:lnTo>
                    <a:pt x="459" y="270"/>
                  </a:lnTo>
                  <a:lnTo>
                    <a:pt x="462" y="270"/>
                  </a:lnTo>
                  <a:lnTo>
                    <a:pt x="462" y="270"/>
                  </a:lnTo>
                  <a:lnTo>
                    <a:pt x="464" y="270"/>
                  </a:lnTo>
                  <a:lnTo>
                    <a:pt x="469" y="267"/>
                  </a:lnTo>
                  <a:lnTo>
                    <a:pt x="471" y="267"/>
                  </a:lnTo>
                  <a:lnTo>
                    <a:pt x="471" y="267"/>
                  </a:lnTo>
                  <a:lnTo>
                    <a:pt x="474" y="267"/>
                  </a:lnTo>
                  <a:lnTo>
                    <a:pt x="474" y="267"/>
                  </a:lnTo>
                  <a:lnTo>
                    <a:pt x="474" y="265"/>
                  </a:lnTo>
                  <a:lnTo>
                    <a:pt x="474" y="265"/>
                  </a:lnTo>
                  <a:lnTo>
                    <a:pt x="476" y="265"/>
                  </a:lnTo>
                  <a:lnTo>
                    <a:pt x="478" y="265"/>
                  </a:lnTo>
                  <a:lnTo>
                    <a:pt x="478" y="263"/>
                  </a:lnTo>
                  <a:lnTo>
                    <a:pt x="481" y="263"/>
                  </a:lnTo>
                  <a:lnTo>
                    <a:pt x="481" y="260"/>
                  </a:lnTo>
                  <a:lnTo>
                    <a:pt x="481" y="260"/>
                  </a:lnTo>
                  <a:lnTo>
                    <a:pt x="481" y="255"/>
                  </a:lnTo>
                  <a:lnTo>
                    <a:pt x="481" y="255"/>
                  </a:lnTo>
                  <a:lnTo>
                    <a:pt x="483" y="253"/>
                  </a:lnTo>
                  <a:lnTo>
                    <a:pt x="483" y="253"/>
                  </a:lnTo>
                  <a:lnTo>
                    <a:pt x="483" y="253"/>
                  </a:lnTo>
                  <a:lnTo>
                    <a:pt x="485" y="251"/>
                  </a:lnTo>
                  <a:lnTo>
                    <a:pt x="485" y="251"/>
                  </a:lnTo>
                  <a:lnTo>
                    <a:pt x="492" y="251"/>
                  </a:lnTo>
                  <a:lnTo>
                    <a:pt x="492" y="251"/>
                  </a:lnTo>
                  <a:lnTo>
                    <a:pt x="492" y="251"/>
                  </a:lnTo>
                  <a:lnTo>
                    <a:pt x="495" y="248"/>
                  </a:lnTo>
                  <a:lnTo>
                    <a:pt x="495" y="248"/>
                  </a:lnTo>
                  <a:lnTo>
                    <a:pt x="500" y="248"/>
                  </a:lnTo>
                  <a:lnTo>
                    <a:pt x="500" y="248"/>
                  </a:lnTo>
                  <a:lnTo>
                    <a:pt x="502" y="248"/>
                  </a:lnTo>
                  <a:lnTo>
                    <a:pt x="497" y="246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64">
              <a:extLst>
                <a:ext uri="{FF2B5EF4-FFF2-40B4-BE49-F238E27FC236}">
                  <a16:creationId xmlns:a16="http://schemas.microsoft.com/office/drawing/2014/main" id="{074EF1DF-0611-1A1C-97DA-15A01FF74A66}"/>
                </a:ext>
              </a:extLst>
            </p:cNvPr>
            <p:cNvSpPr>
              <a:spLocks/>
            </p:cNvSpPr>
            <p:nvPr/>
          </p:nvSpPr>
          <p:spPr bwMode="auto">
            <a:xfrm>
              <a:off x="7175279" y="2486030"/>
              <a:ext cx="208850" cy="422794"/>
            </a:xfrm>
            <a:custGeom>
              <a:avLst/>
              <a:gdLst>
                <a:gd name="T0" fmla="*/ 159 w 164"/>
                <a:gd name="T1" fmla="*/ 88 h 332"/>
                <a:gd name="T2" fmla="*/ 159 w 164"/>
                <a:gd name="T3" fmla="*/ 74 h 332"/>
                <a:gd name="T4" fmla="*/ 154 w 164"/>
                <a:gd name="T5" fmla="*/ 67 h 332"/>
                <a:gd name="T6" fmla="*/ 149 w 164"/>
                <a:gd name="T7" fmla="*/ 36 h 332"/>
                <a:gd name="T8" fmla="*/ 147 w 164"/>
                <a:gd name="T9" fmla="*/ 31 h 332"/>
                <a:gd name="T10" fmla="*/ 138 w 164"/>
                <a:gd name="T11" fmla="*/ 26 h 332"/>
                <a:gd name="T12" fmla="*/ 133 w 164"/>
                <a:gd name="T13" fmla="*/ 19 h 332"/>
                <a:gd name="T14" fmla="*/ 116 w 164"/>
                <a:gd name="T15" fmla="*/ 3 h 332"/>
                <a:gd name="T16" fmla="*/ 107 w 164"/>
                <a:gd name="T17" fmla="*/ 0 h 332"/>
                <a:gd name="T18" fmla="*/ 102 w 164"/>
                <a:gd name="T19" fmla="*/ 5 h 332"/>
                <a:gd name="T20" fmla="*/ 95 w 164"/>
                <a:gd name="T21" fmla="*/ 5 h 332"/>
                <a:gd name="T22" fmla="*/ 93 w 164"/>
                <a:gd name="T23" fmla="*/ 7 h 332"/>
                <a:gd name="T24" fmla="*/ 88 w 164"/>
                <a:gd name="T25" fmla="*/ 7 h 332"/>
                <a:gd name="T26" fmla="*/ 90 w 164"/>
                <a:gd name="T27" fmla="*/ 22 h 332"/>
                <a:gd name="T28" fmla="*/ 88 w 164"/>
                <a:gd name="T29" fmla="*/ 24 h 332"/>
                <a:gd name="T30" fmla="*/ 81 w 164"/>
                <a:gd name="T31" fmla="*/ 38 h 332"/>
                <a:gd name="T32" fmla="*/ 62 w 164"/>
                <a:gd name="T33" fmla="*/ 52 h 332"/>
                <a:gd name="T34" fmla="*/ 50 w 164"/>
                <a:gd name="T35" fmla="*/ 52 h 332"/>
                <a:gd name="T36" fmla="*/ 38 w 164"/>
                <a:gd name="T37" fmla="*/ 50 h 332"/>
                <a:gd name="T38" fmla="*/ 34 w 164"/>
                <a:gd name="T39" fmla="*/ 55 h 332"/>
                <a:gd name="T40" fmla="*/ 29 w 164"/>
                <a:gd name="T41" fmla="*/ 60 h 332"/>
                <a:gd name="T42" fmla="*/ 26 w 164"/>
                <a:gd name="T43" fmla="*/ 62 h 332"/>
                <a:gd name="T44" fmla="*/ 22 w 164"/>
                <a:gd name="T45" fmla="*/ 60 h 332"/>
                <a:gd name="T46" fmla="*/ 19 w 164"/>
                <a:gd name="T47" fmla="*/ 67 h 332"/>
                <a:gd name="T48" fmla="*/ 17 w 164"/>
                <a:gd name="T49" fmla="*/ 69 h 332"/>
                <a:gd name="T50" fmla="*/ 19 w 164"/>
                <a:gd name="T51" fmla="*/ 74 h 332"/>
                <a:gd name="T52" fmla="*/ 15 w 164"/>
                <a:gd name="T53" fmla="*/ 74 h 332"/>
                <a:gd name="T54" fmla="*/ 10 w 164"/>
                <a:gd name="T55" fmla="*/ 71 h 332"/>
                <a:gd name="T56" fmla="*/ 10 w 164"/>
                <a:gd name="T57" fmla="*/ 76 h 332"/>
                <a:gd name="T58" fmla="*/ 5 w 164"/>
                <a:gd name="T59" fmla="*/ 83 h 332"/>
                <a:gd name="T60" fmla="*/ 0 w 164"/>
                <a:gd name="T61" fmla="*/ 107 h 332"/>
                <a:gd name="T62" fmla="*/ 31 w 164"/>
                <a:gd name="T63" fmla="*/ 133 h 332"/>
                <a:gd name="T64" fmla="*/ 29 w 164"/>
                <a:gd name="T65" fmla="*/ 154 h 332"/>
                <a:gd name="T66" fmla="*/ 36 w 164"/>
                <a:gd name="T67" fmla="*/ 168 h 332"/>
                <a:gd name="T68" fmla="*/ 45 w 164"/>
                <a:gd name="T69" fmla="*/ 206 h 332"/>
                <a:gd name="T70" fmla="*/ 45 w 164"/>
                <a:gd name="T71" fmla="*/ 218 h 332"/>
                <a:gd name="T72" fmla="*/ 45 w 164"/>
                <a:gd name="T73" fmla="*/ 263 h 332"/>
                <a:gd name="T74" fmla="*/ 43 w 164"/>
                <a:gd name="T75" fmla="*/ 296 h 332"/>
                <a:gd name="T76" fmla="*/ 43 w 164"/>
                <a:gd name="T77" fmla="*/ 306 h 332"/>
                <a:gd name="T78" fmla="*/ 45 w 164"/>
                <a:gd name="T79" fmla="*/ 313 h 332"/>
                <a:gd name="T80" fmla="*/ 48 w 164"/>
                <a:gd name="T81" fmla="*/ 317 h 332"/>
                <a:gd name="T82" fmla="*/ 45 w 164"/>
                <a:gd name="T83" fmla="*/ 332 h 332"/>
                <a:gd name="T84" fmla="*/ 105 w 164"/>
                <a:gd name="T85" fmla="*/ 317 h 332"/>
                <a:gd name="T86" fmla="*/ 107 w 164"/>
                <a:gd name="T87" fmla="*/ 303 h 332"/>
                <a:gd name="T88" fmla="*/ 105 w 164"/>
                <a:gd name="T89" fmla="*/ 296 h 332"/>
                <a:gd name="T90" fmla="*/ 105 w 164"/>
                <a:gd name="T91" fmla="*/ 287 h 332"/>
                <a:gd name="T92" fmla="*/ 107 w 164"/>
                <a:gd name="T93" fmla="*/ 268 h 332"/>
                <a:gd name="T94" fmla="*/ 105 w 164"/>
                <a:gd name="T95" fmla="*/ 256 h 332"/>
                <a:gd name="T96" fmla="*/ 102 w 164"/>
                <a:gd name="T97" fmla="*/ 242 h 332"/>
                <a:gd name="T98" fmla="*/ 105 w 164"/>
                <a:gd name="T99" fmla="*/ 225 h 332"/>
                <a:gd name="T100" fmla="*/ 105 w 164"/>
                <a:gd name="T101" fmla="*/ 213 h 332"/>
                <a:gd name="T102" fmla="*/ 107 w 164"/>
                <a:gd name="T103" fmla="*/ 194 h 332"/>
                <a:gd name="T104" fmla="*/ 107 w 164"/>
                <a:gd name="T105" fmla="*/ 187 h 332"/>
                <a:gd name="T106" fmla="*/ 112 w 164"/>
                <a:gd name="T107" fmla="*/ 180 h 332"/>
                <a:gd name="T108" fmla="*/ 123 w 164"/>
                <a:gd name="T109" fmla="*/ 178 h 332"/>
                <a:gd name="T110" fmla="*/ 128 w 164"/>
                <a:gd name="T111" fmla="*/ 157 h 332"/>
                <a:gd name="T112" fmla="*/ 135 w 164"/>
                <a:gd name="T113" fmla="*/ 149 h 332"/>
                <a:gd name="T114" fmla="*/ 142 w 164"/>
                <a:gd name="T115" fmla="*/ 138 h 332"/>
                <a:gd name="T116" fmla="*/ 154 w 164"/>
                <a:gd name="T117" fmla="*/ 123 h 332"/>
                <a:gd name="T118" fmla="*/ 152 w 164"/>
                <a:gd name="T119" fmla="*/ 112 h 332"/>
                <a:gd name="T120" fmla="*/ 161 w 164"/>
                <a:gd name="T121" fmla="*/ 107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64" h="332">
                  <a:moveTo>
                    <a:pt x="164" y="95"/>
                  </a:moveTo>
                  <a:lnTo>
                    <a:pt x="164" y="95"/>
                  </a:lnTo>
                  <a:lnTo>
                    <a:pt x="164" y="93"/>
                  </a:lnTo>
                  <a:lnTo>
                    <a:pt x="164" y="93"/>
                  </a:lnTo>
                  <a:lnTo>
                    <a:pt x="164" y="90"/>
                  </a:lnTo>
                  <a:lnTo>
                    <a:pt x="161" y="90"/>
                  </a:lnTo>
                  <a:lnTo>
                    <a:pt x="161" y="90"/>
                  </a:lnTo>
                  <a:lnTo>
                    <a:pt x="161" y="90"/>
                  </a:lnTo>
                  <a:lnTo>
                    <a:pt x="161" y="88"/>
                  </a:lnTo>
                  <a:lnTo>
                    <a:pt x="159" y="88"/>
                  </a:lnTo>
                  <a:lnTo>
                    <a:pt x="159" y="88"/>
                  </a:lnTo>
                  <a:lnTo>
                    <a:pt x="159" y="88"/>
                  </a:lnTo>
                  <a:lnTo>
                    <a:pt x="159" y="86"/>
                  </a:lnTo>
                  <a:lnTo>
                    <a:pt x="159" y="86"/>
                  </a:lnTo>
                  <a:lnTo>
                    <a:pt x="159" y="86"/>
                  </a:lnTo>
                  <a:lnTo>
                    <a:pt x="159" y="83"/>
                  </a:lnTo>
                  <a:lnTo>
                    <a:pt x="159" y="81"/>
                  </a:lnTo>
                  <a:lnTo>
                    <a:pt x="159" y="76"/>
                  </a:lnTo>
                  <a:lnTo>
                    <a:pt x="159" y="76"/>
                  </a:lnTo>
                  <a:lnTo>
                    <a:pt x="159" y="74"/>
                  </a:lnTo>
                  <a:lnTo>
                    <a:pt x="157" y="74"/>
                  </a:lnTo>
                  <a:lnTo>
                    <a:pt x="157" y="74"/>
                  </a:lnTo>
                  <a:lnTo>
                    <a:pt x="157" y="71"/>
                  </a:lnTo>
                  <a:lnTo>
                    <a:pt x="159" y="69"/>
                  </a:lnTo>
                  <a:lnTo>
                    <a:pt x="157" y="69"/>
                  </a:lnTo>
                  <a:lnTo>
                    <a:pt x="157" y="69"/>
                  </a:lnTo>
                  <a:lnTo>
                    <a:pt x="157" y="69"/>
                  </a:lnTo>
                  <a:lnTo>
                    <a:pt x="157" y="69"/>
                  </a:lnTo>
                  <a:lnTo>
                    <a:pt x="157" y="69"/>
                  </a:lnTo>
                  <a:lnTo>
                    <a:pt x="154" y="67"/>
                  </a:lnTo>
                  <a:lnTo>
                    <a:pt x="145" y="55"/>
                  </a:lnTo>
                  <a:lnTo>
                    <a:pt x="145" y="52"/>
                  </a:lnTo>
                  <a:lnTo>
                    <a:pt x="145" y="52"/>
                  </a:lnTo>
                  <a:lnTo>
                    <a:pt x="145" y="48"/>
                  </a:lnTo>
                  <a:lnTo>
                    <a:pt x="145" y="48"/>
                  </a:lnTo>
                  <a:lnTo>
                    <a:pt x="147" y="45"/>
                  </a:lnTo>
                  <a:lnTo>
                    <a:pt x="149" y="38"/>
                  </a:lnTo>
                  <a:lnTo>
                    <a:pt x="152" y="38"/>
                  </a:lnTo>
                  <a:lnTo>
                    <a:pt x="152" y="38"/>
                  </a:lnTo>
                  <a:lnTo>
                    <a:pt x="149" y="36"/>
                  </a:lnTo>
                  <a:lnTo>
                    <a:pt x="149" y="36"/>
                  </a:lnTo>
                  <a:lnTo>
                    <a:pt x="149" y="36"/>
                  </a:lnTo>
                  <a:lnTo>
                    <a:pt x="149" y="36"/>
                  </a:lnTo>
                  <a:lnTo>
                    <a:pt x="149" y="36"/>
                  </a:lnTo>
                  <a:lnTo>
                    <a:pt x="149" y="33"/>
                  </a:lnTo>
                  <a:lnTo>
                    <a:pt x="149" y="33"/>
                  </a:lnTo>
                  <a:lnTo>
                    <a:pt x="149" y="33"/>
                  </a:lnTo>
                  <a:lnTo>
                    <a:pt x="149" y="33"/>
                  </a:lnTo>
                  <a:lnTo>
                    <a:pt x="147" y="33"/>
                  </a:lnTo>
                  <a:lnTo>
                    <a:pt x="147" y="31"/>
                  </a:lnTo>
                  <a:lnTo>
                    <a:pt x="145" y="31"/>
                  </a:lnTo>
                  <a:lnTo>
                    <a:pt x="145" y="29"/>
                  </a:lnTo>
                  <a:lnTo>
                    <a:pt x="142" y="29"/>
                  </a:lnTo>
                  <a:lnTo>
                    <a:pt x="140" y="26"/>
                  </a:lnTo>
                  <a:lnTo>
                    <a:pt x="140" y="26"/>
                  </a:lnTo>
                  <a:lnTo>
                    <a:pt x="140" y="26"/>
                  </a:lnTo>
                  <a:lnTo>
                    <a:pt x="140" y="26"/>
                  </a:lnTo>
                  <a:lnTo>
                    <a:pt x="138" y="26"/>
                  </a:lnTo>
                  <a:lnTo>
                    <a:pt x="138" y="26"/>
                  </a:lnTo>
                  <a:lnTo>
                    <a:pt x="138" y="26"/>
                  </a:lnTo>
                  <a:lnTo>
                    <a:pt x="135" y="26"/>
                  </a:lnTo>
                  <a:lnTo>
                    <a:pt x="135" y="26"/>
                  </a:lnTo>
                  <a:lnTo>
                    <a:pt x="135" y="26"/>
                  </a:lnTo>
                  <a:lnTo>
                    <a:pt x="133" y="24"/>
                  </a:lnTo>
                  <a:lnTo>
                    <a:pt x="133" y="22"/>
                  </a:lnTo>
                  <a:lnTo>
                    <a:pt x="133" y="22"/>
                  </a:lnTo>
                  <a:lnTo>
                    <a:pt x="133" y="19"/>
                  </a:lnTo>
                  <a:lnTo>
                    <a:pt x="133" y="19"/>
                  </a:lnTo>
                  <a:lnTo>
                    <a:pt x="133" y="19"/>
                  </a:lnTo>
                  <a:lnTo>
                    <a:pt x="133" y="19"/>
                  </a:lnTo>
                  <a:lnTo>
                    <a:pt x="123" y="10"/>
                  </a:lnTo>
                  <a:lnTo>
                    <a:pt x="121" y="7"/>
                  </a:lnTo>
                  <a:lnTo>
                    <a:pt x="121" y="7"/>
                  </a:lnTo>
                  <a:lnTo>
                    <a:pt x="119" y="5"/>
                  </a:lnTo>
                  <a:lnTo>
                    <a:pt x="119" y="5"/>
                  </a:lnTo>
                  <a:lnTo>
                    <a:pt x="119" y="5"/>
                  </a:lnTo>
                  <a:lnTo>
                    <a:pt x="116" y="5"/>
                  </a:lnTo>
                  <a:lnTo>
                    <a:pt x="116" y="5"/>
                  </a:lnTo>
                  <a:lnTo>
                    <a:pt x="116" y="5"/>
                  </a:lnTo>
                  <a:lnTo>
                    <a:pt x="116" y="3"/>
                  </a:lnTo>
                  <a:lnTo>
                    <a:pt x="116" y="3"/>
                  </a:lnTo>
                  <a:lnTo>
                    <a:pt x="114" y="3"/>
                  </a:lnTo>
                  <a:lnTo>
                    <a:pt x="114" y="3"/>
                  </a:lnTo>
                  <a:lnTo>
                    <a:pt x="112" y="0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07" y="0"/>
                  </a:lnTo>
                  <a:lnTo>
                    <a:pt x="107" y="0"/>
                  </a:lnTo>
                  <a:lnTo>
                    <a:pt x="107" y="0"/>
                  </a:lnTo>
                  <a:lnTo>
                    <a:pt x="105" y="3"/>
                  </a:lnTo>
                  <a:lnTo>
                    <a:pt x="105" y="3"/>
                  </a:lnTo>
                  <a:lnTo>
                    <a:pt x="105" y="3"/>
                  </a:lnTo>
                  <a:lnTo>
                    <a:pt x="105" y="3"/>
                  </a:lnTo>
                  <a:lnTo>
                    <a:pt x="102" y="3"/>
                  </a:lnTo>
                  <a:lnTo>
                    <a:pt x="102" y="3"/>
                  </a:lnTo>
                  <a:lnTo>
                    <a:pt x="102" y="3"/>
                  </a:lnTo>
                  <a:lnTo>
                    <a:pt x="102" y="3"/>
                  </a:lnTo>
                  <a:lnTo>
                    <a:pt x="102" y="3"/>
                  </a:lnTo>
                  <a:lnTo>
                    <a:pt x="102" y="5"/>
                  </a:lnTo>
                  <a:lnTo>
                    <a:pt x="102" y="5"/>
                  </a:lnTo>
                  <a:lnTo>
                    <a:pt x="100" y="5"/>
                  </a:lnTo>
                  <a:lnTo>
                    <a:pt x="100" y="5"/>
                  </a:lnTo>
                  <a:lnTo>
                    <a:pt x="97" y="5"/>
                  </a:lnTo>
                  <a:lnTo>
                    <a:pt x="97" y="5"/>
                  </a:lnTo>
                  <a:lnTo>
                    <a:pt x="97" y="5"/>
                  </a:lnTo>
                  <a:lnTo>
                    <a:pt x="97" y="5"/>
                  </a:lnTo>
                  <a:lnTo>
                    <a:pt x="97" y="5"/>
                  </a:lnTo>
                  <a:lnTo>
                    <a:pt x="95" y="5"/>
                  </a:lnTo>
                  <a:lnTo>
                    <a:pt x="95" y="5"/>
                  </a:lnTo>
                  <a:lnTo>
                    <a:pt x="95" y="7"/>
                  </a:lnTo>
                  <a:lnTo>
                    <a:pt x="95" y="7"/>
                  </a:lnTo>
                  <a:lnTo>
                    <a:pt x="93" y="7"/>
                  </a:lnTo>
                  <a:lnTo>
                    <a:pt x="93" y="7"/>
                  </a:lnTo>
                  <a:lnTo>
                    <a:pt x="93" y="5"/>
                  </a:lnTo>
                  <a:lnTo>
                    <a:pt x="93" y="5"/>
                  </a:lnTo>
                  <a:lnTo>
                    <a:pt x="93" y="5"/>
                  </a:lnTo>
                  <a:lnTo>
                    <a:pt x="93" y="5"/>
                  </a:lnTo>
                  <a:lnTo>
                    <a:pt x="93" y="5"/>
                  </a:lnTo>
                  <a:lnTo>
                    <a:pt x="93" y="7"/>
                  </a:lnTo>
                  <a:lnTo>
                    <a:pt x="90" y="7"/>
                  </a:lnTo>
                  <a:lnTo>
                    <a:pt x="90" y="7"/>
                  </a:lnTo>
                  <a:lnTo>
                    <a:pt x="90" y="7"/>
                  </a:lnTo>
                  <a:lnTo>
                    <a:pt x="90" y="7"/>
                  </a:lnTo>
                  <a:lnTo>
                    <a:pt x="90" y="7"/>
                  </a:lnTo>
                  <a:lnTo>
                    <a:pt x="90" y="7"/>
                  </a:lnTo>
                  <a:lnTo>
                    <a:pt x="90" y="7"/>
                  </a:lnTo>
                  <a:lnTo>
                    <a:pt x="88" y="7"/>
                  </a:lnTo>
                  <a:lnTo>
                    <a:pt x="88" y="7"/>
                  </a:lnTo>
                  <a:lnTo>
                    <a:pt x="88" y="7"/>
                  </a:lnTo>
                  <a:lnTo>
                    <a:pt x="86" y="7"/>
                  </a:lnTo>
                  <a:lnTo>
                    <a:pt x="86" y="10"/>
                  </a:lnTo>
                  <a:lnTo>
                    <a:pt x="86" y="10"/>
                  </a:lnTo>
                  <a:lnTo>
                    <a:pt x="86" y="15"/>
                  </a:lnTo>
                  <a:lnTo>
                    <a:pt x="88" y="19"/>
                  </a:lnTo>
                  <a:lnTo>
                    <a:pt x="88" y="19"/>
                  </a:lnTo>
                  <a:lnTo>
                    <a:pt x="88" y="19"/>
                  </a:lnTo>
                  <a:lnTo>
                    <a:pt x="88" y="19"/>
                  </a:lnTo>
                  <a:lnTo>
                    <a:pt x="90" y="19"/>
                  </a:lnTo>
                  <a:lnTo>
                    <a:pt x="90" y="22"/>
                  </a:lnTo>
                  <a:lnTo>
                    <a:pt x="90" y="22"/>
                  </a:lnTo>
                  <a:lnTo>
                    <a:pt x="90" y="22"/>
                  </a:lnTo>
                  <a:lnTo>
                    <a:pt x="90" y="22"/>
                  </a:lnTo>
                  <a:lnTo>
                    <a:pt x="90" y="22"/>
                  </a:lnTo>
                  <a:lnTo>
                    <a:pt x="90" y="22"/>
                  </a:lnTo>
                  <a:lnTo>
                    <a:pt x="88" y="22"/>
                  </a:lnTo>
                  <a:lnTo>
                    <a:pt x="88" y="22"/>
                  </a:lnTo>
                  <a:lnTo>
                    <a:pt x="88" y="24"/>
                  </a:lnTo>
                  <a:lnTo>
                    <a:pt x="88" y="24"/>
                  </a:lnTo>
                  <a:lnTo>
                    <a:pt x="88" y="24"/>
                  </a:lnTo>
                  <a:lnTo>
                    <a:pt x="86" y="24"/>
                  </a:lnTo>
                  <a:lnTo>
                    <a:pt x="86" y="24"/>
                  </a:lnTo>
                  <a:lnTo>
                    <a:pt x="86" y="24"/>
                  </a:lnTo>
                  <a:lnTo>
                    <a:pt x="86" y="26"/>
                  </a:lnTo>
                  <a:lnTo>
                    <a:pt x="86" y="26"/>
                  </a:lnTo>
                  <a:lnTo>
                    <a:pt x="86" y="26"/>
                  </a:lnTo>
                  <a:lnTo>
                    <a:pt x="86" y="31"/>
                  </a:lnTo>
                  <a:lnTo>
                    <a:pt x="83" y="33"/>
                  </a:lnTo>
                  <a:lnTo>
                    <a:pt x="81" y="36"/>
                  </a:lnTo>
                  <a:lnTo>
                    <a:pt x="81" y="38"/>
                  </a:lnTo>
                  <a:lnTo>
                    <a:pt x="81" y="38"/>
                  </a:lnTo>
                  <a:lnTo>
                    <a:pt x="81" y="38"/>
                  </a:lnTo>
                  <a:lnTo>
                    <a:pt x="81" y="38"/>
                  </a:lnTo>
                  <a:lnTo>
                    <a:pt x="81" y="41"/>
                  </a:lnTo>
                  <a:lnTo>
                    <a:pt x="79" y="41"/>
                  </a:lnTo>
                  <a:lnTo>
                    <a:pt x="74" y="45"/>
                  </a:lnTo>
                  <a:lnTo>
                    <a:pt x="67" y="52"/>
                  </a:lnTo>
                  <a:lnTo>
                    <a:pt x="67" y="52"/>
                  </a:lnTo>
                  <a:lnTo>
                    <a:pt x="64" y="52"/>
                  </a:lnTo>
                  <a:lnTo>
                    <a:pt x="62" y="52"/>
                  </a:lnTo>
                  <a:lnTo>
                    <a:pt x="62" y="52"/>
                  </a:lnTo>
                  <a:lnTo>
                    <a:pt x="60" y="52"/>
                  </a:lnTo>
                  <a:lnTo>
                    <a:pt x="60" y="50"/>
                  </a:lnTo>
                  <a:lnTo>
                    <a:pt x="57" y="52"/>
                  </a:lnTo>
                  <a:lnTo>
                    <a:pt x="57" y="52"/>
                  </a:lnTo>
                  <a:lnTo>
                    <a:pt x="57" y="52"/>
                  </a:lnTo>
                  <a:lnTo>
                    <a:pt x="55" y="52"/>
                  </a:lnTo>
                  <a:lnTo>
                    <a:pt x="52" y="52"/>
                  </a:lnTo>
                  <a:lnTo>
                    <a:pt x="50" y="52"/>
                  </a:lnTo>
                  <a:lnTo>
                    <a:pt x="50" y="52"/>
                  </a:lnTo>
                  <a:lnTo>
                    <a:pt x="50" y="52"/>
                  </a:lnTo>
                  <a:lnTo>
                    <a:pt x="45" y="52"/>
                  </a:lnTo>
                  <a:lnTo>
                    <a:pt x="45" y="55"/>
                  </a:lnTo>
                  <a:lnTo>
                    <a:pt x="45" y="55"/>
                  </a:lnTo>
                  <a:lnTo>
                    <a:pt x="43" y="52"/>
                  </a:lnTo>
                  <a:lnTo>
                    <a:pt x="43" y="52"/>
                  </a:lnTo>
                  <a:lnTo>
                    <a:pt x="43" y="52"/>
                  </a:lnTo>
                  <a:lnTo>
                    <a:pt x="43" y="50"/>
                  </a:lnTo>
                  <a:lnTo>
                    <a:pt x="43" y="50"/>
                  </a:lnTo>
                  <a:lnTo>
                    <a:pt x="38" y="50"/>
                  </a:lnTo>
                  <a:lnTo>
                    <a:pt x="36" y="50"/>
                  </a:lnTo>
                  <a:lnTo>
                    <a:pt x="36" y="50"/>
                  </a:lnTo>
                  <a:lnTo>
                    <a:pt x="36" y="50"/>
                  </a:lnTo>
                  <a:lnTo>
                    <a:pt x="36" y="50"/>
                  </a:lnTo>
                  <a:lnTo>
                    <a:pt x="36" y="50"/>
                  </a:lnTo>
                  <a:lnTo>
                    <a:pt x="34" y="50"/>
                  </a:lnTo>
                  <a:lnTo>
                    <a:pt x="34" y="52"/>
                  </a:lnTo>
                  <a:lnTo>
                    <a:pt x="34" y="52"/>
                  </a:lnTo>
                  <a:lnTo>
                    <a:pt x="34" y="52"/>
                  </a:lnTo>
                  <a:lnTo>
                    <a:pt x="34" y="55"/>
                  </a:lnTo>
                  <a:lnTo>
                    <a:pt x="34" y="55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1" y="57"/>
                  </a:lnTo>
                  <a:lnTo>
                    <a:pt x="31" y="57"/>
                  </a:lnTo>
                  <a:lnTo>
                    <a:pt x="31" y="57"/>
                  </a:lnTo>
                  <a:lnTo>
                    <a:pt x="31" y="60"/>
                  </a:lnTo>
                  <a:lnTo>
                    <a:pt x="31" y="60"/>
                  </a:lnTo>
                  <a:lnTo>
                    <a:pt x="29" y="60"/>
                  </a:lnTo>
                  <a:lnTo>
                    <a:pt x="29" y="60"/>
                  </a:lnTo>
                  <a:lnTo>
                    <a:pt x="29" y="60"/>
                  </a:lnTo>
                  <a:lnTo>
                    <a:pt x="29" y="60"/>
                  </a:lnTo>
                  <a:lnTo>
                    <a:pt x="29" y="60"/>
                  </a:lnTo>
                  <a:lnTo>
                    <a:pt x="26" y="60"/>
                  </a:lnTo>
                  <a:lnTo>
                    <a:pt x="26" y="57"/>
                  </a:lnTo>
                  <a:lnTo>
                    <a:pt x="26" y="60"/>
                  </a:lnTo>
                  <a:lnTo>
                    <a:pt x="26" y="60"/>
                  </a:lnTo>
                  <a:lnTo>
                    <a:pt x="26" y="60"/>
                  </a:lnTo>
                  <a:lnTo>
                    <a:pt x="26" y="60"/>
                  </a:lnTo>
                  <a:lnTo>
                    <a:pt x="26" y="62"/>
                  </a:lnTo>
                  <a:lnTo>
                    <a:pt x="26" y="62"/>
                  </a:lnTo>
                  <a:lnTo>
                    <a:pt x="24" y="62"/>
                  </a:lnTo>
                  <a:lnTo>
                    <a:pt x="24" y="62"/>
                  </a:lnTo>
                  <a:lnTo>
                    <a:pt x="24" y="62"/>
                  </a:lnTo>
                  <a:lnTo>
                    <a:pt x="22" y="62"/>
                  </a:lnTo>
                  <a:lnTo>
                    <a:pt x="22" y="62"/>
                  </a:lnTo>
                  <a:lnTo>
                    <a:pt x="22" y="62"/>
                  </a:lnTo>
                  <a:lnTo>
                    <a:pt x="22" y="62"/>
                  </a:lnTo>
                  <a:lnTo>
                    <a:pt x="22" y="62"/>
                  </a:lnTo>
                  <a:lnTo>
                    <a:pt x="22" y="60"/>
                  </a:lnTo>
                  <a:lnTo>
                    <a:pt x="22" y="60"/>
                  </a:lnTo>
                  <a:lnTo>
                    <a:pt x="19" y="62"/>
                  </a:lnTo>
                  <a:lnTo>
                    <a:pt x="19" y="62"/>
                  </a:lnTo>
                  <a:lnTo>
                    <a:pt x="19" y="62"/>
                  </a:lnTo>
                  <a:lnTo>
                    <a:pt x="19" y="64"/>
                  </a:lnTo>
                  <a:lnTo>
                    <a:pt x="22" y="67"/>
                  </a:lnTo>
                  <a:lnTo>
                    <a:pt x="22" y="67"/>
                  </a:lnTo>
                  <a:lnTo>
                    <a:pt x="19" y="67"/>
                  </a:lnTo>
                  <a:lnTo>
                    <a:pt x="19" y="67"/>
                  </a:lnTo>
                  <a:lnTo>
                    <a:pt x="19" y="67"/>
                  </a:lnTo>
                  <a:lnTo>
                    <a:pt x="19" y="67"/>
                  </a:lnTo>
                  <a:lnTo>
                    <a:pt x="17" y="67"/>
                  </a:lnTo>
                  <a:lnTo>
                    <a:pt x="17" y="67"/>
                  </a:lnTo>
                  <a:lnTo>
                    <a:pt x="17" y="67"/>
                  </a:lnTo>
                  <a:lnTo>
                    <a:pt x="15" y="67"/>
                  </a:lnTo>
                  <a:lnTo>
                    <a:pt x="15" y="69"/>
                  </a:lnTo>
                  <a:lnTo>
                    <a:pt x="17" y="69"/>
                  </a:lnTo>
                  <a:lnTo>
                    <a:pt x="17" y="69"/>
                  </a:lnTo>
                  <a:lnTo>
                    <a:pt x="17" y="69"/>
                  </a:lnTo>
                  <a:lnTo>
                    <a:pt x="17" y="69"/>
                  </a:lnTo>
                  <a:lnTo>
                    <a:pt x="17" y="69"/>
                  </a:lnTo>
                  <a:lnTo>
                    <a:pt x="17" y="69"/>
                  </a:lnTo>
                  <a:lnTo>
                    <a:pt x="17" y="69"/>
                  </a:lnTo>
                  <a:lnTo>
                    <a:pt x="17" y="69"/>
                  </a:lnTo>
                  <a:lnTo>
                    <a:pt x="17" y="69"/>
                  </a:lnTo>
                  <a:lnTo>
                    <a:pt x="17" y="71"/>
                  </a:lnTo>
                  <a:lnTo>
                    <a:pt x="17" y="71"/>
                  </a:lnTo>
                  <a:lnTo>
                    <a:pt x="17" y="71"/>
                  </a:lnTo>
                  <a:lnTo>
                    <a:pt x="17" y="71"/>
                  </a:lnTo>
                  <a:lnTo>
                    <a:pt x="19" y="74"/>
                  </a:lnTo>
                  <a:lnTo>
                    <a:pt x="19" y="74"/>
                  </a:lnTo>
                  <a:lnTo>
                    <a:pt x="19" y="74"/>
                  </a:lnTo>
                  <a:lnTo>
                    <a:pt x="17" y="74"/>
                  </a:lnTo>
                  <a:lnTo>
                    <a:pt x="17" y="74"/>
                  </a:lnTo>
                  <a:lnTo>
                    <a:pt x="17" y="74"/>
                  </a:lnTo>
                  <a:lnTo>
                    <a:pt x="17" y="74"/>
                  </a:lnTo>
                  <a:lnTo>
                    <a:pt x="15" y="71"/>
                  </a:lnTo>
                  <a:lnTo>
                    <a:pt x="15" y="71"/>
                  </a:lnTo>
                  <a:lnTo>
                    <a:pt x="15" y="74"/>
                  </a:lnTo>
                  <a:lnTo>
                    <a:pt x="15" y="74"/>
                  </a:lnTo>
                  <a:lnTo>
                    <a:pt x="15" y="74"/>
                  </a:lnTo>
                  <a:lnTo>
                    <a:pt x="15" y="71"/>
                  </a:lnTo>
                  <a:lnTo>
                    <a:pt x="15" y="71"/>
                  </a:lnTo>
                  <a:lnTo>
                    <a:pt x="15" y="71"/>
                  </a:lnTo>
                  <a:lnTo>
                    <a:pt x="12" y="71"/>
                  </a:lnTo>
                  <a:lnTo>
                    <a:pt x="12" y="71"/>
                  </a:lnTo>
                  <a:lnTo>
                    <a:pt x="12" y="71"/>
                  </a:lnTo>
                  <a:lnTo>
                    <a:pt x="12" y="71"/>
                  </a:lnTo>
                  <a:lnTo>
                    <a:pt x="12" y="71"/>
                  </a:lnTo>
                  <a:lnTo>
                    <a:pt x="10" y="71"/>
                  </a:lnTo>
                  <a:lnTo>
                    <a:pt x="10" y="71"/>
                  </a:lnTo>
                  <a:lnTo>
                    <a:pt x="10" y="74"/>
                  </a:lnTo>
                  <a:lnTo>
                    <a:pt x="10" y="74"/>
                  </a:lnTo>
                  <a:lnTo>
                    <a:pt x="10" y="74"/>
                  </a:lnTo>
                  <a:lnTo>
                    <a:pt x="10" y="74"/>
                  </a:lnTo>
                  <a:lnTo>
                    <a:pt x="10" y="74"/>
                  </a:lnTo>
                  <a:lnTo>
                    <a:pt x="10" y="76"/>
                  </a:lnTo>
                  <a:lnTo>
                    <a:pt x="10" y="76"/>
                  </a:lnTo>
                  <a:lnTo>
                    <a:pt x="10" y="76"/>
                  </a:lnTo>
                  <a:lnTo>
                    <a:pt x="10" y="76"/>
                  </a:lnTo>
                  <a:lnTo>
                    <a:pt x="10" y="76"/>
                  </a:lnTo>
                  <a:lnTo>
                    <a:pt x="10" y="76"/>
                  </a:lnTo>
                  <a:lnTo>
                    <a:pt x="10" y="76"/>
                  </a:lnTo>
                  <a:lnTo>
                    <a:pt x="8" y="76"/>
                  </a:lnTo>
                  <a:lnTo>
                    <a:pt x="5" y="78"/>
                  </a:lnTo>
                  <a:lnTo>
                    <a:pt x="5" y="81"/>
                  </a:lnTo>
                  <a:lnTo>
                    <a:pt x="5" y="81"/>
                  </a:lnTo>
                  <a:lnTo>
                    <a:pt x="5" y="81"/>
                  </a:lnTo>
                  <a:lnTo>
                    <a:pt x="5" y="83"/>
                  </a:lnTo>
                  <a:lnTo>
                    <a:pt x="5" y="83"/>
                  </a:lnTo>
                  <a:lnTo>
                    <a:pt x="5" y="86"/>
                  </a:lnTo>
                  <a:lnTo>
                    <a:pt x="5" y="86"/>
                  </a:lnTo>
                  <a:lnTo>
                    <a:pt x="5" y="86"/>
                  </a:lnTo>
                  <a:lnTo>
                    <a:pt x="5" y="88"/>
                  </a:lnTo>
                  <a:lnTo>
                    <a:pt x="0" y="90"/>
                  </a:lnTo>
                  <a:lnTo>
                    <a:pt x="0" y="93"/>
                  </a:lnTo>
                  <a:lnTo>
                    <a:pt x="0" y="97"/>
                  </a:lnTo>
                  <a:lnTo>
                    <a:pt x="0" y="100"/>
                  </a:lnTo>
                  <a:lnTo>
                    <a:pt x="0" y="102"/>
                  </a:lnTo>
                  <a:lnTo>
                    <a:pt x="0" y="107"/>
                  </a:lnTo>
                  <a:lnTo>
                    <a:pt x="0" y="109"/>
                  </a:lnTo>
                  <a:lnTo>
                    <a:pt x="0" y="109"/>
                  </a:lnTo>
                  <a:lnTo>
                    <a:pt x="5" y="112"/>
                  </a:lnTo>
                  <a:lnTo>
                    <a:pt x="10" y="116"/>
                  </a:lnTo>
                  <a:lnTo>
                    <a:pt x="12" y="119"/>
                  </a:lnTo>
                  <a:lnTo>
                    <a:pt x="17" y="121"/>
                  </a:lnTo>
                  <a:lnTo>
                    <a:pt x="24" y="126"/>
                  </a:lnTo>
                  <a:lnTo>
                    <a:pt x="31" y="131"/>
                  </a:lnTo>
                  <a:lnTo>
                    <a:pt x="31" y="131"/>
                  </a:lnTo>
                  <a:lnTo>
                    <a:pt x="31" y="133"/>
                  </a:lnTo>
                  <a:lnTo>
                    <a:pt x="31" y="135"/>
                  </a:lnTo>
                  <a:lnTo>
                    <a:pt x="31" y="142"/>
                  </a:lnTo>
                  <a:lnTo>
                    <a:pt x="31" y="147"/>
                  </a:lnTo>
                  <a:lnTo>
                    <a:pt x="31" y="149"/>
                  </a:lnTo>
                  <a:lnTo>
                    <a:pt x="31" y="149"/>
                  </a:lnTo>
                  <a:lnTo>
                    <a:pt x="31" y="149"/>
                  </a:lnTo>
                  <a:lnTo>
                    <a:pt x="31" y="152"/>
                  </a:lnTo>
                  <a:lnTo>
                    <a:pt x="31" y="152"/>
                  </a:lnTo>
                  <a:lnTo>
                    <a:pt x="31" y="152"/>
                  </a:lnTo>
                  <a:lnTo>
                    <a:pt x="29" y="154"/>
                  </a:lnTo>
                  <a:lnTo>
                    <a:pt x="29" y="154"/>
                  </a:lnTo>
                  <a:lnTo>
                    <a:pt x="29" y="154"/>
                  </a:lnTo>
                  <a:lnTo>
                    <a:pt x="31" y="157"/>
                  </a:lnTo>
                  <a:lnTo>
                    <a:pt x="31" y="157"/>
                  </a:lnTo>
                  <a:lnTo>
                    <a:pt x="31" y="157"/>
                  </a:lnTo>
                  <a:lnTo>
                    <a:pt x="34" y="159"/>
                  </a:lnTo>
                  <a:lnTo>
                    <a:pt x="34" y="164"/>
                  </a:lnTo>
                  <a:lnTo>
                    <a:pt x="34" y="166"/>
                  </a:lnTo>
                  <a:lnTo>
                    <a:pt x="36" y="168"/>
                  </a:lnTo>
                  <a:lnTo>
                    <a:pt x="36" y="168"/>
                  </a:lnTo>
                  <a:lnTo>
                    <a:pt x="38" y="173"/>
                  </a:lnTo>
                  <a:lnTo>
                    <a:pt x="43" y="175"/>
                  </a:lnTo>
                  <a:lnTo>
                    <a:pt x="43" y="178"/>
                  </a:lnTo>
                  <a:lnTo>
                    <a:pt x="45" y="180"/>
                  </a:lnTo>
                  <a:lnTo>
                    <a:pt x="45" y="180"/>
                  </a:lnTo>
                  <a:lnTo>
                    <a:pt x="45" y="187"/>
                  </a:lnTo>
                  <a:lnTo>
                    <a:pt x="45" y="194"/>
                  </a:lnTo>
                  <a:lnTo>
                    <a:pt x="45" y="199"/>
                  </a:lnTo>
                  <a:lnTo>
                    <a:pt x="45" y="206"/>
                  </a:lnTo>
                  <a:lnTo>
                    <a:pt x="45" y="206"/>
                  </a:lnTo>
                  <a:lnTo>
                    <a:pt x="45" y="209"/>
                  </a:lnTo>
                  <a:lnTo>
                    <a:pt x="45" y="209"/>
                  </a:lnTo>
                  <a:lnTo>
                    <a:pt x="48" y="211"/>
                  </a:lnTo>
                  <a:lnTo>
                    <a:pt x="48" y="211"/>
                  </a:lnTo>
                  <a:lnTo>
                    <a:pt x="48" y="211"/>
                  </a:lnTo>
                  <a:lnTo>
                    <a:pt x="45" y="213"/>
                  </a:lnTo>
                  <a:lnTo>
                    <a:pt x="45" y="216"/>
                  </a:lnTo>
                  <a:lnTo>
                    <a:pt x="45" y="216"/>
                  </a:lnTo>
                  <a:lnTo>
                    <a:pt x="45" y="218"/>
                  </a:lnTo>
                  <a:lnTo>
                    <a:pt x="45" y="218"/>
                  </a:lnTo>
                  <a:lnTo>
                    <a:pt x="45" y="218"/>
                  </a:lnTo>
                  <a:lnTo>
                    <a:pt x="45" y="218"/>
                  </a:lnTo>
                  <a:lnTo>
                    <a:pt x="45" y="218"/>
                  </a:lnTo>
                  <a:lnTo>
                    <a:pt x="45" y="223"/>
                  </a:lnTo>
                  <a:lnTo>
                    <a:pt x="45" y="228"/>
                  </a:lnTo>
                  <a:lnTo>
                    <a:pt x="45" y="237"/>
                  </a:lnTo>
                  <a:lnTo>
                    <a:pt x="45" y="246"/>
                  </a:lnTo>
                  <a:lnTo>
                    <a:pt x="45" y="256"/>
                  </a:lnTo>
                  <a:lnTo>
                    <a:pt x="45" y="258"/>
                  </a:lnTo>
                  <a:lnTo>
                    <a:pt x="45" y="263"/>
                  </a:lnTo>
                  <a:lnTo>
                    <a:pt x="45" y="268"/>
                  </a:lnTo>
                  <a:lnTo>
                    <a:pt x="45" y="275"/>
                  </a:lnTo>
                  <a:lnTo>
                    <a:pt x="45" y="282"/>
                  </a:lnTo>
                  <a:lnTo>
                    <a:pt x="45" y="291"/>
                  </a:lnTo>
                  <a:lnTo>
                    <a:pt x="45" y="291"/>
                  </a:lnTo>
                  <a:lnTo>
                    <a:pt x="41" y="291"/>
                  </a:lnTo>
                  <a:lnTo>
                    <a:pt x="43" y="294"/>
                  </a:lnTo>
                  <a:lnTo>
                    <a:pt x="43" y="296"/>
                  </a:lnTo>
                  <a:lnTo>
                    <a:pt x="43" y="296"/>
                  </a:lnTo>
                  <a:lnTo>
                    <a:pt x="43" y="296"/>
                  </a:lnTo>
                  <a:lnTo>
                    <a:pt x="43" y="296"/>
                  </a:lnTo>
                  <a:lnTo>
                    <a:pt x="43" y="299"/>
                  </a:lnTo>
                  <a:lnTo>
                    <a:pt x="43" y="301"/>
                  </a:lnTo>
                  <a:lnTo>
                    <a:pt x="43" y="301"/>
                  </a:lnTo>
                  <a:lnTo>
                    <a:pt x="43" y="301"/>
                  </a:lnTo>
                  <a:lnTo>
                    <a:pt x="45" y="303"/>
                  </a:lnTo>
                  <a:lnTo>
                    <a:pt x="45" y="303"/>
                  </a:lnTo>
                  <a:lnTo>
                    <a:pt x="45" y="306"/>
                  </a:lnTo>
                  <a:lnTo>
                    <a:pt x="43" y="306"/>
                  </a:lnTo>
                  <a:lnTo>
                    <a:pt x="43" y="306"/>
                  </a:lnTo>
                  <a:lnTo>
                    <a:pt x="43" y="308"/>
                  </a:lnTo>
                  <a:lnTo>
                    <a:pt x="43" y="308"/>
                  </a:lnTo>
                  <a:lnTo>
                    <a:pt x="43" y="308"/>
                  </a:lnTo>
                  <a:lnTo>
                    <a:pt x="45" y="310"/>
                  </a:lnTo>
                  <a:lnTo>
                    <a:pt x="45" y="310"/>
                  </a:lnTo>
                  <a:lnTo>
                    <a:pt x="45" y="310"/>
                  </a:lnTo>
                  <a:lnTo>
                    <a:pt x="43" y="310"/>
                  </a:lnTo>
                  <a:lnTo>
                    <a:pt x="45" y="313"/>
                  </a:lnTo>
                  <a:lnTo>
                    <a:pt x="45" y="313"/>
                  </a:lnTo>
                  <a:lnTo>
                    <a:pt x="45" y="313"/>
                  </a:lnTo>
                  <a:lnTo>
                    <a:pt x="45" y="313"/>
                  </a:lnTo>
                  <a:lnTo>
                    <a:pt x="45" y="313"/>
                  </a:lnTo>
                  <a:lnTo>
                    <a:pt x="45" y="313"/>
                  </a:lnTo>
                  <a:lnTo>
                    <a:pt x="48" y="313"/>
                  </a:lnTo>
                  <a:lnTo>
                    <a:pt x="48" y="313"/>
                  </a:lnTo>
                  <a:lnTo>
                    <a:pt x="48" y="315"/>
                  </a:lnTo>
                  <a:lnTo>
                    <a:pt x="48" y="315"/>
                  </a:lnTo>
                  <a:lnTo>
                    <a:pt x="48" y="315"/>
                  </a:lnTo>
                  <a:lnTo>
                    <a:pt x="48" y="315"/>
                  </a:lnTo>
                  <a:lnTo>
                    <a:pt x="48" y="317"/>
                  </a:lnTo>
                  <a:lnTo>
                    <a:pt x="48" y="317"/>
                  </a:lnTo>
                  <a:lnTo>
                    <a:pt x="48" y="317"/>
                  </a:lnTo>
                  <a:lnTo>
                    <a:pt x="50" y="317"/>
                  </a:lnTo>
                  <a:lnTo>
                    <a:pt x="50" y="320"/>
                  </a:lnTo>
                  <a:lnTo>
                    <a:pt x="50" y="320"/>
                  </a:lnTo>
                  <a:lnTo>
                    <a:pt x="52" y="322"/>
                  </a:lnTo>
                  <a:lnTo>
                    <a:pt x="52" y="325"/>
                  </a:lnTo>
                  <a:lnTo>
                    <a:pt x="55" y="329"/>
                  </a:lnTo>
                  <a:lnTo>
                    <a:pt x="52" y="329"/>
                  </a:lnTo>
                  <a:lnTo>
                    <a:pt x="45" y="332"/>
                  </a:lnTo>
                  <a:lnTo>
                    <a:pt x="45" y="332"/>
                  </a:lnTo>
                  <a:lnTo>
                    <a:pt x="45" y="332"/>
                  </a:lnTo>
                  <a:lnTo>
                    <a:pt x="60" y="329"/>
                  </a:lnTo>
                  <a:lnTo>
                    <a:pt x="79" y="327"/>
                  </a:lnTo>
                  <a:lnTo>
                    <a:pt x="83" y="327"/>
                  </a:lnTo>
                  <a:lnTo>
                    <a:pt x="105" y="325"/>
                  </a:lnTo>
                  <a:lnTo>
                    <a:pt x="105" y="325"/>
                  </a:lnTo>
                  <a:lnTo>
                    <a:pt x="105" y="322"/>
                  </a:lnTo>
                  <a:lnTo>
                    <a:pt x="105" y="320"/>
                  </a:lnTo>
                  <a:lnTo>
                    <a:pt x="105" y="317"/>
                  </a:lnTo>
                  <a:lnTo>
                    <a:pt x="105" y="317"/>
                  </a:lnTo>
                  <a:lnTo>
                    <a:pt x="105" y="315"/>
                  </a:lnTo>
                  <a:lnTo>
                    <a:pt x="105" y="313"/>
                  </a:lnTo>
                  <a:lnTo>
                    <a:pt x="105" y="310"/>
                  </a:lnTo>
                  <a:lnTo>
                    <a:pt x="105" y="310"/>
                  </a:lnTo>
                  <a:lnTo>
                    <a:pt x="105" y="308"/>
                  </a:lnTo>
                  <a:lnTo>
                    <a:pt x="107" y="308"/>
                  </a:lnTo>
                  <a:lnTo>
                    <a:pt x="107" y="308"/>
                  </a:lnTo>
                  <a:lnTo>
                    <a:pt x="107" y="306"/>
                  </a:lnTo>
                  <a:lnTo>
                    <a:pt x="107" y="303"/>
                  </a:lnTo>
                  <a:lnTo>
                    <a:pt x="107" y="303"/>
                  </a:lnTo>
                  <a:lnTo>
                    <a:pt x="107" y="303"/>
                  </a:lnTo>
                  <a:lnTo>
                    <a:pt x="107" y="303"/>
                  </a:lnTo>
                  <a:lnTo>
                    <a:pt x="105" y="303"/>
                  </a:lnTo>
                  <a:lnTo>
                    <a:pt x="105" y="303"/>
                  </a:lnTo>
                  <a:lnTo>
                    <a:pt x="105" y="303"/>
                  </a:lnTo>
                  <a:lnTo>
                    <a:pt x="105" y="301"/>
                  </a:lnTo>
                  <a:lnTo>
                    <a:pt x="105" y="301"/>
                  </a:lnTo>
                  <a:lnTo>
                    <a:pt x="105" y="299"/>
                  </a:lnTo>
                  <a:lnTo>
                    <a:pt x="105" y="296"/>
                  </a:lnTo>
                  <a:lnTo>
                    <a:pt x="105" y="294"/>
                  </a:lnTo>
                  <a:lnTo>
                    <a:pt x="105" y="291"/>
                  </a:lnTo>
                  <a:lnTo>
                    <a:pt x="105" y="289"/>
                  </a:lnTo>
                  <a:lnTo>
                    <a:pt x="107" y="289"/>
                  </a:lnTo>
                  <a:lnTo>
                    <a:pt x="107" y="289"/>
                  </a:lnTo>
                  <a:lnTo>
                    <a:pt x="107" y="289"/>
                  </a:lnTo>
                  <a:lnTo>
                    <a:pt x="107" y="289"/>
                  </a:lnTo>
                  <a:lnTo>
                    <a:pt x="107" y="289"/>
                  </a:lnTo>
                  <a:lnTo>
                    <a:pt x="107" y="287"/>
                  </a:lnTo>
                  <a:lnTo>
                    <a:pt x="105" y="287"/>
                  </a:lnTo>
                  <a:lnTo>
                    <a:pt x="105" y="284"/>
                  </a:lnTo>
                  <a:lnTo>
                    <a:pt x="105" y="284"/>
                  </a:lnTo>
                  <a:lnTo>
                    <a:pt x="105" y="284"/>
                  </a:lnTo>
                  <a:lnTo>
                    <a:pt x="107" y="284"/>
                  </a:lnTo>
                  <a:lnTo>
                    <a:pt x="107" y="284"/>
                  </a:lnTo>
                  <a:lnTo>
                    <a:pt x="107" y="282"/>
                  </a:lnTo>
                  <a:lnTo>
                    <a:pt x="107" y="282"/>
                  </a:lnTo>
                  <a:lnTo>
                    <a:pt x="105" y="268"/>
                  </a:lnTo>
                  <a:lnTo>
                    <a:pt x="105" y="268"/>
                  </a:lnTo>
                  <a:lnTo>
                    <a:pt x="107" y="268"/>
                  </a:lnTo>
                  <a:lnTo>
                    <a:pt x="107" y="268"/>
                  </a:lnTo>
                  <a:lnTo>
                    <a:pt x="107" y="268"/>
                  </a:lnTo>
                  <a:lnTo>
                    <a:pt x="107" y="268"/>
                  </a:lnTo>
                  <a:lnTo>
                    <a:pt x="107" y="268"/>
                  </a:lnTo>
                  <a:lnTo>
                    <a:pt x="109" y="268"/>
                  </a:lnTo>
                  <a:lnTo>
                    <a:pt x="109" y="265"/>
                  </a:lnTo>
                  <a:lnTo>
                    <a:pt x="107" y="263"/>
                  </a:lnTo>
                  <a:lnTo>
                    <a:pt x="105" y="261"/>
                  </a:lnTo>
                  <a:lnTo>
                    <a:pt x="105" y="258"/>
                  </a:lnTo>
                  <a:lnTo>
                    <a:pt x="105" y="256"/>
                  </a:lnTo>
                  <a:lnTo>
                    <a:pt x="105" y="256"/>
                  </a:lnTo>
                  <a:lnTo>
                    <a:pt x="105" y="249"/>
                  </a:lnTo>
                  <a:lnTo>
                    <a:pt x="105" y="246"/>
                  </a:lnTo>
                  <a:lnTo>
                    <a:pt x="105" y="246"/>
                  </a:lnTo>
                  <a:lnTo>
                    <a:pt x="102" y="244"/>
                  </a:lnTo>
                  <a:lnTo>
                    <a:pt x="102" y="244"/>
                  </a:lnTo>
                  <a:lnTo>
                    <a:pt x="102" y="244"/>
                  </a:lnTo>
                  <a:lnTo>
                    <a:pt x="102" y="242"/>
                  </a:lnTo>
                  <a:lnTo>
                    <a:pt x="102" y="242"/>
                  </a:lnTo>
                  <a:lnTo>
                    <a:pt x="102" y="242"/>
                  </a:lnTo>
                  <a:lnTo>
                    <a:pt x="102" y="242"/>
                  </a:lnTo>
                  <a:lnTo>
                    <a:pt x="102" y="242"/>
                  </a:lnTo>
                  <a:lnTo>
                    <a:pt x="102" y="237"/>
                  </a:lnTo>
                  <a:lnTo>
                    <a:pt x="105" y="235"/>
                  </a:lnTo>
                  <a:lnTo>
                    <a:pt x="105" y="230"/>
                  </a:lnTo>
                  <a:lnTo>
                    <a:pt x="105" y="230"/>
                  </a:lnTo>
                  <a:lnTo>
                    <a:pt x="105" y="230"/>
                  </a:lnTo>
                  <a:lnTo>
                    <a:pt x="105" y="228"/>
                  </a:lnTo>
                  <a:lnTo>
                    <a:pt x="105" y="228"/>
                  </a:lnTo>
                  <a:lnTo>
                    <a:pt x="105" y="225"/>
                  </a:lnTo>
                  <a:lnTo>
                    <a:pt x="105" y="225"/>
                  </a:lnTo>
                  <a:lnTo>
                    <a:pt x="105" y="223"/>
                  </a:lnTo>
                  <a:lnTo>
                    <a:pt x="102" y="220"/>
                  </a:lnTo>
                  <a:lnTo>
                    <a:pt x="102" y="220"/>
                  </a:lnTo>
                  <a:lnTo>
                    <a:pt x="102" y="218"/>
                  </a:lnTo>
                  <a:lnTo>
                    <a:pt x="105" y="216"/>
                  </a:lnTo>
                  <a:lnTo>
                    <a:pt x="105" y="216"/>
                  </a:lnTo>
                  <a:lnTo>
                    <a:pt x="105" y="216"/>
                  </a:lnTo>
                  <a:lnTo>
                    <a:pt x="105" y="216"/>
                  </a:lnTo>
                  <a:lnTo>
                    <a:pt x="105" y="213"/>
                  </a:lnTo>
                  <a:lnTo>
                    <a:pt x="105" y="213"/>
                  </a:lnTo>
                  <a:lnTo>
                    <a:pt x="105" y="211"/>
                  </a:lnTo>
                  <a:lnTo>
                    <a:pt x="105" y="211"/>
                  </a:lnTo>
                  <a:lnTo>
                    <a:pt x="105" y="209"/>
                  </a:lnTo>
                  <a:lnTo>
                    <a:pt x="105" y="197"/>
                  </a:lnTo>
                  <a:lnTo>
                    <a:pt x="105" y="194"/>
                  </a:lnTo>
                  <a:lnTo>
                    <a:pt x="105" y="194"/>
                  </a:lnTo>
                  <a:lnTo>
                    <a:pt x="105" y="194"/>
                  </a:lnTo>
                  <a:lnTo>
                    <a:pt x="107" y="194"/>
                  </a:lnTo>
                  <a:lnTo>
                    <a:pt x="107" y="194"/>
                  </a:lnTo>
                  <a:lnTo>
                    <a:pt x="107" y="194"/>
                  </a:lnTo>
                  <a:lnTo>
                    <a:pt x="107" y="192"/>
                  </a:lnTo>
                  <a:lnTo>
                    <a:pt x="107" y="192"/>
                  </a:lnTo>
                  <a:lnTo>
                    <a:pt x="107" y="192"/>
                  </a:lnTo>
                  <a:lnTo>
                    <a:pt x="107" y="190"/>
                  </a:lnTo>
                  <a:lnTo>
                    <a:pt x="107" y="190"/>
                  </a:lnTo>
                  <a:lnTo>
                    <a:pt x="107" y="190"/>
                  </a:lnTo>
                  <a:lnTo>
                    <a:pt x="107" y="187"/>
                  </a:lnTo>
                  <a:lnTo>
                    <a:pt x="107" y="187"/>
                  </a:lnTo>
                  <a:lnTo>
                    <a:pt x="107" y="187"/>
                  </a:lnTo>
                  <a:lnTo>
                    <a:pt x="107" y="187"/>
                  </a:lnTo>
                  <a:lnTo>
                    <a:pt x="107" y="187"/>
                  </a:lnTo>
                  <a:lnTo>
                    <a:pt x="107" y="187"/>
                  </a:lnTo>
                  <a:lnTo>
                    <a:pt x="107" y="185"/>
                  </a:lnTo>
                  <a:lnTo>
                    <a:pt x="107" y="183"/>
                  </a:lnTo>
                  <a:lnTo>
                    <a:pt x="107" y="180"/>
                  </a:lnTo>
                  <a:lnTo>
                    <a:pt x="112" y="180"/>
                  </a:lnTo>
                  <a:lnTo>
                    <a:pt x="112" y="180"/>
                  </a:lnTo>
                  <a:lnTo>
                    <a:pt x="112" y="180"/>
                  </a:lnTo>
                  <a:lnTo>
                    <a:pt x="112" y="180"/>
                  </a:lnTo>
                  <a:lnTo>
                    <a:pt x="114" y="180"/>
                  </a:lnTo>
                  <a:lnTo>
                    <a:pt x="114" y="180"/>
                  </a:lnTo>
                  <a:lnTo>
                    <a:pt x="116" y="180"/>
                  </a:lnTo>
                  <a:lnTo>
                    <a:pt x="116" y="180"/>
                  </a:lnTo>
                  <a:lnTo>
                    <a:pt x="116" y="180"/>
                  </a:lnTo>
                  <a:lnTo>
                    <a:pt x="116" y="180"/>
                  </a:lnTo>
                  <a:lnTo>
                    <a:pt x="119" y="180"/>
                  </a:lnTo>
                  <a:lnTo>
                    <a:pt x="119" y="180"/>
                  </a:lnTo>
                  <a:lnTo>
                    <a:pt x="121" y="180"/>
                  </a:lnTo>
                  <a:lnTo>
                    <a:pt x="123" y="178"/>
                  </a:lnTo>
                  <a:lnTo>
                    <a:pt x="123" y="175"/>
                  </a:lnTo>
                  <a:lnTo>
                    <a:pt x="126" y="171"/>
                  </a:lnTo>
                  <a:lnTo>
                    <a:pt x="128" y="168"/>
                  </a:lnTo>
                  <a:lnTo>
                    <a:pt x="128" y="168"/>
                  </a:lnTo>
                  <a:lnTo>
                    <a:pt x="128" y="164"/>
                  </a:lnTo>
                  <a:lnTo>
                    <a:pt x="128" y="164"/>
                  </a:lnTo>
                  <a:lnTo>
                    <a:pt x="126" y="161"/>
                  </a:lnTo>
                  <a:lnTo>
                    <a:pt x="126" y="161"/>
                  </a:lnTo>
                  <a:lnTo>
                    <a:pt x="126" y="159"/>
                  </a:lnTo>
                  <a:lnTo>
                    <a:pt x="128" y="157"/>
                  </a:lnTo>
                  <a:lnTo>
                    <a:pt x="128" y="157"/>
                  </a:lnTo>
                  <a:lnTo>
                    <a:pt x="128" y="157"/>
                  </a:lnTo>
                  <a:lnTo>
                    <a:pt x="128" y="157"/>
                  </a:lnTo>
                  <a:lnTo>
                    <a:pt x="133" y="152"/>
                  </a:lnTo>
                  <a:lnTo>
                    <a:pt x="133" y="152"/>
                  </a:lnTo>
                  <a:lnTo>
                    <a:pt x="133" y="152"/>
                  </a:lnTo>
                  <a:lnTo>
                    <a:pt x="133" y="149"/>
                  </a:lnTo>
                  <a:lnTo>
                    <a:pt x="133" y="149"/>
                  </a:lnTo>
                  <a:lnTo>
                    <a:pt x="133" y="149"/>
                  </a:lnTo>
                  <a:lnTo>
                    <a:pt x="135" y="149"/>
                  </a:lnTo>
                  <a:lnTo>
                    <a:pt x="135" y="149"/>
                  </a:lnTo>
                  <a:lnTo>
                    <a:pt x="138" y="147"/>
                  </a:lnTo>
                  <a:lnTo>
                    <a:pt x="138" y="147"/>
                  </a:lnTo>
                  <a:lnTo>
                    <a:pt x="138" y="145"/>
                  </a:lnTo>
                  <a:lnTo>
                    <a:pt x="135" y="142"/>
                  </a:lnTo>
                  <a:lnTo>
                    <a:pt x="135" y="142"/>
                  </a:lnTo>
                  <a:lnTo>
                    <a:pt x="135" y="142"/>
                  </a:lnTo>
                  <a:lnTo>
                    <a:pt x="138" y="140"/>
                  </a:lnTo>
                  <a:lnTo>
                    <a:pt x="138" y="140"/>
                  </a:lnTo>
                  <a:lnTo>
                    <a:pt x="142" y="138"/>
                  </a:lnTo>
                  <a:lnTo>
                    <a:pt x="142" y="138"/>
                  </a:lnTo>
                  <a:lnTo>
                    <a:pt x="147" y="138"/>
                  </a:lnTo>
                  <a:lnTo>
                    <a:pt x="147" y="138"/>
                  </a:lnTo>
                  <a:lnTo>
                    <a:pt x="149" y="135"/>
                  </a:lnTo>
                  <a:lnTo>
                    <a:pt x="152" y="133"/>
                  </a:lnTo>
                  <a:lnTo>
                    <a:pt x="152" y="131"/>
                  </a:lnTo>
                  <a:lnTo>
                    <a:pt x="152" y="126"/>
                  </a:lnTo>
                  <a:lnTo>
                    <a:pt x="152" y="126"/>
                  </a:lnTo>
                  <a:lnTo>
                    <a:pt x="152" y="126"/>
                  </a:lnTo>
                  <a:lnTo>
                    <a:pt x="154" y="123"/>
                  </a:lnTo>
                  <a:lnTo>
                    <a:pt x="154" y="123"/>
                  </a:lnTo>
                  <a:lnTo>
                    <a:pt x="154" y="123"/>
                  </a:lnTo>
                  <a:lnTo>
                    <a:pt x="154" y="123"/>
                  </a:lnTo>
                  <a:lnTo>
                    <a:pt x="154" y="121"/>
                  </a:lnTo>
                  <a:lnTo>
                    <a:pt x="154" y="121"/>
                  </a:lnTo>
                  <a:lnTo>
                    <a:pt x="154" y="121"/>
                  </a:lnTo>
                  <a:lnTo>
                    <a:pt x="152" y="116"/>
                  </a:lnTo>
                  <a:lnTo>
                    <a:pt x="149" y="114"/>
                  </a:lnTo>
                  <a:lnTo>
                    <a:pt x="149" y="114"/>
                  </a:lnTo>
                  <a:lnTo>
                    <a:pt x="152" y="112"/>
                  </a:lnTo>
                  <a:lnTo>
                    <a:pt x="152" y="109"/>
                  </a:lnTo>
                  <a:lnTo>
                    <a:pt x="152" y="109"/>
                  </a:lnTo>
                  <a:lnTo>
                    <a:pt x="152" y="107"/>
                  </a:lnTo>
                  <a:lnTo>
                    <a:pt x="152" y="107"/>
                  </a:lnTo>
                  <a:lnTo>
                    <a:pt x="154" y="107"/>
                  </a:lnTo>
                  <a:lnTo>
                    <a:pt x="154" y="107"/>
                  </a:lnTo>
                  <a:lnTo>
                    <a:pt x="154" y="104"/>
                  </a:lnTo>
                  <a:lnTo>
                    <a:pt x="157" y="107"/>
                  </a:lnTo>
                  <a:lnTo>
                    <a:pt x="159" y="107"/>
                  </a:lnTo>
                  <a:lnTo>
                    <a:pt x="161" y="107"/>
                  </a:lnTo>
                  <a:lnTo>
                    <a:pt x="161" y="107"/>
                  </a:lnTo>
                  <a:lnTo>
                    <a:pt x="161" y="104"/>
                  </a:lnTo>
                  <a:lnTo>
                    <a:pt x="161" y="102"/>
                  </a:lnTo>
                  <a:lnTo>
                    <a:pt x="161" y="102"/>
                  </a:lnTo>
                  <a:lnTo>
                    <a:pt x="164" y="97"/>
                  </a:lnTo>
                  <a:lnTo>
                    <a:pt x="164" y="97"/>
                  </a:lnTo>
                  <a:lnTo>
                    <a:pt x="164" y="95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65">
              <a:extLst>
                <a:ext uri="{FF2B5EF4-FFF2-40B4-BE49-F238E27FC236}">
                  <a16:creationId xmlns:a16="http://schemas.microsoft.com/office/drawing/2014/main" id="{DB4C4661-FB22-F7C1-B079-ED6C3EA033B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16441" y="3628337"/>
              <a:ext cx="844314" cy="943645"/>
            </a:xfrm>
            <a:custGeom>
              <a:avLst/>
              <a:gdLst>
                <a:gd name="T0" fmla="*/ 654 w 663"/>
                <a:gd name="T1" fmla="*/ 353 h 741"/>
                <a:gd name="T2" fmla="*/ 597 w 663"/>
                <a:gd name="T3" fmla="*/ 358 h 741"/>
                <a:gd name="T4" fmla="*/ 564 w 663"/>
                <a:gd name="T5" fmla="*/ 353 h 741"/>
                <a:gd name="T6" fmla="*/ 568 w 663"/>
                <a:gd name="T7" fmla="*/ 325 h 741"/>
                <a:gd name="T8" fmla="*/ 554 w 663"/>
                <a:gd name="T9" fmla="*/ 289 h 741"/>
                <a:gd name="T10" fmla="*/ 547 w 663"/>
                <a:gd name="T11" fmla="*/ 237 h 741"/>
                <a:gd name="T12" fmla="*/ 545 w 663"/>
                <a:gd name="T13" fmla="*/ 201 h 741"/>
                <a:gd name="T14" fmla="*/ 545 w 663"/>
                <a:gd name="T15" fmla="*/ 171 h 741"/>
                <a:gd name="T16" fmla="*/ 542 w 663"/>
                <a:gd name="T17" fmla="*/ 157 h 741"/>
                <a:gd name="T18" fmla="*/ 474 w 663"/>
                <a:gd name="T19" fmla="*/ 152 h 741"/>
                <a:gd name="T20" fmla="*/ 419 w 663"/>
                <a:gd name="T21" fmla="*/ 159 h 741"/>
                <a:gd name="T22" fmla="*/ 381 w 663"/>
                <a:gd name="T23" fmla="*/ 192 h 741"/>
                <a:gd name="T24" fmla="*/ 344 w 663"/>
                <a:gd name="T25" fmla="*/ 197 h 741"/>
                <a:gd name="T26" fmla="*/ 310 w 663"/>
                <a:gd name="T27" fmla="*/ 190 h 741"/>
                <a:gd name="T28" fmla="*/ 306 w 663"/>
                <a:gd name="T29" fmla="*/ 183 h 741"/>
                <a:gd name="T30" fmla="*/ 296 w 663"/>
                <a:gd name="T31" fmla="*/ 166 h 741"/>
                <a:gd name="T32" fmla="*/ 284 w 663"/>
                <a:gd name="T33" fmla="*/ 154 h 741"/>
                <a:gd name="T34" fmla="*/ 280 w 663"/>
                <a:gd name="T35" fmla="*/ 130 h 741"/>
                <a:gd name="T36" fmla="*/ 270 w 663"/>
                <a:gd name="T37" fmla="*/ 109 h 741"/>
                <a:gd name="T38" fmla="*/ 268 w 663"/>
                <a:gd name="T39" fmla="*/ 93 h 741"/>
                <a:gd name="T40" fmla="*/ 254 w 663"/>
                <a:gd name="T41" fmla="*/ 81 h 741"/>
                <a:gd name="T42" fmla="*/ 164 w 663"/>
                <a:gd name="T43" fmla="*/ 78 h 741"/>
                <a:gd name="T44" fmla="*/ 90 w 663"/>
                <a:gd name="T45" fmla="*/ 81 h 741"/>
                <a:gd name="T46" fmla="*/ 55 w 663"/>
                <a:gd name="T47" fmla="*/ 88 h 741"/>
                <a:gd name="T48" fmla="*/ 53 w 663"/>
                <a:gd name="T49" fmla="*/ 126 h 741"/>
                <a:gd name="T50" fmla="*/ 79 w 663"/>
                <a:gd name="T51" fmla="*/ 185 h 741"/>
                <a:gd name="T52" fmla="*/ 93 w 663"/>
                <a:gd name="T53" fmla="*/ 230 h 741"/>
                <a:gd name="T54" fmla="*/ 79 w 663"/>
                <a:gd name="T55" fmla="*/ 244 h 741"/>
                <a:gd name="T56" fmla="*/ 81 w 663"/>
                <a:gd name="T57" fmla="*/ 270 h 741"/>
                <a:gd name="T58" fmla="*/ 100 w 663"/>
                <a:gd name="T59" fmla="*/ 317 h 741"/>
                <a:gd name="T60" fmla="*/ 114 w 663"/>
                <a:gd name="T61" fmla="*/ 372 h 741"/>
                <a:gd name="T62" fmla="*/ 105 w 663"/>
                <a:gd name="T63" fmla="*/ 424 h 741"/>
                <a:gd name="T64" fmla="*/ 83 w 663"/>
                <a:gd name="T65" fmla="*/ 443 h 741"/>
                <a:gd name="T66" fmla="*/ 57 w 663"/>
                <a:gd name="T67" fmla="*/ 474 h 741"/>
                <a:gd name="T68" fmla="*/ 48 w 663"/>
                <a:gd name="T69" fmla="*/ 485 h 741"/>
                <a:gd name="T70" fmla="*/ 41 w 663"/>
                <a:gd name="T71" fmla="*/ 512 h 741"/>
                <a:gd name="T72" fmla="*/ 36 w 663"/>
                <a:gd name="T73" fmla="*/ 528 h 741"/>
                <a:gd name="T74" fmla="*/ 31 w 663"/>
                <a:gd name="T75" fmla="*/ 564 h 741"/>
                <a:gd name="T76" fmla="*/ 22 w 663"/>
                <a:gd name="T77" fmla="*/ 585 h 741"/>
                <a:gd name="T78" fmla="*/ 5 w 663"/>
                <a:gd name="T79" fmla="*/ 623 h 741"/>
                <a:gd name="T80" fmla="*/ 5 w 663"/>
                <a:gd name="T81" fmla="*/ 698 h 741"/>
                <a:gd name="T82" fmla="*/ 29 w 663"/>
                <a:gd name="T83" fmla="*/ 691 h 741"/>
                <a:gd name="T84" fmla="*/ 57 w 663"/>
                <a:gd name="T85" fmla="*/ 691 h 741"/>
                <a:gd name="T86" fmla="*/ 86 w 663"/>
                <a:gd name="T87" fmla="*/ 682 h 741"/>
                <a:gd name="T88" fmla="*/ 124 w 663"/>
                <a:gd name="T89" fmla="*/ 706 h 741"/>
                <a:gd name="T90" fmla="*/ 209 w 663"/>
                <a:gd name="T91" fmla="*/ 706 h 741"/>
                <a:gd name="T92" fmla="*/ 370 w 663"/>
                <a:gd name="T93" fmla="*/ 715 h 741"/>
                <a:gd name="T94" fmla="*/ 429 w 663"/>
                <a:gd name="T95" fmla="*/ 732 h 741"/>
                <a:gd name="T96" fmla="*/ 464 w 663"/>
                <a:gd name="T97" fmla="*/ 732 h 741"/>
                <a:gd name="T98" fmla="*/ 495 w 663"/>
                <a:gd name="T99" fmla="*/ 739 h 741"/>
                <a:gd name="T100" fmla="*/ 611 w 663"/>
                <a:gd name="T101" fmla="*/ 722 h 741"/>
                <a:gd name="T102" fmla="*/ 609 w 663"/>
                <a:gd name="T103" fmla="*/ 703 h 741"/>
                <a:gd name="T104" fmla="*/ 580 w 663"/>
                <a:gd name="T105" fmla="*/ 677 h 741"/>
                <a:gd name="T106" fmla="*/ 561 w 663"/>
                <a:gd name="T107" fmla="*/ 658 h 741"/>
                <a:gd name="T108" fmla="*/ 554 w 663"/>
                <a:gd name="T109" fmla="*/ 642 h 741"/>
                <a:gd name="T110" fmla="*/ 552 w 663"/>
                <a:gd name="T111" fmla="*/ 497 h 741"/>
                <a:gd name="T112" fmla="*/ 658 w 663"/>
                <a:gd name="T113" fmla="*/ 417 h 741"/>
                <a:gd name="T114" fmla="*/ 24 w 663"/>
                <a:gd name="T115" fmla="*/ 36 h 741"/>
                <a:gd name="T116" fmla="*/ 29 w 663"/>
                <a:gd name="T117" fmla="*/ 50 h 741"/>
                <a:gd name="T118" fmla="*/ 48 w 663"/>
                <a:gd name="T119" fmla="*/ 45 h 741"/>
                <a:gd name="T120" fmla="*/ 60 w 663"/>
                <a:gd name="T121" fmla="*/ 24 h 741"/>
                <a:gd name="T122" fmla="*/ 57 w 663"/>
                <a:gd name="T123" fmla="*/ 3 h 741"/>
                <a:gd name="T124" fmla="*/ 29 w 663"/>
                <a:gd name="T125" fmla="*/ 19 h 7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63" h="741">
                  <a:moveTo>
                    <a:pt x="661" y="379"/>
                  </a:moveTo>
                  <a:lnTo>
                    <a:pt x="661" y="379"/>
                  </a:lnTo>
                  <a:lnTo>
                    <a:pt x="663" y="377"/>
                  </a:lnTo>
                  <a:lnTo>
                    <a:pt x="663" y="377"/>
                  </a:lnTo>
                  <a:lnTo>
                    <a:pt x="663" y="377"/>
                  </a:lnTo>
                  <a:lnTo>
                    <a:pt x="661" y="370"/>
                  </a:lnTo>
                  <a:lnTo>
                    <a:pt x="661" y="370"/>
                  </a:lnTo>
                  <a:lnTo>
                    <a:pt x="661" y="362"/>
                  </a:lnTo>
                  <a:lnTo>
                    <a:pt x="661" y="362"/>
                  </a:lnTo>
                  <a:lnTo>
                    <a:pt x="661" y="360"/>
                  </a:lnTo>
                  <a:lnTo>
                    <a:pt x="661" y="358"/>
                  </a:lnTo>
                  <a:lnTo>
                    <a:pt x="661" y="355"/>
                  </a:lnTo>
                  <a:lnTo>
                    <a:pt x="661" y="355"/>
                  </a:lnTo>
                  <a:lnTo>
                    <a:pt x="661" y="353"/>
                  </a:lnTo>
                  <a:lnTo>
                    <a:pt x="661" y="353"/>
                  </a:lnTo>
                  <a:lnTo>
                    <a:pt x="658" y="351"/>
                  </a:lnTo>
                  <a:lnTo>
                    <a:pt x="658" y="351"/>
                  </a:lnTo>
                  <a:lnTo>
                    <a:pt x="658" y="348"/>
                  </a:lnTo>
                  <a:lnTo>
                    <a:pt x="658" y="348"/>
                  </a:lnTo>
                  <a:lnTo>
                    <a:pt x="656" y="348"/>
                  </a:lnTo>
                  <a:lnTo>
                    <a:pt x="656" y="351"/>
                  </a:lnTo>
                  <a:lnTo>
                    <a:pt x="656" y="351"/>
                  </a:lnTo>
                  <a:lnTo>
                    <a:pt x="656" y="353"/>
                  </a:lnTo>
                  <a:lnTo>
                    <a:pt x="656" y="353"/>
                  </a:lnTo>
                  <a:lnTo>
                    <a:pt x="654" y="353"/>
                  </a:lnTo>
                  <a:lnTo>
                    <a:pt x="654" y="353"/>
                  </a:lnTo>
                  <a:lnTo>
                    <a:pt x="654" y="355"/>
                  </a:lnTo>
                  <a:lnTo>
                    <a:pt x="654" y="355"/>
                  </a:lnTo>
                  <a:lnTo>
                    <a:pt x="651" y="355"/>
                  </a:lnTo>
                  <a:lnTo>
                    <a:pt x="649" y="355"/>
                  </a:lnTo>
                  <a:lnTo>
                    <a:pt x="646" y="355"/>
                  </a:lnTo>
                  <a:lnTo>
                    <a:pt x="644" y="355"/>
                  </a:lnTo>
                  <a:lnTo>
                    <a:pt x="642" y="355"/>
                  </a:lnTo>
                  <a:lnTo>
                    <a:pt x="642" y="355"/>
                  </a:lnTo>
                  <a:lnTo>
                    <a:pt x="637" y="353"/>
                  </a:lnTo>
                  <a:lnTo>
                    <a:pt x="632" y="353"/>
                  </a:lnTo>
                  <a:lnTo>
                    <a:pt x="632" y="353"/>
                  </a:lnTo>
                  <a:lnTo>
                    <a:pt x="630" y="353"/>
                  </a:lnTo>
                  <a:lnTo>
                    <a:pt x="628" y="353"/>
                  </a:lnTo>
                  <a:lnTo>
                    <a:pt x="623" y="355"/>
                  </a:lnTo>
                  <a:lnTo>
                    <a:pt x="618" y="358"/>
                  </a:lnTo>
                  <a:lnTo>
                    <a:pt x="613" y="360"/>
                  </a:lnTo>
                  <a:lnTo>
                    <a:pt x="609" y="360"/>
                  </a:lnTo>
                  <a:lnTo>
                    <a:pt x="606" y="360"/>
                  </a:lnTo>
                  <a:lnTo>
                    <a:pt x="604" y="360"/>
                  </a:lnTo>
                  <a:lnTo>
                    <a:pt x="601" y="360"/>
                  </a:lnTo>
                  <a:lnTo>
                    <a:pt x="599" y="358"/>
                  </a:lnTo>
                  <a:lnTo>
                    <a:pt x="599" y="358"/>
                  </a:lnTo>
                  <a:lnTo>
                    <a:pt x="597" y="358"/>
                  </a:lnTo>
                  <a:lnTo>
                    <a:pt x="597" y="358"/>
                  </a:lnTo>
                  <a:lnTo>
                    <a:pt x="594" y="358"/>
                  </a:lnTo>
                  <a:lnTo>
                    <a:pt x="594" y="360"/>
                  </a:lnTo>
                  <a:lnTo>
                    <a:pt x="592" y="360"/>
                  </a:lnTo>
                  <a:lnTo>
                    <a:pt x="590" y="360"/>
                  </a:lnTo>
                  <a:lnTo>
                    <a:pt x="587" y="360"/>
                  </a:lnTo>
                  <a:lnTo>
                    <a:pt x="585" y="358"/>
                  </a:lnTo>
                  <a:lnTo>
                    <a:pt x="583" y="358"/>
                  </a:lnTo>
                  <a:lnTo>
                    <a:pt x="580" y="358"/>
                  </a:lnTo>
                  <a:lnTo>
                    <a:pt x="578" y="360"/>
                  </a:lnTo>
                  <a:lnTo>
                    <a:pt x="578" y="362"/>
                  </a:lnTo>
                  <a:lnTo>
                    <a:pt x="571" y="365"/>
                  </a:lnTo>
                  <a:lnTo>
                    <a:pt x="571" y="365"/>
                  </a:lnTo>
                  <a:lnTo>
                    <a:pt x="568" y="367"/>
                  </a:lnTo>
                  <a:lnTo>
                    <a:pt x="568" y="367"/>
                  </a:lnTo>
                  <a:lnTo>
                    <a:pt x="566" y="367"/>
                  </a:lnTo>
                  <a:lnTo>
                    <a:pt x="566" y="365"/>
                  </a:lnTo>
                  <a:lnTo>
                    <a:pt x="566" y="362"/>
                  </a:lnTo>
                  <a:lnTo>
                    <a:pt x="566" y="358"/>
                  </a:lnTo>
                  <a:lnTo>
                    <a:pt x="566" y="358"/>
                  </a:lnTo>
                  <a:lnTo>
                    <a:pt x="566" y="355"/>
                  </a:lnTo>
                  <a:lnTo>
                    <a:pt x="566" y="355"/>
                  </a:lnTo>
                  <a:lnTo>
                    <a:pt x="564" y="355"/>
                  </a:lnTo>
                  <a:lnTo>
                    <a:pt x="564" y="355"/>
                  </a:lnTo>
                  <a:lnTo>
                    <a:pt x="564" y="353"/>
                  </a:lnTo>
                  <a:lnTo>
                    <a:pt x="564" y="353"/>
                  </a:lnTo>
                  <a:lnTo>
                    <a:pt x="564" y="348"/>
                  </a:lnTo>
                  <a:lnTo>
                    <a:pt x="561" y="348"/>
                  </a:lnTo>
                  <a:lnTo>
                    <a:pt x="561" y="346"/>
                  </a:lnTo>
                  <a:lnTo>
                    <a:pt x="564" y="346"/>
                  </a:lnTo>
                  <a:lnTo>
                    <a:pt x="564" y="343"/>
                  </a:lnTo>
                  <a:lnTo>
                    <a:pt x="566" y="343"/>
                  </a:lnTo>
                  <a:lnTo>
                    <a:pt x="568" y="343"/>
                  </a:lnTo>
                  <a:lnTo>
                    <a:pt x="568" y="341"/>
                  </a:lnTo>
                  <a:lnTo>
                    <a:pt x="571" y="341"/>
                  </a:lnTo>
                  <a:lnTo>
                    <a:pt x="571" y="341"/>
                  </a:lnTo>
                  <a:lnTo>
                    <a:pt x="571" y="341"/>
                  </a:lnTo>
                  <a:lnTo>
                    <a:pt x="571" y="339"/>
                  </a:lnTo>
                  <a:lnTo>
                    <a:pt x="571" y="339"/>
                  </a:lnTo>
                  <a:lnTo>
                    <a:pt x="571" y="339"/>
                  </a:lnTo>
                  <a:lnTo>
                    <a:pt x="571" y="336"/>
                  </a:lnTo>
                  <a:lnTo>
                    <a:pt x="571" y="334"/>
                  </a:lnTo>
                  <a:lnTo>
                    <a:pt x="571" y="334"/>
                  </a:lnTo>
                  <a:lnTo>
                    <a:pt x="571" y="332"/>
                  </a:lnTo>
                  <a:lnTo>
                    <a:pt x="571" y="329"/>
                  </a:lnTo>
                  <a:lnTo>
                    <a:pt x="568" y="329"/>
                  </a:lnTo>
                  <a:lnTo>
                    <a:pt x="568" y="329"/>
                  </a:lnTo>
                  <a:lnTo>
                    <a:pt x="568" y="327"/>
                  </a:lnTo>
                  <a:lnTo>
                    <a:pt x="568" y="327"/>
                  </a:lnTo>
                  <a:lnTo>
                    <a:pt x="568" y="325"/>
                  </a:lnTo>
                  <a:lnTo>
                    <a:pt x="568" y="325"/>
                  </a:lnTo>
                  <a:lnTo>
                    <a:pt x="571" y="322"/>
                  </a:lnTo>
                  <a:lnTo>
                    <a:pt x="571" y="322"/>
                  </a:lnTo>
                  <a:lnTo>
                    <a:pt x="571" y="320"/>
                  </a:lnTo>
                  <a:lnTo>
                    <a:pt x="571" y="320"/>
                  </a:lnTo>
                  <a:lnTo>
                    <a:pt x="571" y="320"/>
                  </a:lnTo>
                  <a:lnTo>
                    <a:pt x="568" y="320"/>
                  </a:lnTo>
                  <a:lnTo>
                    <a:pt x="568" y="317"/>
                  </a:lnTo>
                  <a:lnTo>
                    <a:pt x="568" y="315"/>
                  </a:lnTo>
                  <a:lnTo>
                    <a:pt x="566" y="313"/>
                  </a:lnTo>
                  <a:lnTo>
                    <a:pt x="566" y="310"/>
                  </a:lnTo>
                  <a:lnTo>
                    <a:pt x="564" y="308"/>
                  </a:lnTo>
                  <a:lnTo>
                    <a:pt x="564" y="306"/>
                  </a:lnTo>
                  <a:lnTo>
                    <a:pt x="564" y="306"/>
                  </a:lnTo>
                  <a:lnTo>
                    <a:pt x="564" y="303"/>
                  </a:lnTo>
                  <a:lnTo>
                    <a:pt x="564" y="301"/>
                  </a:lnTo>
                  <a:lnTo>
                    <a:pt x="561" y="299"/>
                  </a:lnTo>
                  <a:lnTo>
                    <a:pt x="561" y="296"/>
                  </a:lnTo>
                  <a:lnTo>
                    <a:pt x="561" y="296"/>
                  </a:lnTo>
                  <a:lnTo>
                    <a:pt x="559" y="294"/>
                  </a:lnTo>
                  <a:lnTo>
                    <a:pt x="559" y="294"/>
                  </a:lnTo>
                  <a:lnTo>
                    <a:pt x="557" y="294"/>
                  </a:lnTo>
                  <a:lnTo>
                    <a:pt x="557" y="294"/>
                  </a:lnTo>
                  <a:lnTo>
                    <a:pt x="557" y="294"/>
                  </a:lnTo>
                  <a:lnTo>
                    <a:pt x="557" y="294"/>
                  </a:lnTo>
                  <a:lnTo>
                    <a:pt x="554" y="289"/>
                  </a:lnTo>
                  <a:lnTo>
                    <a:pt x="552" y="289"/>
                  </a:lnTo>
                  <a:lnTo>
                    <a:pt x="552" y="287"/>
                  </a:lnTo>
                  <a:lnTo>
                    <a:pt x="552" y="287"/>
                  </a:lnTo>
                  <a:lnTo>
                    <a:pt x="552" y="287"/>
                  </a:lnTo>
                  <a:lnTo>
                    <a:pt x="552" y="287"/>
                  </a:lnTo>
                  <a:lnTo>
                    <a:pt x="549" y="287"/>
                  </a:lnTo>
                  <a:lnTo>
                    <a:pt x="547" y="282"/>
                  </a:lnTo>
                  <a:lnTo>
                    <a:pt x="545" y="280"/>
                  </a:lnTo>
                  <a:lnTo>
                    <a:pt x="545" y="277"/>
                  </a:lnTo>
                  <a:lnTo>
                    <a:pt x="545" y="272"/>
                  </a:lnTo>
                  <a:lnTo>
                    <a:pt x="545" y="270"/>
                  </a:lnTo>
                  <a:lnTo>
                    <a:pt x="542" y="270"/>
                  </a:lnTo>
                  <a:lnTo>
                    <a:pt x="542" y="270"/>
                  </a:lnTo>
                  <a:lnTo>
                    <a:pt x="542" y="268"/>
                  </a:lnTo>
                  <a:lnTo>
                    <a:pt x="542" y="268"/>
                  </a:lnTo>
                  <a:lnTo>
                    <a:pt x="542" y="268"/>
                  </a:lnTo>
                  <a:lnTo>
                    <a:pt x="542" y="265"/>
                  </a:lnTo>
                  <a:lnTo>
                    <a:pt x="545" y="261"/>
                  </a:lnTo>
                  <a:lnTo>
                    <a:pt x="545" y="258"/>
                  </a:lnTo>
                  <a:lnTo>
                    <a:pt x="545" y="256"/>
                  </a:lnTo>
                  <a:lnTo>
                    <a:pt x="545" y="251"/>
                  </a:lnTo>
                  <a:lnTo>
                    <a:pt x="545" y="246"/>
                  </a:lnTo>
                  <a:lnTo>
                    <a:pt x="545" y="242"/>
                  </a:lnTo>
                  <a:lnTo>
                    <a:pt x="545" y="239"/>
                  </a:lnTo>
                  <a:lnTo>
                    <a:pt x="547" y="237"/>
                  </a:lnTo>
                  <a:lnTo>
                    <a:pt x="547" y="235"/>
                  </a:lnTo>
                  <a:lnTo>
                    <a:pt x="547" y="235"/>
                  </a:lnTo>
                  <a:lnTo>
                    <a:pt x="547" y="232"/>
                  </a:lnTo>
                  <a:lnTo>
                    <a:pt x="549" y="228"/>
                  </a:lnTo>
                  <a:lnTo>
                    <a:pt x="549" y="225"/>
                  </a:lnTo>
                  <a:lnTo>
                    <a:pt x="549" y="225"/>
                  </a:lnTo>
                  <a:lnTo>
                    <a:pt x="549" y="225"/>
                  </a:lnTo>
                  <a:lnTo>
                    <a:pt x="549" y="225"/>
                  </a:lnTo>
                  <a:lnTo>
                    <a:pt x="549" y="223"/>
                  </a:lnTo>
                  <a:lnTo>
                    <a:pt x="549" y="223"/>
                  </a:lnTo>
                  <a:lnTo>
                    <a:pt x="549" y="220"/>
                  </a:lnTo>
                  <a:lnTo>
                    <a:pt x="549" y="218"/>
                  </a:lnTo>
                  <a:lnTo>
                    <a:pt x="549" y="216"/>
                  </a:lnTo>
                  <a:lnTo>
                    <a:pt x="549" y="213"/>
                  </a:lnTo>
                  <a:lnTo>
                    <a:pt x="547" y="211"/>
                  </a:lnTo>
                  <a:lnTo>
                    <a:pt x="547" y="211"/>
                  </a:lnTo>
                  <a:lnTo>
                    <a:pt x="549" y="211"/>
                  </a:lnTo>
                  <a:lnTo>
                    <a:pt x="549" y="211"/>
                  </a:lnTo>
                  <a:lnTo>
                    <a:pt x="549" y="209"/>
                  </a:lnTo>
                  <a:lnTo>
                    <a:pt x="547" y="209"/>
                  </a:lnTo>
                  <a:lnTo>
                    <a:pt x="547" y="206"/>
                  </a:lnTo>
                  <a:lnTo>
                    <a:pt x="547" y="204"/>
                  </a:lnTo>
                  <a:lnTo>
                    <a:pt x="545" y="201"/>
                  </a:lnTo>
                  <a:lnTo>
                    <a:pt x="545" y="201"/>
                  </a:lnTo>
                  <a:lnTo>
                    <a:pt x="545" y="201"/>
                  </a:lnTo>
                  <a:lnTo>
                    <a:pt x="545" y="199"/>
                  </a:lnTo>
                  <a:lnTo>
                    <a:pt x="542" y="199"/>
                  </a:lnTo>
                  <a:lnTo>
                    <a:pt x="542" y="197"/>
                  </a:lnTo>
                  <a:lnTo>
                    <a:pt x="542" y="197"/>
                  </a:lnTo>
                  <a:lnTo>
                    <a:pt x="542" y="194"/>
                  </a:lnTo>
                  <a:lnTo>
                    <a:pt x="540" y="194"/>
                  </a:lnTo>
                  <a:lnTo>
                    <a:pt x="540" y="194"/>
                  </a:lnTo>
                  <a:lnTo>
                    <a:pt x="540" y="192"/>
                  </a:lnTo>
                  <a:lnTo>
                    <a:pt x="540" y="190"/>
                  </a:lnTo>
                  <a:lnTo>
                    <a:pt x="540" y="190"/>
                  </a:lnTo>
                  <a:lnTo>
                    <a:pt x="540" y="187"/>
                  </a:lnTo>
                  <a:lnTo>
                    <a:pt x="540" y="187"/>
                  </a:lnTo>
                  <a:lnTo>
                    <a:pt x="540" y="187"/>
                  </a:lnTo>
                  <a:lnTo>
                    <a:pt x="540" y="185"/>
                  </a:lnTo>
                  <a:lnTo>
                    <a:pt x="540" y="183"/>
                  </a:lnTo>
                  <a:lnTo>
                    <a:pt x="542" y="183"/>
                  </a:lnTo>
                  <a:lnTo>
                    <a:pt x="542" y="180"/>
                  </a:lnTo>
                  <a:lnTo>
                    <a:pt x="542" y="178"/>
                  </a:lnTo>
                  <a:lnTo>
                    <a:pt x="542" y="178"/>
                  </a:lnTo>
                  <a:lnTo>
                    <a:pt x="545" y="175"/>
                  </a:lnTo>
                  <a:lnTo>
                    <a:pt x="545" y="173"/>
                  </a:lnTo>
                  <a:lnTo>
                    <a:pt x="545" y="173"/>
                  </a:lnTo>
                  <a:lnTo>
                    <a:pt x="545" y="173"/>
                  </a:lnTo>
                  <a:lnTo>
                    <a:pt x="545" y="171"/>
                  </a:lnTo>
                  <a:lnTo>
                    <a:pt x="545" y="171"/>
                  </a:lnTo>
                  <a:lnTo>
                    <a:pt x="545" y="171"/>
                  </a:lnTo>
                  <a:lnTo>
                    <a:pt x="545" y="168"/>
                  </a:lnTo>
                  <a:lnTo>
                    <a:pt x="545" y="168"/>
                  </a:lnTo>
                  <a:lnTo>
                    <a:pt x="545" y="168"/>
                  </a:lnTo>
                  <a:lnTo>
                    <a:pt x="545" y="168"/>
                  </a:lnTo>
                  <a:lnTo>
                    <a:pt x="545" y="166"/>
                  </a:lnTo>
                  <a:lnTo>
                    <a:pt x="545" y="166"/>
                  </a:lnTo>
                  <a:lnTo>
                    <a:pt x="545" y="166"/>
                  </a:lnTo>
                  <a:lnTo>
                    <a:pt x="545" y="164"/>
                  </a:lnTo>
                  <a:lnTo>
                    <a:pt x="545" y="164"/>
                  </a:lnTo>
                  <a:lnTo>
                    <a:pt x="545" y="164"/>
                  </a:lnTo>
                  <a:lnTo>
                    <a:pt x="545" y="164"/>
                  </a:lnTo>
                  <a:lnTo>
                    <a:pt x="545" y="164"/>
                  </a:lnTo>
                  <a:lnTo>
                    <a:pt x="545" y="164"/>
                  </a:lnTo>
                  <a:lnTo>
                    <a:pt x="545" y="161"/>
                  </a:lnTo>
                  <a:lnTo>
                    <a:pt x="545" y="161"/>
                  </a:lnTo>
                  <a:lnTo>
                    <a:pt x="545" y="161"/>
                  </a:lnTo>
                  <a:lnTo>
                    <a:pt x="545" y="161"/>
                  </a:lnTo>
                  <a:lnTo>
                    <a:pt x="545" y="161"/>
                  </a:lnTo>
                  <a:lnTo>
                    <a:pt x="545" y="159"/>
                  </a:lnTo>
                  <a:lnTo>
                    <a:pt x="545" y="159"/>
                  </a:lnTo>
                  <a:lnTo>
                    <a:pt x="545" y="159"/>
                  </a:lnTo>
                  <a:lnTo>
                    <a:pt x="545" y="159"/>
                  </a:lnTo>
                  <a:lnTo>
                    <a:pt x="545" y="159"/>
                  </a:lnTo>
                  <a:lnTo>
                    <a:pt x="542" y="157"/>
                  </a:lnTo>
                  <a:lnTo>
                    <a:pt x="542" y="154"/>
                  </a:lnTo>
                  <a:lnTo>
                    <a:pt x="542" y="154"/>
                  </a:lnTo>
                  <a:lnTo>
                    <a:pt x="542" y="154"/>
                  </a:lnTo>
                  <a:lnTo>
                    <a:pt x="542" y="154"/>
                  </a:lnTo>
                  <a:lnTo>
                    <a:pt x="542" y="154"/>
                  </a:lnTo>
                  <a:lnTo>
                    <a:pt x="540" y="154"/>
                  </a:lnTo>
                  <a:lnTo>
                    <a:pt x="540" y="154"/>
                  </a:lnTo>
                  <a:lnTo>
                    <a:pt x="535" y="154"/>
                  </a:lnTo>
                  <a:lnTo>
                    <a:pt x="531" y="154"/>
                  </a:lnTo>
                  <a:lnTo>
                    <a:pt x="528" y="154"/>
                  </a:lnTo>
                  <a:lnTo>
                    <a:pt x="523" y="154"/>
                  </a:lnTo>
                  <a:lnTo>
                    <a:pt x="519" y="154"/>
                  </a:lnTo>
                  <a:lnTo>
                    <a:pt x="516" y="154"/>
                  </a:lnTo>
                  <a:lnTo>
                    <a:pt x="512" y="154"/>
                  </a:lnTo>
                  <a:lnTo>
                    <a:pt x="507" y="154"/>
                  </a:lnTo>
                  <a:lnTo>
                    <a:pt x="504" y="154"/>
                  </a:lnTo>
                  <a:lnTo>
                    <a:pt x="500" y="154"/>
                  </a:lnTo>
                  <a:lnTo>
                    <a:pt x="495" y="154"/>
                  </a:lnTo>
                  <a:lnTo>
                    <a:pt x="493" y="154"/>
                  </a:lnTo>
                  <a:lnTo>
                    <a:pt x="488" y="154"/>
                  </a:lnTo>
                  <a:lnTo>
                    <a:pt x="486" y="154"/>
                  </a:lnTo>
                  <a:lnTo>
                    <a:pt x="481" y="154"/>
                  </a:lnTo>
                  <a:lnTo>
                    <a:pt x="476" y="154"/>
                  </a:lnTo>
                  <a:lnTo>
                    <a:pt x="474" y="154"/>
                  </a:lnTo>
                  <a:lnTo>
                    <a:pt x="474" y="152"/>
                  </a:lnTo>
                  <a:lnTo>
                    <a:pt x="474" y="149"/>
                  </a:lnTo>
                  <a:lnTo>
                    <a:pt x="474" y="147"/>
                  </a:lnTo>
                  <a:lnTo>
                    <a:pt x="476" y="145"/>
                  </a:lnTo>
                  <a:lnTo>
                    <a:pt x="476" y="142"/>
                  </a:lnTo>
                  <a:lnTo>
                    <a:pt x="478" y="138"/>
                  </a:lnTo>
                  <a:lnTo>
                    <a:pt x="478" y="135"/>
                  </a:lnTo>
                  <a:lnTo>
                    <a:pt x="476" y="135"/>
                  </a:lnTo>
                  <a:lnTo>
                    <a:pt x="471" y="135"/>
                  </a:lnTo>
                  <a:lnTo>
                    <a:pt x="467" y="135"/>
                  </a:lnTo>
                  <a:lnTo>
                    <a:pt x="464" y="135"/>
                  </a:lnTo>
                  <a:lnTo>
                    <a:pt x="464" y="135"/>
                  </a:lnTo>
                  <a:lnTo>
                    <a:pt x="462" y="135"/>
                  </a:lnTo>
                  <a:lnTo>
                    <a:pt x="462" y="135"/>
                  </a:lnTo>
                  <a:lnTo>
                    <a:pt x="462" y="138"/>
                  </a:lnTo>
                  <a:lnTo>
                    <a:pt x="462" y="138"/>
                  </a:lnTo>
                  <a:lnTo>
                    <a:pt x="462" y="140"/>
                  </a:lnTo>
                  <a:lnTo>
                    <a:pt x="422" y="140"/>
                  </a:lnTo>
                  <a:lnTo>
                    <a:pt x="422" y="142"/>
                  </a:lnTo>
                  <a:lnTo>
                    <a:pt x="422" y="142"/>
                  </a:lnTo>
                  <a:lnTo>
                    <a:pt x="422" y="142"/>
                  </a:lnTo>
                  <a:lnTo>
                    <a:pt x="419" y="145"/>
                  </a:lnTo>
                  <a:lnTo>
                    <a:pt x="419" y="145"/>
                  </a:lnTo>
                  <a:lnTo>
                    <a:pt x="419" y="147"/>
                  </a:lnTo>
                  <a:lnTo>
                    <a:pt x="419" y="157"/>
                  </a:lnTo>
                  <a:lnTo>
                    <a:pt x="419" y="159"/>
                  </a:lnTo>
                  <a:lnTo>
                    <a:pt x="419" y="159"/>
                  </a:lnTo>
                  <a:lnTo>
                    <a:pt x="419" y="164"/>
                  </a:lnTo>
                  <a:lnTo>
                    <a:pt x="419" y="166"/>
                  </a:lnTo>
                  <a:lnTo>
                    <a:pt x="419" y="166"/>
                  </a:lnTo>
                  <a:lnTo>
                    <a:pt x="419" y="166"/>
                  </a:lnTo>
                  <a:lnTo>
                    <a:pt x="419" y="166"/>
                  </a:lnTo>
                  <a:lnTo>
                    <a:pt x="419" y="166"/>
                  </a:lnTo>
                  <a:lnTo>
                    <a:pt x="417" y="168"/>
                  </a:lnTo>
                  <a:lnTo>
                    <a:pt x="417" y="168"/>
                  </a:lnTo>
                  <a:lnTo>
                    <a:pt x="417" y="171"/>
                  </a:lnTo>
                  <a:lnTo>
                    <a:pt x="415" y="171"/>
                  </a:lnTo>
                  <a:lnTo>
                    <a:pt x="412" y="171"/>
                  </a:lnTo>
                  <a:lnTo>
                    <a:pt x="412" y="171"/>
                  </a:lnTo>
                  <a:lnTo>
                    <a:pt x="412" y="173"/>
                  </a:lnTo>
                  <a:lnTo>
                    <a:pt x="412" y="175"/>
                  </a:lnTo>
                  <a:lnTo>
                    <a:pt x="412" y="175"/>
                  </a:lnTo>
                  <a:lnTo>
                    <a:pt x="412" y="178"/>
                  </a:lnTo>
                  <a:lnTo>
                    <a:pt x="412" y="178"/>
                  </a:lnTo>
                  <a:lnTo>
                    <a:pt x="412" y="183"/>
                  </a:lnTo>
                  <a:lnTo>
                    <a:pt x="412" y="183"/>
                  </a:lnTo>
                  <a:lnTo>
                    <a:pt x="410" y="185"/>
                  </a:lnTo>
                  <a:lnTo>
                    <a:pt x="410" y="187"/>
                  </a:lnTo>
                  <a:lnTo>
                    <a:pt x="410" y="190"/>
                  </a:lnTo>
                  <a:lnTo>
                    <a:pt x="412" y="192"/>
                  </a:lnTo>
                  <a:lnTo>
                    <a:pt x="381" y="192"/>
                  </a:lnTo>
                  <a:lnTo>
                    <a:pt x="379" y="192"/>
                  </a:lnTo>
                  <a:lnTo>
                    <a:pt x="379" y="192"/>
                  </a:lnTo>
                  <a:lnTo>
                    <a:pt x="379" y="190"/>
                  </a:lnTo>
                  <a:lnTo>
                    <a:pt x="379" y="190"/>
                  </a:lnTo>
                  <a:lnTo>
                    <a:pt x="372" y="190"/>
                  </a:lnTo>
                  <a:lnTo>
                    <a:pt x="367" y="190"/>
                  </a:lnTo>
                  <a:lnTo>
                    <a:pt x="367" y="190"/>
                  </a:lnTo>
                  <a:lnTo>
                    <a:pt x="367" y="190"/>
                  </a:lnTo>
                  <a:lnTo>
                    <a:pt x="367" y="192"/>
                  </a:lnTo>
                  <a:lnTo>
                    <a:pt x="365" y="192"/>
                  </a:lnTo>
                  <a:lnTo>
                    <a:pt x="365" y="192"/>
                  </a:lnTo>
                  <a:lnTo>
                    <a:pt x="363" y="192"/>
                  </a:lnTo>
                  <a:lnTo>
                    <a:pt x="360" y="192"/>
                  </a:lnTo>
                  <a:lnTo>
                    <a:pt x="360" y="194"/>
                  </a:lnTo>
                  <a:lnTo>
                    <a:pt x="360" y="194"/>
                  </a:lnTo>
                  <a:lnTo>
                    <a:pt x="358" y="194"/>
                  </a:lnTo>
                  <a:lnTo>
                    <a:pt x="355" y="192"/>
                  </a:lnTo>
                  <a:lnTo>
                    <a:pt x="353" y="192"/>
                  </a:lnTo>
                  <a:lnTo>
                    <a:pt x="351" y="192"/>
                  </a:lnTo>
                  <a:lnTo>
                    <a:pt x="348" y="192"/>
                  </a:lnTo>
                  <a:lnTo>
                    <a:pt x="346" y="194"/>
                  </a:lnTo>
                  <a:lnTo>
                    <a:pt x="346" y="194"/>
                  </a:lnTo>
                  <a:lnTo>
                    <a:pt x="346" y="194"/>
                  </a:lnTo>
                  <a:lnTo>
                    <a:pt x="344" y="197"/>
                  </a:lnTo>
                  <a:lnTo>
                    <a:pt x="344" y="197"/>
                  </a:lnTo>
                  <a:lnTo>
                    <a:pt x="344" y="199"/>
                  </a:lnTo>
                  <a:lnTo>
                    <a:pt x="339" y="199"/>
                  </a:lnTo>
                  <a:lnTo>
                    <a:pt x="339" y="199"/>
                  </a:lnTo>
                  <a:lnTo>
                    <a:pt x="336" y="197"/>
                  </a:lnTo>
                  <a:lnTo>
                    <a:pt x="334" y="194"/>
                  </a:lnTo>
                  <a:lnTo>
                    <a:pt x="332" y="194"/>
                  </a:lnTo>
                  <a:lnTo>
                    <a:pt x="332" y="194"/>
                  </a:lnTo>
                  <a:lnTo>
                    <a:pt x="327" y="197"/>
                  </a:lnTo>
                  <a:lnTo>
                    <a:pt x="327" y="197"/>
                  </a:lnTo>
                  <a:lnTo>
                    <a:pt x="325" y="197"/>
                  </a:lnTo>
                  <a:lnTo>
                    <a:pt x="325" y="197"/>
                  </a:lnTo>
                  <a:lnTo>
                    <a:pt x="320" y="199"/>
                  </a:lnTo>
                  <a:lnTo>
                    <a:pt x="318" y="199"/>
                  </a:lnTo>
                  <a:lnTo>
                    <a:pt x="315" y="197"/>
                  </a:lnTo>
                  <a:lnTo>
                    <a:pt x="315" y="197"/>
                  </a:lnTo>
                  <a:lnTo>
                    <a:pt x="315" y="197"/>
                  </a:lnTo>
                  <a:lnTo>
                    <a:pt x="315" y="197"/>
                  </a:lnTo>
                  <a:lnTo>
                    <a:pt x="315" y="194"/>
                  </a:lnTo>
                  <a:lnTo>
                    <a:pt x="315" y="194"/>
                  </a:lnTo>
                  <a:lnTo>
                    <a:pt x="315" y="194"/>
                  </a:lnTo>
                  <a:lnTo>
                    <a:pt x="313" y="192"/>
                  </a:lnTo>
                  <a:lnTo>
                    <a:pt x="313" y="192"/>
                  </a:lnTo>
                  <a:lnTo>
                    <a:pt x="313" y="192"/>
                  </a:lnTo>
                  <a:lnTo>
                    <a:pt x="313" y="190"/>
                  </a:lnTo>
                  <a:lnTo>
                    <a:pt x="310" y="190"/>
                  </a:lnTo>
                  <a:lnTo>
                    <a:pt x="310" y="190"/>
                  </a:lnTo>
                  <a:lnTo>
                    <a:pt x="310" y="190"/>
                  </a:lnTo>
                  <a:lnTo>
                    <a:pt x="310" y="190"/>
                  </a:lnTo>
                  <a:lnTo>
                    <a:pt x="310" y="190"/>
                  </a:lnTo>
                  <a:lnTo>
                    <a:pt x="310" y="190"/>
                  </a:lnTo>
                  <a:lnTo>
                    <a:pt x="310" y="190"/>
                  </a:lnTo>
                  <a:lnTo>
                    <a:pt x="310" y="190"/>
                  </a:lnTo>
                  <a:lnTo>
                    <a:pt x="310" y="190"/>
                  </a:lnTo>
                  <a:lnTo>
                    <a:pt x="308" y="187"/>
                  </a:lnTo>
                  <a:lnTo>
                    <a:pt x="310" y="187"/>
                  </a:lnTo>
                  <a:lnTo>
                    <a:pt x="310" y="187"/>
                  </a:lnTo>
                  <a:lnTo>
                    <a:pt x="310" y="187"/>
                  </a:lnTo>
                  <a:lnTo>
                    <a:pt x="310" y="185"/>
                  </a:lnTo>
                  <a:lnTo>
                    <a:pt x="308" y="187"/>
                  </a:lnTo>
                  <a:lnTo>
                    <a:pt x="308" y="185"/>
                  </a:lnTo>
                  <a:lnTo>
                    <a:pt x="308" y="185"/>
                  </a:lnTo>
                  <a:lnTo>
                    <a:pt x="308" y="185"/>
                  </a:lnTo>
                  <a:lnTo>
                    <a:pt x="308" y="185"/>
                  </a:lnTo>
                  <a:lnTo>
                    <a:pt x="308" y="185"/>
                  </a:lnTo>
                  <a:lnTo>
                    <a:pt x="306" y="185"/>
                  </a:lnTo>
                  <a:lnTo>
                    <a:pt x="308" y="185"/>
                  </a:lnTo>
                  <a:lnTo>
                    <a:pt x="308" y="183"/>
                  </a:lnTo>
                  <a:lnTo>
                    <a:pt x="306" y="183"/>
                  </a:lnTo>
                  <a:lnTo>
                    <a:pt x="306" y="183"/>
                  </a:lnTo>
                  <a:lnTo>
                    <a:pt x="306" y="183"/>
                  </a:lnTo>
                  <a:lnTo>
                    <a:pt x="306" y="183"/>
                  </a:lnTo>
                  <a:lnTo>
                    <a:pt x="306" y="183"/>
                  </a:lnTo>
                  <a:lnTo>
                    <a:pt x="303" y="180"/>
                  </a:lnTo>
                  <a:lnTo>
                    <a:pt x="303" y="180"/>
                  </a:lnTo>
                  <a:lnTo>
                    <a:pt x="303" y="180"/>
                  </a:lnTo>
                  <a:lnTo>
                    <a:pt x="303" y="180"/>
                  </a:lnTo>
                  <a:lnTo>
                    <a:pt x="303" y="178"/>
                  </a:lnTo>
                  <a:lnTo>
                    <a:pt x="303" y="178"/>
                  </a:lnTo>
                  <a:lnTo>
                    <a:pt x="303" y="178"/>
                  </a:lnTo>
                  <a:lnTo>
                    <a:pt x="303" y="178"/>
                  </a:lnTo>
                  <a:lnTo>
                    <a:pt x="301" y="178"/>
                  </a:lnTo>
                  <a:lnTo>
                    <a:pt x="303" y="178"/>
                  </a:lnTo>
                  <a:lnTo>
                    <a:pt x="303" y="178"/>
                  </a:lnTo>
                  <a:lnTo>
                    <a:pt x="303" y="178"/>
                  </a:lnTo>
                  <a:lnTo>
                    <a:pt x="301" y="175"/>
                  </a:lnTo>
                  <a:lnTo>
                    <a:pt x="301" y="178"/>
                  </a:lnTo>
                  <a:lnTo>
                    <a:pt x="301" y="175"/>
                  </a:lnTo>
                  <a:lnTo>
                    <a:pt x="301" y="175"/>
                  </a:lnTo>
                  <a:lnTo>
                    <a:pt x="301" y="173"/>
                  </a:lnTo>
                  <a:lnTo>
                    <a:pt x="301" y="173"/>
                  </a:lnTo>
                  <a:lnTo>
                    <a:pt x="301" y="173"/>
                  </a:lnTo>
                  <a:lnTo>
                    <a:pt x="299" y="171"/>
                  </a:lnTo>
                  <a:lnTo>
                    <a:pt x="296" y="168"/>
                  </a:lnTo>
                  <a:lnTo>
                    <a:pt x="296" y="166"/>
                  </a:lnTo>
                  <a:lnTo>
                    <a:pt x="296" y="166"/>
                  </a:lnTo>
                  <a:lnTo>
                    <a:pt x="294" y="166"/>
                  </a:lnTo>
                  <a:lnTo>
                    <a:pt x="294" y="166"/>
                  </a:lnTo>
                  <a:lnTo>
                    <a:pt x="294" y="164"/>
                  </a:lnTo>
                  <a:lnTo>
                    <a:pt x="294" y="164"/>
                  </a:lnTo>
                  <a:lnTo>
                    <a:pt x="294" y="164"/>
                  </a:lnTo>
                  <a:lnTo>
                    <a:pt x="294" y="164"/>
                  </a:lnTo>
                  <a:lnTo>
                    <a:pt x="296" y="164"/>
                  </a:lnTo>
                  <a:lnTo>
                    <a:pt x="296" y="164"/>
                  </a:lnTo>
                  <a:lnTo>
                    <a:pt x="296" y="161"/>
                  </a:lnTo>
                  <a:lnTo>
                    <a:pt x="294" y="161"/>
                  </a:lnTo>
                  <a:lnTo>
                    <a:pt x="294" y="161"/>
                  </a:lnTo>
                  <a:lnTo>
                    <a:pt x="294" y="161"/>
                  </a:lnTo>
                  <a:lnTo>
                    <a:pt x="294" y="161"/>
                  </a:lnTo>
                  <a:lnTo>
                    <a:pt x="292" y="161"/>
                  </a:lnTo>
                  <a:lnTo>
                    <a:pt x="292" y="161"/>
                  </a:lnTo>
                  <a:lnTo>
                    <a:pt x="292" y="161"/>
                  </a:lnTo>
                  <a:lnTo>
                    <a:pt x="292" y="161"/>
                  </a:lnTo>
                  <a:lnTo>
                    <a:pt x="292" y="159"/>
                  </a:lnTo>
                  <a:lnTo>
                    <a:pt x="292" y="159"/>
                  </a:lnTo>
                  <a:lnTo>
                    <a:pt x="292" y="159"/>
                  </a:lnTo>
                  <a:lnTo>
                    <a:pt x="289" y="157"/>
                  </a:lnTo>
                  <a:lnTo>
                    <a:pt x="289" y="157"/>
                  </a:lnTo>
                  <a:lnTo>
                    <a:pt x="287" y="157"/>
                  </a:lnTo>
                  <a:lnTo>
                    <a:pt x="287" y="154"/>
                  </a:lnTo>
                  <a:lnTo>
                    <a:pt x="284" y="154"/>
                  </a:lnTo>
                  <a:lnTo>
                    <a:pt x="284" y="154"/>
                  </a:lnTo>
                  <a:lnTo>
                    <a:pt x="284" y="152"/>
                  </a:lnTo>
                  <a:lnTo>
                    <a:pt x="284" y="152"/>
                  </a:lnTo>
                  <a:lnTo>
                    <a:pt x="284" y="152"/>
                  </a:lnTo>
                  <a:lnTo>
                    <a:pt x="284" y="152"/>
                  </a:lnTo>
                  <a:lnTo>
                    <a:pt x="282" y="149"/>
                  </a:lnTo>
                  <a:lnTo>
                    <a:pt x="282" y="147"/>
                  </a:lnTo>
                  <a:lnTo>
                    <a:pt x="282" y="145"/>
                  </a:lnTo>
                  <a:lnTo>
                    <a:pt x="282" y="142"/>
                  </a:lnTo>
                  <a:lnTo>
                    <a:pt x="284" y="142"/>
                  </a:lnTo>
                  <a:lnTo>
                    <a:pt x="284" y="142"/>
                  </a:lnTo>
                  <a:lnTo>
                    <a:pt x="284" y="140"/>
                  </a:lnTo>
                  <a:lnTo>
                    <a:pt x="284" y="140"/>
                  </a:lnTo>
                  <a:lnTo>
                    <a:pt x="284" y="140"/>
                  </a:lnTo>
                  <a:lnTo>
                    <a:pt x="284" y="138"/>
                  </a:lnTo>
                  <a:lnTo>
                    <a:pt x="284" y="138"/>
                  </a:lnTo>
                  <a:lnTo>
                    <a:pt x="282" y="138"/>
                  </a:lnTo>
                  <a:lnTo>
                    <a:pt x="282" y="138"/>
                  </a:lnTo>
                  <a:lnTo>
                    <a:pt x="282" y="138"/>
                  </a:lnTo>
                  <a:lnTo>
                    <a:pt x="282" y="138"/>
                  </a:lnTo>
                  <a:lnTo>
                    <a:pt x="282" y="138"/>
                  </a:lnTo>
                  <a:lnTo>
                    <a:pt x="282" y="135"/>
                  </a:lnTo>
                  <a:lnTo>
                    <a:pt x="282" y="133"/>
                  </a:lnTo>
                  <a:lnTo>
                    <a:pt x="282" y="133"/>
                  </a:lnTo>
                  <a:lnTo>
                    <a:pt x="280" y="130"/>
                  </a:lnTo>
                  <a:lnTo>
                    <a:pt x="280" y="130"/>
                  </a:lnTo>
                  <a:lnTo>
                    <a:pt x="277" y="130"/>
                  </a:lnTo>
                  <a:lnTo>
                    <a:pt x="277" y="130"/>
                  </a:lnTo>
                  <a:lnTo>
                    <a:pt x="277" y="130"/>
                  </a:lnTo>
                  <a:lnTo>
                    <a:pt x="277" y="130"/>
                  </a:lnTo>
                  <a:lnTo>
                    <a:pt x="277" y="128"/>
                  </a:lnTo>
                  <a:lnTo>
                    <a:pt x="277" y="128"/>
                  </a:lnTo>
                  <a:lnTo>
                    <a:pt x="273" y="123"/>
                  </a:lnTo>
                  <a:lnTo>
                    <a:pt x="273" y="123"/>
                  </a:lnTo>
                  <a:lnTo>
                    <a:pt x="273" y="121"/>
                  </a:lnTo>
                  <a:lnTo>
                    <a:pt x="273" y="121"/>
                  </a:lnTo>
                  <a:lnTo>
                    <a:pt x="273" y="119"/>
                  </a:lnTo>
                  <a:lnTo>
                    <a:pt x="273" y="116"/>
                  </a:lnTo>
                  <a:lnTo>
                    <a:pt x="273" y="116"/>
                  </a:lnTo>
                  <a:lnTo>
                    <a:pt x="273" y="116"/>
                  </a:lnTo>
                  <a:lnTo>
                    <a:pt x="273" y="114"/>
                  </a:lnTo>
                  <a:lnTo>
                    <a:pt x="273" y="114"/>
                  </a:lnTo>
                  <a:lnTo>
                    <a:pt x="273" y="114"/>
                  </a:lnTo>
                  <a:lnTo>
                    <a:pt x="270" y="112"/>
                  </a:lnTo>
                  <a:lnTo>
                    <a:pt x="270" y="112"/>
                  </a:lnTo>
                  <a:lnTo>
                    <a:pt x="270" y="112"/>
                  </a:lnTo>
                  <a:lnTo>
                    <a:pt x="270" y="112"/>
                  </a:lnTo>
                  <a:lnTo>
                    <a:pt x="270" y="112"/>
                  </a:lnTo>
                  <a:lnTo>
                    <a:pt x="270" y="109"/>
                  </a:lnTo>
                  <a:lnTo>
                    <a:pt x="270" y="109"/>
                  </a:lnTo>
                  <a:lnTo>
                    <a:pt x="270" y="109"/>
                  </a:lnTo>
                  <a:lnTo>
                    <a:pt x="270" y="109"/>
                  </a:lnTo>
                  <a:lnTo>
                    <a:pt x="270" y="107"/>
                  </a:lnTo>
                  <a:lnTo>
                    <a:pt x="270" y="109"/>
                  </a:lnTo>
                  <a:lnTo>
                    <a:pt x="270" y="107"/>
                  </a:lnTo>
                  <a:lnTo>
                    <a:pt x="270" y="107"/>
                  </a:lnTo>
                  <a:lnTo>
                    <a:pt x="270" y="107"/>
                  </a:lnTo>
                  <a:lnTo>
                    <a:pt x="270" y="104"/>
                  </a:lnTo>
                  <a:lnTo>
                    <a:pt x="270" y="104"/>
                  </a:lnTo>
                  <a:lnTo>
                    <a:pt x="270" y="104"/>
                  </a:lnTo>
                  <a:lnTo>
                    <a:pt x="270" y="104"/>
                  </a:lnTo>
                  <a:lnTo>
                    <a:pt x="270" y="104"/>
                  </a:lnTo>
                  <a:lnTo>
                    <a:pt x="270" y="104"/>
                  </a:lnTo>
                  <a:lnTo>
                    <a:pt x="270" y="102"/>
                  </a:lnTo>
                  <a:lnTo>
                    <a:pt x="270" y="102"/>
                  </a:lnTo>
                  <a:lnTo>
                    <a:pt x="270" y="102"/>
                  </a:lnTo>
                  <a:lnTo>
                    <a:pt x="270" y="97"/>
                  </a:lnTo>
                  <a:lnTo>
                    <a:pt x="270" y="97"/>
                  </a:lnTo>
                  <a:lnTo>
                    <a:pt x="270" y="97"/>
                  </a:lnTo>
                  <a:lnTo>
                    <a:pt x="270" y="95"/>
                  </a:lnTo>
                  <a:lnTo>
                    <a:pt x="270" y="95"/>
                  </a:lnTo>
                  <a:lnTo>
                    <a:pt x="270" y="95"/>
                  </a:lnTo>
                  <a:lnTo>
                    <a:pt x="270" y="93"/>
                  </a:lnTo>
                  <a:lnTo>
                    <a:pt x="270" y="93"/>
                  </a:lnTo>
                  <a:lnTo>
                    <a:pt x="268" y="93"/>
                  </a:lnTo>
                  <a:lnTo>
                    <a:pt x="268" y="93"/>
                  </a:lnTo>
                  <a:lnTo>
                    <a:pt x="268" y="90"/>
                  </a:lnTo>
                  <a:lnTo>
                    <a:pt x="266" y="90"/>
                  </a:lnTo>
                  <a:lnTo>
                    <a:pt x="266" y="90"/>
                  </a:lnTo>
                  <a:lnTo>
                    <a:pt x="266" y="90"/>
                  </a:lnTo>
                  <a:lnTo>
                    <a:pt x="266" y="88"/>
                  </a:lnTo>
                  <a:lnTo>
                    <a:pt x="266" y="88"/>
                  </a:lnTo>
                  <a:lnTo>
                    <a:pt x="266" y="90"/>
                  </a:lnTo>
                  <a:lnTo>
                    <a:pt x="266" y="90"/>
                  </a:lnTo>
                  <a:lnTo>
                    <a:pt x="266" y="88"/>
                  </a:lnTo>
                  <a:lnTo>
                    <a:pt x="266" y="86"/>
                  </a:lnTo>
                  <a:lnTo>
                    <a:pt x="263" y="86"/>
                  </a:lnTo>
                  <a:lnTo>
                    <a:pt x="263" y="83"/>
                  </a:lnTo>
                  <a:lnTo>
                    <a:pt x="263" y="83"/>
                  </a:lnTo>
                  <a:lnTo>
                    <a:pt x="263" y="83"/>
                  </a:lnTo>
                  <a:lnTo>
                    <a:pt x="263" y="83"/>
                  </a:lnTo>
                  <a:lnTo>
                    <a:pt x="266" y="81"/>
                  </a:lnTo>
                  <a:lnTo>
                    <a:pt x="263" y="81"/>
                  </a:lnTo>
                  <a:lnTo>
                    <a:pt x="263" y="81"/>
                  </a:lnTo>
                  <a:lnTo>
                    <a:pt x="261" y="81"/>
                  </a:lnTo>
                  <a:lnTo>
                    <a:pt x="258" y="78"/>
                  </a:lnTo>
                  <a:lnTo>
                    <a:pt x="258" y="78"/>
                  </a:lnTo>
                  <a:lnTo>
                    <a:pt x="256" y="81"/>
                  </a:lnTo>
                  <a:lnTo>
                    <a:pt x="256" y="81"/>
                  </a:lnTo>
                  <a:lnTo>
                    <a:pt x="254" y="81"/>
                  </a:lnTo>
                  <a:lnTo>
                    <a:pt x="254" y="81"/>
                  </a:lnTo>
                  <a:lnTo>
                    <a:pt x="251" y="78"/>
                  </a:lnTo>
                  <a:lnTo>
                    <a:pt x="251" y="78"/>
                  </a:lnTo>
                  <a:lnTo>
                    <a:pt x="251" y="78"/>
                  </a:lnTo>
                  <a:lnTo>
                    <a:pt x="249" y="78"/>
                  </a:lnTo>
                  <a:lnTo>
                    <a:pt x="247" y="78"/>
                  </a:lnTo>
                  <a:lnTo>
                    <a:pt x="242" y="78"/>
                  </a:lnTo>
                  <a:lnTo>
                    <a:pt x="237" y="78"/>
                  </a:lnTo>
                  <a:lnTo>
                    <a:pt x="237" y="78"/>
                  </a:lnTo>
                  <a:lnTo>
                    <a:pt x="232" y="78"/>
                  </a:lnTo>
                  <a:lnTo>
                    <a:pt x="228" y="78"/>
                  </a:lnTo>
                  <a:lnTo>
                    <a:pt x="223" y="78"/>
                  </a:lnTo>
                  <a:lnTo>
                    <a:pt x="216" y="78"/>
                  </a:lnTo>
                  <a:lnTo>
                    <a:pt x="211" y="78"/>
                  </a:lnTo>
                  <a:lnTo>
                    <a:pt x="206" y="78"/>
                  </a:lnTo>
                  <a:lnTo>
                    <a:pt x="202" y="78"/>
                  </a:lnTo>
                  <a:lnTo>
                    <a:pt x="197" y="78"/>
                  </a:lnTo>
                  <a:lnTo>
                    <a:pt x="192" y="78"/>
                  </a:lnTo>
                  <a:lnTo>
                    <a:pt x="187" y="78"/>
                  </a:lnTo>
                  <a:lnTo>
                    <a:pt x="183" y="78"/>
                  </a:lnTo>
                  <a:lnTo>
                    <a:pt x="178" y="78"/>
                  </a:lnTo>
                  <a:lnTo>
                    <a:pt x="173" y="78"/>
                  </a:lnTo>
                  <a:lnTo>
                    <a:pt x="168" y="78"/>
                  </a:lnTo>
                  <a:lnTo>
                    <a:pt x="166" y="78"/>
                  </a:lnTo>
                  <a:lnTo>
                    <a:pt x="164" y="78"/>
                  </a:lnTo>
                  <a:lnTo>
                    <a:pt x="157" y="81"/>
                  </a:lnTo>
                  <a:lnTo>
                    <a:pt x="154" y="81"/>
                  </a:lnTo>
                  <a:lnTo>
                    <a:pt x="152" y="81"/>
                  </a:lnTo>
                  <a:lnTo>
                    <a:pt x="150" y="81"/>
                  </a:lnTo>
                  <a:lnTo>
                    <a:pt x="145" y="81"/>
                  </a:lnTo>
                  <a:lnTo>
                    <a:pt x="138" y="81"/>
                  </a:lnTo>
                  <a:lnTo>
                    <a:pt x="138" y="81"/>
                  </a:lnTo>
                  <a:lnTo>
                    <a:pt x="135" y="78"/>
                  </a:lnTo>
                  <a:lnTo>
                    <a:pt x="133" y="78"/>
                  </a:lnTo>
                  <a:lnTo>
                    <a:pt x="126" y="78"/>
                  </a:lnTo>
                  <a:lnTo>
                    <a:pt x="126" y="78"/>
                  </a:lnTo>
                  <a:lnTo>
                    <a:pt x="124" y="78"/>
                  </a:lnTo>
                  <a:lnTo>
                    <a:pt x="124" y="78"/>
                  </a:lnTo>
                  <a:lnTo>
                    <a:pt x="114" y="78"/>
                  </a:lnTo>
                  <a:lnTo>
                    <a:pt x="107" y="78"/>
                  </a:lnTo>
                  <a:lnTo>
                    <a:pt x="102" y="78"/>
                  </a:lnTo>
                  <a:lnTo>
                    <a:pt x="102" y="78"/>
                  </a:lnTo>
                  <a:lnTo>
                    <a:pt x="100" y="78"/>
                  </a:lnTo>
                  <a:lnTo>
                    <a:pt x="100" y="78"/>
                  </a:lnTo>
                  <a:lnTo>
                    <a:pt x="98" y="78"/>
                  </a:lnTo>
                  <a:lnTo>
                    <a:pt x="95" y="78"/>
                  </a:lnTo>
                  <a:lnTo>
                    <a:pt x="93" y="78"/>
                  </a:lnTo>
                  <a:lnTo>
                    <a:pt x="93" y="78"/>
                  </a:lnTo>
                  <a:lnTo>
                    <a:pt x="90" y="78"/>
                  </a:lnTo>
                  <a:lnTo>
                    <a:pt x="90" y="81"/>
                  </a:lnTo>
                  <a:lnTo>
                    <a:pt x="88" y="78"/>
                  </a:lnTo>
                  <a:lnTo>
                    <a:pt x="86" y="78"/>
                  </a:lnTo>
                  <a:lnTo>
                    <a:pt x="81" y="78"/>
                  </a:lnTo>
                  <a:lnTo>
                    <a:pt x="81" y="78"/>
                  </a:lnTo>
                  <a:lnTo>
                    <a:pt x="81" y="78"/>
                  </a:lnTo>
                  <a:lnTo>
                    <a:pt x="81" y="78"/>
                  </a:lnTo>
                  <a:lnTo>
                    <a:pt x="79" y="78"/>
                  </a:lnTo>
                  <a:lnTo>
                    <a:pt x="79" y="81"/>
                  </a:lnTo>
                  <a:lnTo>
                    <a:pt x="79" y="81"/>
                  </a:lnTo>
                  <a:lnTo>
                    <a:pt x="76" y="81"/>
                  </a:lnTo>
                  <a:lnTo>
                    <a:pt x="74" y="81"/>
                  </a:lnTo>
                  <a:lnTo>
                    <a:pt x="74" y="81"/>
                  </a:lnTo>
                  <a:lnTo>
                    <a:pt x="71" y="81"/>
                  </a:lnTo>
                  <a:lnTo>
                    <a:pt x="71" y="81"/>
                  </a:lnTo>
                  <a:lnTo>
                    <a:pt x="71" y="81"/>
                  </a:lnTo>
                  <a:lnTo>
                    <a:pt x="69" y="83"/>
                  </a:lnTo>
                  <a:lnTo>
                    <a:pt x="69" y="83"/>
                  </a:lnTo>
                  <a:lnTo>
                    <a:pt x="69" y="86"/>
                  </a:lnTo>
                  <a:lnTo>
                    <a:pt x="67" y="86"/>
                  </a:lnTo>
                  <a:lnTo>
                    <a:pt x="64" y="86"/>
                  </a:lnTo>
                  <a:lnTo>
                    <a:pt x="62" y="88"/>
                  </a:lnTo>
                  <a:lnTo>
                    <a:pt x="60" y="88"/>
                  </a:lnTo>
                  <a:lnTo>
                    <a:pt x="57" y="88"/>
                  </a:lnTo>
                  <a:lnTo>
                    <a:pt x="57" y="88"/>
                  </a:lnTo>
                  <a:lnTo>
                    <a:pt x="55" y="88"/>
                  </a:lnTo>
                  <a:lnTo>
                    <a:pt x="55" y="88"/>
                  </a:lnTo>
                  <a:lnTo>
                    <a:pt x="53" y="88"/>
                  </a:lnTo>
                  <a:lnTo>
                    <a:pt x="53" y="88"/>
                  </a:lnTo>
                  <a:lnTo>
                    <a:pt x="50" y="90"/>
                  </a:lnTo>
                  <a:lnTo>
                    <a:pt x="48" y="90"/>
                  </a:lnTo>
                  <a:lnTo>
                    <a:pt x="48" y="90"/>
                  </a:lnTo>
                  <a:lnTo>
                    <a:pt x="45" y="90"/>
                  </a:lnTo>
                  <a:lnTo>
                    <a:pt x="41" y="93"/>
                  </a:lnTo>
                  <a:lnTo>
                    <a:pt x="38" y="93"/>
                  </a:lnTo>
                  <a:lnTo>
                    <a:pt x="36" y="93"/>
                  </a:lnTo>
                  <a:lnTo>
                    <a:pt x="36" y="93"/>
                  </a:lnTo>
                  <a:lnTo>
                    <a:pt x="36" y="90"/>
                  </a:lnTo>
                  <a:lnTo>
                    <a:pt x="36" y="90"/>
                  </a:lnTo>
                  <a:lnTo>
                    <a:pt x="36" y="90"/>
                  </a:lnTo>
                  <a:lnTo>
                    <a:pt x="34" y="90"/>
                  </a:lnTo>
                  <a:lnTo>
                    <a:pt x="34" y="93"/>
                  </a:lnTo>
                  <a:lnTo>
                    <a:pt x="34" y="93"/>
                  </a:lnTo>
                  <a:lnTo>
                    <a:pt x="36" y="97"/>
                  </a:lnTo>
                  <a:lnTo>
                    <a:pt x="36" y="100"/>
                  </a:lnTo>
                  <a:lnTo>
                    <a:pt x="38" y="102"/>
                  </a:lnTo>
                  <a:lnTo>
                    <a:pt x="41" y="102"/>
                  </a:lnTo>
                  <a:lnTo>
                    <a:pt x="41" y="107"/>
                  </a:lnTo>
                  <a:lnTo>
                    <a:pt x="43" y="112"/>
                  </a:lnTo>
                  <a:lnTo>
                    <a:pt x="48" y="119"/>
                  </a:lnTo>
                  <a:lnTo>
                    <a:pt x="53" y="126"/>
                  </a:lnTo>
                  <a:lnTo>
                    <a:pt x="57" y="130"/>
                  </a:lnTo>
                  <a:lnTo>
                    <a:pt x="60" y="135"/>
                  </a:lnTo>
                  <a:lnTo>
                    <a:pt x="62" y="135"/>
                  </a:lnTo>
                  <a:lnTo>
                    <a:pt x="62" y="135"/>
                  </a:lnTo>
                  <a:lnTo>
                    <a:pt x="62" y="135"/>
                  </a:lnTo>
                  <a:lnTo>
                    <a:pt x="62" y="135"/>
                  </a:lnTo>
                  <a:lnTo>
                    <a:pt x="62" y="135"/>
                  </a:lnTo>
                  <a:lnTo>
                    <a:pt x="62" y="135"/>
                  </a:lnTo>
                  <a:lnTo>
                    <a:pt x="62" y="135"/>
                  </a:lnTo>
                  <a:lnTo>
                    <a:pt x="62" y="135"/>
                  </a:lnTo>
                  <a:lnTo>
                    <a:pt x="62" y="138"/>
                  </a:lnTo>
                  <a:lnTo>
                    <a:pt x="62" y="138"/>
                  </a:lnTo>
                  <a:lnTo>
                    <a:pt x="62" y="138"/>
                  </a:lnTo>
                  <a:lnTo>
                    <a:pt x="62" y="138"/>
                  </a:lnTo>
                  <a:lnTo>
                    <a:pt x="62" y="138"/>
                  </a:lnTo>
                  <a:lnTo>
                    <a:pt x="62" y="140"/>
                  </a:lnTo>
                  <a:lnTo>
                    <a:pt x="64" y="149"/>
                  </a:lnTo>
                  <a:lnTo>
                    <a:pt x="64" y="152"/>
                  </a:lnTo>
                  <a:lnTo>
                    <a:pt x="64" y="154"/>
                  </a:lnTo>
                  <a:lnTo>
                    <a:pt x="64" y="154"/>
                  </a:lnTo>
                  <a:lnTo>
                    <a:pt x="67" y="157"/>
                  </a:lnTo>
                  <a:lnTo>
                    <a:pt x="67" y="157"/>
                  </a:lnTo>
                  <a:lnTo>
                    <a:pt x="69" y="164"/>
                  </a:lnTo>
                  <a:lnTo>
                    <a:pt x="71" y="168"/>
                  </a:lnTo>
                  <a:lnTo>
                    <a:pt x="79" y="185"/>
                  </a:lnTo>
                  <a:lnTo>
                    <a:pt x="83" y="192"/>
                  </a:lnTo>
                  <a:lnTo>
                    <a:pt x="83" y="194"/>
                  </a:lnTo>
                  <a:lnTo>
                    <a:pt x="83" y="197"/>
                  </a:lnTo>
                  <a:lnTo>
                    <a:pt x="83" y="197"/>
                  </a:lnTo>
                  <a:lnTo>
                    <a:pt x="86" y="199"/>
                  </a:lnTo>
                  <a:lnTo>
                    <a:pt x="86" y="199"/>
                  </a:lnTo>
                  <a:lnTo>
                    <a:pt x="86" y="199"/>
                  </a:lnTo>
                  <a:lnTo>
                    <a:pt x="86" y="201"/>
                  </a:lnTo>
                  <a:lnTo>
                    <a:pt x="86" y="201"/>
                  </a:lnTo>
                  <a:lnTo>
                    <a:pt x="93" y="211"/>
                  </a:lnTo>
                  <a:lnTo>
                    <a:pt x="93" y="211"/>
                  </a:lnTo>
                  <a:lnTo>
                    <a:pt x="93" y="213"/>
                  </a:lnTo>
                  <a:lnTo>
                    <a:pt x="93" y="216"/>
                  </a:lnTo>
                  <a:lnTo>
                    <a:pt x="93" y="218"/>
                  </a:lnTo>
                  <a:lnTo>
                    <a:pt x="93" y="218"/>
                  </a:lnTo>
                  <a:lnTo>
                    <a:pt x="90" y="218"/>
                  </a:lnTo>
                  <a:lnTo>
                    <a:pt x="90" y="218"/>
                  </a:lnTo>
                  <a:lnTo>
                    <a:pt x="90" y="218"/>
                  </a:lnTo>
                  <a:lnTo>
                    <a:pt x="90" y="220"/>
                  </a:lnTo>
                  <a:lnTo>
                    <a:pt x="90" y="223"/>
                  </a:lnTo>
                  <a:lnTo>
                    <a:pt x="93" y="225"/>
                  </a:lnTo>
                  <a:lnTo>
                    <a:pt x="93" y="228"/>
                  </a:lnTo>
                  <a:lnTo>
                    <a:pt x="95" y="228"/>
                  </a:lnTo>
                  <a:lnTo>
                    <a:pt x="93" y="228"/>
                  </a:lnTo>
                  <a:lnTo>
                    <a:pt x="93" y="230"/>
                  </a:lnTo>
                  <a:lnTo>
                    <a:pt x="93" y="232"/>
                  </a:lnTo>
                  <a:lnTo>
                    <a:pt x="90" y="235"/>
                  </a:lnTo>
                  <a:lnTo>
                    <a:pt x="88" y="232"/>
                  </a:lnTo>
                  <a:lnTo>
                    <a:pt x="88" y="235"/>
                  </a:lnTo>
                  <a:lnTo>
                    <a:pt x="88" y="235"/>
                  </a:lnTo>
                  <a:lnTo>
                    <a:pt x="88" y="235"/>
                  </a:lnTo>
                  <a:lnTo>
                    <a:pt x="88" y="235"/>
                  </a:lnTo>
                  <a:lnTo>
                    <a:pt x="88" y="235"/>
                  </a:lnTo>
                  <a:lnTo>
                    <a:pt x="86" y="235"/>
                  </a:lnTo>
                  <a:lnTo>
                    <a:pt x="86" y="235"/>
                  </a:lnTo>
                  <a:lnTo>
                    <a:pt x="86" y="237"/>
                  </a:lnTo>
                  <a:lnTo>
                    <a:pt x="83" y="237"/>
                  </a:lnTo>
                  <a:lnTo>
                    <a:pt x="83" y="237"/>
                  </a:lnTo>
                  <a:lnTo>
                    <a:pt x="83" y="237"/>
                  </a:lnTo>
                  <a:lnTo>
                    <a:pt x="86" y="232"/>
                  </a:lnTo>
                  <a:lnTo>
                    <a:pt x="86" y="235"/>
                  </a:lnTo>
                  <a:lnTo>
                    <a:pt x="83" y="235"/>
                  </a:lnTo>
                  <a:lnTo>
                    <a:pt x="83" y="237"/>
                  </a:lnTo>
                  <a:lnTo>
                    <a:pt x="83" y="237"/>
                  </a:lnTo>
                  <a:lnTo>
                    <a:pt x="83" y="237"/>
                  </a:lnTo>
                  <a:lnTo>
                    <a:pt x="83" y="239"/>
                  </a:lnTo>
                  <a:lnTo>
                    <a:pt x="81" y="239"/>
                  </a:lnTo>
                  <a:lnTo>
                    <a:pt x="81" y="242"/>
                  </a:lnTo>
                  <a:lnTo>
                    <a:pt x="81" y="242"/>
                  </a:lnTo>
                  <a:lnTo>
                    <a:pt x="79" y="244"/>
                  </a:lnTo>
                  <a:lnTo>
                    <a:pt x="79" y="244"/>
                  </a:lnTo>
                  <a:lnTo>
                    <a:pt x="79" y="244"/>
                  </a:lnTo>
                  <a:lnTo>
                    <a:pt x="76" y="244"/>
                  </a:lnTo>
                  <a:lnTo>
                    <a:pt x="76" y="244"/>
                  </a:lnTo>
                  <a:lnTo>
                    <a:pt x="76" y="244"/>
                  </a:lnTo>
                  <a:lnTo>
                    <a:pt x="76" y="246"/>
                  </a:lnTo>
                  <a:lnTo>
                    <a:pt x="74" y="251"/>
                  </a:lnTo>
                  <a:lnTo>
                    <a:pt x="74" y="251"/>
                  </a:lnTo>
                  <a:lnTo>
                    <a:pt x="71" y="251"/>
                  </a:lnTo>
                  <a:lnTo>
                    <a:pt x="71" y="249"/>
                  </a:lnTo>
                  <a:lnTo>
                    <a:pt x="74" y="244"/>
                  </a:lnTo>
                  <a:lnTo>
                    <a:pt x="79" y="242"/>
                  </a:lnTo>
                  <a:lnTo>
                    <a:pt x="79" y="239"/>
                  </a:lnTo>
                  <a:lnTo>
                    <a:pt x="76" y="242"/>
                  </a:lnTo>
                  <a:lnTo>
                    <a:pt x="74" y="244"/>
                  </a:lnTo>
                  <a:lnTo>
                    <a:pt x="71" y="249"/>
                  </a:lnTo>
                  <a:lnTo>
                    <a:pt x="71" y="251"/>
                  </a:lnTo>
                  <a:lnTo>
                    <a:pt x="74" y="254"/>
                  </a:lnTo>
                  <a:lnTo>
                    <a:pt x="74" y="256"/>
                  </a:lnTo>
                  <a:lnTo>
                    <a:pt x="79" y="263"/>
                  </a:lnTo>
                  <a:lnTo>
                    <a:pt x="79" y="265"/>
                  </a:lnTo>
                  <a:lnTo>
                    <a:pt x="81" y="265"/>
                  </a:lnTo>
                  <a:lnTo>
                    <a:pt x="81" y="268"/>
                  </a:lnTo>
                  <a:lnTo>
                    <a:pt x="81" y="268"/>
                  </a:lnTo>
                  <a:lnTo>
                    <a:pt x="81" y="270"/>
                  </a:lnTo>
                  <a:lnTo>
                    <a:pt x="81" y="272"/>
                  </a:lnTo>
                  <a:lnTo>
                    <a:pt x="83" y="277"/>
                  </a:lnTo>
                  <a:lnTo>
                    <a:pt x="83" y="277"/>
                  </a:lnTo>
                  <a:lnTo>
                    <a:pt x="83" y="277"/>
                  </a:lnTo>
                  <a:lnTo>
                    <a:pt x="83" y="280"/>
                  </a:lnTo>
                  <a:lnTo>
                    <a:pt x="83" y="280"/>
                  </a:lnTo>
                  <a:lnTo>
                    <a:pt x="83" y="280"/>
                  </a:lnTo>
                  <a:lnTo>
                    <a:pt x="83" y="282"/>
                  </a:lnTo>
                  <a:lnTo>
                    <a:pt x="83" y="282"/>
                  </a:lnTo>
                  <a:lnTo>
                    <a:pt x="83" y="284"/>
                  </a:lnTo>
                  <a:lnTo>
                    <a:pt x="83" y="284"/>
                  </a:lnTo>
                  <a:lnTo>
                    <a:pt x="88" y="289"/>
                  </a:lnTo>
                  <a:lnTo>
                    <a:pt x="88" y="291"/>
                  </a:lnTo>
                  <a:lnTo>
                    <a:pt x="90" y="294"/>
                  </a:lnTo>
                  <a:lnTo>
                    <a:pt x="90" y="296"/>
                  </a:lnTo>
                  <a:lnTo>
                    <a:pt x="90" y="299"/>
                  </a:lnTo>
                  <a:lnTo>
                    <a:pt x="88" y="299"/>
                  </a:lnTo>
                  <a:lnTo>
                    <a:pt x="88" y="299"/>
                  </a:lnTo>
                  <a:lnTo>
                    <a:pt x="93" y="303"/>
                  </a:lnTo>
                  <a:lnTo>
                    <a:pt x="95" y="306"/>
                  </a:lnTo>
                  <a:lnTo>
                    <a:pt x="95" y="308"/>
                  </a:lnTo>
                  <a:lnTo>
                    <a:pt x="95" y="310"/>
                  </a:lnTo>
                  <a:lnTo>
                    <a:pt x="98" y="310"/>
                  </a:lnTo>
                  <a:lnTo>
                    <a:pt x="100" y="315"/>
                  </a:lnTo>
                  <a:lnTo>
                    <a:pt x="100" y="317"/>
                  </a:lnTo>
                  <a:lnTo>
                    <a:pt x="100" y="317"/>
                  </a:lnTo>
                  <a:lnTo>
                    <a:pt x="100" y="322"/>
                  </a:lnTo>
                  <a:lnTo>
                    <a:pt x="100" y="322"/>
                  </a:lnTo>
                  <a:lnTo>
                    <a:pt x="100" y="325"/>
                  </a:lnTo>
                  <a:lnTo>
                    <a:pt x="105" y="327"/>
                  </a:lnTo>
                  <a:lnTo>
                    <a:pt x="109" y="332"/>
                  </a:lnTo>
                  <a:lnTo>
                    <a:pt x="109" y="334"/>
                  </a:lnTo>
                  <a:lnTo>
                    <a:pt x="109" y="334"/>
                  </a:lnTo>
                  <a:lnTo>
                    <a:pt x="112" y="336"/>
                  </a:lnTo>
                  <a:lnTo>
                    <a:pt x="114" y="336"/>
                  </a:lnTo>
                  <a:lnTo>
                    <a:pt x="114" y="336"/>
                  </a:lnTo>
                  <a:lnTo>
                    <a:pt x="114" y="339"/>
                  </a:lnTo>
                  <a:lnTo>
                    <a:pt x="112" y="339"/>
                  </a:lnTo>
                  <a:lnTo>
                    <a:pt x="112" y="341"/>
                  </a:lnTo>
                  <a:lnTo>
                    <a:pt x="112" y="341"/>
                  </a:lnTo>
                  <a:lnTo>
                    <a:pt x="112" y="343"/>
                  </a:lnTo>
                  <a:lnTo>
                    <a:pt x="116" y="351"/>
                  </a:lnTo>
                  <a:lnTo>
                    <a:pt x="116" y="351"/>
                  </a:lnTo>
                  <a:lnTo>
                    <a:pt x="116" y="353"/>
                  </a:lnTo>
                  <a:lnTo>
                    <a:pt x="116" y="358"/>
                  </a:lnTo>
                  <a:lnTo>
                    <a:pt x="116" y="360"/>
                  </a:lnTo>
                  <a:lnTo>
                    <a:pt x="116" y="370"/>
                  </a:lnTo>
                  <a:lnTo>
                    <a:pt x="116" y="370"/>
                  </a:lnTo>
                  <a:lnTo>
                    <a:pt x="116" y="370"/>
                  </a:lnTo>
                  <a:lnTo>
                    <a:pt x="114" y="372"/>
                  </a:lnTo>
                  <a:lnTo>
                    <a:pt x="114" y="372"/>
                  </a:lnTo>
                  <a:lnTo>
                    <a:pt x="114" y="372"/>
                  </a:lnTo>
                  <a:lnTo>
                    <a:pt x="114" y="377"/>
                  </a:lnTo>
                  <a:lnTo>
                    <a:pt x="114" y="377"/>
                  </a:lnTo>
                  <a:lnTo>
                    <a:pt x="114" y="377"/>
                  </a:lnTo>
                  <a:lnTo>
                    <a:pt x="114" y="379"/>
                  </a:lnTo>
                  <a:lnTo>
                    <a:pt x="114" y="379"/>
                  </a:lnTo>
                  <a:lnTo>
                    <a:pt x="114" y="379"/>
                  </a:lnTo>
                  <a:lnTo>
                    <a:pt x="114" y="381"/>
                  </a:lnTo>
                  <a:lnTo>
                    <a:pt x="114" y="386"/>
                  </a:lnTo>
                  <a:lnTo>
                    <a:pt x="114" y="396"/>
                  </a:lnTo>
                  <a:lnTo>
                    <a:pt x="114" y="398"/>
                  </a:lnTo>
                  <a:lnTo>
                    <a:pt x="114" y="398"/>
                  </a:lnTo>
                  <a:lnTo>
                    <a:pt x="114" y="405"/>
                  </a:lnTo>
                  <a:lnTo>
                    <a:pt x="112" y="405"/>
                  </a:lnTo>
                  <a:lnTo>
                    <a:pt x="112" y="407"/>
                  </a:lnTo>
                  <a:lnTo>
                    <a:pt x="112" y="407"/>
                  </a:lnTo>
                  <a:lnTo>
                    <a:pt x="112" y="407"/>
                  </a:lnTo>
                  <a:lnTo>
                    <a:pt x="109" y="410"/>
                  </a:lnTo>
                  <a:lnTo>
                    <a:pt x="109" y="412"/>
                  </a:lnTo>
                  <a:lnTo>
                    <a:pt x="109" y="414"/>
                  </a:lnTo>
                  <a:lnTo>
                    <a:pt x="107" y="417"/>
                  </a:lnTo>
                  <a:lnTo>
                    <a:pt x="107" y="422"/>
                  </a:lnTo>
                  <a:lnTo>
                    <a:pt x="105" y="424"/>
                  </a:lnTo>
                  <a:lnTo>
                    <a:pt x="105" y="424"/>
                  </a:lnTo>
                  <a:lnTo>
                    <a:pt x="102" y="426"/>
                  </a:lnTo>
                  <a:lnTo>
                    <a:pt x="102" y="429"/>
                  </a:lnTo>
                  <a:lnTo>
                    <a:pt x="102" y="426"/>
                  </a:lnTo>
                  <a:lnTo>
                    <a:pt x="102" y="426"/>
                  </a:lnTo>
                  <a:lnTo>
                    <a:pt x="102" y="426"/>
                  </a:lnTo>
                  <a:lnTo>
                    <a:pt x="102" y="426"/>
                  </a:lnTo>
                  <a:lnTo>
                    <a:pt x="102" y="426"/>
                  </a:lnTo>
                  <a:lnTo>
                    <a:pt x="102" y="426"/>
                  </a:lnTo>
                  <a:lnTo>
                    <a:pt x="100" y="429"/>
                  </a:lnTo>
                  <a:lnTo>
                    <a:pt x="98" y="431"/>
                  </a:lnTo>
                  <a:lnTo>
                    <a:pt x="98" y="431"/>
                  </a:lnTo>
                  <a:lnTo>
                    <a:pt x="98" y="433"/>
                  </a:lnTo>
                  <a:lnTo>
                    <a:pt x="98" y="436"/>
                  </a:lnTo>
                  <a:lnTo>
                    <a:pt x="98" y="436"/>
                  </a:lnTo>
                  <a:lnTo>
                    <a:pt x="98" y="436"/>
                  </a:lnTo>
                  <a:lnTo>
                    <a:pt x="95" y="438"/>
                  </a:lnTo>
                  <a:lnTo>
                    <a:pt x="93" y="441"/>
                  </a:lnTo>
                  <a:lnTo>
                    <a:pt x="90" y="441"/>
                  </a:lnTo>
                  <a:lnTo>
                    <a:pt x="90" y="441"/>
                  </a:lnTo>
                  <a:lnTo>
                    <a:pt x="88" y="441"/>
                  </a:lnTo>
                  <a:lnTo>
                    <a:pt x="88" y="441"/>
                  </a:lnTo>
                  <a:lnTo>
                    <a:pt x="86" y="441"/>
                  </a:lnTo>
                  <a:lnTo>
                    <a:pt x="86" y="441"/>
                  </a:lnTo>
                  <a:lnTo>
                    <a:pt x="86" y="443"/>
                  </a:lnTo>
                  <a:lnTo>
                    <a:pt x="83" y="443"/>
                  </a:lnTo>
                  <a:lnTo>
                    <a:pt x="83" y="441"/>
                  </a:lnTo>
                  <a:lnTo>
                    <a:pt x="83" y="441"/>
                  </a:lnTo>
                  <a:lnTo>
                    <a:pt x="81" y="441"/>
                  </a:lnTo>
                  <a:lnTo>
                    <a:pt x="81" y="443"/>
                  </a:lnTo>
                  <a:lnTo>
                    <a:pt x="79" y="443"/>
                  </a:lnTo>
                  <a:lnTo>
                    <a:pt x="79" y="443"/>
                  </a:lnTo>
                  <a:lnTo>
                    <a:pt x="79" y="445"/>
                  </a:lnTo>
                  <a:lnTo>
                    <a:pt x="79" y="445"/>
                  </a:lnTo>
                  <a:lnTo>
                    <a:pt x="76" y="448"/>
                  </a:lnTo>
                  <a:lnTo>
                    <a:pt x="71" y="450"/>
                  </a:lnTo>
                  <a:lnTo>
                    <a:pt x="71" y="450"/>
                  </a:lnTo>
                  <a:lnTo>
                    <a:pt x="69" y="452"/>
                  </a:lnTo>
                  <a:lnTo>
                    <a:pt x="69" y="455"/>
                  </a:lnTo>
                  <a:lnTo>
                    <a:pt x="69" y="457"/>
                  </a:lnTo>
                  <a:lnTo>
                    <a:pt x="69" y="457"/>
                  </a:lnTo>
                  <a:lnTo>
                    <a:pt x="69" y="459"/>
                  </a:lnTo>
                  <a:lnTo>
                    <a:pt x="69" y="462"/>
                  </a:lnTo>
                  <a:lnTo>
                    <a:pt x="69" y="462"/>
                  </a:lnTo>
                  <a:lnTo>
                    <a:pt x="67" y="467"/>
                  </a:lnTo>
                  <a:lnTo>
                    <a:pt x="64" y="467"/>
                  </a:lnTo>
                  <a:lnTo>
                    <a:pt x="64" y="469"/>
                  </a:lnTo>
                  <a:lnTo>
                    <a:pt x="62" y="469"/>
                  </a:lnTo>
                  <a:lnTo>
                    <a:pt x="60" y="474"/>
                  </a:lnTo>
                  <a:lnTo>
                    <a:pt x="60" y="474"/>
                  </a:lnTo>
                  <a:lnTo>
                    <a:pt x="57" y="474"/>
                  </a:lnTo>
                  <a:lnTo>
                    <a:pt x="57" y="474"/>
                  </a:lnTo>
                  <a:lnTo>
                    <a:pt x="57" y="476"/>
                  </a:lnTo>
                  <a:lnTo>
                    <a:pt x="57" y="476"/>
                  </a:lnTo>
                  <a:lnTo>
                    <a:pt x="55" y="476"/>
                  </a:lnTo>
                  <a:lnTo>
                    <a:pt x="55" y="476"/>
                  </a:lnTo>
                  <a:lnTo>
                    <a:pt x="55" y="476"/>
                  </a:lnTo>
                  <a:lnTo>
                    <a:pt x="55" y="476"/>
                  </a:lnTo>
                  <a:lnTo>
                    <a:pt x="53" y="476"/>
                  </a:lnTo>
                  <a:lnTo>
                    <a:pt x="53" y="478"/>
                  </a:lnTo>
                  <a:lnTo>
                    <a:pt x="53" y="478"/>
                  </a:lnTo>
                  <a:lnTo>
                    <a:pt x="53" y="478"/>
                  </a:lnTo>
                  <a:lnTo>
                    <a:pt x="53" y="478"/>
                  </a:lnTo>
                  <a:lnTo>
                    <a:pt x="53" y="481"/>
                  </a:lnTo>
                  <a:lnTo>
                    <a:pt x="53" y="481"/>
                  </a:lnTo>
                  <a:lnTo>
                    <a:pt x="53" y="481"/>
                  </a:lnTo>
                  <a:lnTo>
                    <a:pt x="53" y="481"/>
                  </a:lnTo>
                  <a:lnTo>
                    <a:pt x="53" y="481"/>
                  </a:lnTo>
                  <a:lnTo>
                    <a:pt x="53" y="483"/>
                  </a:lnTo>
                  <a:lnTo>
                    <a:pt x="50" y="483"/>
                  </a:lnTo>
                  <a:lnTo>
                    <a:pt x="50" y="483"/>
                  </a:lnTo>
                  <a:lnTo>
                    <a:pt x="50" y="483"/>
                  </a:lnTo>
                  <a:lnTo>
                    <a:pt x="50" y="483"/>
                  </a:lnTo>
                  <a:lnTo>
                    <a:pt x="48" y="485"/>
                  </a:lnTo>
                  <a:lnTo>
                    <a:pt x="48" y="485"/>
                  </a:lnTo>
                  <a:lnTo>
                    <a:pt x="48" y="485"/>
                  </a:lnTo>
                  <a:lnTo>
                    <a:pt x="45" y="485"/>
                  </a:lnTo>
                  <a:lnTo>
                    <a:pt x="45" y="485"/>
                  </a:lnTo>
                  <a:lnTo>
                    <a:pt x="45" y="488"/>
                  </a:lnTo>
                  <a:lnTo>
                    <a:pt x="45" y="488"/>
                  </a:lnTo>
                  <a:lnTo>
                    <a:pt x="45" y="490"/>
                  </a:lnTo>
                  <a:lnTo>
                    <a:pt x="48" y="490"/>
                  </a:lnTo>
                  <a:lnTo>
                    <a:pt x="48" y="493"/>
                  </a:lnTo>
                  <a:lnTo>
                    <a:pt x="45" y="493"/>
                  </a:lnTo>
                  <a:lnTo>
                    <a:pt x="45" y="493"/>
                  </a:lnTo>
                  <a:lnTo>
                    <a:pt x="45" y="493"/>
                  </a:lnTo>
                  <a:lnTo>
                    <a:pt x="48" y="495"/>
                  </a:lnTo>
                  <a:lnTo>
                    <a:pt x="48" y="495"/>
                  </a:lnTo>
                  <a:lnTo>
                    <a:pt x="45" y="497"/>
                  </a:lnTo>
                  <a:lnTo>
                    <a:pt x="45" y="497"/>
                  </a:lnTo>
                  <a:lnTo>
                    <a:pt x="45" y="502"/>
                  </a:lnTo>
                  <a:lnTo>
                    <a:pt x="45" y="507"/>
                  </a:lnTo>
                  <a:lnTo>
                    <a:pt x="45" y="509"/>
                  </a:lnTo>
                  <a:lnTo>
                    <a:pt x="45" y="512"/>
                  </a:lnTo>
                  <a:lnTo>
                    <a:pt x="43" y="512"/>
                  </a:lnTo>
                  <a:lnTo>
                    <a:pt x="43" y="512"/>
                  </a:lnTo>
                  <a:lnTo>
                    <a:pt x="43" y="512"/>
                  </a:lnTo>
                  <a:lnTo>
                    <a:pt x="43" y="509"/>
                  </a:lnTo>
                  <a:lnTo>
                    <a:pt x="43" y="512"/>
                  </a:lnTo>
                  <a:lnTo>
                    <a:pt x="43" y="512"/>
                  </a:lnTo>
                  <a:lnTo>
                    <a:pt x="41" y="512"/>
                  </a:lnTo>
                  <a:lnTo>
                    <a:pt x="41" y="512"/>
                  </a:lnTo>
                  <a:lnTo>
                    <a:pt x="41" y="514"/>
                  </a:lnTo>
                  <a:lnTo>
                    <a:pt x="41" y="514"/>
                  </a:lnTo>
                  <a:lnTo>
                    <a:pt x="41" y="516"/>
                  </a:lnTo>
                  <a:lnTo>
                    <a:pt x="38" y="516"/>
                  </a:lnTo>
                  <a:lnTo>
                    <a:pt x="38" y="516"/>
                  </a:lnTo>
                  <a:lnTo>
                    <a:pt x="38" y="519"/>
                  </a:lnTo>
                  <a:lnTo>
                    <a:pt x="38" y="519"/>
                  </a:lnTo>
                  <a:lnTo>
                    <a:pt x="38" y="521"/>
                  </a:lnTo>
                  <a:lnTo>
                    <a:pt x="36" y="521"/>
                  </a:lnTo>
                  <a:lnTo>
                    <a:pt x="36" y="523"/>
                  </a:lnTo>
                  <a:lnTo>
                    <a:pt x="36" y="523"/>
                  </a:lnTo>
                  <a:lnTo>
                    <a:pt x="36" y="523"/>
                  </a:lnTo>
                  <a:lnTo>
                    <a:pt x="38" y="526"/>
                  </a:lnTo>
                  <a:lnTo>
                    <a:pt x="38" y="526"/>
                  </a:lnTo>
                  <a:lnTo>
                    <a:pt x="38" y="526"/>
                  </a:lnTo>
                  <a:lnTo>
                    <a:pt x="38" y="526"/>
                  </a:lnTo>
                  <a:lnTo>
                    <a:pt x="38" y="528"/>
                  </a:lnTo>
                  <a:lnTo>
                    <a:pt x="36" y="528"/>
                  </a:lnTo>
                  <a:lnTo>
                    <a:pt x="36" y="528"/>
                  </a:lnTo>
                  <a:lnTo>
                    <a:pt x="36" y="528"/>
                  </a:lnTo>
                  <a:lnTo>
                    <a:pt x="36" y="528"/>
                  </a:lnTo>
                  <a:lnTo>
                    <a:pt x="36" y="528"/>
                  </a:lnTo>
                  <a:lnTo>
                    <a:pt x="36" y="528"/>
                  </a:lnTo>
                  <a:lnTo>
                    <a:pt x="36" y="528"/>
                  </a:lnTo>
                  <a:lnTo>
                    <a:pt x="36" y="528"/>
                  </a:lnTo>
                  <a:lnTo>
                    <a:pt x="36" y="528"/>
                  </a:lnTo>
                  <a:lnTo>
                    <a:pt x="36" y="530"/>
                  </a:lnTo>
                  <a:lnTo>
                    <a:pt x="36" y="530"/>
                  </a:lnTo>
                  <a:lnTo>
                    <a:pt x="36" y="530"/>
                  </a:lnTo>
                  <a:lnTo>
                    <a:pt x="36" y="533"/>
                  </a:lnTo>
                  <a:lnTo>
                    <a:pt x="36" y="535"/>
                  </a:lnTo>
                  <a:lnTo>
                    <a:pt x="36" y="538"/>
                  </a:lnTo>
                  <a:lnTo>
                    <a:pt x="36" y="542"/>
                  </a:lnTo>
                  <a:lnTo>
                    <a:pt x="36" y="545"/>
                  </a:lnTo>
                  <a:lnTo>
                    <a:pt x="36" y="545"/>
                  </a:lnTo>
                  <a:lnTo>
                    <a:pt x="34" y="545"/>
                  </a:lnTo>
                  <a:lnTo>
                    <a:pt x="34" y="549"/>
                  </a:lnTo>
                  <a:lnTo>
                    <a:pt x="34" y="554"/>
                  </a:lnTo>
                  <a:lnTo>
                    <a:pt x="34" y="556"/>
                  </a:lnTo>
                  <a:lnTo>
                    <a:pt x="34" y="556"/>
                  </a:lnTo>
                  <a:lnTo>
                    <a:pt x="34" y="556"/>
                  </a:lnTo>
                  <a:lnTo>
                    <a:pt x="34" y="559"/>
                  </a:lnTo>
                  <a:lnTo>
                    <a:pt x="34" y="559"/>
                  </a:lnTo>
                  <a:lnTo>
                    <a:pt x="31" y="561"/>
                  </a:lnTo>
                  <a:lnTo>
                    <a:pt x="31" y="561"/>
                  </a:lnTo>
                  <a:lnTo>
                    <a:pt x="31" y="564"/>
                  </a:lnTo>
                  <a:lnTo>
                    <a:pt x="31" y="564"/>
                  </a:lnTo>
                  <a:lnTo>
                    <a:pt x="31" y="564"/>
                  </a:lnTo>
                  <a:lnTo>
                    <a:pt x="31" y="564"/>
                  </a:lnTo>
                  <a:lnTo>
                    <a:pt x="29" y="564"/>
                  </a:lnTo>
                  <a:lnTo>
                    <a:pt x="29" y="564"/>
                  </a:lnTo>
                  <a:lnTo>
                    <a:pt x="29" y="564"/>
                  </a:lnTo>
                  <a:lnTo>
                    <a:pt x="29" y="568"/>
                  </a:lnTo>
                  <a:lnTo>
                    <a:pt x="29" y="568"/>
                  </a:lnTo>
                  <a:lnTo>
                    <a:pt x="29" y="568"/>
                  </a:lnTo>
                  <a:lnTo>
                    <a:pt x="27" y="571"/>
                  </a:lnTo>
                  <a:lnTo>
                    <a:pt x="27" y="571"/>
                  </a:lnTo>
                  <a:lnTo>
                    <a:pt x="27" y="571"/>
                  </a:lnTo>
                  <a:lnTo>
                    <a:pt x="27" y="573"/>
                  </a:lnTo>
                  <a:lnTo>
                    <a:pt x="24" y="575"/>
                  </a:lnTo>
                  <a:lnTo>
                    <a:pt x="24" y="578"/>
                  </a:lnTo>
                  <a:lnTo>
                    <a:pt x="24" y="580"/>
                  </a:lnTo>
                  <a:lnTo>
                    <a:pt x="24" y="580"/>
                  </a:lnTo>
                  <a:lnTo>
                    <a:pt x="27" y="580"/>
                  </a:lnTo>
                  <a:lnTo>
                    <a:pt x="27" y="580"/>
                  </a:lnTo>
                  <a:lnTo>
                    <a:pt x="27" y="580"/>
                  </a:lnTo>
                  <a:lnTo>
                    <a:pt x="27" y="580"/>
                  </a:lnTo>
                  <a:lnTo>
                    <a:pt x="27" y="583"/>
                  </a:lnTo>
                  <a:lnTo>
                    <a:pt x="27" y="583"/>
                  </a:lnTo>
                  <a:lnTo>
                    <a:pt x="27" y="583"/>
                  </a:lnTo>
                  <a:lnTo>
                    <a:pt x="24" y="583"/>
                  </a:lnTo>
                  <a:lnTo>
                    <a:pt x="24" y="583"/>
                  </a:lnTo>
                  <a:lnTo>
                    <a:pt x="22" y="585"/>
                  </a:lnTo>
                  <a:lnTo>
                    <a:pt x="22" y="585"/>
                  </a:lnTo>
                  <a:lnTo>
                    <a:pt x="22" y="585"/>
                  </a:lnTo>
                  <a:lnTo>
                    <a:pt x="22" y="592"/>
                  </a:lnTo>
                  <a:lnTo>
                    <a:pt x="19" y="594"/>
                  </a:lnTo>
                  <a:lnTo>
                    <a:pt x="19" y="597"/>
                  </a:lnTo>
                  <a:lnTo>
                    <a:pt x="22" y="599"/>
                  </a:lnTo>
                  <a:lnTo>
                    <a:pt x="19" y="599"/>
                  </a:lnTo>
                  <a:lnTo>
                    <a:pt x="19" y="604"/>
                  </a:lnTo>
                  <a:lnTo>
                    <a:pt x="19" y="606"/>
                  </a:lnTo>
                  <a:lnTo>
                    <a:pt x="17" y="606"/>
                  </a:lnTo>
                  <a:lnTo>
                    <a:pt x="15" y="609"/>
                  </a:lnTo>
                  <a:lnTo>
                    <a:pt x="15" y="611"/>
                  </a:lnTo>
                  <a:lnTo>
                    <a:pt x="15" y="611"/>
                  </a:lnTo>
                  <a:lnTo>
                    <a:pt x="15" y="613"/>
                  </a:lnTo>
                  <a:lnTo>
                    <a:pt x="12" y="613"/>
                  </a:lnTo>
                  <a:lnTo>
                    <a:pt x="12" y="613"/>
                  </a:lnTo>
                  <a:lnTo>
                    <a:pt x="10" y="616"/>
                  </a:lnTo>
                  <a:lnTo>
                    <a:pt x="10" y="616"/>
                  </a:lnTo>
                  <a:lnTo>
                    <a:pt x="10" y="616"/>
                  </a:lnTo>
                  <a:lnTo>
                    <a:pt x="8" y="616"/>
                  </a:lnTo>
                  <a:lnTo>
                    <a:pt x="8" y="616"/>
                  </a:lnTo>
                  <a:lnTo>
                    <a:pt x="8" y="616"/>
                  </a:lnTo>
                  <a:lnTo>
                    <a:pt x="5" y="616"/>
                  </a:lnTo>
                  <a:lnTo>
                    <a:pt x="5" y="616"/>
                  </a:lnTo>
                  <a:lnTo>
                    <a:pt x="5" y="620"/>
                  </a:lnTo>
                  <a:lnTo>
                    <a:pt x="5" y="623"/>
                  </a:lnTo>
                  <a:lnTo>
                    <a:pt x="8" y="627"/>
                  </a:lnTo>
                  <a:lnTo>
                    <a:pt x="8" y="630"/>
                  </a:lnTo>
                  <a:lnTo>
                    <a:pt x="8" y="632"/>
                  </a:lnTo>
                  <a:lnTo>
                    <a:pt x="8" y="632"/>
                  </a:lnTo>
                  <a:lnTo>
                    <a:pt x="8" y="635"/>
                  </a:lnTo>
                  <a:lnTo>
                    <a:pt x="10" y="654"/>
                  </a:lnTo>
                  <a:lnTo>
                    <a:pt x="8" y="661"/>
                  </a:lnTo>
                  <a:lnTo>
                    <a:pt x="10" y="665"/>
                  </a:lnTo>
                  <a:lnTo>
                    <a:pt x="10" y="668"/>
                  </a:lnTo>
                  <a:lnTo>
                    <a:pt x="10" y="670"/>
                  </a:lnTo>
                  <a:lnTo>
                    <a:pt x="8" y="672"/>
                  </a:lnTo>
                  <a:lnTo>
                    <a:pt x="8" y="672"/>
                  </a:lnTo>
                  <a:lnTo>
                    <a:pt x="8" y="670"/>
                  </a:lnTo>
                  <a:lnTo>
                    <a:pt x="5" y="670"/>
                  </a:lnTo>
                  <a:lnTo>
                    <a:pt x="5" y="672"/>
                  </a:lnTo>
                  <a:lnTo>
                    <a:pt x="8" y="677"/>
                  </a:lnTo>
                  <a:lnTo>
                    <a:pt x="5" y="680"/>
                  </a:lnTo>
                  <a:lnTo>
                    <a:pt x="5" y="684"/>
                  </a:lnTo>
                  <a:lnTo>
                    <a:pt x="5" y="691"/>
                  </a:lnTo>
                  <a:lnTo>
                    <a:pt x="5" y="694"/>
                  </a:lnTo>
                  <a:lnTo>
                    <a:pt x="5" y="696"/>
                  </a:lnTo>
                  <a:lnTo>
                    <a:pt x="5" y="696"/>
                  </a:lnTo>
                  <a:lnTo>
                    <a:pt x="5" y="696"/>
                  </a:lnTo>
                  <a:lnTo>
                    <a:pt x="5" y="696"/>
                  </a:lnTo>
                  <a:lnTo>
                    <a:pt x="5" y="698"/>
                  </a:lnTo>
                  <a:lnTo>
                    <a:pt x="5" y="698"/>
                  </a:lnTo>
                  <a:lnTo>
                    <a:pt x="8" y="698"/>
                  </a:lnTo>
                  <a:lnTo>
                    <a:pt x="8" y="698"/>
                  </a:lnTo>
                  <a:lnTo>
                    <a:pt x="8" y="698"/>
                  </a:lnTo>
                  <a:lnTo>
                    <a:pt x="10" y="698"/>
                  </a:lnTo>
                  <a:lnTo>
                    <a:pt x="10" y="698"/>
                  </a:lnTo>
                  <a:lnTo>
                    <a:pt x="10" y="698"/>
                  </a:lnTo>
                  <a:lnTo>
                    <a:pt x="10" y="696"/>
                  </a:lnTo>
                  <a:lnTo>
                    <a:pt x="10" y="696"/>
                  </a:lnTo>
                  <a:lnTo>
                    <a:pt x="12" y="696"/>
                  </a:lnTo>
                  <a:lnTo>
                    <a:pt x="15" y="694"/>
                  </a:lnTo>
                  <a:lnTo>
                    <a:pt x="17" y="691"/>
                  </a:lnTo>
                  <a:lnTo>
                    <a:pt x="19" y="691"/>
                  </a:lnTo>
                  <a:lnTo>
                    <a:pt x="22" y="691"/>
                  </a:lnTo>
                  <a:lnTo>
                    <a:pt x="24" y="691"/>
                  </a:lnTo>
                  <a:lnTo>
                    <a:pt x="24" y="691"/>
                  </a:lnTo>
                  <a:lnTo>
                    <a:pt x="24" y="691"/>
                  </a:lnTo>
                  <a:lnTo>
                    <a:pt x="24" y="691"/>
                  </a:lnTo>
                  <a:lnTo>
                    <a:pt x="27" y="691"/>
                  </a:lnTo>
                  <a:lnTo>
                    <a:pt x="27" y="691"/>
                  </a:lnTo>
                  <a:lnTo>
                    <a:pt x="27" y="691"/>
                  </a:lnTo>
                  <a:lnTo>
                    <a:pt x="27" y="691"/>
                  </a:lnTo>
                  <a:lnTo>
                    <a:pt x="27" y="691"/>
                  </a:lnTo>
                  <a:lnTo>
                    <a:pt x="29" y="691"/>
                  </a:lnTo>
                  <a:lnTo>
                    <a:pt x="29" y="691"/>
                  </a:lnTo>
                  <a:lnTo>
                    <a:pt x="29" y="694"/>
                  </a:lnTo>
                  <a:lnTo>
                    <a:pt x="29" y="694"/>
                  </a:lnTo>
                  <a:lnTo>
                    <a:pt x="29" y="694"/>
                  </a:lnTo>
                  <a:lnTo>
                    <a:pt x="29" y="694"/>
                  </a:lnTo>
                  <a:lnTo>
                    <a:pt x="29" y="694"/>
                  </a:lnTo>
                  <a:lnTo>
                    <a:pt x="31" y="694"/>
                  </a:lnTo>
                  <a:lnTo>
                    <a:pt x="31" y="694"/>
                  </a:lnTo>
                  <a:lnTo>
                    <a:pt x="31" y="696"/>
                  </a:lnTo>
                  <a:lnTo>
                    <a:pt x="31" y="696"/>
                  </a:lnTo>
                  <a:lnTo>
                    <a:pt x="31" y="696"/>
                  </a:lnTo>
                  <a:lnTo>
                    <a:pt x="36" y="696"/>
                  </a:lnTo>
                  <a:lnTo>
                    <a:pt x="38" y="696"/>
                  </a:lnTo>
                  <a:lnTo>
                    <a:pt x="41" y="696"/>
                  </a:lnTo>
                  <a:lnTo>
                    <a:pt x="41" y="694"/>
                  </a:lnTo>
                  <a:lnTo>
                    <a:pt x="41" y="694"/>
                  </a:lnTo>
                  <a:lnTo>
                    <a:pt x="43" y="696"/>
                  </a:lnTo>
                  <a:lnTo>
                    <a:pt x="43" y="696"/>
                  </a:lnTo>
                  <a:lnTo>
                    <a:pt x="45" y="696"/>
                  </a:lnTo>
                  <a:lnTo>
                    <a:pt x="48" y="696"/>
                  </a:lnTo>
                  <a:lnTo>
                    <a:pt x="48" y="696"/>
                  </a:lnTo>
                  <a:lnTo>
                    <a:pt x="50" y="696"/>
                  </a:lnTo>
                  <a:lnTo>
                    <a:pt x="53" y="694"/>
                  </a:lnTo>
                  <a:lnTo>
                    <a:pt x="55" y="694"/>
                  </a:lnTo>
                  <a:lnTo>
                    <a:pt x="55" y="694"/>
                  </a:lnTo>
                  <a:lnTo>
                    <a:pt x="57" y="691"/>
                  </a:lnTo>
                  <a:lnTo>
                    <a:pt x="57" y="691"/>
                  </a:lnTo>
                  <a:lnTo>
                    <a:pt x="60" y="689"/>
                  </a:lnTo>
                  <a:lnTo>
                    <a:pt x="62" y="689"/>
                  </a:lnTo>
                  <a:lnTo>
                    <a:pt x="62" y="689"/>
                  </a:lnTo>
                  <a:lnTo>
                    <a:pt x="62" y="689"/>
                  </a:lnTo>
                  <a:lnTo>
                    <a:pt x="64" y="687"/>
                  </a:lnTo>
                  <a:lnTo>
                    <a:pt x="64" y="687"/>
                  </a:lnTo>
                  <a:lnTo>
                    <a:pt x="64" y="687"/>
                  </a:lnTo>
                  <a:lnTo>
                    <a:pt x="64" y="687"/>
                  </a:lnTo>
                  <a:lnTo>
                    <a:pt x="67" y="687"/>
                  </a:lnTo>
                  <a:lnTo>
                    <a:pt x="67" y="687"/>
                  </a:lnTo>
                  <a:lnTo>
                    <a:pt x="67" y="684"/>
                  </a:lnTo>
                  <a:lnTo>
                    <a:pt x="67" y="684"/>
                  </a:lnTo>
                  <a:lnTo>
                    <a:pt x="69" y="684"/>
                  </a:lnTo>
                  <a:lnTo>
                    <a:pt x="69" y="684"/>
                  </a:lnTo>
                  <a:lnTo>
                    <a:pt x="74" y="682"/>
                  </a:lnTo>
                  <a:lnTo>
                    <a:pt x="79" y="682"/>
                  </a:lnTo>
                  <a:lnTo>
                    <a:pt x="81" y="680"/>
                  </a:lnTo>
                  <a:lnTo>
                    <a:pt x="81" y="680"/>
                  </a:lnTo>
                  <a:lnTo>
                    <a:pt x="81" y="682"/>
                  </a:lnTo>
                  <a:lnTo>
                    <a:pt x="83" y="682"/>
                  </a:lnTo>
                  <a:lnTo>
                    <a:pt x="83" y="682"/>
                  </a:lnTo>
                  <a:lnTo>
                    <a:pt x="83" y="682"/>
                  </a:lnTo>
                  <a:lnTo>
                    <a:pt x="83" y="682"/>
                  </a:lnTo>
                  <a:lnTo>
                    <a:pt x="86" y="682"/>
                  </a:lnTo>
                  <a:lnTo>
                    <a:pt x="86" y="682"/>
                  </a:lnTo>
                  <a:lnTo>
                    <a:pt x="86" y="682"/>
                  </a:lnTo>
                  <a:lnTo>
                    <a:pt x="86" y="682"/>
                  </a:lnTo>
                  <a:lnTo>
                    <a:pt x="88" y="682"/>
                  </a:lnTo>
                  <a:lnTo>
                    <a:pt x="88" y="682"/>
                  </a:lnTo>
                  <a:lnTo>
                    <a:pt x="88" y="682"/>
                  </a:lnTo>
                  <a:lnTo>
                    <a:pt x="90" y="682"/>
                  </a:lnTo>
                  <a:lnTo>
                    <a:pt x="90" y="682"/>
                  </a:lnTo>
                  <a:lnTo>
                    <a:pt x="90" y="682"/>
                  </a:lnTo>
                  <a:lnTo>
                    <a:pt x="93" y="682"/>
                  </a:lnTo>
                  <a:lnTo>
                    <a:pt x="95" y="682"/>
                  </a:lnTo>
                  <a:lnTo>
                    <a:pt x="95" y="684"/>
                  </a:lnTo>
                  <a:lnTo>
                    <a:pt x="98" y="684"/>
                  </a:lnTo>
                  <a:lnTo>
                    <a:pt x="98" y="684"/>
                  </a:lnTo>
                  <a:lnTo>
                    <a:pt x="98" y="684"/>
                  </a:lnTo>
                  <a:lnTo>
                    <a:pt x="100" y="687"/>
                  </a:lnTo>
                  <a:lnTo>
                    <a:pt x="100" y="687"/>
                  </a:lnTo>
                  <a:lnTo>
                    <a:pt x="100" y="689"/>
                  </a:lnTo>
                  <a:lnTo>
                    <a:pt x="100" y="689"/>
                  </a:lnTo>
                  <a:lnTo>
                    <a:pt x="105" y="694"/>
                  </a:lnTo>
                  <a:lnTo>
                    <a:pt x="109" y="696"/>
                  </a:lnTo>
                  <a:lnTo>
                    <a:pt x="114" y="698"/>
                  </a:lnTo>
                  <a:lnTo>
                    <a:pt x="119" y="703"/>
                  </a:lnTo>
                  <a:lnTo>
                    <a:pt x="121" y="703"/>
                  </a:lnTo>
                  <a:lnTo>
                    <a:pt x="124" y="706"/>
                  </a:lnTo>
                  <a:lnTo>
                    <a:pt x="124" y="706"/>
                  </a:lnTo>
                  <a:lnTo>
                    <a:pt x="124" y="708"/>
                  </a:lnTo>
                  <a:lnTo>
                    <a:pt x="126" y="708"/>
                  </a:lnTo>
                  <a:lnTo>
                    <a:pt x="126" y="706"/>
                  </a:lnTo>
                  <a:lnTo>
                    <a:pt x="126" y="706"/>
                  </a:lnTo>
                  <a:lnTo>
                    <a:pt x="126" y="706"/>
                  </a:lnTo>
                  <a:lnTo>
                    <a:pt x="128" y="706"/>
                  </a:lnTo>
                  <a:lnTo>
                    <a:pt x="128" y="706"/>
                  </a:lnTo>
                  <a:lnTo>
                    <a:pt x="131" y="708"/>
                  </a:lnTo>
                  <a:lnTo>
                    <a:pt x="131" y="708"/>
                  </a:lnTo>
                  <a:lnTo>
                    <a:pt x="131" y="706"/>
                  </a:lnTo>
                  <a:lnTo>
                    <a:pt x="133" y="706"/>
                  </a:lnTo>
                  <a:lnTo>
                    <a:pt x="133" y="706"/>
                  </a:lnTo>
                  <a:lnTo>
                    <a:pt x="135" y="706"/>
                  </a:lnTo>
                  <a:lnTo>
                    <a:pt x="135" y="706"/>
                  </a:lnTo>
                  <a:lnTo>
                    <a:pt x="138" y="706"/>
                  </a:lnTo>
                  <a:lnTo>
                    <a:pt x="138" y="706"/>
                  </a:lnTo>
                  <a:lnTo>
                    <a:pt x="138" y="706"/>
                  </a:lnTo>
                  <a:lnTo>
                    <a:pt x="140" y="706"/>
                  </a:lnTo>
                  <a:lnTo>
                    <a:pt x="154" y="706"/>
                  </a:lnTo>
                  <a:lnTo>
                    <a:pt x="168" y="706"/>
                  </a:lnTo>
                  <a:lnTo>
                    <a:pt x="183" y="706"/>
                  </a:lnTo>
                  <a:lnTo>
                    <a:pt x="197" y="706"/>
                  </a:lnTo>
                  <a:lnTo>
                    <a:pt x="209" y="706"/>
                  </a:lnTo>
                  <a:lnTo>
                    <a:pt x="209" y="706"/>
                  </a:lnTo>
                  <a:lnTo>
                    <a:pt x="223" y="706"/>
                  </a:lnTo>
                  <a:lnTo>
                    <a:pt x="251" y="706"/>
                  </a:lnTo>
                  <a:lnTo>
                    <a:pt x="266" y="706"/>
                  </a:lnTo>
                  <a:lnTo>
                    <a:pt x="277" y="706"/>
                  </a:lnTo>
                  <a:lnTo>
                    <a:pt x="292" y="706"/>
                  </a:lnTo>
                  <a:lnTo>
                    <a:pt x="301" y="706"/>
                  </a:lnTo>
                  <a:lnTo>
                    <a:pt x="306" y="706"/>
                  </a:lnTo>
                  <a:lnTo>
                    <a:pt x="320" y="706"/>
                  </a:lnTo>
                  <a:lnTo>
                    <a:pt x="334" y="706"/>
                  </a:lnTo>
                  <a:lnTo>
                    <a:pt x="339" y="706"/>
                  </a:lnTo>
                  <a:lnTo>
                    <a:pt x="346" y="706"/>
                  </a:lnTo>
                  <a:lnTo>
                    <a:pt x="360" y="706"/>
                  </a:lnTo>
                  <a:lnTo>
                    <a:pt x="363" y="706"/>
                  </a:lnTo>
                  <a:lnTo>
                    <a:pt x="363" y="706"/>
                  </a:lnTo>
                  <a:lnTo>
                    <a:pt x="365" y="706"/>
                  </a:lnTo>
                  <a:lnTo>
                    <a:pt x="365" y="706"/>
                  </a:lnTo>
                  <a:lnTo>
                    <a:pt x="365" y="706"/>
                  </a:lnTo>
                  <a:lnTo>
                    <a:pt x="365" y="706"/>
                  </a:lnTo>
                  <a:lnTo>
                    <a:pt x="365" y="708"/>
                  </a:lnTo>
                  <a:lnTo>
                    <a:pt x="365" y="708"/>
                  </a:lnTo>
                  <a:lnTo>
                    <a:pt x="365" y="710"/>
                  </a:lnTo>
                  <a:lnTo>
                    <a:pt x="367" y="710"/>
                  </a:lnTo>
                  <a:lnTo>
                    <a:pt x="370" y="713"/>
                  </a:lnTo>
                  <a:lnTo>
                    <a:pt x="370" y="713"/>
                  </a:lnTo>
                  <a:lnTo>
                    <a:pt x="370" y="715"/>
                  </a:lnTo>
                  <a:lnTo>
                    <a:pt x="372" y="717"/>
                  </a:lnTo>
                  <a:lnTo>
                    <a:pt x="372" y="717"/>
                  </a:lnTo>
                  <a:lnTo>
                    <a:pt x="372" y="717"/>
                  </a:lnTo>
                  <a:lnTo>
                    <a:pt x="374" y="717"/>
                  </a:lnTo>
                  <a:lnTo>
                    <a:pt x="374" y="720"/>
                  </a:lnTo>
                  <a:lnTo>
                    <a:pt x="374" y="720"/>
                  </a:lnTo>
                  <a:lnTo>
                    <a:pt x="374" y="720"/>
                  </a:lnTo>
                  <a:lnTo>
                    <a:pt x="379" y="722"/>
                  </a:lnTo>
                  <a:lnTo>
                    <a:pt x="379" y="725"/>
                  </a:lnTo>
                  <a:lnTo>
                    <a:pt x="379" y="725"/>
                  </a:lnTo>
                  <a:lnTo>
                    <a:pt x="381" y="725"/>
                  </a:lnTo>
                  <a:lnTo>
                    <a:pt x="386" y="727"/>
                  </a:lnTo>
                  <a:lnTo>
                    <a:pt x="393" y="729"/>
                  </a:lnTo>
                  <a:lnTo>
                    <a:pt x="398" y="729"/>
                  </a:lnTo>
                  <a:lnTo>
                    <a:pt x="400" y="729"/>
                  </a:lnTo>
                  <a:lnTo>
                    <a:pt x="400" y="727"/>
                  </a:lnTo>
                  <a:lnTo>
                    <a:pt x="403" y="727"/>
                  </a:lnTo>
                  <a:lnTo>
                    <a:pt x="403" y="729"/>
                  </a:lnTo>
                  <a:lnTo>
                    <a:pt x="405" y="729"/>
                  </a:lnTo>
                  <a:lnTo>
                    <a:pt x="407" y="729"/>
                  </a:lnTo>
                  <a:lnTo>
                    <a:pt x="415" y="732"/>
                  </a:lnTo>
                  <a:lnTo>
                    <a:pt x="424" y="732"/>
                  </a:lnTo>
                  <a:lnTo>
                    <a:pt x="429" y="729"/>
                  </a:lnTo>
                  <a:lnTo>
                    <a:pt x="429" y="729"/>
                  </a:lnTo>
                  <a:lnTo>
                    <a:pt x="429" y="732"/>
                  </a:lnTo>
                  <a:lnTo>
                    <a:pt x="431" y="732"/>
                  </a:lnTo>
                  <a:lnTo>
                    <a:pt x="431" y="732"/>
                  </a:lnTo>
                  <a:lnTo>
                    <a:pt x="431" y="732"/>
                  </a:lnTo>
                  <a:lnTo>
                    <a:pt x="433" y="734"/>
                  </a:lnTo>
                  <a:lnTo>
                    <a:pt x="433" y="734"/>
                  </a:lnTo>
                  <a:lnTo>
                    <a:pt x="433" y="732"/>
                  </a:lnTo>
                  <a:lnTo>
                    <a:pt x="436" y="732"/>
                  </a:lnTo>
                  <a:lnTo>
                    <a:pt x="436" y="732"/>
                  </a:lnTo>
                  <a:lnTo>
                    <a:pt x="443" y="732"/>
                  </a:lnTo>
                  <a:lnTo>
                    <a:pt x="445" y="732"/>
                  </a:lnTo>
                  <a:lnTo>
                    <a:pt x="448" y="734"/>
                  </a:lnTo>
                  <a:lnTo>
                    <a:pt x="448" y="734"/>
                  </a:lnTo>
                  <a:lnTo>
                    <a:pt x="452" y="734"/>
                  </a:lnTo>
                  <a:lnTo>
                    <a:pt x="452" y="734"/>
                  </a:lnTo>
                  <a:lnTo>
                    <a:pt x="452" y="734"/>
                  </a:lnTo>
                  <a:lnTo>
                    <a:pt x="455" y="732"/>
                  </a:lnTo>
                  <a:lnTo>
                    <a:pt x="455" y="734"/>
                  </a:lnTo>
                  <a:lnTo>
                    <a:pt x="455" y="732"/>
                  </a:lnTo>
                  <a:lnTo>
                    <a:pt x="457" y="732"/>
                  </a:lnTo>
                  <a:lnTo>
                    <a:pt x="457" y="732"/>
                  </a:lnTo>
                  <a:lnTo>
                    <a:pt x="460" y="732"/>
                  </a:lnTo>
                  <a:lnTo>
                    <a:pt x="462" y="732"/>
                  </a:lnTo>
                  <a:lnTo>
                    <a:pt x="462" y="732"/>
                  </a:lnTo>
                  <a:lnTo>
                    <a:pt x="462" y="732"/>
                  </a:lnTo>
                  <a:lnTo>
                    <a:pt x="464" y="732"/>
                  </a:lnTo>
                  <a:lnTo>
                    <a:pt x="464" y="732"/>
                  </a:lnTo>
                  <a:lnTo>
                    <a:pt x="467" y="734"/>
                  </a:lnTo>
                  <a:lnTo>
                    <a:pt x="469" y="732"/>
                  </a:lnTo>
                  <a:lnTo>
                    <a:pt x="469" y="734"/>
                  </a:lnTo>
                  <a:lnTo>
                    <a:pt x="471" y="734"/>
                  </a:lnTo>
                  <a:lnTo>
                    <a:pt x="471" y="736"/>
                  </a:lnTo>
                  <a:lnTo>
                    <a:pt x="471" y="736"/>
                  </a:lnTo>
                  <a:lnTo>
                    <a:pt x="474" y="736"/>
                  </a:lnTo>
                  <a:lnTo>
                    <a:pt x="476" y="739"/>
                  </a:lnTo>
                  <a:lnTo>
                    <a:pt x="476" y="739"/>
                  </a:lnTo>
                  <a:lnTo>
                    <a:pt x="478" y="739"/>
                  </a:lnTo>
                  <a:lnTo>
                    <a:pt x="481" y="739"/>
                  </a:lnTo>
                  <a:lnTo>
                    <a:pt x="481" y="739"/>
                  </a:lnTo>
                  <a:lnTo>
                    <a:pt x="483" y="739"/>
                  </a:lnTo>
                  <a:lnTo>
                    <a:pt x="483" y="739"/>
                  </a:lnTo>
                  <a:lnTo>
                    <a:pt x="483" y="739"/>
                  </a:lnTo>
                  <a:lnTo>
                    <a:pt x="486" y="739"/>
                  </a:lnTo>
                  <a:lnTo>
                    <a:pt x="486" y="739"/>
                  </a:lnTo>
                  <a:lnTo>
                    <a:pt x="486" y="739"/>
                  </a:lnTo>
                  <a:lnTo>
                    <a:pt x="486" y="739"/>
                  </a:lnTo>
                  <a:lnTo>
                    <a:pt x="488" y="739"/>
                  </a:lnTo>
                  <a:lnTo>
                    <a:pt x="490" y="741"/>
                  </a:lnTo>
                  <a:lnTo>
                    <a:pt x="490" y="741"/>
                  </a:lnTo>
                  <a:lnTo>
                    <a:pt x="493" y="741"/>
                  </a:lnTo>
                  <a:lnTo>
                    <a:pt x="495" y="739"/>
                  </a:lnTo>
                  <a:lnTo>
                    <a:pt x="495" y="739"/>
                  </a:lnTo>
                  <a:lnTo>
                    <a:pt x="500" y="736"/>
                  </a:lnTo>
                  <a:lnTo>
                    <a:pt x="500" y="736"/>
                  </a:lnTo>
                  <a:lnTo>
                    <a:pt x="504" y="736"/>
                  </a:lnTo>
                  <a:lnTo>
                    <a:pt x="507" y="736"/>
                  </a:lnTo>
                  <a:lnTo>
                    <a:pt x="507" y="736"/>
                  </a:lnTo>
                  <a:lnTo>
                    <a:pt x="507" y="736"/>
                  </a:lnTo>
                  <a:lnTo>
                    <a:pt x="509" y="736"/>
                  </a:lnTo>
                  <a:lnTo>
                    <a:pt x="509" y="736"/>
                  </a:lnTo>
                  <a:lnTo>
                    <a:pt x="512" y="736"/>
                  </a:lnTo>
                  <a:lnTo>
                    <a:pt x="512" y="736"/>
                  </a:lnTo>
                  <a:lnTo>
                    <a:pt x="514" y="736"/>
                  </a:lnTo>
                  <a:lnTo>
                    <a:pt x="519" y="739"/>
                  </a:lnTo>
                  <a:lnTo>
                    <a:pt x="519" y="739"/>
                  </a:lnTo>
                  <a:lnTo>
                    <a:pt x="521" y="739"/>
                  </a:lnTo>
                  <a:lnTo>
                    <a:pt x="521" y="739"/>
                  </a:lnTo>
                  <a:lnTo>
                    <a:pt x="521" y="739"/>
                  </a:lnTo>
                  <a:lnTo>
                    <a:pt x="526" y="739"/>
                  </a:lnTo>
                  <a:lnTo>
                    <a:pt x="538" y="736"/>
                  </a:lnTo>
                  <a:lnTo>
                    <a:pt x="552" y="734"/>
                  </a:lnTo>
                  <a:lnTo>
                    <a:pt x="566" y="732"/>
                  </a:lnTo>
                  <a:lnTo>
                    <a:pt x="580" y="729"/>
                  </a:lnTo>
                  <a:lnTo>
                    <a:pt x="590" y="727"/>
                  </a:lnTo>
                  <a:lnTo>
                    <a:pt x="601" y="725"/>
                  </a:lnTo>
                  <a:lnTo>
                    <a:pt x="611" y="722"/>
                  </a:lnTo>
                  <a:lnTo>
                    <a:pt x="623" y="720"/>
                  </a:lnTo>
                  <a:lnTo>
                    <a:pt x="628" y="720"/>
                  </a:lnTo>
                  <a:lnTo>
                    <a:pt x="628" y="717"/>
                  </a:lnTo>
                  <a:lnTo>
                    <a:pt x="628" y="717"/>
                  </a:lnTo>
                  <a:lnTo>
                    <a:pt x="628" y="717"/>
                  </a:lnTo>
                  <a:lnTo>
                    <a:pt x="625" y="715"/>
                  </a:lnTo>
                  <a:lnTo>
                    <a:pt x="625" y="715"/>
                  </a:lnTo>
                  <a:lnTo>
                    <a:pt x="623" y="713"/>
                  </a:lnTo>
                  <a:lnTo>
                    <a:pt x="623" y="713"/>
                  </a:lnTo>
                  <a:lnTo>
                    <a:pt x="623" y="713"/>
                  </a:lnTo>
                  <a:lnTo>
                    <a:pt x="620" y="713"/>
                  </a:lnTo>
                  <a:lnTo>
                    <a:pt x="620" y="713"/>
                  </a:lnTo>
                  <a:lnTo>
                    <a:pt x="618" y="713"/>
                  </a:lnTo>
                  <a:lnTo>
                    <a:pt x="618" y="713"/>
                  </a:lnTo>
                  <a:lnTo>
                    <a:pt x="618" y="713"/>
                  </a:lnTo>
                  <a:lnTo>
                    <a:pt x="616" y="713"/>
                  </a:lnTo>
                  <a:lnTo>
                    <a:pt x="616" y="713"/>
                  </a:lnTo>
                  <a:lnTo>
                    <a:pt x="616" y="710"/>
                  </a:lnTo>
                  <a:lnTo>
                    <a:pt x="616" y="710"/>
                  </a:lnTo>
                  <a:lnTo>
                    <a:pt x="616" y="710"/>
                  </a:lnTo>
                  <a:lnTo>
                    <a:pt x="613" y="708"/>
                  </a:lnTo>
                  <a:lnTo>
                    <a:pt x="611" y="708"/>
                  </a:lnTo>
                  <a:lnTo>
                    <a:pt x="611" y="706"/>
                  </a:lnTo>
                  <a:lnTo>
                    <a:pt x="609" y="703"/>
                  </a:lnTo>
                  <a:lnTo>
                    <a:pt x="609" y="703"/>
                  </a:lnTo>
                  <a:lnTo>
                    <a:pt x="609" y="703"/>
                  </a:lnTo>
                  <a:lnTo>
                    <a:pt x="606" y="698"/>
                  </a:lnTo>
                  <a:lnTo>
                    <a:pt x="606" y="698"/>
                  </a:lnTo>
                  <a:lnTo>
                    <a:pt x="604" y="698"/>
                  </a:lnTo>
                  <a:lnTo>
                    <a:pt x="599" y="696"/>
                  </a:lnTo>
                  <a:lnTo>
                    <a:pt x="599" y="696"/>
                  </a:lnTo>
                  <a:lnTo>
                    <a:pt x="597" y="694"/>
                  </a:lnTo>
                  <a:lnTo>
                    <a:pt x="594" y="694"/>
                  </a:lnTo>
                  <a:lnTo>
                    <a:pt x="594" y="694"/>
                  </a:lnTo>
                  <a:lnTo>
                    <a:pt x="594" y="691"/>
                  </a:lnTo>
                  <a:lnTo>
                    <a:pt x="592" y="689"/>
                  </a:lnTo>
                  <a:lnTo>
                    <a:pt x="592" y="689"/>
                  </a:lnTo>
                  <a:lnTo>
                    <a:pt x="592" y="687"/>
                  </a:lnTo>
                  <a:lnTo>
                    <a:pt x="590" y="684"/>
                  </a:lnTo>
                  <a:lnTo>
                    <a:pt x="587" y="684"/>
                  </a:lnTo>
                  <a:lnTo>
                    <a:pt x="585" y="682"/>
                  </a:lnTo>
                  <a:lnTo>
                    <a:pt x="585" y="682"/>
                  </a:lnTo>
                  <a:lnTo>
                    <a:pt x="585" y="682"/>
                  </a:lnTo>
                  <a:lnTo>
                    <a:pt x="583" y="682"/>
                  </a:lnTo>
                  <a:lnTo>
                    <a:pt x="583" y="680"/>
                  </a:lnTo>
                  <a:lnTo>
                    <a:pt x="583" y="680"/>
                  </a:lnTo>
                  <a:lnTo>
                    <a:pt x="583" y="680"/>
                  </a:lnTo>
                  <a:lnTo>
                    <a:pt x="580" y="680"/>
                  </a:lnTo>
                  <a:lnTo>
                    <a:pt x="580" y="677"/>
                  </a:lnTo>
                  <a:lnTo>
                    <a:pt x="580" y="677"/>
                  </a:lnTo>
                  <a:lnTo>
                    <a:pt x="580" y="675"/>
                  </a:lnTo>
                  <a:lnTo>
                    <a:pt x="575" y="670"/>
                  </a:lnTo>
                  <a:lnTo>
                    <a:pt x="575" y="670"/>
                  </a:lnTo>
                  <a:lnTo>
                    <a:pt x="575" y="670"/>
                  </a:lnTo>
                  <a:lnTo>
                    <a:pt x="573" y="668"/>
                  </a:lnTo>
                  <a:lnTo>
                    <a:pt x="573" y="668"/>
                  </a:lnTo>
                  <a:lnTo>
                    <a:pt x="573" y="668"/>
                  </a:lnTo>
                  <a:lnTo>
                    <a:pt x="573" y="668"/>
                  </a:lnTo>
                  <a:lnTo>
                    <a:pt x="573" y="665"/>
                  </a:lnTo>
                  <a:lnTo>
                    <a:pt x="571" y="665"/>
                  </a:lnTo>
                  <a:lnTo>
                    <a:pt x="571" y="665"/>
                  </a:lnTo>
                  <a:lnTo>
                    <a:pt x="571" y="665"/>
                  </a:lnTo>
                  <a:lnTo>
                    <a:pt x="568" y="665"/>
                  </a:lnTo>
                  <a:lnTo>
                    <a:pt x="568" y="665"/>
                  </a:lnTo>
                  <a:lnTo>
                    <a:pt x="568" y="665"/>
                  </a:lnTo>
                  <a:lnTo>
                    <a:pt x="568" y="665"/>
                  </a:lnTo>
                  <a:lnTo>
                    <a:pt x="568" y="665"/>
                  </a:lnTo>
                  <a:lnTo>
                    <a:pt x="568" y="665"/>
                  </a:lnTo>
                  <a:lnTo>
                    <a:pt x="566" y="665"/>
                  </a:lnTo>
                  <a:lnTo>
                    <a:pt x="566" y="665"/>
                  </a:lnTo>
                  <a:lnTo>
                    <a:pt x="566" y="665"/>
                  </a:lnTo>
                  <a:lnTo>
                    <a:pt x="561" y="661"/>
                  </a:lnTo>
                  <a:lnTo>
                    <a:pt x="561" y="661"/>
                  </a:lnTo>
                  <a:lnTo>
                    <a:pt x="561" y="658"/>
                  </a:lnTo>
                  <a:lnTo>
                    <a:pt x="561" y="658"/>
                  </a:lnTo>
                  <a:lnTo>
                    <a:pt x="561" y="658"/>
                  </a:lnTo>
                  <a:lnTo>
                    <a:pt x="559" y="658"/>
                  </a:lnTo>
                  <a:lnTo>
                    <a:pt x="559" y="658"/>
                  </a:lnTo>
                  <a:lnTo>
                    <a:pt x="559" y="656"/>
                  </a:lnTo>
                  <a:lnTo>
                    <a:pt x="559" y="656"/>
                  </a:lnTo>
                  <a:lnTo>
                    <a:pt x="559" y="656"/>
                  </a:lnTo>
                  <a:lnTo>
                    <a:pt x="559" y="654"/>
                  </a:lnTo>
                  <a:lnTo>
                    <a:pt x="557" y="654"/>
                  </a:lnTo>
                  <a:lnTo>
                    <a:pt x="557" y="651"/>
                  </a:lnTo>
                  <a:lnTo>
                    <a:pt x="559" y="651"/>
                  </a:lnTo>
                  <a:lnTo>
                    <a:pt x="559" y="651"/>
                  </a:lnTo>
                  <a:lnTo>
                    <a:pt x="559" y="649"/>
                  </a:lnTo>
                  <a:lnTo>
                    <a:pt x="559" y="649"/>
                  </a:lnTo>
                  <a:lnTo>
                    <a:pt x="559" y="649"/>
                  </a:lnTo>
                  <a:lnTo>
                    <a:pt x="557" y="649"/>
                  </a:lnTo>
                  <a:lnTo>
                    <a:pt x="557" y="649"/>
                  </a:lnTo>
                  <a:lnTo>
                    <a:pt x="557" y="646"/>
                  </a:lnTo>
                  <a:lnTo>
                    <a:pt x="557" y="646"/>
                  </a:lnTo>
                  <a:lnTo>
                    <a:pt x="557" y="646"/>
                  </a:lnTo>
                  <a:lnTo>
                    <a:pt x="554" y="644"/>
                  </a:lnTo>
                  <a:lnTo>
                    <a:pt x="554" y="644"/>
                  </a:lnTo>
                  <a:lnTo>
                    <a:pt x="554" y="644"/>
                  </a:lnTo>
                  <a:lnTo>
                    <a:pt x="554" y="644"/>
                  </a:lnTo>
                  <a:lnTo>
                    <a:pt x="554" y="642"/>
                  </a:lnTo>
                  <a:lnTo>
                    <a:pt x="554" y="642"/>
                  </a:lnTo>
                  <a:lnTo>
                    <a:pt x="554" y="642"/>
                  </a:lnTo>
                  <a:lnTo>
                    <a:pt x="557" y="642"/>
                  </a:lnTo>
                  <a:lnTo>
                    <a:pt x="554" y="639"/>
                  </a:lnTo>
                  <a:lnTo>
                    <a:pt x="552" y="637"/>
                  </a:lnTo>
                  <a:lnTo>
                    <a:pt x="552" y="637"/>
                  </a:lnTo>
                  <a:lnTo>
                    <a:pt x="552" y="627"/>
                  </a:lnTo>
                  <a:lnTo>
                    <a:pt x="552" y="627"/>
                  </a:lnTo>
                  <a:lnTo>
                    <a:pt x="552" y="625"/>
                  </a:lnTo>
                  <a:lnTo>
                    <a:pt x="552" y="620"/>
                  </a:lnTo>
                  <a:lnTo>
                    <a:pt x="552" y="613"/>
                  </a:lnTo>
                  <a:lnTo>
                    <a:pt x="552" y="609"/>
                  </a:lnTo>
                  <a:lnTo>
                    <a:pt x="552" y="604"/>
                  </a:lnTo>
                  <a:lnTo>
                    <a:pt x="552" y="594"/>
                  </a:lnTo>
                  <a:lnTo>
                    <a:pt x="552" y="587"/>
                  </a:lnTo>
                  <a:lnTo>
                    <a:pt x="552" y="578"/>
                  </a:lnTo>
                  <a:lnTo>
                    <a:pt x="552" y="571"/>
                  </a:lnTo>
                  <a:lnTo>
                    <a:pt x="552" y="561"/>
                  </a:lnTo>
                  <a:lnTo>
                    <a:pt x="552" y="554"/>
                  </a:lnTo>
                  <a:lnTo>
                    <a:pt x="552" y="538"/>
                  </a:lnTo>
                  <a:lnTo>
                    <a:pt x="552" y="528"/>
                  </a:lnTo>
                  <a:lnTo>
                    <a:pt x="552" y="521"/>
                  </a:lnTo>
                  <a:lnTo>
                    <a:pt x="552" y="512"/>
                  </a:lnTo>
                  <a:lnTo>
                    <a:pt x="552" y="504"/>
                  </a:lnTo>
                  <a:lnTo>
                    <a:pt x="552" y="502"/>
                  </a:lnTo>
                  <a:lnTo>
                    <a:pt x="552" y="497"/>
                  </a:lnTo>
                  <a:lnTo>
                    <a:pt x="552" y="481"/>
                  </a:lnTo>
                  <a:lnTo>
                    <a:pt x="552" y="471"/>
                  </a:lnTo>
                  <a:lnTo>
                    <a:pt x="552" y="464"/>
                  </a:lnTo>
                  <a:lnTo>
                    <a:pt x="661" y="464"/>
                  </a:lnTo>
                  <a:lnTo>
                    <a:pt x="661" y="462"/>
                  </a:lnTo>
                  <a:lnTo>
                    <a:pt x="658" y="459"/>
                  </a:lnTo>
                  <a:lnTo>
                    <a:pt x="658" y="457"/>
                  </a:lnTo>
                  <a:lnTo>
                    <a:pt x="654" y="455"/>
                  </a:lnTo>
                  <a:lnTo>
                    <a:pt x="654" y="452"/>
                  </a:lnTo>
                  <a:lnTo>
                    <a:pt x="654" y="452"/>
                  </a:lnTo>
                  <a:lnTo>
                    <a:pt x="654" y="450"/>
                  </a:lnTo>
                  <a:lnTo>
                    <a:pt x="654" y="448"/>
                  </a:lnTo>
                  <a:lnTo>
                    <a:pt x="656" y="443"/>
                  </a:lnTo>
                  <a:lnTo>
                    <a:pt x="656" y="438"/>
                  </a:lnTo>
                  <a:lnTo>
                    <a:pt x="656" y="438"/>
                  </a:lnTo>
                  <a:lnTo>
                    <a:pt x="661" y="433"/>
                  </a:lnTo>
                  <a:lnTo>
                    <a:pt x="661" y="431"/>
                  </a:lnTo>
                  <a:lnTo>
                    <a:pt x="661" y="431"/>
                  </a:lnTo>
                  <a:lnTo>
                    <a:pt x="663" y="429"/>
                  </a:lnTo>
                  <a:lnTo>
                    <a:pt x="661" y="426"/>
                  </a:lnTo>
                  <a:lnTo>
                    <a:pt x="661" y="424"/>
                  </a:lnTo>
                  <a:lnTo>
                    <a:pt x="661" y="422"/>
                  </a:lnTo>
                  <a:lnTo>
                    <a:pt x="658" y="422"/>
                  </a:lnTo>
                  <a:lnTo>
                    <a:pt x="658" y="419"/>
                  </a:lnTo>
                  <a:lnTo>
                    <a:pt x="658" y="417"/>
                  </a:lnTo>
                  <a:lnTo>
                    <a:pt x="658" y="410"/>
                  </a:lnTo>
                  <a:lnTo>
                    <a:pt x="658" y="403"/>
                  </a:lnTo>
                  <a:lnTo>
                    <a:pt x="661" y="400"/>
                  </a:lnTo>
                  <a:lnTo>
                    <a:pt x="661" y="400"/>
                  </a:lnTo>
                  <a:lnTo>
                    <a:pt x="658" y="398"/>
                  </a:lnTo>
                  <a:lnTo>
                    <a:pt x="658" y="393"/>
                  </a:lnTo>
                  <a:lnTo>
                    <a:pt x="658" y="393"/>
                  </a:lnTo>
                  <a:lnTo>
                    <a:pt x="658" y="391"/>
                  </a:lnTo>
                  <a:lnTo>
                    <a:pt x="658" y="391"/>
                  </a:lnTo>
                  <a:lnTo>
                    <a:pt x="658" y="388"/>
                  </a:lnTo>
                  <a:lnTo>
                    <a:pt x="658" y="388"/>
                  </a:lnTo>
                  <a:lnTo>
                    <a:pt x="658" y="386"/>
                  </a:lnTo>
                  <a:lnTo>
                    <a:pt x="661" y="384"/>
                  </a:lnTo>
                  <a:lnTo>
                    <a:pt x="661" y="384"/>
                  </a:lnTo>
                  <a:lnTo>
                    <a:pt x="661" y="381"/>
                  </a:lnTo>
                  <a:lnTo>
                    <a:pt x="661" y="381"/>
                  </a:lnTo>
                  <a:lnTo>
                    <a:pt x="661" y="379"/>
                  </a:lnTo>
                  <a:lnTo>
                    <a:pt x="661" y="379"/>
                  </a:lnTo>
                  <a:close/>
                  <a:moveTo>
                    <a:pt x="22" y="33"/>
                  </a:moveTo>
                  <a:lnTo>
                    <a:pt x="22" y="33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24" y="33"/>
                  </a:lnTo>
                  <a:lnTo>
                    <a:pt x="24" y="36"/>
                  </a:lnTo>
                  <a:lnTo>
                    <a:pt x="24" y="36"/>
                  </a:lnTo>
                  <a:lnTo>
                    <a:pt x="24" y="36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7" y="33"/>
                  </a:lnTo>
                  <a:lnTo>
                    <a:pt x="27" y="33"/>
                  </a:lnTo>
                  <a:lnTo>
                    <a:pt x="27" y="33"/>
                  </a:lnTo>
                  <a:lnTo>
                    <a:pt x="27" y="33"/>
                  </a:lnTo>
                  <a:lnTo>
                    <a:pt x="27" y="36"/>
                  </a:lnTo>
                  <a:lnTo>
                    <a:pt x="24" y="36"/>
                  </a:lnTo>
                  <a:lnTo>
                    <a:pt x="24" y="36"/>
                  </a:lnTo>
                  <a:lnTo>
                    <a:pt x="22" y="36"/>
                  </a:lnTo>
                  <a:lnTo>
                    <a:pt x="22" y="36"/>
                  </a:lnTo>
                  <a:lnTo>
                    <a:pt x="22" y="36"/>
                  </a:lnTo>
                  <a:lnTo>
                    <a:pt x="22" y="36"/>
                  </a:lnTo>
                  <a:lnTo>
                    <a:pt x="19" y="33"/>
                  </a:lnTo>
                  <a:lnTo>
                    <a:pt x="19" y="33"/>
                  </a:lnTo>
                  <a:lnTo>
                    <a:pt x="19" y="36"/>
                  </a:lnTo>
                  <a:lnTo>
                    <a:pt x="22" y="38"/>
                  </a:lnTo>
                  <a:lnTo>
                    <a:pt x="24" y="43"/>
                  </a:lnTo>
                  <a:lnTo>
                    <a:pt x="27" y="45"/>
                  </a:lnTo>
                  <a:lnTo>
                    <a:pt x="29" y="48"/>
                  </a:lnTo>
                  <a:lnTo>
                    <a:pt x="29" y="50"/>
                  </a:lnTo>
                  <a:lnTo>
                    <a:pt x="29" y="55"/>
                  </a:lnTo>
                  <a:lnTo>
                    <a:pt x="29" y="55"/>
                  </a:lnTo>
                  <a:lnTo>
                    <a:pt x="31" y="57"/>
                  </a:lnTo>
                  <a:lnTo>
                    <a:pt x="31" y="57"/>
                  </a:lnTo>
                  <a:lnTo>
                    <a:pt x="31" y="59"/>
                  </a:lnTo>
                  <a:lnTo>
                    <a:pt x="31" y="59"/>
                  </a:lnTo>
                  <a:lnTo>
                    <a:pt x="31" y="62"/>
                  </a:lnTo>
                  <a:lnTo>
                    <a:pt x="29" y="62"/>
                  </a:lnTo>
                  <a:lnTo>
                    <a:pt x="29" y="62"/>
                  </a:lnTo>
                  <a:lnTo>
                    <a:pt x="29" y="62"/>
                  </a:lnTo>
                  <a:lnTo>
                    <a:pt x="27" y="62"/>
                  </a:lnTo>
                  <a:lnTo>
                    <a:pt x="27" y="67"/>
                  </a:lnTo>
                  <a:lnTo>
                    <a:pt x="27" y="69"/>
                  </a:lnTo>
                  <a:lnTo>
                    <a:pt x="29" y="74"/>
                  </a:lnTo>
                  <a:lnTo>
                    <a:pt x="29" y="74"/>
                  </a:lnTo>
                  <a:lnTo>
                    <a:pt x="29" y="74"/>
                  </a:lnTo>
                  <a:lnTo>
                    <a:pt x="31" y="71"/>
                  </a:lnTo>
                  <a:lnTo>
                    <a:pt x="36" y="71"/>
                  </a:lnTo>
                  <a:lnTo>
                    <a:pt x="41" y="71"/>
                  </a:lnTo>
                  <a:lnTo>
                    <a:pt x="45" y="71"/>
                  </a:lnTo>
                  <a:lnTo>
                    <a:pt x="45" y="67"/>
                  </a:lnTo>
                  <a:lnTo>
                    <a:pt x="45" y="62"/>
                  </a:lnTo>
                  <a:lnTo>
                    <a:pt x="45" y="57"/>
                  </a:lnTo>
                  <a:lnTo>
                    <a:pt x="45" y="50"/>
                  </a:lnTo>
                  <a:lnTo>
                    <a:pt x="48" y="45"/>
                  </a:lnTo>
                  <a:lnTo>
                    <a:pt x="48" y="41"/>
                  </a:lnTo>
                  <a:lnTo>
                    <a:pt x="45" y="38"/>
                  </a:lnTo>
                  <a:lnTo>
                    <a:pt x="45" y="38"/>
                  </a:lnTo>
                  <a:lnTo>
                    <a:pt x="43" y="38"/>
                  </a:lnTo>
                  <a:lnTo>
                    <a:pt x="43" y="38"/>
                  </a:lnTo>
                  <a:lnTo>
                    <a:pt x="43" y="36"/>
                  </a:lnTo>
                  <a:lnTo>
                    <a:pt x="43" y="36"/>
                  </a:lnTo>
                  <a:lnTo>
                    <a:pt x="43" y="36"/>
                  </a:lnTo>
                  <a:lnTo>
                    <a:pt x="43" y="36"/>
                  </a:lnTo>
                  <a:lnTo>
                    <a:pt x="43" y="36"/>
                  </a:lnTo>
                  <a:lnTo>
                    <a:pt x="43" y="36"/>
                  </a:lnTo>
                  <a:lnTo>
                    <a:pt x="43" y="36"/>
                  </a:lnTo>
                  <a:lnTo>
                    <a:pt x="48" y="33"/>
                  </a:lnTo>
                  <a:lnTo>
                    <a:pt x="50" y="33"/>
                  </a:lnTo>
                  <a:lnTo>
                    <a:pt x="50" y="31"/>
                  </a:lnTo>
                  <a:lnTo>
                    <a:pt x="50" y="29"/>
                  </a:lnTo>
                  <a:lnTo>
                    <a:pt x="53" y="29"/>
                  </a:lnTo>
                  <a:lnTo>
                    <a:pt x="53" y="29"/>
                  </a:lnTo>
                  <a:lnTo>
                    <a:pt x="55" y="29"/>
                  </a:lnTo>
                  <a:lnTo>
                    <a:pt x="55" y="29"/>
                  </a:lnTo>
                  <a:lnTo>
                    <a:pt x="55" y="26"/>
                  </a:lnTo>
                  <a:lnTo>
                    <a:pt x="55" y="26"/>
                  </a:lnTo>
                  <a:lnTo>
                    <a:pt x="57" y="24"/>
                  </a:lnTo>
                  <a:lnTo>
                    <a:pt x="60" y="24"/>
                  </a:lnTo>
                  <a:lnTo>
                    <a:pt x="60" y="24"/>
                  </a:lnTo>
                  <a:lnTo>
                    <a:pt x="60" y="22"/>
                  </a:lnTo>
                  <a:lnTo>
                    <a:pt x="60" y="22"/>
                  </a:lnTo>
                  <a:lnTo>
                    <a:pt x="60" y="19"/>
                  </a:lnTo>
                  <a:lnTo>
                    <a:pt x="62" y="19"/>
                  </a:lnTo>
                  <a:lnTo>
                    <a:pt x="62" y="17"/>
                  </a:lnTo>
                  <a:lnTo>
                    <a:pt x="74" y="15"/>
                  </a:lnTo>
                  <a:lnTo>
                    <a:pt x="76" y="15"/>
                  </a:lnTo>
                  <a:lnTo>
                    <a:pt x="76" y="12"/>
                  </a:lnTo>
                  <a:lnTo>
                    <a:pt x="74" y="12"/>
                  </a:lnTo>
                  <a:lnTo>
                    <a:pt x="69" y="7"/>
                  </a:lnTo>
                  <a:lnTo>
                    <a:pt x="67" y="5"/>
                  </a:lnTo>
                  <a:lnTo>
                    <a:pt x="67" y="5"/>
                  </a:lnTo>
                  <a:lnTo>
                    <a:pt x="67" y="3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57" y="0"/>
                  </a:lnTo>
                  <a:lnTo>
                    <a:pt x="57" y="3"/>
                  </a:lnTo>
                  <a:lnTo>
                    <a:pt x="57" y="3"/>
                  </a:lnTo>
                  <a:lnTo>
                    <a:pt x="57" y="5"/>
                  </a:lnTo>
                  <a:lnTo>
                    <a:pt x="55" y="5"/>
                  </a:lnTo>
                  <a:lnTo>
                    <a:pt x="55" y="5"/>
                  </a:lnTo>
                  <a:lnTo>
                    <a:pt x="53" y="5"/>
                  </a:lnTo>
                  <a:lnTo>
                    <a:pt x="53" y="7"/>
                  </a:lnTo>
                  <a:lnTo>
                    <a:pt x="53" y="10"/>
                  </a:lnTo>
                  <a:lnTo>
                    <a:pt x="50" y="10"/>
                  </a:lnTo>
                  <a:lnTo>
                    <a:pt x="45" y="10"/>
                  </a:lnTo>
                  <a:lnTo>
                    <a:pt x="41" y="12"/>
                  </a:lnTo>
                  <a:lnTo>
                    <a:pt x="41" y="12"/>
                  </a:lnTo>
                  <a:lnTo>
                    <a:pt x="38" y="12"/>
                  </a:lnTo>
                  <a:lnTo>
                    <a:pt x="38" y="12"/>
                  </a:lnTo>
                  <a:lnTo>
                    <a:pt x="38" y="15"/>
                  </a:lnTo>
                  <a:lnTo>
                    <a:pt x="38" y="15"/>
                  </a:lnTo>
                  <a:lnTo>
                    <a:pt x="36" y="19"/>
                  </a:lnTo>
                  <a:lnTo>
                    <a:pt x="36" y="22"/>
                  </a:lnTo>
                  <a:lnTo>
                    <a:pt x="36" y="22"/>
                  </a:lnTo>
                  <a:lnTo>
                    <a:pt x="34" y="22"/>
                  </a:lnTo>
                  <a:lnTo>
                    <a:pt x="31" y="22"/>
                  </a:lnTo>
                  <a:lnTo>
                    <a:pt x="31" y="22"/>
                  </a:lnTo>
                  <a:lnTo>
                    <a:pt x="31" y="22"/>
                  </a:lnTo>
                  <a:lnTo>
                    <a:pt x="31" y="22"/>
                  </a:lnTo>
                  <a:lnTo>
                    <a:pt x="29" y="19"/>
                  </a:lnTo>
                  <a:lnTo>
                    <a:pt x="29" y="19"/>
                  </a:lnTo>
                  <a:lnTo>
                    <a:pt x="29" y="19"/>
                  </a:lnTo>
                  <a:lnTo>
                    <a:pt x="29" y="19"/>
                  </a:lnTo>
                  <a:lnTo>
                    <a:pt x="27" y="26"/>
                  </a:lnTo>
                  <a:lnTo>
                    <a:pt x="27" y="29"/>
                  </a:lnTo>
                  <a:lnTo>
                    <a:pt x="19" y="33"/>
                  </a:lnTo>
                  <a:lnTo>
                    <a:pt x="19" y="33"/>
                  </a:lnTo>
                  <a:lnTo>
                    <a:pt x="19" y="33"/>
                  </a:lnTo>
                  <a:lnTo>
                    <a:pt x="22" y="33"/>
                  </a:lnTo>
                  <a:close/>
                  <a:moveTo>
                    <a:pt x="3" y="665"/>
                  </a:moveTo>
                  <a:lnTo>
                    <a:pt x="3" y="663"/>
                  </a:lnTo>
                  <a:lnTo>
                    <a:pt x="3" y="661"/>
                  </a:lnTo>
                  <a:lnTo>
                    <a:pt x="3" y="658"/>
                  </a:lnTo>
                  <a:lnTo>
                    <a:pt x="3" y="656"/>
                  </a:lnTo>
                  <a:lnTo>
                    <a:pt x="3" y="656"/>
                  </a:lnTo>
                  <a:lnTo>
                    <a:pt x="0" y="656"/>
                  </a:lnTo>
                  <a:lnTo>
                    <a:pt x="0" y="658"/>
                  </a:lnTo>
                  <a:lnTo>
                    <a:pt x="0" y="658"/>
                  </a:lnTo>
                  <a:lnTo>
                    <a:pt x="3" y="665"/>
                  </a:lnTo>
                  <a:lnTo>
                    <a:pt x="3" y="665"/>
                  </a:lnTo>
                  <a:lnTo>
                    <a:pt x="5" y="668"/>
                  </a:lnTo>
                  <a:lnTo>
                    <a:pt x="5" y="665"/>
                  </a:lnTo>
                  <a:lnTo>
                    <a:pt x="3" y="665"/>
                  </a:lnTo>
                  <a:close/>
                </a:path>
              </a:pathLst>
            </a:custGeom>
            <a:grpFill/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66">
              <a:extLst>
                <a:ext uri="{FF2B5EF4-FFF2-40B4-BE49-F238E27FC236}">
                  <a16:creationId xmlns:a16="http://schemas.microsoft.com/office/drawing/2014/main" id="{87779B89-3837-38CA-B7AC-0782BB2B8EA5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0901" y="624209"/>
              <a:ext cx="1407190" cy="1398276"/>
            </a:xfrm>
            <a:custGeom>
              <a:avLst/>
              <a:gdLst>
                <a:gd name="T0" fmla="*/ 1013 w 1105"/>
                <a:gd name="T1" fmla="*/ 776 h 1098"/>
                <a:gd name="T2" fmla="*/ 973 w 1105"/>
                <a:gd name="T3" fmla="*/ 674 h 1098"/>
                <a:gd name="T4" fmla="*/ 987 w 1105"/>
                <a:gd name="T5" fmla="*/ 608 h 1098"/>
                <a:gd name="T6" fmla="*/ 982 w 1105"/>
                <a:gd name="T7" fmla="*/ 475 h 1098"/>
                <a:gd name="T8" fmla="*/ 954 w 1105"/>
                <a:gd name="T9" fmla="*/ 343 h 1098"/>
                <a:gd name="T10" fmla="*/ 894 w 1105"/>
                <a:gd name="T11" fmla="*/ 258 h 1098"/>
                <a:gd name="T12" fmla="*/ 864 w 1105"/>
                <a:gd name="T13" fmla="*/ 208 h 1098"/>
                <a:gd name="T14" fmla="*/ 899 w 1105"/>
                <a:gd name="T15" fmla="*/ 165 h 1098"/>
                <a:gd name="T16" fmla="*/ 909 w 1105"/>
                <a:gd name="T17" fmla="*/ 130 h 1098"/>
                <a:gd name="T18" fmla="*/ 906 w 1105"/>
                <a:gd name="T19" fmla="*/ 73 h 1098"/>
                <a:gd name="T20" fmla="*/ 902 w 1105"/>
                <a:gd name="T21" fmla="*/ 40 h 1098"/>
                <a:gd name="T22" fmla="*/ 925 w 1105"/>
                <a:gd name="T23" fmla="*/ 12 h 1098"/>
                <a:gd name="T24" fmla="*/ 894 w 1105"/>
                <a:gd name="T25" fmla="*/ 14 h 1098"/>
                <a:gd name="T26" fmla="*/ 873 w 1105"/>
                <a:gd name="T27" fmla="*/ 7 h 1098"/>
                <a:gd name="T28" fmla="*/ 857 w 1105"/>
                <a:gd name="T29" fmla="*/ 0 h 1098"/>
                <a:gd name="T30" fmla="*/ 852 w 1105"/>
                <a:gd name="T31" fmla="*/ 4 h 1098"/>
                <a:gd name="T32" fmla="*/ 833 w 1105"/>
                <a:gd name="T33" fmla="*/ 9 h 1098"/>
                <a:gd name="T34" fmla="*/ 805 w 1105"/>
                <a:gd name="T35" fmla="*/ 0 h 1098"/>
                <a:gd name="T36" fmla="*/ 764 w 1105"/>
                <a:gd name="T37" fmla="*/ 19 h 1098"/>
                <a:gd name="T38" fmla="*/ 736 w 1105"/>
                <a:gd name="T39" fmla="*/ 19 h 1098"/>
                <a:gd name="T40" fmla="*/ 705 w 1105"/>
                <a:gd name="T41" fmla="*/ 12 h 1098"/>
                <a:gd name="T42" fmla="*/ 682 w 1105"/>
                <a:gd name="T43" fmla="*/ 12 h 1098"/>
                <a:gd name="T44" fmla="*/ 651 w 1105"/>
                <a:gd name="T45" fmla="*/ 21 h 1098"/>
                <a:gd name="T46" fmla="*/ 618 w 1105"/>
                <a:gd name="T47" fmla="*/ 21 h 1098"/>
                <a:gd name="T48" fmla="*/ 570 w 1105"/>
                <a:gd name="T49" fmla="*/ 35 h 1098"/>
                <a:gd name="T50" fmla="*/ 532 w 1105"/>
                <a:gd name="T51" fmla="*/ 38 h 1098"/>
                <a:gd name="T52" fmla="*/ 504 w 1105"/>
                <a:gd name="T53" fmla="*/ 49 h 1098"/>
                <a:gd name="T54" fmla="*/ 480 w 1105"/>
                <a:gd name="T55" fmla="*/ 61 h 1098"/>
                <a:gd name="T56" fmla="*/ 454 w 1105"/>
                <a:gd name="T57" fmla="*/ 85 h 1098"/>
                <a:gd name="T58" fmla="*/ 440 w 1105"/>
                <a:gd name="T59" fmla="*/ 78 h 1098"/>
                <a:gd name="T60" fmla="*/ 426 w 1105"/>
                <a:gd name="T61" fmla="*/ 87 h 1098"/>
                <a:gd name="T62" fmla="*/ 409 w 1105"/>
                <a:gd name="T63" fmla="*/ 92 h 1098"/>
                <a:gd name="T64" fmla="*/ 393 w 1105"/>
                <a:gd name="T65" fmla="*/ 116 h 1098"/>
                <a:gd name="T66" fmla="*/ 360 w 1105"/>
                <a:gd name="T67" fmla="*/ 132 h 1098"/>
                <a:gd name="T68" fmla="*/ 357 w 1105"/>
                <a:gd name="T69" fmla="*/ 142 h 1098"/>
                <a:gd name="T70" fmla="*/ 376 w 1105"/>
                <a:gd name="T71" fmla="*/ 196 h 1098"/>
                <a:gd name="T72" fmla="*/ 379 w 1105"/>
                <a:gd name="T73" fmla="*/ 234 h 1098"/>
                <a:gd name="T74" fmla="*/ 383 w 1105"/>
                <a:gd name="T75" fmla="*/ 267 h 1098"/>
                <a:gd name="T76" fmla="*/ 395 w 1105"/>
                <a:gd name="T77" fmla="*/ 317 h 1098"/>
                <a:gd name="T78" fmla="*/ 372 w 1105"/>
                <a:gd name="T79" fmla="*/ 322 h 1098"/>
                <a:gd name="T80" fmla="*/ 270 w 1105"/>
                <a:gd name="T81" fmla="*/ 350 h 1098"/>
                <a:gd name="T82" fmla="*/ 270 w 1105"/>
                <a:gd name="T83" fmla="*/ 386 h 1098"/>
                <a:gd name="T84" fmla="*/ 194 w 1105"/>
                <a:gd name="T85" fmla="*/ 449 h 1098"/>
                <a:gd name="T86" fmla="*/ 71 w 1105"/>
                <a:gd name="T87" fmla="*/ 490 h 1098"/>
                <a:gd name="T88" fmla="*/ 17 w 1105"/>
                <a:gd name="T89" fmla="*/ 520 h 1098"/>
                <a:gd name="T90" fmla="*/ 116 w 1105"/>
                <a:gd name="T91" fmla="*/ 693 h 1098"/>
                <a:gd name="T92" fmla="*/ 234 w 1105"/>
                <a:gd name="T93" fmla="*/ 771 h 1098"/>
                <a:gd name="T94" fmla="*/ 322 w 1105"/>
                <a:gd name="T95" fmla="*/ 833 h 1098"/>
                <a:gd name="T96" fmla="*/ 414 w 1105"/>
                <a:gd name="T97" fmla="*/ 899 h 1098"/>
                <a:gd name="T98" fmla="*/ 502 w 1105"/>
                <a:gd name="T99" fmla="*/ 961 h 1098"/>
                <a:gd name="T100" fmla="*/ 535 w 1105"/>
                <a:gd name="T101" fmla="*/ 998 h 1098"/>
                <a:gd name="T102" fmla="*/ 566 w 1105"/>
                <a:gd name="T103" fmla="*/ 1025 h 1098"/>
                <a:gd name="T104" fmla="*/ 587 w 1105"/>
                <a:gd name="T105" fmla="*/ 1029 h 1098"/>
                <a:gd name="T106" fmla="*/ 637 w 1105"/>
                <a:gd name="T107" fmla="*/ 1053 h 1098"/>
                <a:gd name="T108" fmla="*/ 634 w 1105"/>
                <a:gd name="T109" fmla="*/ 1081 h 1098"/>
                <a:gd name="T110" fmla="*/ 648 w 1105"/>
                <a:gd name="T111" fmla="*/ 1098 h 1098"/>
                <a:gd name="T112" fmla="*/ 788 w 1105"/>
                <a:gd name="T113" fmla="*/ 1060 h 1098"/>
                <a:gd name="T114" fmla="*/ 857 w 1105"/>
                <a:gd name="T115" fmla="*/ 998 h 1098"/>
                <a:gd name="T116" fmla="*/ 935 w 1105"/>
                <a:gd name="T117" fmla="*/ 946 h 1098"/>
                <a:gd name="T118" fmla="*/ 1006 w 1105"/>
                <a:gd name="T119" fmla="*/ 901 h 1098"/>
                <a:gd name="T120" fmla="*/ 1079 w 1105"/>
                <a:gd name="T121" fmla="*/ 854 h 10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05" h="1098">
                  <a:moveTo>
                    <a:pt x="1100" y="830"/>
                  </a:moveTo>
                  <a:lnTo>
                    <a:pt x="1098" y="823"/>
                  </a:lnTo>
                  <a:lnTo>
                    <a:pt x="1091" y="812"/>
                  </a:lnTo>
                  <a:lnTo>
                    <a:pt x="1091" y="812"/>
                  </a:lnTo>
                  <a:lnTo>
                    <a:pt x="1086" y="802"/>
                  </a:lnTo>
                  <a:lnTo>
                    <a:pt x="1084" y="795"/>
                  </a:lnTo>
                  <a:lnTo>
                    <a:pt x="1081" y="793"/>
                  </a:lnTo>
                  <a:lnTo>
                    <a:pt x="1081" y="793"/>
                  </a:lnTo>
                  <a:lnTo>
                    <a:pt x="1079" y="793"/>
                  </a:lnTo>
                  <a:lnTo>
                    <a:pt x="1060" y="785"/>
                  </a:lnTo>
                  <a:lnTo>
                    <a:pt x="1048" y="783"/>
                  </a:lnTo>
                  <a:lnTo>
                    <a:pt x="1039" y="778"/>
                  </a:lnTo>
                  <a:lnTo>
                    <a:pt x="1036" y="778"/>
                  </a:lnTo>
                  <a:lnTo>
                    <a:pt x="1036" y="778"/>
                  </a:lnTo>
                  <a:lnTo>
                    <a:pt x="1029" y="781"/>
                  </a:lnTo>
                  <a:lnTo>
                    <a:pt x="1025" y="783"/>
                  </a:lnTo>
                  <a:lnTo>
                    <a:pt x="1022" y="783"/>
                  </a:lnTo>
                  <a:lnTo>
                    <a:pt x="1020" y="783"/>
                  </a:lnTo>
                  <a:lnTo>
                    <a:pt x="1013" y="778"/>
                  </a:lnTo>
                  <a:lnTo>
                    <a:pt x="1013" y="776"/>
                  </a:lnTo>
                  <a:lnTo>
                    <a:pt x="1013" y="774"/>
                  </a:lnTo>
                  <a:lnTo>
                    <a:pt x="1010" y="769"/>
                  </a:lnTo>
                  <a:lnTo>
                    <a:pt x="1010" y="767"/>
                  </a:lnTo>
                  <a:lnTo>
                    <a:pt x="1001" y="762"/>
                  </a:lnTo>
                  <a:lnTo>
                    <a:pt x="1001" y="762"/>
                  </a:lnTo>
                  <a:lnTo>
                    <a:pt x="1001" y="752"/>
                  </a:lnTo>
                  <a:lnTo>
                    <a:pt x="1001" y="745"/>
                  </a:lnTo>
                  <a:lnTo>
                    <a:pt x="1001" y="736"/>
                  </a:lnTo>
                  <a:lnTo>
                    <a:pt x="1001" y="733"/>
                  </a:lnTo>
                  <a:lnTo>
                    <a:pt x="999" y="729"/>
                  </a:lnTo>
                  <a:lnTo>
                    <a:pt x="989" y="717"/>
                  </a:lnTo>
                  <a:lnTo>
                    <a:pt x="984" y="710"/>
                  </a:lnTo>
                  <a:lnTo>
                    <a:pt x="975" y="698"/>
                  </a:lnTo>
                  <a:lnTo>
                    <a:pt x="968" y="686"/>
                  </a:lnTo>
                  <a:lnTo>
                    <a:pt x="965" y="684"/>
                  </a:lnTo>
                  <a:lnTo>
                    <a:pt x="968" y="681"/>
                  </a:lnTo>
                  <a:lnTo>
                    <a:pt x="968" y="679"/>
                  </a:lnTo>
                  <a:lnTo>
                    <a:pt x="970" y="677"/>
                  </a:lnTo>
                  <a:lnTo>
                    <a:pt x="970" y="677"/>
                  </a:lnTo>
                  <a:lnTo>
                    <a:pt x="973" y="674"/>
                  </a:lnTo>
                  <a:lnTo>
                    <a:pt x="973" y="674"/>
                  </a:lnTo>
                  <a:lnTo>
                    <a:pt x="973" y="672"/>
                  </a:lnTo>
                  <a:lnTo>
                    <a:pt x="991" y="665"/>
                  </a:lnTo>
                  <a:lnTo>
                    <a:pt x="991" y="662"/>
                  </a:lnTo>
                  <a:lnTo>
                    <a:pt x="994" y="655"/>
                  </a:lnTo>
                  <a:lnTo>
                    <a:pt x="994" y="653"/>
                  </a:lnTo>
                  <a:lnTo>
                    <a:pt x="994" y="653"/>
                  </a:lnTo>
                  <a:lnTo>
                    <a:pt x="994" y="651"/>
                  </a:lnTo>
                  <a:lnTo>
                    <a:pt x="994" y="643"/>
                  </a:lnTo>
                  <a:lnTo>
                    <a:pt x="994" y="643"/>
                  </a:lnTo>
                  <a:lnTo>
                    <a:pt x="994" y="641"/>
                  </a:lnTo>
                  <a:lnTo>
                    <a:pt x="991" y="641"/>
                  </a:lnTo>
                  <a:lnTo>
                    <a:pt x="991" y="641"/>
                  </a:lnTo>
                  <a:lnTo>
                    <a:pt x="991" y="639"/>
                  </a:lnTo>
                  <a:lnTo>
                    <a:pt x="989" y="632"/>
                  </a:lnTo>
                  <a:lnTo>
                    <a:pt x="984" y="617"/>
                  </a:lnTo>
                  <a:lnTo>
                    <a:pt x="984" y="615"/>
                  </a:lnTo>
                  <a:lnTo>
                    <a:pt x="984" y="615"/>
                  </a:lnTo>
                  <a:lnTo>
                    <a:pt x="987" y="613"/>
                  </a:lnTo>
                  <a:lnTo>
                    <a:pt x="987" y="608"/>
                  </a:lnTo>
                  <a:lnTo>
                    <a:pt x="987" y="608"/>
                  </a:lnTo>
                  <a:lnTo>
                    <a:pt x="989" y="606"/>
                  </a:lnTo>
                  <a:lnTo>
                    <a:pt x="989" y="603"/>
                  </a:lnTo>
                  <a:lnTo>
                    <a:pt x="989" y="603"/>
                  </a:lnTo>
                  <a:lnTo>
                    <a:pt x="989" y="601"/>
                  </a:lnTo>
                  <a:lnTo>
                    <a:pt x="989" y="601"/>
                  </a:lnTo>
                  <a:lnTo>
                    <a:pt x="989" y="599"/>
                  </a:lnTo>
                  <a:lnTo>
                    <a:pt x="991" y="599"/>
                  </a:lnTo>
                  <a:lnTo>
                    <a:pt x="991" y="596"/>
                  </a:lnTo>
                  <a:lnTo>
                    <a:pt x="996" y="584"/>
                  </a:lnTo>
                  <a:lnTo>
                    <a:pt x="996" y="584"/>
                  </a:lnTo>
                  <a:lnTo>
                    <a:pt x="996" y="582"/>
                  </a:lnTo>
                  <a:lnTo>
                    <a:pt x="989" y="561"/>
                  </a:lnTo>
                  <a:lnTo>
                    <a:pt x="987" y="558"/>
                  </a:lnTo>
                  <a:lnTo>
                    <a:pt x="991" y="537"/>
                  </a:lnTo>
                  <a:lnTo>
                    <a:pt x="991" y="528"/>
                  </a:lnTo>
                  <a:lnTo>
                    <a:pt x="991" y="516"/>
                  </a:lnTo>
                  <a:lnTo>
                    <a:pt x="991" y="506"/>
                  </a:lnTo>
                  <a:lnTo>
                    <a:pt x="987" y="492"/>
                  </a:lnTo>
                  <a:lnTo>
                    <a:pt x="982" y="475"/>
                  </a:lnTo>
                  <a:lnTo>
                    <a:pt x="975" y="464"/>
                  </a:lnTo>
                  <a:lnTo>
                    <a:pt x="968" y="454"/>
                  </a:lnTo>
                  <a:lnTo>
                    <a:pt x="965" y="452"/>
                  </a:lnTo>
                  <a:lnTo>
                    <a:pt x="963" y="447"/>
                  </a:lnTo>
                  <a:lnTo>
                    <a:pt x="961" y="445"/>
                  </a:lnTo>
                  <a:lnTo>
                    <a:pt x="975" y="438"/>
                  </a:lnTo>
                  <a:lnTo>
                    <a:pt x="973" y="430"/>
                  </a:lnTo>
                  <a:lnTo>
                    <a:pt x="970" y="426"/>
                  </a:lnTo>
                  <a:lnTo>
                    <a:pt x="970" y="419"/>
                  </a:lnTo>
                  <a:lnTo>
                    <a:pt x="968" y="412"/>
                  </a:lnTo>
                  <a:lnTo>
                    <a:pt x="965" y="404"/>
                  </a:lnTo>
                  <a:lnTo>
                    <a:pt x="965" y="397"/>
                  </a:lnTo>
                  <a:lnTo>
                    <a:pt x="963" y="390"/>
                  </a:lnTo>
                  <a:lnTo>
                    <a:pt x="961" y="383"/>
                  </a:lnTo>
                  <a:lnTo>
                    <a:pt x="961" y="376"/>
                  </a:lnTo>
                  <a:lnTo>
                    <a:pt x="958" y="371"/>
                  </a:lnTo>
                  <a:lnTo>
                    <a:pt x="958" y="364"/>
                  </a:lnTo>
                  <a:lnTo>
                    <a:pt x="956" y="357"/>
                  </a:lnTo>
                  <a:lnTo>
                    <a:pt x="954" y="350"/>
                  </a:lnTo>
                  <a:lnTo>
                    <a:pt x="954" y="343"/>
                  </a:lnTo>
                  <a:lnTo>
                    <a:pt x="951" y="336"/>
                  </a:lnTo>
                  <a:lnTo>
                    <a:pt x="949" y="329"/>
                  </a:lnTo>
                  <a:lnTo>
                    <a:pt x="949" y="329"/>
                  </a:lnTo>
                  <a:lnTo>
                    <a:pt x="949" y="324"/>
                  </a:lnTo>
                  <a:lnTo>
                    <a:pt x="949" y="322"/>
                  </a:lnTo>
                  <a:lnTo>
                    <a:pt x="947" y="322"/>
                  </a:lnTo>
                  <a:lnTo>
                    <a:pt x="937" y="315"/>
                  </a:lnTo>
                  <a:lnTo>
                    <a:pt x="928" y="307"/>
                  </a:lnTo>
                  <a:lnTo>
                    <a:pt x="918" y="300"/>
                  </a:lnTo>
                  <a:lnTo>
                    <a:pt x="911" y="296"/>
                  </a:lnTo>
                  <a:lnTo>
                    <a:pt x="911" y="296"/>
                  </a:lnTo>
                  <a:lnTo>
                    <a:pt x="911" y="296"/>
                  </a:lnTo>
                  <a:lnTo>
                    <a:pt x="909" y="293"/>
                  </a:lnTo>
                  <a:lnTo>
                    <a:pt x="909" y="286"/>
                  </a:lnTo>
                  <a:lnTo>
                    <a:pt x="909" y="277"/>
                  </a:lnTo>
                  <a:lnTo>
                    <a:pt x="909" y="277"/>
                  </a:lnTo>
                  <a:lnTo>
                    <a:pt x="902" y="267"/>
                  </a:lnTo>
                  <a:lnTo>
                    <a:pt x="897" y="260"/>
                  </a:lnTo>
                  <a:lnTo>
                    <a:pt x="897" y="258"/>
                  </a:lnTo>
                  <a:lnTo>
                    <a:pt x="894" y="258"/>
                  </a:lnTo>
                  <a:lnTo>
                    <a:pt x="894" y="258"/>
                  </a:lnTo>
                  <a:lnTo>
                    <a:pt x="892" y="258"/>
                  </a:lnTo>
                  <a:lnTo>
                    <a:pt x="892" y="258"/>
                  </a:lnTo>
                  <a:lnTo>
                    <a:pt x="885" y="253"/>
                  </a:lnTo>
                  <a:lnTo>
                    <a:pt x="885" y="253"/>
                  </a:lnTo>
                  <a:lnTo>
                    <a:pt x="880" y="253"/>
                  </a:lnTo>
                  <a:lnTo>
                    <a:pt x="880" y="253"/>
                  </a:lnTo>
                  <a:lnTo>
                    <a:pt x="878" y="251"/>
                  </a:lnTo>
                  <a:lnTo>
                    <a:pt x="878" y="248"/>
                  </a:lnTo>
                  <a:lnTo>
                    <a:pt x="878" y="239"/>
                  </a:lnTo>
                  <a:lnTo>
                    <a:pt x="878" y="239"/>
                  </a:lnTo>
                  <a:lnTo>
                    <a:pt x="876" y="236"/>
                  </a:lnTo>
                  <a:lnTo>
                    <a:pt x="873" y="229"/>
                  </a:lnTo>
                  <a:lnTo>
                    <a:pt x="868" y="222"/>
                  </a:lnTo>
                  <a:lnTo>
                    <a:pt x="868" y="222"/>
                  </a:lnTo>
                  <a:lnTo>
                    <a:pt x="868" y="217"/>
                  </a:lnTo>
                  <a:lnTo>
                    <a:pt x="866" y="215"/>
                  </a:lnTo>
                  <a:lnTo>
                    <a:pt x="866" y="215"/>
                  </a:lnTo>
                  <a:lnTo>
                    <a:pt x="866" y="210"/>
                  </a:lnTo>
                  <a:lnTo>
                    <a:pt x="864" y="208"/>
                  </a:lnTo>
                  <a:lnTo>
                    <a:pt x="866" y="201"/>
                  </a:lnTo>
                  <a:lnTo>
                    <a:pt x="866" y="196"/>
                  </a:lnTo>
                  <a:lnTo>
                    <a:pt x="866" y="196"/>
                  </a:lnTo>
                  <a:lnTo>
                    <a:pt x="868" y="194"/>
                  </a:lnTo>
                  <a:lnTo>
                    <a:pt x="871" y="191"/>
                  </a:lnTo>
                  <a:lnTo>
                    <a:pt x="871" y="189"/>
                  </a:lnTo>
                  <a:lnTo>
                    <a:pt x="873" y="189"/>
                  </a:lnTo>
                  <a:lnTo>
                    <a:pt x="876" y="187"/>
                  </a:lnTo>
                  <a:lnTo>
                    <a:pt x="878" y="187"/>
                  </a:lnTo>
                  <a:lnTo>
                    <a:pt x="880" y="187"/>
                  </a:lnTo>
                  <a:lnTo>
                    <a:pt x="880" y="187"/>
                  </a:lnTo>
                  <a:lnTo>
                    <a:pt x="880" y="184"/>
                  </a:lnTo>
                  <a:lnTo>
                    <a:pt x="883" y="177"/>
                  </a:lnTo>
                  <a:lnTo>
                    <a:pt x="883" y="175"/>
                  </a:lnTo>
                  <a:lnTo>
                    <a:pt x="885" y="173"/>
                  </a:lnTo>
                  <a:lnTo>
                    <a:pt x="890" y="170"/>
                  </a:lnTo>
                  <a:lnTo>
                    <a:pt x="892" y="170"/>
                  </a:lnTo>
                  <a:lnTo>
                    <a:pt x="897" y="168"/>
                  </a:lnTo>
                  <a:lnTo>
                    <a:pt x="899" y="168"/>
                  </a:lnTo>
                  <a:lnTo>
                    <a:pt x="899" y="165"/>
                  </a:lnTo>
                  <a:lnTo>
                    <a:pt x="902" y="163"/>
                  </a:lnTo>
                  <a:lnTo>
                    <a:pt x="902" y="163"/>
                  </a:lnTo>
                  <a:lnTo>
                    <a:pt x="902" y="163"/>
                  </a:lnTo>
                  <a:lnTo>
                    <a:pt x="902" y="163"/>
                  </a:lnTo>
                  <a:lnTo>
                    <a:pt x="904" y="161"/>
                  </a:lnTo>
                  <a:lnTo>
                    <a:pt x="904" y="161"/>
                  </a:lnTo>
                  <a:lnTo>
                    <a:pt x="906" y="161"/>
                  </a:lnTo>
                  <a:lnTo>
                    <a:pt x="904" y="158"/>
                  </a:lnTo>
                  <a:lnTo>
                    <a:pt x="904" y="156"/>
                  </a:lnTo>
                  <a:lnTo>
                    <a:pt x="904" y="156"/>
                  </a:lnTo>
                  <a:lnTo>
                    <a:pt x="906" y="154"/>
                  </a:lnTo>
                  <a:lnTo>
                    <a:pt x="906" y="154"/>
                  </a:lnTo>
                  <a:lnTo>
                    <a:pt x="906" y="154"/>
                  </a:lnTo>
                  <a:lnTo>
                    <a:pt x="906" y="151"/>
                  </a:lnTo>
                  <a:lnTo>
                    <a:pt x="906" y="146"/>
                  </a:lnTo>
                  <a:lnTo>
                    <a:pt x="906" y="144"/>
                  </a:lnTo>
                  <a:lnTo>
                    <a:pt x="906" y="142"/>
                  </a:lnTo>
                  <a:lnTo>
                    <a:pt x="909" y="137"/>
                  </a:lnTo>
                  <a:lnTo>
                    <a:pt x="909" y="132"/>
                  </a:lnTo>
                  <a:lnTo>
                    <a:pt x="909" y="130"/>
                  </a:lnTo>
                  <a:lnTo>
                    <a:pt x="911" y="128"/>
                  </a:lnTo>
                  <a:lnTo>
                    <a:pt x="916" y="123"/>
                  </a:lnTo>
                  <a:lnTo>
                    <a:pt x="916" y="120"/>
                  </a:lnTo>
                  <a:lnTo>
                    <a:pt x="913" y="120"/>
                  </a:lnTo>
                  <a:lnTo>
                    <a:pt x="911" y="118"/>
                  </a:lnTo>
                  <a:lnTo>
                    <a:pt x="909" y="118"/>
                  </a:lnTo>
                  <a:lnTo>
                    <a:pt x="909" y="116"/>
                  </a:lnTo>
                  <a:lnTo>
                    <a:pt x="909" y="113"/>
                  </a:lnTo>
                  <a:lnTo>
                    <a:pt x="909" y="111"/>
                  </a:lnTo>
                  <a:lnTo>
                    <a:pt x="909" y="109"/>
                  </a:lnTo>
                  <a:lnTo>
                    <a:pt x="911" y="104"/>
                  </a:lnTo>
                  <a:lnTo>
                    <a:pt x="911" y="102"/>
                  </a:lnTo>
                  <a:lnTo>
                    <a:pt x="911" y="97"/>
                  </a:lnTo>
                  <a:lnTo>
                    <a:pt x="911" y="94"/>
                  </a:lnTo>
                  <a:lnTo>
                    <a:pt x="909" y="92"/>
                  </a:lnTo>
                  <a:lnTo>
                    <a:pt x="906" y="87"/>
                  </a:lnTo>
                  <a:lnTo>
                    <a:pt x="906" y="85"/>
                  </a:lnTo>
                  <a:lnTo>
                    <a:pt x="906" y="83"/>
                  </a:lnTo>
                  <a:lnTo>
                    <a:pt x="906" y="78"/>
                  </a:lnTo>
                  <a:lnTo>
                    <a:pt x="906" y="73"/>
                  </a:lnTo>
                  <a:lnTo>
                    <a:pt x="906" y="73"/>
                  </a:lnTo>
                  <a:lnTo>
                    <a:pt x="906" y="68"/>
                  </a:lnTo>
                  <a:lnTo>
                    <a:pt x="909" y="64"/>
                  </a:lnTo>
                  <a:lnTo>
                    <a:pt x="909" y="64"/>
                  </a:lnTo>
                  <a:lnTo>
                    <a:pt x="909" y="61"/>
                  </a:lnTo>
                  <a:lnTo>
                    <a:pt x="909" y="61"/>
                  </a:lnTo>
                  <a:lnTo>
                    <a:pt x="909" y="59"/>
                  </a:lnTo>
                  <a:lnTo>
                    <a:pt x="909" y="59"/>
                  </a:lnTo>
                  <a:lnTo>
                    <a:pt x="909" y="54"/>
                  </a:lnTo>
                  <a:lnTo>
                    <a:pt x="911" y="47"/>
                  </a:lnTo>
                  <a:lnTo>
                    <a:pt x="911" y="47"/>
                  </a:lnTo>
                  <a:lnTo>
                    <a:pt x="911" y="47"/>
                  </a:lnTo>
                  <a:lnTo>
                    <a:pt x="911" y="45"/>
                  </a:lnTo>
                  <a:lnTo>
                    <a:pt x="911" y="42"/>
                  </a:lnTo>
                  <a:lnTo>
                    <a:pt x="911" y="42"/>
                  </a:lnTo>
                  <a:lnTo>
                    <a:pt x="911" y="42"/>
                  </a:lnTo>
                  <a:lnTo>
                    <a:pt x="909" y="40"/>
                  </a:lnTo>
                  <a:lnTo>
                    <a:pt x="909" y="40"/>
                  </a:lnTo>
                  <a:lnTo>
                    <a:pt x="904" y="40"/>
                  </a:lnTo>
                  <a:lnTo>
                    <a:pt x="902" y="40"/>
                  </a:lnTo>
                  <a:lnTo>
                    <a:pt x="902" y="40"/>
                  </a:lnTo>
                  <a:lnTo>
                    <a:pt x="902" y="38"/>
                  </a:lnTo>
                  <a:lnTo>
                    <a:pt x="904" y="35"/>
                  </a:lnTo>
                  <a:lnTo>
                    <a:pt x="904" y="35"/>
                  </a:lnTo>
                  <a:lnTo>
                    <a:pt x="909" y="33"/>
                  </a:lnTo>
                  <a:lnTo>
                    <a:pt x="913" y="28"/>
                  </a:lnTo>
                  <a:lnTo>
                    <a:pt x="916" y="28"/>
                  </a:lnTo>
                  <a:lnTo>
                    <a:pt x="916" y="26"/>
                  </a:lnTo>
                  <a:lnTo>
                    <a:pt x="918" y="23"/>
                  </a:lnTo>
                  <a:lnTo>
                    <a:pt x="916" y="21"/>
                  </a:lnTo>
                  <a:lnTo>
                    <a:pt x="913" y="21"/>
                  </a:lnTo>
                  <a:lnTo>
                    <a:pt x="916" y="19"/>
                  </a:lnTo>
                  <a:lnTo>
                    <a:pt x="916" y="19"/>
                  </a:lnTo>
                  <a:lnTo>
                    <a:pt x="918" y="19"/>
                  </a:lnTo>
                  <a:lnTo>
                    <a:pt x="921" y="19"/>
                  </a:lnTo>
                  <a:lnTo>
                    <a:pt x="923" y="19"/>
                  </a:lnTo>
                  <a:lnTo>
                    <a:pt x="925" y="16"/>
                  </a:lnTo>
                  <a:lnTo>
                    <a:pt x="928" y="16"/>
                  </a:lnTo>
                  <a:lnTo>
                    <a:pt x="928" y="16"/>
                  </a:lnTo>
                  <a:lnTo>
                    <a:pt x="925" y="12"/>
                  </a:lnTo>
                  <a:lnTo>
                    <a:pt x="925" y="12"/>
                  </a:lnTo>
                  <a:lnTo>
                    <a:pt x="925" y="12"/>
                  </a:lnTo>
                  <a:lnTo>
                    <a:pt x="925" y="9"/>
                  </a:lnTo>
                  <a:lnTo>
                    <a:pt x="925" y="9"/>
                  </a:lnTo>
                  <a:lnTo>
                    <a:pt x="918" y="12"/>
                  </a:lnTo>
                  <a:lnTo>
                    <a:pt x="918" y="12"/>
                  </a:lnTo>
                  <a:lnTo>
                    <a:pt x="916" y="12"/>
                  </a:lnTo>
                  <a:lnTo>
                    <a:pt x="916" y="12"/>
                  </a:lnTo>
                  <a:lnTo>
                    <a:pt x="913" y="12"/>
                  </a:lnTo>
                  <a:lnTo>
                    <a:pt x="913" y="9"/>
                  </a:lnTo>
                  <a:lnTo>
                    <a:pt x="913" y="12"/>
                  </a:lnTo>
                  <a:lnTo>
                    <a:pt x="911" y="9"/>
                  </a:lnTo>
                  <a:lnTo>
                    <a:pt x="911" y="9"/>
                  </a:lnTo>
                  <a:lnTo>
                    <a:pt x="909" y="9"/>
                  </a:lnTo>
                  <a:lnTo>
                    <a:pt x="906" y="9"/>
                  </a:lnTo>
                  <a:lnTo>
                    <a:pt x="906" y="9"/>
                  </a:lnTo>
                  <a:lnTo>
                    <a:pt x="906" y="7"/>
                  </a:lnTo>
                  <a:lnTo>
                    <a:pt x="897" y="12"/>
                  </a:lnTo>
                  <a:lnTo>
                    <a:pt x="897" y="12"/>
                  </a:lnTo>
                  <a:lnTo>
                    <a:pt x="894" y="14"/>
                  </a:lnTo>
                  <a:lnTo>
                    <a:pt x="887" y="14"/>
                  </a:lnTo>
                  <a:lnTo>
                    <a:pt x="885" y="14"/>
                  </a:lnTo>
                  <a:lnTo>
                    <a:pt x="883" y="14"/>
                  </a:lnTo>
                  <a:lnTo>
                    <a:pt x="880" y="12"/>
                  </a:lnTo>
                  <a:lnTo>
                    <a:pt x="880" y="12"/>
                  </a:lnTo>
                  <a:lnTo>
                    <a:pt x="883" y="12"/>
                  </a:lnTo>
                  <a:lnTo>
                    <a:pt x="880" y="9"/>
                  </a:lnTo>
                  <a:lnTo>
                    <a:pt x="880" y="9"/>
                  </a:lnTo>
                  <a:lnTo>
                    <a:pt x="883" y="7"/>
                  </a:lnTo>
                  <a:lnTo>
                    <a:pt x="883" y="4"/>
                  </a:lnTo>
                  <a:lnTo>
                    <a:pt x="880" y="7"/>
                  </a:lnTo>
                  <a:lnTo>
                    <a:pt x="880" y="7"/>
                  </a:lnTo>
                  <a:lnTo>
                    <a:pt x="880" y="7"/>
                  </a:lnTo>
                  <a:lnTo>
                    <a:pt x="878" y="7"/>
                  </a:lnTo>
                  <a:lnTo>
                    <a:pt x="878" y="7"/>
                  </a:lnTo>
                  <a:lnTo>
                    <a:pt x="876" y="7"/>
                  </a:lnTo>
                  <a:lnTo>
                    <a:pt x="876" y="7"/>
                  </a:lnTo>
                  <a:lnTo>
                    <a:pt x="876" y="7"/>
                  </a:lnTo>
                  <a:lnTo>
                    <a:pt x="876" y="7"/>
                  </a:lnTo>
                  <a:lnTo>
                    <a:pt x="873" y="7"/>
                  </a:lnTo>
                  <a:lnTo>
                    <a:pt x="873" y="7"/>
                  </a:lnTo>
                  <a:lnTo>
                    <a:pt x="873" y="7"/>
                  </a:lnTo>
                  <a:lnTo>
                    <a:pt x="871" y="7"/>
                  </a:lnTo>
                  <a:lnTo>
                    <a:pt x="868" y="4"/>
                  </a:lnTo>
                  <a:lnTo>
                    <a:pt x="868" y="2"/>
                  </a:lnTo>
                  <a:lnTo>
                    <a:pt x="866" y="2"/>
                  </a:lnTo>
                  <a:lnTo>
                    <a:pt x="864" y="2"/>
                  </a:lnTo>
                  <a:lnTo>
                    <a:pt x="864" y="2"/>
                  </a:lnTo>
                  <a:lnTo>
                    <a:pt x="864" y="2"/>
                  </a:lnTo>
                  <a:lnTo>
                    <a:pt x="864" y="2"/>
                  </a:lnTo>
                  <a:lnTo>
                    <a:pt x="861" y="2"/>
                  </a:lnTo>
                  <a:lnTo>
                    <a:pt x="861" y="2"/>
                  </a:lnTo>
                  <a:lnTo>
                    <a:pt x="861" y="2"/>
                  </a:lnTo>
                  <a:lnTo>
                    <a:pt x="861" y="0"/>
                  </a:lnTo>
                  <a:lnTo>
                    <a:pt x="859" y="0"/>
                  </a:lnTo>
                  <a:lnTo>
                    <a:pt x="859" y="0"/>
                  </a:lnTo>
                  <a:lnTo>
                    <a:pt x="859" y="0"/>
                  </a:lnTo>
                  <a:lnTo>
                    <a:pt x="859" y="0"/>
                  </a:lnTo>
                  <a:lnTo>
                    <a:pt x="857" y="0"/>
                  </a:lnTo>
                  <a:lnTo>
                    <a:pt x="857" y="0"/>
                  </a:lnTo>
                  <a:lnTo>
                    <a:pt x="857" y="0"/>
                  </a:lnTo>
                  <a:lnTo>
                    <a:pt x="857" y="0"/>
                  </a:lnTo>
                  <a:lnTo>
                    <a:pt x="854" y="0"/>
                  </a:lnTo>
                  <a:lnTo>
                    <a:pt x="854" y="0"/>
                  </a:lnTo>
                  <a:lnTo>
                    <a:pt x="854" y="0"/>
                  </a:lnTo>
                  <a:lnTo>
                    <a:pt x="854" y="0"/>
                  </a:lnTo>
                  <a:lnTo>
                    <a:pt x="854" y="0"/>
                  </a:lnTo>
                  <a:lnTo>
                    <a:pt x="854" y="0"/>
                  </a:lnTo>
                  <a:lnTo>
                    <a:pt x="854" y="0"/>
                  </a:lnTo>
                  <a:lnTo>
                    <a:pt x="854" y="0"/>
                  </a:lnTo>
                  <a:lnTo>
                    <a:pt x="854" y="0"/>
                  </a:lnTo>
                  <a:lnTo>
                    <a:pt x="852" y="0"/>
                  </a:lnTo>
                  <a:lnTo>
                    <a:pt x="852" y="0"/>
                  </a:lnTo>
                  <a:lnTo>
                    <a:pt x="852" y="0"/>
                  </a:lnTo>
                  <a:lnTo>
                    <a:pt x="850" y="0"/>
                  </a:lnTo>
                  <a:lnTo>
                    <a:pt x="850" y="0"/>
                  </a:lnTo>
                  <a:lnTo>
                    <a:pt x="850" y="0"/>
                  </a:lnTo>
                  <a:lnTo>
                    <a:pt x="850" y="0"/>
                  </a:lnTo>
                  <a:lnTo>
                    <a:pt x="850" y="2"/>
                  </a:lnTo>
                  <a:lnTo>
                    <a:pt x="852" y="4"/>
                  </a:lnTo>
                  <a:lnTo>
                    <a:pt x="852" y="4"/>
                  </a:lnTo>
                  <a:lnTo>
                    <a:pt x="852" y="4"/>
                  </a:lnTo>
                  <a:lnTo>
                    <a:pt x="852" y="4"/>
                  </a:lnTo>
                  <a:lnTo>
                    <a:pt x="852" y="7"/>
                  </a:lnTo>
                  <a:lnTo>
                    <a:pt x="852" y="7"/>
                  </a:lnTo>
                  <a:lnTo>
                    <a:pt x="852" y="7"/>
                  </a:lnTo>
                  <a:lnTo>
                    <a:pt x="852" y="7"/>
                  </a:lnTo>
                  <a:lnTo>
                    <a:pt x="850" y="9"/>
                  </a:lnTo>
                  <a:lnTo>
                    <a:pt x="847" y="9"/>
                  </a:lnTo>
                  <a:lnTo>
                    <a:pt x="847" y="12"/>
                  </a:lnTo>
                  <a:lnTo>
                    <a:pt x="847" y="12"/>
                  </a:lnTo>
                  <a:lnTo>
                    <a:pt x="845" y="9"/>
                  </a:lnTo>
                  <a:lnTo>
                    <a:pt x="845" y="9"/>
                  </a:lnTo>
                  <a:lnTo>
                    <a:pt x="842" y="12"/>
                  </a:lnTo>
                  <a:lnTo>
                    <a:pt x="838" y="12"/>
                  </a:lnTo>
                  <a:lnTo>
                    <a:pt x="835" y="12"/>
                  </a:lnTo>
                  <a:lnTo>
                    <a:pt x="835" y="12"/>
                  </a:lnTo>
                  <a:lnTo>
                    <a:pt x="833" y="12"/>
                  </a:lnTo>
                  <a:lnTo>
                    <a:pt x="833" y="12"/>
                  </a:lnTo>
                  <a:lnTo>
                    <a:pt x="833" y="9"/>
                  </a:lnTo>
                  <a:lnTo>
                    <a:pt x="831" y="9"/>
                  </a:lnTo>
                  <a:lnTo>
                    <a:pt x="831" y="9"/>
                  </a:lnTo>
                  <a:lnTo>
                    <a:pt x="831" y="9"/>
                  </a:lnTo>
                  <a:lnTo>
                    <a:pt x="821" y="7"/>
                  </a:lnTo>
                  <a:lnTo>
                    <a:pt x="821" y="7"/>
                  </a:lnTo>
                  <a:lnTo>
                    <a:pt x="819" y="7"/>
                  </a:lnTo>
                  <a:lnTo>
                    <a:pt x="819" y="7"/>
                  </a:lnTo>
                  <a:lnTo>
                    <a:pt x="819" y="7"/>
                  </a:lnTo>
                  <a:lnTo>
                    <a:pt x="816" y="7"/>
                  </a:lnTo>
                  <a:lnTo>
                    <a:pt x="816" y="2"/>
                  </a:lnTo>
                  <a:lnTo>
                    <a:pt x="816" y="2"/>
                  </a:lnTo>
                  <a:lnTo>
                    <a:pt x="816" y="2"/>
                  </a:lnTo>
                  <a:lnTo>
                    <a:pt x="814" y="2"/>
                  </a:lnTo>
                  <a:lnTo>
                    <a:pt x="814" y="2"/>
                  </a:lnTo>
                  <a:lnTo>
                    <a:pt x="814" y="2"/>
                  </a:lnTo>
                  <a:lnTo>
                    <a:pt x="814" y="2"/>
                  </a:lnTo>
                  <a:lnTo>
                    <a:pt x="812" y="0"/>
                  </a:lnTo>
                  <a:lnTo>
                    <a:pt x="812" y="0"/>
                  </a:lnTo>
                  <a:lnTo>
                    <a:pt x="807" y="0"/>
                  </a:lnTo>
                  <a:lnTo>
                    <a:pt x="805" y="0"/>
                  </a:lnTo>
                  <a:lnTo>
                    <a:pt x="805" y="0"/>
                  </a:lnTo>
                  <a:lnTo>
                    <a:pt x="802" y="2"/>
                  </a:lnTo>
                  <a:lnTo>
                    <a:pt x="802" y="2"/>
                  </a:lnTo>
                  <a:lnTo>
                    <a:pt x="800" y="4"/>
                  </a:lnTo>
                  <a:lnTo>
                    <a:pt x="800" y="4"/>
                  </a:lnTo>
                  <a:lnTo>
                    <a:pt x="800" y="4"/>
                  </a:lnTo>
                  <a:lnTo>
                    <a:pt x="800" y="7"/>
                  </a:lnTo>
                  <a:lnTo>
                    <a:pt x="800" y="7"/>
                  </a:lnTo>
                  <a:lnTo>
                    <a:pt x="800" y="9"/>
                  </a:lnTo>
                  <a:lnTo>
                    <a:pt x="797" y="9"/>
                  </a:lnTo>
                  <a:lnTo>
                    <a:pt x="797" y="12"/>
                  </a:lnTo>
                  <a:lnTo>
                    <a:pt x="788" y="14"/>
                  </a:lnTo>
                  <a:lnTo>
                    <a:pt x="779" y="16"/>
                  </a:lnTo>
                  <a:lnTo>
                    <a:pt x="776" y="16"/>
                  </a:lnTo>
                  <a:lnTo>
                    <a:pt x="774" y="16"/>
                  </a:lnTo>
                  <a:lnTo>
                    <a:pt x="771" y="16"/>
                  </a:lnTo>
                  <a:lnTo>
                    <a:pt x="771" y="16"/>
                  </a:lnTo>
                  <a:lnTo>
                    <a:pt x="769" y="19"/>
                  </a:lnTo>
                  <a:lnTo>
                    <a:pt x="767" y="19"/>
                  </a:lnTo>
                  <a:lnTo>
                    <a:pt x="764" y="19"/>
                  </a:lnTo>
                  <a:lnTo>
                    <a:pt x="764" y="21"/>
                  </a:lnTo>
                  <a:lnTo>
                    <a:pt x="762" y="21"/>
                  </a:lnTo>
                  <a:lnTo>
                    <a:pt x="762" y="21"/>
                  </a:lnTo>
                  <a:lnTo>
                    <a:pt x="762" y="23"/>
                  </a:lnTo>
                  <a:lnTo>
                    <a:pt x="760" y="26"/>
                  </a:lnTo>
                  <a:lnTo>
                    <a:pt x="760" y="26"/>
                  </a:lnTo>
                  <a:lnTo>
                    <a:pt x="757" y="26"/>
                  </a:lnTo>
                  <a:lnTo>
                    <a:pt x="757" y="28"/>
                  </a:lnTo>
                  <a:lnTo>
                    <a:pt x="757" y="28"/>
                  </a:lnTo>
                  <a:lnTo>
                    <a:pt x="755" y="28"/>
                  </a:lnTo>
                  <a:lnTo>
                    <a:pt x="755" y="28"/>
                  </a:lnTo>
                  <a:lnTo>
                    <a:pt x="753" y="28"/>
                  </a:lnTo>
                  <a:lnTo>
                    <a:pt x="748" y="28"/>
                  </a:lnTo>
                  <a:lnTo>
                    <a:pt x="748" y="28"/>
                  </a:lnTo>
                  <a:lnTo>
                    <a:pt x="745" y="28"/>
                  </a:lnTo>
                  <a:lnTo>
                    <a:pt x="738" y="26"/>
                  </a:lnTo>
                  <a:lnTo>
                    <a:pt x="736" y="23"/>
                  </a:lnTo>
                  <a:lnTo>
                    <a:pt x="736" y="23"/>
                  </a:lnTo>
                  <a:lnTo>
                    <a:pt x="738" y="19"/>
                  </a:lnTo>
                  <a:lnTo>
                    <a:pt x="736" y="19"/>
                  </a:lnTo>
                  <a:lnTo>
                    <a:pt x="736" y="19"/>
                  </a:lnTo>
                  <a:lnTo>
                    <a:pt x="734" y="19"/>
                  </a:lnTo>
                  <a:lnTo>
                    <a:pt x="734" y="19"/>
                  </a:lnTo>
                  <a:lnTo>
                    <a:pt x="734" y="19"/>
                  </a:lnTo>
                  <a:lnTo>
                    <a:pt x="734" y="19"/>
                  </a:lnTo>
                  <a:lnTo>
                    <a:pt x="734" y="16"/>
                  </a:lnTo>
                  <a:lnTo>
                    <a:pt x="731" y="16"/>
                  </a:lnTo>
                  <a:lnTo>
                    <a:pt x="731" y="16"/>
                  </a:lnTo>
                  <a:lnTo>
                    <a:pt x="731" y="16"/>
                  </a:lnTo>
                  <a:lnTo>
                    <a:pt x="731" y="16"/>
                  </a:lnTo>
                  <a:lnTo>
                    <a:pt x="729" y="16"/>
                  </a:lnTo>
                  <a:lnTo>
                    <a:pt x="722" y="12"/>
                  </a:lnTo>
                  <a:lnTo>
                    <a:pt x="719" y="12"/>
                  </a:lnTo>
                  <a:lnTo>
                    <a:pt x="717" y="12"/>
                  </a:lnTo>
                  <a:lnTo>
                    <a:pt x="712" y="12"/>
                  </a:lnTo>
                  <a:lnTo>
                    <a:pt x="710" y="12"/>
                  </a:lnTo>
                  <a:lnTo>
                    <a:pt x="710" y="12"/>
                  </a:lnTo>
                  <a:lnTo>
                    <a:pt x="708" y="14"/>
                  </a:lnTo>
                  <a:lnTo>
                    <a:pt x="708" y="12"/>
                  </a:lnTo>
                  <a:lnTo>
                    <a:pt x="705" y="12"/>
                  </a:lnTo>
                  <a:lnTo>
                    <a:pt x="705" y="12"/>
                  </a:lnTo>
                  <a:lnTo>
                    <a:pt x="705" y="12"/>
                  </a:lnTo>
                  <a:lnTo>
                    <a:pt x="703" y="12"/>
                  </a:lnTo>
                  <a:lnTo>
                    <a:pt x="703" y="12"/>
                  </a:lnTo>
                  <a:lnTo>
                    <a:pt x="703" y="12"/>
                  </a:lnTo>
                  <a:lnTo>
                    <a:pt x="696" y="12"/>
                  </a:lnTo>
                  <a:lnTo>
                    <a:pt x="696" y="12"/>
                  </a:lnTo>
                  <a:lnTo>
                    <a:pt x="693" y="12"/>
                  </a:lnTo>
                  <a:lnTo>
                    <a:pt x="693" y="12"/>
                  </a:lnTo>
                  <a:lnTo>
                    <a:pt x="691" y="12"/>
                  </a:lnTo>
                  <a:lnTo>
                    <a:pt x="691" y="12"/>
                  </a:lnTo>
                  <a:lnTo>
                    <a:pt x="691" y="12"/>
                  </a:lnTo>
                  <a:lnTo>
                    <a:pt x="689" y="12"/>
                  </a:lnTo>
                  <a:lnTo>
                    <a:pt x="689" y="12"/>
                  </a:lnTo>
                  <a:lnTo>
                    <a:pt x="686" y="12"/>
                  </a:lnTo>
                  <a:lnTo>
                    <a:pt x="686" y="12"/>
                  </a:lnTo>
                  <a:lnTo>
                    <a:pt x="684" y="14"/>
                  </a:lnTo>
                  <a:lnTo>
                    <a:pt x="684" y="12"/>
                  </a:lnTo>
                  <a:lnTo>
                    <a:pt x="682" y="12"/>
                  </a:lnTo>
                  <a:lnTo>
                    <a:pt x="682" y="12"/>
                  </a:lnTo>
                  <a:lnTo>
                    <a:pt x="679" y="12"/>
                  </a:lnTo>
                  <a:lnTo>
                    <a:pt x="677" y="12"/>
                  </a:lnTo>
                  <a:lnTo>
                    <a:pt x="677" y="12"/>
                  </a:lnTo>
                  <a:lnTo>
                    <a:pt x="677" y="12"/>
                  </a:lnTo>
                  <a:lnTo>
                    <a:pt x="674" y="12"/>
                  </a:lnTo>
                  <a:lnTo>
                    <a:pt x="672" y="12"/>
                  </a:lnTo>
                  <a:lnTo>
                    <a:pt x="670" y="12"/>
                  </a:lnTo>
                  <a:lnTo>
                    <a:pt x="665" y="12"/>
                  </a:lnTo>
                  <a:lnTo>
                    <a:pt x="663" y="14"/>
                  </a:lnTo>
                  <a:lnTo>
                    <a:pt x="660" y="16"/>
                  </a:lnTo>
                  <a:lnTo>
                    <a:pt x="658" y="19"/>
                  </a:lnTo>
                  <a:lnTo>
                    <a:pt x="658" y="19"/>
                  </a:lnTo>
                  <a:lnTo>
                    <a:pt x="655" y="19"/>
                  </a:lnTo>
                  <a:lnTo>
                    <a:pt x="655" y="19"/>
                  </a:lnTo>
                  <a:lnTo>
                    <a:pt x="655" y="19"/>
                  </a:lnTo>
                  <a:lnTo>
                    <a:pt x="655" y="19"/>
                  </a:lnTo>
                  <a:lnTo>
                    <a:pt x="655" y="19"/>
                  </a:lnTo>
                  <a:lnTo>
                    <a:pt x="653" y="19"/>
                  </a:lnTo>
                  <a:lnTo>
                    <a:pt x="653" y="19"/>
                  </a:lnTo>
                  <a:lnTo>
                    <a:pt x="651" y="21"/>
                  </a:lnTo>
                  <a:lnTo>
                    <a:pt x="651" y="21"/>
                  </a:lnTo>
                  <a:lnTo>
                    <a:pt x="644" y="19"/>
                  </a:lnTo>
                  <a:lnTo>
                    <a:pt x="641" y="19"/>
                  </a:lnTo>
                  <a:lnTo>
                    <a:pt x="639" y="19"/>
                  </a:lnTo>
                  <a:lnTo>
                    <a:pt x="637" y="19"/>
                  </a:lnTo>
                  <a:lnTo>
                    <a:pt x="637" y="19"/>
                  </a:lnTo>
                  <a:lnTo>
                    <a:pt x="637" y="21"/>
                  </a:lnTo>
                  <a:lnTo>
                    <a:pt x="637" y="21"/>
                  </a:lnTo>
                  <a:lnTo>
                    <a:pt x="634" y="21"/>
                  </a:lnTo>
                  <a:lnTo>
                    <a:pt x="634" y="21"/>
                  </a:lnTo>
                  <a:lnTo>
                    <a:pt x="632" y="23"/>
                  </a:lnTo>
                  <a:lnTo>
                    <a:pt x="632" y="21"/>
                  </a:lnTo>
                  <a:lnTo>
                    <a:pt x="629" y="21"/>
                  </a:lnTo>
                  <a:lnTo>
                    <a:pt x="627" y="19"/>
                  </a:lnTo>
                  <a:lnTo>
                    <a:pt x="627" y="19"/>
                  </a:lnTo>
                  <a:lnTo>
                    <a:pt x="625" y="16"/>
                  </a:lnTo>
                  <a:lnTo>
                    <a:pt x="625" y="16"/>
                  </a:lnTo>
                  <a:lnTo>
                    <a:pt x="622" y="19"/>
                  </a:lnTo>
                  <a:lnTo>
                    <a:pt x="618" y="21"/>
                  </a:lnTo>
                  <a:lnTo>
                    <a:pt x="618" y="21"/>
                  </a:lnTo>
                  <a:lnTo>
                    <a:pt x="618" y="23"/>
                  </a:lnTo>
                  <a:lnTo>
                    <a:pt x="615" y="23"/>
                  </a:lnTo>
                  <a:lnTo>
                    <a:pt x="615" y="26"/>
                  </a:lnTo>
                  <a:lnTo>
                    <a:pt x="611" y="28"/>
                  </a:lnTo>
                  <a:lnTo>
                    <a:pt x="606" y="31"/>
                  </a:lnTo>
                  <a:lnTo>
                    <a:pt x="603" y="33"/>
                  </a:lnTo>
                  <a:lnTo>
                    <a:pt x="596" y="33"/>
                  </a:lnTo>
                  <a:lnTo>
                    <a:pt x="596" y="33"/>
                  </a:lnTo>
                  <a:lnTo>
                    <a:pt x="594" y="33"/>
                  </a:lnTo>
                  <a:lnTo>
                    <a:pt x="594" y="33"/>
                  </a:lnTo>
                  <a:lnTo>
                    <a:pt x="594" y="33"/>
                  </a:lnTo>
                  <a:lnTo>
                    <a:pt x="594" y="31"/>
                  </a:lnTo>
                  <a:lnTo>
                    <a:pt x="594" y="31"/>
                  </a:lnTo>
                  <a:lnTo>
                    <a:pt x="594" y="31"/>
                  </a:lnTo>
                  <a:lnTo>
                    <a:pt x="592" y="31"/>
                  </a:lnTo>
                  <a:lnTo>
                    <a:pt x="592" y="28"/>
                  </a:lnTo>
                  <a:lnTo>
                    <a:pt x="589" y="28"/>
                  </a:lnTo>
                  <a:lnTo>
                    <a:pt x="589" y="31"/>
                  </a:lnTo>
                  <a:lnTo>
                    <a:pt x="575" y="33"/>
                  </a:lnTo>
                  <a:lnTo>
                    <a:pt x="570" y="35"/>
                  </a:lnTo>
                  <a:lnTo>
                    <a:pt x="570" y="35"/>
                  </a:lnTo>
                  <a:lnTo>
                    <a:pt x="568" y="33"/>
                  </a:lnTo>
                  <a:lnTo>
                    <a:pt x="563" y="33"/>
                  </a:lnTo>
                  <a:lnTo>
                    <a:pt x="561" y="35"/>
                  </a:lnTo>
                  <a:lnTo>
                    <a:pt x="561" y="35"/>
                  </a:lnTo>
                  <a:lnTo>
                    <a:pt x="558" y="35"/>
                  </a:lnTo>
                  <a:lnTo>
                    <a:pt x="558" y="35"/>
                  </a:lnTo>
                  <a:lnTo>
                    <a:pt x="558" y="35"/>
                  </a:lnTo>
                  <a:lnTo>
                    <a:pt x="556" y="35"/>
                  </a:lnTo>
                  <a:lnTo>
                    <a:pt x="556" y="35"/>
                  </a:lnTo>
                  <a:lnTo>
                    <a:pt x="556" y="35"/>
                  </a:lnTo>
                  <a:lnTo>
                    <a:pt x="547" y="35"/>
                  </a:lnTo>
                  <a:lnTo>
                    <a:pt x="544" y="35"/>
                  </a:lnTo>
                  <a:lnTo>
                    <a:pt x="542" y="38"/>
                  </a:lnTo>
                  <a:lnTo>
                    <a:pt x="542" y="35"/>
                  </a:lnTo>
                  <a:lnTo>
                    <a:pt x="540" y="35"/>
                  </a:lnTo>
                  <a:lnTo>
                    <a:pt x="537" y="35"/>
                  </a:lnTo>
                  <a:lnTo>
                    <a:pt x="537" y="35"/>
                  </a:lnTo>
                  <a:lnTo>
                    <a:pt x="535" y="38"/>
                  </a:lnTo>
                  <a:lnTo>
                    <a:pt x="532" y="38"/>
                  </a:lnTo>
                  <a:lnTo>
                    <a:pt x="532" y="38"/>
                  </a:lnTo>
                  <a:lnTo>
                    <a:pt x="530" y="38"/>
                  </a:lnTo>
                  <a:lnTo>
                    <a:pt x="528" y="38"/>
                  </a:lnTo>
                  <a:lnTo>
                    <a:pt x="525" y="38"/>
                  </a:lnTo>
                  <a:lnTo>
                    <a:pt x="525" y="40"/>
                  </a:lnTo>
                  <a:lnTo>
                    <a:pt x="521" y="40"/>
                  </a:lnTo>
                  <a:lnTo>
                    <a:pt x="518" y="40"/>
                  </a:lnTo>
                  <a:lnTo>
                    <a:pt x="516" y="40"/>
                  </a:lnTo>
                  <a:lnTo>
                    <a:pt x="516" y="42"/>
                  </a:lnTo>
                  <a:lnTo>
                    <a:pt x="516" y="42"/>
                  </a:lnTo>
                  <a:lnTo>
                    <a:pt x="516" y="42"/>
                  </a:lnTo>
                  <a:lnTo>
                    <a:pt x="514" y="42"/>
                  </a:lnTo>
                  <a:lnTo>
                    <a:pt x="514" y="45"/>
                  </a:lnTo>
                  <a:lnTo>
                    <a:pt x="514" y="45"/>
                  </a:lnTo>
                  <a:lnTo>
                    <a:pt x="514" y="45"/>
                  </a:lnTo>
                  <a:lnTo>
                    <a:pt x="511" y="45"/>
                  </a:lnTo>
                  <a:lnTo>
                    <a:pt x="511" y="47"/>
                  </a:lnTo>
                  <a:lnTo>
                    <a:pt x="509" y="47"/>
                  </a:lnTo>
                  <a:lnTo>
                    <a:pt x="506" y="49"/>
                  </a:lnTo>
                  <a:lnTo>
                    <a:pt x="504" y="49"/>
                  </a:lnTo>
                  <a:lnTo>
                    <a:pt x="504" y="49"/>
                  </a:lnTo>
                  <a:lnTo>
                    <a:pt x="499" y="49"/>
                  </a:lnTo>
                  <a:lnTo>
                    <a:pt x="499" y="49"/>
                  </a:lnTo>
                  <a:lnTo>
                    <a:pt x="499" y="49"/>
                  </a:lnTo>
                  <a:lnTo>
                    <a:pt x="497" y="52"/>
                  </a:lnTo>
                  <a:lnTo>
                    <a:pt x="497" y="52"/>
                  </a:lnTo>
                  <a:lnTo>
                    <a:pt x="495" y="52"/>
                  </a:lnTo>
                  <a:lnTo>
                    <a:pt x="490" y="54"/>
                  </a:lnTo>
                  <a:lnTo>
                    <a:pt x="490" y="57"/>
                  </a:lnTo>
                  <a:lnTo>
                    <a:pt x="490" y="57"/>
                  </a:lnTo>
                  <a:lnTo>
                    <a:pt x="488" y="57"/>
                  </a:lnTo>
                  <a:lnTo>
                    <a:pt x="485" y="57"/>
                  </a:lnTo>
                  <a:lnTo>
                    <a:pt x="485" y="57"/>
                  </a:lnTo>
                  <a:lnTo>
                    <a:pt x="483" y="59"/>
                  </a:lnTo>
                  <a:lnTo>
                    <a:pt x="483" y="59"/>
                  </a:lnTo>
                  <a:lnTo>
                    <a:pt x="483" y="59"/>
                  </a:lnTo>
                  <a:lnTo>
                    <a:pt x="483" y="61"/>
                  </a:lnTo>
                  <a:lnTo>
                    <a:pt x="483" y="61"/>
                  </a:lnTo>
                  <a:lnTo>
                    <a:pt x="480" y="61"/>
                  </a:lnTo>
                  <a:lnTo>
                    <a:pt x="480" y="61"/>
                  </a:lnTo>
                  <a:lnTo>
                    <a:pt x="480" y="61"/>
                  </a:lnTo>
                  <a:lnTo>
                    <a:pt x="476" y="64"/>
                  </a:lnTo>
                  <a:lnTo>
                    <a:pt x="476" y="64"/>
                  </a:lnTo>
                  <a:lnTo>
                    <a:pt x="473" y="66"/>
                  </a:lnTo>
                  <a:lnTo>
                    <a:pt x="473" y="68"/>
                  </a:lnTo>
                  <a:lnTo>
                    <a:pt x="473" y="68"/>
                  </a:lnTo>
                  <a:lnTo>
                    <a:pt x="471" y="68"/>
                  </a:lnTo>
                  <a:lnTo>
                    <a:pt x="471" y="68"/>
                  </a:lnTo>
                  <a:lnTo>
                    <a:pt x="471" y="68"/>
                  </a:lnTo>
                  <a:lnTo>
                    <a:pt x="471" y="71"/>
                  </a:lnTo>
                  <a:lnTo>
                    <a:pt x="469" y="75"/>
                  </a:lnTo>
                  <a:lnTo>
                    <a:pt x="469" y="75"/>
                  </a:lnTo>
                  <a:lnTo>
                    <a:pt x="466" y="80"/>
                  </a:lnTo>
                  <a:lnTo>
                    <a:pt x="466" y="83"/>
                  </a:lnTo>
                  <a:lnTo>
                    <a:pt x="464" y="83"/>
                  </a:lnTo>
                  <a:lnTo>
                    <a:pt x="461" y="85"/>
                  </a:lnTo>
                  <a:lnTo>
                    <a:pt x="459" y="85"/>
                  </a:lnTo>
                  <a:lnTo>
                    <a:pt x="459" y="85"/>
                  </a:lnTo>
                  <a:lnTo>
                    <a:pt x="457" y="85"/>
                  </a:lnTo>
                  <a:lnTo>
                    <a:pt x="454" y="85"/>
                  </a:lnTo>
                  <a:lnTo>
                    <a:pt x="452" y="83"/>
                  </a:lnTo>
                  <a:lnTo>
                    <a:pt x="450" y="83"/>
                  </a:lnTo>
                  <a:lnTo>
                    <a:pt x="450" y="83"/>
                  </a:lnTo>
                  <a:lnTo>
                    <a:pt x="450" y="80"/>
                  </a:lnTo>
                  <a:lnTo>
                    <a:pt x="450" y="80"/>
                  </a:lnTo>
                  <a:lnTo>
                    <a:pt x="450" y="80"/>
                  </a:lnTo>
                  <a:lnTo>
                    <a:pt x="447" y="80"/>
                  </a:lnTo>
                  <a:lnTo>
                    <a:pt x="447" y="78"/>
                  </a:lnTo>
                  <a:lnTo>
                    <a:pt x="447" y="78"/>
                  </a:lnTo>
                  <a:lnTo>
                    <a:pt x="447" y="78"/>
                  </a:lnTo>
                  <a:lnTo>
                    <a:pt x="447" y="78"/>
                  </a:lnTo>
                  <a:lnTo>
                    <a:pt x="445" y="78"/>
                  </a:lnTo>
                  <a:lnTo>
                    <a:pt x="443" y="78"/>
                  </a:lnTo>
                  <a:lnTo>
                    <a:pt x="443" y="78"/>
                  </a:lnTo>
                  <a:lnTo>
                    <a:pt x="440" y="78"/>
                  </a:lnTo>
                  <a:lnTo>
                    <a:pt x="440" y="78"/>
                  </a:lnTo>
                  <a:lnTo>
                    <a:pt x="440" y="78"/>
                  </a:lnTo>
                  <a:lnTo>
                    <a:pt x="440" y="78"/>
                  </a:lnTo>
                  <a:lnTo>
                    <a:pt x="440" y="78"/>
                  </a:lnTo>
                  <a:lnTo>
                    <a:pt x="440" y="78"/>
                  </a:lnTo>
                  <a:lnTo>
                    <a:pt x="440" y="78"/>
                  </a:lnTo>
                  <a:lnTo>
                    <a:pt x="440" y="80"/>
                  </a:lnTo>
                  <a:lnTo>
                    <a:pt x="440" y="80"/>
                  </a:lnTo>
                  <a:lnTo>
                    <a:pt x="440" y="80"/>
                  </a:lnTo>
                  <a:lnTo>
                    <a:pt x="440" y="80"/>
                  </a:lnTo>
                  <a:lnTo>
                    <a:pt x="438" y="85"/>
                  </a:lnTo>
                  <a:lnTo>
                    <a:pt x="435" y="87"/>
                  </a:lnTo>
                  <a:lnTo>
                    <a:pt x="435" y="87"/>
                  </a:lnTo>
                  <a:lnTo>
                    <a:pt x="435" y="87"/>
                  </a:lnTo>
                  <a:lnTo>
                    <a:pt x="435" y="87"/>
                  </a:lnTo>
                  <a:lnTo>
                    <a:pt x="433" y="87"/>
                  </a:lnTo>
                  <a:lnTo>
                    <a:pt x="433" y="87"/>
                  </a:lnTo>
                  <a:lnTo>
                    <a:pt x="433" y="90"/>
                  </a:lnTo>
                  <a:lnTo>
                    <a:pt x="431" y="90"/>
                  </a:lnTo>
                  <a:lnTo>
                    <a:pt x="431" y="90"/>
                  </a:lnTo>
                  <a:lnTo>
                    <a:pt x="428" y="90"/>
                  </a:lnTo>
                  <a:lnTo>
                    <a:pt x="428" y="90"/>
                  </a:lnTo>
                  <a:lnTo>
                    <a:pt x="428" y="90"/>
                  </a:lnTo>
                  <a:lnTo>
                    <a:pt x="428" y="90"/>
                  </a:lnTo>
                  <a:lnTo>
                    <a:pt x="426" y="87"/>
                  </a:lnTo>
                  <a:lnTo>
                    <a:pt x="426" y="87"/>
                  </a:lnTo>
                  <a:lnTo>
                    <a:pt x="426" y="87"/>
                  </a:lnTo>
                  <a:lnTo>
                    <a:pt x="424" y="87"/>
                  </a:lnTo>
                  <a:lnTo>
                    <a:pt x="424" y="87"/>
                  </a:lnTo>
                  <a:lnTo>
                    <a:pt x="424" y="87"/>
                  </a:lnTo>
                  <a:lnTo>
                    <a:pt x="424" y="87"/>
                  </a:lnTo>
                  <a:lnTo>
                    <a:pt x="424" y="87"/>
                  </a:lnTo>
                  <a:lnTo>
                    <a:pt x="421" y="87"/>
                  </a:lnTo>
                  <a:lnTo>
                    <a:pt x="421" y="87"/>
                  </a:lnTo>
                  <a:lnTo>
                    <a:pt x="419" y="90"/>
                  </a:lnTo>
                  <a:lnTo>
                    <a:pt x="417" y="90"/>
                  </a:lnTo>
                  <a:lnTo>
                    <a:pt x="417" y="90"/>
                  </a:lnTo>
                  <a:lnTo>
                    <a:pt x="417" y="90"/>
                  </a:lnTo>
                  <a:lnTo>
                    <a:pt x="417" y="90"/>
                  </a:lnTo>
                  <a:lnTo>
                    <a:pt x="417" y="90"/>
                  </a:lnTo>
                  <a:lnTo>
                    <a:pt x="414" y="90"/>
                  </a:lnTo>
                  <a:lnTo>
                    <a:pt x="414" y="90"/>
                  </a:lnTo>
                  <a:lnTo>
                    <a:pt x="412" y="92"/>
                  </a:lnTo>
                  <a:lnTo>
                    <a:pt x="412" y="92"/>
                  </a:lnTo>
                  <a:lnTo>
                    <a:pt x="409" y="92"/>
                  </a:lnTo>
                  <a:lnTo>
                    <a:pt x="409" y="92"/>
                  </a:lnTo>
                  <a:lnTo>
                    <a:pt x="409" y="94"/>
                  </a:lnTo>
                  <a:lnTo>
                    <a:pt x="407" y="94"/>
                  </a:lnTo>
                  <a:lnTo>
                    <a:pt x="405" y="97"/>
                  </a:lnTo>
                  <a:lnTo>
                    <a:pt x="405" y="97"/>
                  </a:lnTo>
                  <a:lnTo>
                    <a:pt x="405" y="99"/>
                  </a:lnTo>
                  <a:lnTo>
                    <a:pt x="405" y="99"/>
                  </a:lnTo>
                  <a:lnTo>
                    <a:pt x="402" y="99"/>
                  </a:lnTo>
                  <a:lnTo>
                    <a:pt x="402" y="99"/>
                  </a:lnTo>
                  <a:lnTo>
                    <a:pt x="402" y="99"/>
                  </a:lnTo>
                  <a:lnTo>
                    <a:pt x="400" y="104"/>
                  </a:lnTo>
                  <a:lnTo>
                    <a:pt x="400" y="106"/>
                  </a:lnTo>
                  <a:lnTo>
                    <a:pt x="398" y="106"/>
                  </a:lnTo>
                  <a:lnTo>
                    <a:pt x="398" y="111"/>
                  </a:lnTo>
                  <a:lnTo>
                    <a:pt x="398" y="111"/>
                  </a:lnTo>
                  <a:lnTo>
                    <a:pt x="398" y="111"/>
                  </a:lnTo>
                  <a:lnTo>
                    <a:pt x="395" y="113"/>
                  </a:lnTo>
                  <a:lnTo>
                    <a:pt x="395" y="113"/>
                  </a:lnTo>
                  <a:lnTo>
                    <a:pt x="393" y="113"/>
                  </a:lnTo>
                  <a:lnTo>
                    <a:pt x="393" y="116"/>
                  </a:lnTo>
                  <a:lnTo>
                    <a:pt x="393" y="116"/>
                  </a:lnTo>
                  <a:lnTo>
                    <a:pt x="393" y="116"/>
                  </a:lnTo>
                  <a:lnTo>
                    <a:pt x="390" y="116"/>
                  </a:lnTo>
                  <a:lnTo>
                    <a:pt x="386" y="118"/>
                  </a:lnTo>
                  <a:lnTo>
                    <a:pt x="383" y="118"/>
                  </a:lnTo>
                  <a:lnTo>
                    <a:pt x="379" y="123"/>
                  </a:lnTo>
                  <a:lnTo>
                    <a:pt x="376" y="125"/>
                  </a:lnTo>
                  <a:lnTo>
                    <a:pt x="376" y="125"/>
                  </a:lnTo>
                  <a:lnTo>
                    <a:pt x="374" y="125"/>
                  </a:lnTo>
                  <a:lnTo>
                    <a:pt x="372" y="128"/>
                  </a:lnTo>
                  <a:lnTo>
                    <a:pt x="372" y="128"/>
                  </a:lnTo>
                  <a:lnTo>
                    <a:pt x="369" y="128"/>
                  </a:lnTo>
                  <a:lnTo>
                    <a:pt x="369" y="128"/>
                  </a:lnTo>
                  <a:lnTo>
                    <a:pt x="367" y="128"/>
                  </a:lnTo>
                  <a:lnTo>
                    <a:pt x="367" y="130"/>
                  </a:lnTo>
                  <a:lnTo>
                    <a:pt x="362" y="130"/>
                  </a:lnTo>
                  <a:lnTo>
                    <a:pt x="360" y="132"/>
                  </a:lnTo>
                  <a:lnTo>
                    <a:pt x="360" y="132"/>
                  </a:lnTo>
                  <a:lnTo>
                    <a:pt x="360" y="132"/>
                  </a:lnTo>
                  <a:lnTo>
                    <a:pt x="360" y="132"/>
                  </a:lnTo>
                  <a:lnTo>
                    <a:pt x="355" y="132"/>
                  </a:lnTo>
                  <a:lnTo>
                    <a:pt x="353" y="132"/>
                  </a:lnTo>
                  <a:lnTo>
                    <a:pt x="353" y="130"/>
                  </a:lnTo>
                  <a:lnTo>
                    <a:pt x="350" y="130"/>
                  </a:lnTo>
                  <a:lnTo>
                    <a:pt x="348" y="130"/>
                  </a:lnTo>
                  <a:lnTo>
                    <a:pt x="348" y="130"/>
                  </a:lnTo>
                  <a:lnTo>
                    <a:pt x="348" y="130"/>
                  </a:lnTo>
                  <a:lnTo>
                    <a:pt x="348" y="130"/>
                  </a:lnTo>
                  <a:lnTo>
                    <a:pt x="348" y="130"/>
                  </a:lnTo>
                  <a:lnTo>
                    <a:pt x="346" y="130"/>
                  </a:lnTo>
                  <a:lnTo>
                    <a:pt x="346" y="135"/>
                  </a:lnTo>
                  <a:lnTo>
                    <a:pt x="346" y="135"/>
                  </a:lnTo>
                  <a:lnTo>
                    <a:pt x="348" y="137"/>
                  </a:lnTo>
                  <a:lnTo>
                    <a:pt x="350" y="137"/>
                  </a:lnTo>
                  <a:lnTo>
                    <a:pt x="350" y="139"/>
                  </a:lnTo>
                  <a:lnTo>
                    <a:pt x="353" y="139"/>
                  </a:lnTo>
                  <a:lnTo>
                    <a:pt x="355" y="142"/>
                  </a:lnTo>
                  <a:lnTo>
                    <a:pt x="357" y="142"/>
                  </a:lnTo>
                  <a:lnTo>
                    <a:pt x="357" y="142"/>
                  </a:lnTo>
                  <a:lnTo>
                    <a:pt x="357" y="142"/>
                  </a:lnTo>
                  <a:lnTo>
                    <a:pt x="357" y="144"/>
                  </a:lnTo>
                  <a:lnTo>
                    <a:pt x="357" y="144"/>
                  </a:lnTo>
                  <a:lnTo>
                    <a:pt x="360" y="146"/>
                  </a:lnTo>
                  <a:lnTo>
                    <a:pt x="362" y="146"/>
                  </a:lnTo>
                  <a:lnTo>
                    <a:pt x="364" y="149"/>
                  </a:lnTo>
                  <a:lnTo>
                    <a:pt x="369" y="154"/>
                  </a:lnTo>
                  <a:lnTo>
                    <a:pt x="369" y="154"/>
                  </a:lnTo>
                  <a:lnTo>
                    <a:pt x="369" y="154"/>
                  </a:lnTo>
                  <a:lnTo>
                    <a:pt x="369" y="154"/>
                  </a:lnTo>
                  <a:lnTo>
                    <a:pt x="369" y="158"/>
                  </a:lnTo>
                  <a:lnTo>
                    <a:pt x="364" y="161"/>
                  </a:lnTo>
                  <a:lnTo>
                    <a:pt x="364" y="163"/>
                  </a:lnTo>
                  <a:lnTo>
                    <a:pt x="372" y="170"/>
                  </a:lnTo>
                  <a:lnTo>
                    <a:pt x="374" y="170"/>
                  </a:lnTo>
                  <a:lnTo>
                    <a:pt x="374" y="170"/>
                  </a:lnTo>
                  <a:lnTo>
                    <a:pt x="369" y="177"/>
                  </a:lnTo>
                  <a:lnTo>
                    <a:pt x="369" y="180"/>
                  </a:lnTo>
                  <a:lnTo>
                    <a:pt x="372" y="182"/>
                  </a:lnTo>
                  <a:lnTo>
                    <a:pt x="376" y="194"/>
                  </a:lnTo>
                  <a:lnTo>
                    <a:pt x="376" y="196"/>
                  </a:lnTo>
                  <a:lnTo>
                    <a:pt x="376" y="196"/>
                  </a:lnTo>
                  <a:lnTo>
                    <a:pt x="376" y="199"/>
                  </a:lnTo>
                  <a:lnTo>
                    <a:pt x="374" y="208"/>
                  </a:lnTo>
                  <a:lnTo>
                    <a:pt x="374" y="210"/>
                  </a:lnTo>
                  <a:lnTo>
                    <a:pt x="374" y="215"/>
                  </a:lnTo>
                  <a:lnTo>
                    <a:pt x="374" y="215"/>
                  </a:lnTo>
                  <a:lnTo>
                    <a:pt x="374" y="217"/>
                  </a:lnTo>
                  <a:lnTo>
                    <a:pt x="374" y="217"/>
                  </a:lnTo>
                  <a:lnTo>
                    <a:pt x="374" y="217"/>
                  </a:lnTo>
                  <a:lnTo>
                    <a:pt x="372" y="220"/>
                  </a:lnTo>
                  <a:lnTo>
                    <a:pt x="372" y="220"/>
                  </a:lnTo>
                  <a:lnTo>
                    <a:pt x="372" y="220"/>
                  </a:lnTo>
                  <a:lnTo>
                    <a:pt x="372" y="222"/>
                  </a:lnTo>
                  <a:lnTo>
                    <a:pt x="372" y="222"/>
                  </a:lnTo>
                  <a:lnTo>
                    <a:pt x="374" y="222"/>
                  </a:lnTo>
                  <a:lnTo>
                    <a:pt x="376" y="222"/>
                  </a:lnTo>
                  <a:lnTo>
                    <a:pt x="376" y="225"/>
                  </a:lnTo>
                  <a:lnTo>
                    <a:pt x="379" y="229"/>
                  </a:lnTo>
                  <a:lnTo>
                    <a:pt x="379" y="232"/>
                  </a:lnTo>
                  <a:lnTo>
                    <a:pt x="379" y="234"/>
                  </a:lnTo>
                  <a:lnTo>
                    <a:pt x="376" y="234"/>
                  </a:lnTo>
                  <a:lnTo>
                    <a:pt x="376" y="239"/>
                  </a:lnTo>
                  <a:lnTo>
                    <a:pt x="376" y="241"/>
                  </a:lnTo>
                  <a:lnTo>
                    <a:pt x="374" y="241"/>
                  </a:lnTo>
                  <a:lnTo>
                    <a:pt x="374" y="248"/>
                  </a:lnTo>
                  <a:lnTo>
                    <a:pt x="376" y="251"/>
                  </a:lnTo>
                  <a:lnTo>
                    <a:pt x="379" y="253"/>
                  </a:lnTo>
                  <a:lnTo>
                    <a:pt x="379" y="255"/>
                  </a:lnTo>
                  <a:lnTo>
                    <a:pt x="379" y="255"/>
                  </a:lnTo>
                  <a:lnTo>
                    <a:pt x="381" y="258"/>
                  </a:lnTo>
                  <a:lnTo>
                    <a:pt x="383" y="260"/>
                  </a:lnTo>
                  <a:lnTo>
                    <a:pt x="383" y="260"/>
                  </a:lnTo>
                  <a:lnTo>
                    <a:pt x="386" y="262"/>
                  </a:lnTo>
                  <a:lnTo>
                    <a:pt x="386" y="262"/>
                  </a:lnTo>
                  <a:lnTo>
                    <a:pt x="386" y="265"/>
                  </a:lnTo>
                  <a:lnTo>
                    <a:pt x="386" y="265"/>
                  </a:lnTo>
                  <a:lnTo>
                    <a:pt x="386" y="267"/>
                  </a:lnTo>
                  <a:lnTo>
                    <a:pt x="383" y="267"/>
                  </a:lnTo>
                  <a:lnTo>
                    <a:pt x="383" y="267"/>
                  </a:lnTo>
                  <a:lnTo>
                    <a:pt x="383" y="267"/>
                  </a:lnTo>
                  <a:lnTo>
                    <a:pt x="381" y="270"/>
                  </a:lnTo>
                  <a:lnTo>
                    <a:pt x="388" y="281"/>
                  </a:lnTo>
                  <a:lnTo>
                    <a:pt x="390" y="284"/>
                  </a:lnTo>
                  <a:lnTo>
                    <a:pt x="393" y="284"/>
                  </a:lnTo>
                  <a:lnTo>
                    <a:pt x="409" y="296"/>
                  </a:lnTo>
                  <a:lnTo>
                    <a:pt x="409" y="298"/>
                  </a:lnTo>
                  <a:lnTo>
                    <a:pt x="407" y="300"/>
                  </a:lnTo>
                  <a:lnTo>
                    <a:pt x="405" y="303"/>
                  </a:lnTo>
                  <a:lnTo>
                    <a:pt x="402" y="303"/>
                  </a:lnTo>
                  <a:lnTo>
                    <a:pt x="400" y="303"/>
                  </a:lnTo>
                  <a:lnTo>
                    <a:pt x="400" y="303"/>
                  </a:lnTo>
                  <a:lnTo>
                    <a:pt x="400" y="305"/>
                  </a:lnTo>
                  <a:lnTo>
                    <a:pt x="398" y="305"/>
                  </a:lnTo>
                  <a:lnTo>
                    <a:pt x="398" y="307"/>
                  </a:lnTo>
                  <a:lnTo>
                    <a:pt x="398" y="315"/>
                  </a:lnTo>
                  <a:lnTo>
                    <a:pt x="398" y="315"/>
                  </a:lnTo>
                  <a:lnTo>
                    <a:pt x="398" y="315"/>
                  </a:lnTo>
                  <a:lnTo>
                    <a:pt x="398" y="315"/>
                  </a:lnTo>
                  <a:lnTo>
                    <a:pt x="395" y="317"/>
                  </a:lnTo>
                  <a:lnTo>
                    <a:pt x="395" y="317"/>
                  </a:lnTo>
                  <a:lnTo>
                    <a:pt x="395" y="317"/>
                  </a:lnTo>
                  <a:lnTo>
                    <a:pt x="395" y="317"/>
                  </a:lnTo>
                  <a:lnTo>
                    <a:pt x="395" y="319"/>
                  </a:lnTo>
                  <a:lnTo>
                    <a:pt x="395" y="319"/>
                  </a:lnTo>
                  <a:lnTo>
                    <a:pt x="398" y="317"/>
                  </a:lnTo>
                  <a:lnTo>
                    <a:pt x="400" y="317"/>
                  </a:lnTo>
                  <a:lnTo>
                    <a:pt x="400" y="319"/>
                  </a:lnTo>
                  <a:lnTo>
                    <a:pt x="400" y="319"/>
                  </a:lnTo>
                  <a:lnTo>
                    <a:pt x="402" y="319"/>
                  </a:lnTo>
                  <a:lnTo>
                    <a:pt x="400" y="322"/>
                  </a:lnTo>
                  <a:lnTo>
                    <a:pt x="398" y="324"/>
                  </a:lnTo>
                  <a:lnTo>
                    <a:pt x="395" y="324"/>
                  </a:lnTo>
                  <a:lnTo>
                    <a:pt x="393" y="324"/>
                  </a:lnTo>
                  <a:lnTo>
                    <a:pt x="393" y="324"/>
                  </a:lnTo>
                  <a:lnTo>
                    <a:pt x="390" y="322"/>
                  </a:lnTo>
                  <a:lnTo>
                    <a:pt x="388" y="322"/>
                  </a:lnTo>
                  <a:lnTo>
                    <a:pt x="383" y="322"/>
                  </a:lnTo>
                  <a:lnTo>
                    <a:pt x="381" y="322"/>
                  </a:lnTo>
                  <a:lnTo>
                    <a:pt x="376" y="322"/>
                  </a:lnTo>
                  <a:lnTo>
                    <a:pt x="372" y="322"/>
                  </a:lnTo>
                  <a:lnTo>
                    <a:pt x="367" y="322"/>
                  </a:lnTo>
                  <a:lnTo>
                    <a:pt x="362" y="322"/>
                  </a:lnTo>
                  <a:lnTo>
                    <a:pt x="357" y="322"/>
                  </a:lnTo>
                  <a:lnTo>
                    <a:pt x="353" y="322"/>
                  </a:lnTo>
                  <a:lnTo>
                    <a:pt x="350" y="322"/>
                  </a:lnTo>
                  <a:lnTo>
                    <a:pt x="346" y="322"/>
                  </a:lnTo>
                  <a:lnTo>
                    <a:pt x="341" y="322"/>
                  </a:lnTo>
                  <a:lnTo>
                    <a:pt x="338" y="319"/>
                  </a:lnTo>
                  <a:lnTo>
                    <a:pt x="331" y="319"/>
                  </a:lnTo>
                  <a:lnTo>
                    <a:pt x="322" y="322"/>
                  </a:lnTo>
                  <a:lnTo>
                    <a:pt x="310" y="324"/>
                  </a:lnTo>
                  <a:lnTo>
                    <a:pt x="308" y="326"/>
                  </a:lnTo>
                  <a:lnTo>
                    <a:pt x="312" y="336"/>
                  </a:lnTo>
                  <a:lnTo>
                    <a:pt x="315" y="341"/>
                  </a:lnTo>
                  <a:lnTo>
                    <a:pt x="305" y="343"/>
                  </a:lnTo>
                  <a:lnTo>
                    <a:pt x="293" y="345"/>
                  </a:lnTo>
                  <a:lnTo>
                    <a:pt x="277" y="348"/>
                  </a:lnTo>
                  <a:lnTo>
                    <a:pt x="275" y="350"/>
                  </a:lnTo>
                  <a:lnTo>
                    <a:pt x="272" y="348"/>
                  </a:lnTo>
                  <a:lnTo>
                    <a:pt x="270" y="350"/>
                  </a:lnTo>
                  <a:lnTo>
                    <a:pt x="267" y="367"/>
                  </a:lnTo>
                  <a:lnTo>
                    <a:pt x="265" y="367"/>
                  </a:lnTo>
                  <a:lnTo>
                    <a:pt x="263" y="369"/>
                  </a:lnTo>
                  <a:lnTo>
                    <a:pt x="260" y="369"/>
                  </a:lnTo>
                  <a:lnTo>
                    <a:pt x="260" y="371"/>
                  </a:lnTo>
                  <a:lnTo>
                    <a:pt x="260" y="376"/>
                  </a:lnTo>
                  <a:lnTo>
                    <a:pt x="260" y="376"/>
                  </a:lnTo>
                  <a:lnTo>
                    <a:pt x="260" y="378"/>
                  </a:lnTo>
                  <a:lnTo>
                    <a:pt x="260" y="381"/>
                  </a:lnTo>
                  <a:lnTo>
                    <a:pt x="260" y="381"/>
                  </a:lnTo>
                  <a:lnTo>
                    <a:pt x="260" y="381"/>
                  </a:lnTo>
                  <a:lnTo>
                    <a:pt x="260" y="381"/>
                  </a:lnTo>
                  <a:lnTo>
                    <a:pt x="263" y="381"/>
                  </a:lnTo>
                  <a:lnTo>
                    <a:pt x="263" y="381"/>
                  </a:lnTo>
                  <a:lnTo>
                    <a:pt x="265" y="378"/>
                  </a:lnTo>
                  <a:lnTo>
                    <a:pt x="265" y="381"/>
                  </a:lnTo>
                  <a:lnTo>
                    <a:pt x="265" y="381"/>
                  </a:lnTo>
                  <a:lnTo>
                    <a:pt x="267" y="383"/>
                  </a:lnTo>
                  <a:lnTo>
                    <a:pt x="267" y="383"/>
                  </a:lnTo>
                  <a:lnTo>
                    <a:pt x="270" y="386"/>
                  </a:lnTo>
                  <a:lnTo>
                    <a:pt x="272" y="386"/>
                  </a:lnTo>
                  <a:lnTo>
                    <a:pt x="272" y="386"/>
                  </a:lnTo>
                  <a:lnTo>
                    <a:pt x="272" y="388"/>
                  </a:lnTo>
                  <a:lnTo>
                    <a:pt x="272" y="388"/>
                  </a:lnTo>
                  <a:lnTo>
                    <a:pt x="275" y="393"/>
                  </a:lnTo>
                  <a:lnTo>
                    <a:pt x="272" y="397"/>
                  </a:lnTo>
                  <a:lnTo>
                    <a:pt x="270" y="400"/>
                  </a:lnTo>
                  <a:lnTo>
                    <a:pt x="270" y="404"/>
                  </a:lnTo>
                  <a:lnTo>
                    <a:pt x="270" y="409"/>
                  </a:lnTo>
                  <a:lnTo>
                    <a:pt x="260" y="414"/>
                  </a:lnTo>
                  <a:lnTo>
                    <a:pt x="251" y="416"/>
                  </a:lnTo>
                  <a:lnTo>
                    <a:pt x="244" y="416"/>
                  </a:lnTo>
                  <a:lnTo>
                    <a:pt x="237" y="419"/>
                  </a:lnTo>
                  <a:lnTo>
                    <a:pt x="232" y="421"/>
                  </a:lnTo>
                  <a:lnTo>
                    <a:pt x="225" y="428"/>
                  </a:lnTo>
                  <a:lnTo>
                    <a:pt x="218" y="435"/>
                  </a:lnTo>
                  <a:lnTo>
                    <a:pt x="211" y="438"/>
                  </a:lnTo>
                  <a:lnTo>
                    <a:pt x="204" y="442"/>
                  </a:lnTo>
                  <a:lnTo>
                    <a:pt x="199" y="445"/>
                  </a:lnTo>
                  <a:lnTo>
                    <a:pt x="194" y="449"/>
                  </a:lnTo>
                  <a:lnTo>
                    <a:pt x="187" y="454"/>
                  </a:lnTo>
                  <a:lnTo>
                    <a:pt x="182" y="459"/>
                  </a:lnTo>
                  <a:lnTo>
                    <a:pt x="180" y="466"/>
                  </a:lnTo>
                  <a:lnTo>
                    <a:pt x="175" y="475"/>
                  </a:lnTo>
                  <a:lnTo>
                    <a:pt x="168" y="483"/>
                  </a:lnTo>
                  <a:lnTo>
                    <a:pt x="163" y="483"/>
                  </a:lnTo>
                  <a:lnTo>
                    <a:pt x="159" y="483"/>
                  </a:lnTo>
                  <a:lnTo>
                    <a:pt x="156" y="475"/>
                  </a:lnTo>
                  <a:lnTo>
                    <a:pt x="152" y="478"/>
                  </a:lnTo>
                  <a:lnTo>
                    <a:pt x="144" y="478"/>
                  </a:lnTo>
                  <a:lnTo>
                    <a:pt x="130" y="478"/>
                  </a:lnTo>
                  <a:lnTo>
                    <a:pt x="123" y="480"/>
                  </a:lnTo>
                  <a:lnTo>
                    <a:pt x="114" y="480"/>
                  </a:lnTo>
                  <a:lnTo>
                    <a:pt x="107" y="483"/>
                  </a:lnTo>
                  <a:lnTo>
                    <a:pt x="102" y="487"/>
                  </a:lnTo>
                  <a:lnTo>
                    <a:pt x="92" y="483"/>
                  </a:lnTo>
                  <a:lnTo>
                    <a:pt x="88" y="483"/>
                  </a:lnTo>
                  <a:lnTo>
                    <a:pt x="83" y="483"/>
                  </a:lnTo>
                  <a:lnTo>
                    <a:pt x="76" y="485"/>
                  </a:lnTo>
                  <a:lnTo>
                    <a:pt x="71" y="490"/>
                  </a:lnTo>
                  <a:lnTo>
                    <a:pt x="66" y="490"/>
                  </a:lnTo>
                  <a:lnTo>
                    <a:pt x="64" y="490"/>
                  </a:lnTo>
                  <a:lnTo>
                    <a:pt x="64" y="490"/>
                  </a:lnTo>
                  <a:lnTo>
                    <a:pt x="62" y="490"/>
                  </a:lnTo>
                  <a:lnTo>
                    <a:pt x="59" y="490"/>
                  </a:lnTo>
                  <a:lnTo>
                    <a:pt x="57" y="490"/>
                  </a:lnTo>
                  <a:lnTo>
                    <a:pt x="57" y="490"/>
                  </a:lnTo>
                  <a:lnTo>
                    <a:pt x="52" y="494"/>
                  </a:lnTo>
                  <a:lnTo>
                    <a:pt x="52" y="494"/>
                  </a:lnTo>
                  <a:lnTo>
                    <a:pt x="50" y="497"/>
                  </a:lnTo>
                  <a:lnTo>
                    <a:pt x="45" y="499"/>
                  </a:lnTo>
                  <a:lnTo>
                    <a:pt x="40" y="504"/>
                  </a:lnTo>
                  <a:lnTo>
                    <a:pt x="36" y="509"/>
                  </a:lnTo>
                  <a:lnTo>
                    <a:pt x="33" y="509"/>
                  </a:lnTo>
                  <a:lnTo>
                    <a:pt x="28" y="511"/>
                  </a:lnTo>
                  <a:lnTo>
                    <a:pt x="24" y="513"/>
                  </a:lnTo>
                  <a:lnTo>
                    <a:pt x="21" y="518"/>
                  </a:lnTo>
                  <a:lnTo>
                    <a:pt x="19" y="518"/>
                  </a:lnTo>
                  <a:lnTo>
                    <a:pt x="17" y="518"/>
                  </a:lnTo>
                  <a:lnTo>
                    <a:pt x="17" y="520"/>
                  </a:lnTo>
                  <a:lnTo>
                    <a:pt x="14" y="523"/>
                  </a:lnTo>
                  <a:lnTo>
                    <a:pt x="14" y="523"/>
                  </a:lnTo>
                  <a:lnTo>
                    <a:pt x="12" y="525"/>
                  </a:lnTo>
                  <a:lnTo>
                    <a:pt x="10" y="528"/>
                  </a:lnTo>
                  <a:lnTo>
                    <a:pt x="2" y="530"/>
                  </a:lnTo>
                  <a:lnTo>
                    <a:pt x="2" y="532"/>
                  </a:lnTo>
                  <a:lnTo>
                    <a:pt x="0" y="532"/>
                  </a:lnTo>
                  <a:lnTo>
                    <a:pt x="0" y="535"/>
                  </a:lnTo>
                  <a:lnTo>
                    <a:pt x="0" y="617"/>
                  </a:lnTo>
                  <a:lnTo>
                    <a:pt x="12" y="625"/>
                  </a:lnTo>
                  <a:lnTo>
                    <a:pt x="21" y="632"/>
                  </a:lnTo>
                  <a:lnTo>
                    <a:pt x="33" y="639"/>
                  </a:lnTo>
                  <a:lnTo>
                    <a:pt x="43" y="646"/>
                  </a:lnTo>
                  <a:lnTo>
                    <a:pt x="55" y="653"/>
                  </a:lnTo>
                  <a:lnTo>
                    <a:pt x="64" y="658"/>
                  </a:lnTo>
                  <a:lnTo>
                    <a:pt x="76" y="665"/>
                  </a:lnTo>
                  <a:lnTo>
                    <a:pt x="85" y="672"/>
                  </a:lnTo>
                  <a:lnTo>
                    <a:pt x="97" y="679"/>
                  </a:lnTo>
                  <a:lnTo>
                    <a:pt x="107" y="686"/>
                  </a:lnTo>
                  <a:lnTo>
                    <a:pt x="116" y="693"/>
                  </a:lnTo>
                  <a:lnTo>
                    <a:pt x="128" y="700"/>
                  </a:lnTo>
                  <a:lnTo>
                    <a:pt x="137" y="705"/>
                  </a:lnTo>
                  <a:lnTo>
                    <a:pt x="144" y="712"/>
                  </a:lnTo>
                  <a:lnTo>
                    <a:pt x="154" y="717"/>
                  </a:lnTo>
                  <a:lnTo>
                    <a:pt x="163" y="722"/>
                  </a:lnTo>
                  <a:lnTo>
                    <a:pt x="163" y="724"/>
                  </a:lnTo>
                  <a:lnTo>
                    <a:pt x="170" y="729"/>
                  </a:lnTo>
                  <a:lnTo>
                    <a:pt x="180" y="733"/>
                  </a:lnTo>
                  <a:lnTo>
                    <a:pt x="189" y="741"/>
                  </a:lnTo>
                  <a:lnTo>
                    <a:pt x="199" y="748"/>
                  </a:lnTo>
                  <a:lnTo>
                    <a:pt x="206" y="752"/>
                  </a:lnTo>
                  <a:lnTo>
                    <a:pt x="208" y="752"/>
                  </a:lnTo>
                  <a:lnTo>
                    <a:pt x="208" y="752"/>
                  </a:lnTo>
                  <a:lnTo>
                    <a:pt x="208" y="752"/>
                  </a:lnTo>
                  <a:lnTo>
                    <a:pt x="211" y="755"/>
                  </a:lnTo>
                  <a:lnTo>
                    <a:pt x="215" y="759"/>
                  </a:lnTo>
                  <a:lnTo>
                    <a:pt x="220" y="762"/>
                  </a:lnTo>
                  <a:lnTo>
                    <a:pt x="222" y="764"/>
                  </a:lnTo>
                  <a:lnTo>
                    <a:pt x="230" y="769"/>
                  </a:lnTo>
                  <a:lnTo>
                    <a:pt x="234" y="771"/>
                  </a:lnTo>
                  <a:lnTo>
                    <a:pt x="239" y="774"/>
                  </a:lnTo>
                  <a:lnTo>
                    <a:pt x="241" y="778"/>
                  </a:lnTo>
                  <a:lnTo>
                    <a:pt x="246" y="781"/>
                  </a:lnTo>
                  <a:lnTo>
                    <a:pt x="251" y="783"/>
                  </a:lnTo>
                  <a:lnTo>
                    <a:pt x="256" y="785"/>
                  </a:lnTo>
                  <a:lnTo>
                    <a:pt x="260" y="790"/>
                  </a:lnTo>
                  <a:lnTo>
                    <a:pt x="263" y="793"/>
                  </a:lnTo>
                  <a:lnTo>
                    <a:pt x="267" y="795"/>
                  </a:lnTo>
                  <a:lnTo>
                    <a:pt x="272" y="800"/>
                  </a:lnTo>
                  <a:lnTo>
                    <a:pt x="277" y="802"/>
                  </a:lnTo>
                  <a:lnTo>
                    <a:pt x="282" y="804"/>
                  </a:lnTo>
                  <a:lnTo>
                    <a:pt x="284" y="807"/>
                  </a:lnTo>
                  <a:lnTo>
                    <a:pt x="289" y="812"/>
                  </a:lnTo>
                  <a:lnTo>
                    <a:pt x="293" y="814"/>
                  </a:lnTo>
                  <a:lnTo>
                    <a:pt x="298" y="816"/>
                  </a:lnTo>
                  <a:lnTo>
                    <a:pt x="303" y="821"/>
                  </a:lnTo>
                  <a:lnTo>
                    <a:pt x="308" y="823"/>
                  </a:lnTo>
                  <a:lnTo>
                    <a:pt x="312" y="826"/>
                  </a:lnTo>
                  <a:lnTo>
                    <a:pt x="317" y="830"/>
                  </a:lnTo>
                  <a:lnTo>
                    <a:pt x="322" y="833"/>
                  </a:lnTo>
                  <a:lnTo>
                    <a:pt x="324" y="838"/>
                  </a:lnTo>
                  <a:lnTo>
                    <a:pt x="329" y="840"/>
                  </a:lnTo>
                  <a:lnTo>
                    <a:pt x="334" y="842"/>
                  </a:lnTo>
                  <a:lnTo>
                    <a:pt x="338" y="847"/>
                  </a:lnTo>
                  <a:lnTo>
                    <a:pt x="343" y="849"/>
                  </a:lnTo>
                  <a:lnTo>
                    <a:pt x="348" y="854"/>
                  </a:lnTo>
                  <a:lnTo>
                    <a:pt x="353" y="856"/>
                  </a:lnTo>
                  <a:lnTo>
                    <a:pt x="357" y="859"/>
                  </a:lnTo>
                  <a:lnTo>
                    <a:pt x="362" y="864"/>
                  </a:lnTo>
                  <a:lnTo>
                    <a:pt x="367" y="866"/>
                  </a:lnTo>
                  <a:lnTo>
                    <a:pt x="372" y="868"/>
                  </a:lnTo>
                  <a:lnTo>
                    <a:pt x="376" y="873"/>
                  </a:lnTo>
                  <a:lnTo>
                    <a:pt x="381" y="875"/>
                  </a:lnTo>
                  <a:lnTo>
                    <a:pt x="386" y="880"/>
                  </a:lnTo>
                  <a:lnTo>
                    <a:pt x="390" y="883"/>
                  </a:lnTo>
                  <a:lnTo>
                    <a:pt x="395" y="885"/>
                  </a:lnTo>
                  <a:lnTo>
                    <a:pt x="400" y="890"/>
                  </a:lnTo>
                  <a:lnTo>
                    <a:pt x="405" y="892"/>
                  </a:lnTo>
                  <a:lnTo>
                    <a:pt x="409" y="897"/>
                  </a:lnTo>
                  <a:lnTo>
                    <a:pt x="414" y="899"/>
                  </a:lnTo>
                  <a:lnTo>
                    <a:pt x="419" y="901"/>
                  </a:lnTo>
                  <a:lnTo>
                    <a:pt x="424" y="906"/>
                  </a:lnTo>
                  <a:lnTo>
                    <a:pt x="428" y="909"/>
                  </a:lnTo>
                  <a:lnTo>
                    <a:pt x="433" y="911"/>
                  </a:lnTo>
                  <a:lnTo>
                    <a:pt x="435" y="916"/>
                  </a:lnTo>
                  <a:lnTo>
                    <a:pt x="440" y="918"/>
                  </a:lnTo>
                  <a:lnTo>
                    <a:pt x="445" y="923"/>
                  </a:lnTo>
                  <a:lnTo>
                    <a:pt x="450" y="925"/>
                  </a:lnTo>
                  <a:lnTo>
                    <a:pt x="454" y="927"/>
                  </a:lnTo>
                  <a:lnTo>
                    <a:pt x="459" y="932"/>
                  </a:lnTo>
                  <a:lnTo>
                    <a:pt x="464" y="935"/>
                  </a:lnTo>
                  <a:lnTo>
                    <a:pt x="466" y="935"/>
                  </a:lnTo>
                  <a:lnTo>
                    <a:pt x="469" y="937"/>
                  </a:lnTo>
                  <a:lnTo>
                    <a:pt x="473" y="942"/>
                  </a:lnTo>
                  <a:lnTo>
                    <a:pt x="478" y="944"/>
                  </a:lnTo>
                  <a:lnTo>
                    <a:pt x="483" y="949"/>
                  </a:lnTo>
                  <a:lnTo>
                    <a:pt x="488" y="951"/>
                  </a:lnTo>
                  <a:lnTo>
                    <a:pt x="492" y="954"/>
                  </a:lnTo>
                  <a:lnTo>
                    <a:pt x="497" y="958"/>
                  </a:lnTo>
                  <a:lnTo>
                    <a:pt x="502" y="961"/>
                  </a:lnTo>
                  <a:lnTo>
                    <a:pt x="506" y="963"/>
                  </a:lnTo>
                  <a:lnTo>
                    <a:pt x="511" y="968"/>
                  </a:lnTo>
                  <a:lnTo>
                    <a:pt x="516" y="970"/>
                  </a:lnTo>
                  <a:lnTo>
                    <a:pt x="521" y="972"/>
                  </a:lnTo>
                  <a:lnTo>
                    <a:pt x="525" y="977"/>
                  </a:lnTo>
                  <a:lnTo>
                    <a:pt x="528" y="980"/>
                  </a:lnTo>
                  <a:lnTo>
                    <a:pt x="528" y="982"/>
                  </a:lnTo>
                  <a:lnTo>
                    <a:pt x="528" y="984"/>
                  </a:lnTo>
                  <a:lnTo>
                    <a:pt x="528" y="989"/>
                  </a:lnTo>
                  <a:lnTo>
                    <a:pt x="525" y="996"/>
                  </a:lnTo>
                  <a:lnTo>
                    <a:pt x="525" y="996"/>
                  </a:lnTo>
                  <a:lnTo>
                    <a:pt x="525" y="998"/>
                  </a:lnTo>
                  <a:lnTo>
                    <a:pt x="528" y="998"/>
                  </a:lnTo>
                  <a:lnTo>
                    <a:pt x="528" y="998"/>
                  </a:lnTo>
                  <a:lnTo>
                    <a:pt x="528" y="998"/>
                  </a:lnTo>
                  <a:lnTo>
                    <a:pt x="530" y="998"/>
                  </a:lnTo>
                  <a:lnTo>
                    <a:pt x="532" y="998"/>
                  </a:lnTo>
                  <a:lnTo>
                    <a:pt x="532" y="998"/>
                  </a:lnTo>
                  <a:lnTo>
                    <a:pt x="535" y="998"/>
                  </a:lnTo>
                  <a:lnTo>
                    <a:pt x="535" y="998"/>
                  </a:lnTo>
                  <a:lnTo>
                    <a:pt x="537" y="1001"/>
                  </a:lnTo>
                  <a:lnTo>
                    <a:pt x="537" y="1003"/>
                  </a:lnTo>
                  <a:lnTo>
                    <a:pt x="537" y="1003"/>
                  </a:lnTo>
                  <a:lnTo>
                    <a:pt x="540" y="1003"/>
                  </a:lnTo>
                  <a:lnTo>
                    <a:pt x="542" y="1003"/>
                  </a:lnTo>
                  <a:lnTo>
                    <a:pt x="544" y="1006"/>
                  </a:lnTo>
                  <a:lnTo>
                    <a:pt x="544" y="1006"/>
                  </a:lnTo>
                  <a:lnTo>
                    <a:pt x="547" y="1006"/>
                  </a:lnTo>
                  <a:lnTo>
                    <a:pt x="549" y="1006"/>
                  </a:lnTo>
                  <a:lnTo>
                    <a:pt x="551" y="1010"/>
                  </a:lnTo>
                  <a:lnTo>
                    <a:pt x="554" y="1010"/>
                  </a:lnTo>
                  <a:lnTo>
                    <a:pt x="554" y="1013"/>
                  </a:lnTo>
                  <a:lnTo>
                    <a:pt x="554" y="1017"/>
                  </a:lnTo>
                  <a:lnTo>
                    <a:pt x="554" y="1017"/>
                  </a:lnTo>
                  <a:lnTo>
                    <a:pt x="561" y="1022"/>
                  </a:lnTo>
                  <a:lnTo>
                    <a:pt x="561" y="1025"/>
                  </a:lnTo>
                  <a:lnTo>
                    <a:pt x="563" y="1025"/>
                  </a:lnTo>
                  <a:lnTo>
                    <a:pt x="563" y="1025"/>
                  </a:lnTo>
                  <a:lnTo>
                    <a:pt x="563" y="1025"/>
                  </a:lnTo>
                  <a:lnTo>
                    <a:pt x="566" y="1025"/>
                  </a:lnTo>
                  <a:lnTo>
                    <a:pt x="566" y="1025"/>
                  </a:lnTo>
                  <a:lnTo>
                    <a:pt x="566" y="1027"/>
                  </a:lnTo>
                  <a:lnTo>
                    <a:pt x="566" y="1027"/>
                  </a:lnTo>
                  <a:lnTo>
                    <a:pt x="568" y="1027"/>
                  </a:lnTo>
                  <a:lnTo>
                    <a:pt x="568" y="1027"/>
                  </a:lnTo>
                  <a:lnTo>
                    <a:pt x="568" y="1027"/>
                  </a:lnTo>
                  <a:lnTo>
                    <a:pt x="570" y="1027"/>
                  </a:lnTo>
                  <a:lnTo>
                    <a:pt x="570" y="1027"/>
                  </a:lnTo>
                  <a:lnTo>
                    <a:pt x="570" y="1027"/>
                  </a:lnTo>
                  <a:lnTo>
                    <a:pt x="570" y="1027"/>
                  </a:lnTo>
                  <a:lnTo>
                    <a:pt x="573" y="1027"/>
                  </a:lnTo>
                  <a:lnTo>
                    <a:pt x="575" y="1029"/>
                  </a:lnTo>
                  <a:lnTo>
                    <a:pt x="575" y="1029"/>
                  </a:lnTo>
                  <a:lnTo>
                    <a:pt x="577" y="1027"/>
                  </a:lnTo>
                  <a:lnTo>
                    <a:pt x="580" y="1025"/>
                  </a:lnTo>
                  <a:lnTo>
                    <a:pt x="580" y="1025"/>
                  </a:lnTo>
                  <a:lnTo>
                    <a:pt x="582" y="1025"/>
                  </a:lnTo>
                  <a:lnTo>
                    <a:pt x="582" y="1025"/>
                  </a:lnTo>
                  <a:lnTo>
                    <a:pt x="585" y="1025"/>
                  </a:lnTo>
                  <a:lnTo>
                    <a:pt x="587" y="1029"/>
                  </a:lnTo>
                  <a:lnTo>
                    <a:pt x="589" y="1029"/>
                  </a:lnTo>
                  <a:lnTo>
                    <a:pt x="592" y="1032"/>
                  </a:lnTo>
                  <a:lnTo>
                    <a:pt x="592" y="1036"/>
                  </a:lnTo>
                  <a:lnTo>
                    <a:pt x="594" y="1036"/>
                  </a:lnTo>
                  <a:lnTo>
                    <a:pt x="594" y="1036"/>
                  </a:lnTo>
                  <a:lnTo>
                    <a:pt x="596" y="1039"/>
                  </a:lnTo>
                  <a:lnTo>
                    <a:pt x="596" y="1039"/>
                  </a:lnTo>
                  <a:lnTo>
                    <a:pt x="599" y="1039"/>
                  </a:lnTo>
                  <a:lnTo>
                    <a:pt x="599" y="1039"/>
                  </a:lnTo>
                  <a:lnTo>
                    <a:pt x="601" y="1039"/>
                  </a:lnTo>
                  <a:lnTo>
                    <a:pt x="606" y="1041"/>
                  </a:lnTo>
                  <a:lnTo>
                    <a:pt x="608" y="1041"/>
                  </a:lnTo>
                  <a:lnTo>
                    <a:pt x="622" y="1043"/>
                  </a:lnTo>
                  <a:lnTo>
                    <a:pt x="629" y="1046"/>
                  </a:lnTo>
                  <a:lnTo>
                    <a:pt x="632" y="1048"/>
                  </a:lnTo>
                  <a:lnTo>
                    <a:pt x="634" y="1051"/>
                  </a:lnTo>
                  <a:lnTo>
                    <a:pt x="634" y="1051"/>
                  </a:lnTo>
                  <a:lnTo>
                    <a:pt x="637" y="1051"/>
                  </a:lnTo>
                  <a:lnTo>
                    <a:pt x="637" y="1051"/>
                  </a:lnTo>
                  <a:lnTo>
                    <a:pt x="637" y="1053"/>
                  </a:lnTo>
                  <a:lnTo>
                    <a:pt x="637" y="1062"/>
                  </a:lnTo>
                  <a:lnTo>
                    <a:pt x="637" y="1065"/>
                  </a:lnTo>
                  <a:lnTo>
                    <a:pt x="637" y="1067"/>
                  </a:lnTo>
                  <a:lnTo>
                    <a:pt x="637" y="1067"/>
                  </a:lnTo>
                  <a:lnTo>
                    <a:pt x="637" y="1067"/>
                  </a:lnTo>
                  <a:lnTo>
                    <a:pt x="637" y="1069"/>
                  </a:lnTo>
                  <a:lnTo>
                    <a:pt x="639" y="1069"/>
                  </a:lnTo>
                  <a:lnTo>
                    <a:pt x="637" y="1069"/>
                  </a:lnTo>
                  <a:lnTo>
                    <a:pt x="637" y="1069"/>
                  </a:lnTo>
                  <a:lnTo>
                    <a:pt x="637" y="1072"/>
                  </a:lnTo>
                  <a:lnTo>
                    <a:pt x="639" y="1072"/>
                  </a:lnTo>
                  <a:lnTo>
                    <a:pt x="639" y="1072"/>
                  </a:lnTo>
                  <a:lnTo>
                    <a:pt x="639" y="1074"/>
                  </a:lnTo>
                  <a:lnTo>
                    <a:pt x="639" y="1074"/>
                  </a:lnTo>
                  <a:lnTo>
                    <a:pt x="639" y="1077"/>
                  </a:lnTo>
                  <a:lnTo>
                    <a:pt x="639" y="1077"/>
                  </a:lnTo>
                  <a:lnTo>
                    <a:pt x="637" y="1077"/>
                  </a:lnTo>
                  <a:lnTo>
                    <a:pt x="637" y="1079"/>
                  </a:lnTo>
                  <a:lnTo>
                    <a:pt x="634" y="1079"/>
                  </a:lnTo>
                  <a:lnTo>
                    <a:pt x="634" y="1081"/>
                  </a:lnTo>
                  <a:lnTo>
                    <a:pt x="634" y="1084"/>
                  </a:lnTo>
                  <a:lnTo>
                    <a:pt x="634" y="1084"/>
                  </a:lnTo>
                  <a:lnTo>
                    <a:pt x="632" y="1084"/>
                  </a:lnTo>
                  <a:lnTo>
                    <a:pt x="632" y="1084"/>
                  </a:lnTo>
                  <a:lnTo>
                    <a:pt x="632" y="1086"/>
                  </a:lnTo>
                  <a:lnTo>
                    <a:pt x="632" y="1086"/>
                  </a:lnTo>
                  <a:lnTo>
                    <a:pt x="632" y="1088"/>
                  </a:lnTo>
                  <a:lnTo>
                    <a:pt x="632" y="1088"/>
                  </a:lnTo>
                  <a:lnTo>
                    <a:pt x="632" y="1091"/>
                  </a:lnTo>
                  <a:lnTo>
                    <a:pt x="632" y="1091"/>
                  </a:lnTo>
                  <a:lnTo>
                    <a:pt x="634" y="1093"/>
                  </a:lnTo>
                  <a:lnTo>
                    <a:pt x="634" y="1093"/>
                  </a:lnTo>
                  <a:lnTo>
                    <a:pt x="637" y="1093"/>
                  </a:lnTo>
                  <a:lnTo>
                    <a:pt x="641" y="1098"/>
                  </a:lnTo>
                  <a:lnTo>
                    <a:pt x="641" y="1098"/>
                  </a:lnTo>
                  <a:lnTo>
                    <a:pt x="641" y="1098"/>
                  </a:lnTo>
                  <a:lnTo>
                    <a:pt x="644" y="1098"/>
                  </a:lnTo>
                  <a:lnTo>
                    <a:pt x="644" y="1098"/>
                  </a:lnTo>
                  <a:lnTo>
                    <a:pt x="648" y="1098"/>
                  </a:lnTo>
                  <a:lnTo>
                    <a:pt x="648" y="1098"/>
                  </a:lnTo>
                  <a:lnTo>
                    <a:pt x="655" y="1096"/>
                  </a:lnTo>
                  <a:lnTo>
                    <a:pt x="663" y="1093"/>
                  </a:lnTo>
                  <a:lnTo>
                    <a:pt x="667" y="1093"/>
                  </a:lnTo>
                  <a:lnTo>
                    <a:pt x="672" y="1093"/>
                  </a:lnTo>
                  <a:lnTo>
                    <a:pt x="682" y="1091"/>
                  </a:lnTo>
                  <a:lnTo>
                    <a:pt x="691" y="1088"/>
                  </a:lnTo>
                  <a:lnTo>
                    <a:pt x="700" y="1086"/>
                  </a:lnTo>
                  <a:lnTo>
                    <a:pt x="712" y="1084"/>
                  </a:lnTo>
                  <a:lnTo>
                    <a:pt x="722" y="1084"/>
                  </a:lnTo>
                  <a:lnTo>
                    <a:pt x="731" y="1081"/>
                  </a:lnTo>
                  <a:lnTo>
                    <a:pt x="736" y="1079"/>
                  </a:lnTo>
                  <a:lnTo>
                    <a:pt x="748" y="1077"/>
                  </a:lnTo>
                  <a:lnTo>
                    <a:pt x="760" y="1074"/>
                  </a:lnTo>
                  <a:lnTo>
                    <a:pt x="764" y="1074"/>
                  </a:lnTo>
                  <a:lnTo>
                    <a:pt x="771" y="1072"/>
                  </a:lnTo>
                  <a:lnTo>
                    <a:pt x="774" y="1072"/>
                  </a:lnTo>
                  <a:lnTo>
                    <a:pt x="776" y="1069"/>
                  </a:lnTo>
                  <a:lnTo>
                    <a:pt x="781" y="1067"/>
                  </a:lnTo>
                  <a:lnTo>
                    <a:pt x="786" y="1062"/>
                  </a:lnTo>
                  <a:lnTo>
                    <a:pt x="788" y="1060"/>
                  </a:lnTo>
                  <a:lnTo>
                    <a:pt x="790" y="1058"/>
                  </a:lnTo>
                  <a:lnTo>
                    <a:pt x="795" y="1053"/>
                  </a:lnTo>
                  <a:lnTo>
                    <a:pt x="797" y="1051"/>
                  </a:lnTo>
                  <a:lnTo>
                    <a:pt x="802" y="1048"/>
                  </a:lnTo>
                  <a:lnTo>
                    <a:pt x="805" y="1043"/>
                  </a:lnTo>
                  <a:lnTo>
                    <a:pt x="809" y="1041"/>
                  </a:lnTo>
                  <a:lnTo>
                    <a:pt x="812" y="1039"/>
                  </a:lnTo>
                  <a:lnTo>
                    <a:pt x="814" y="1036"/>
                  </a:lnTo>
                  <a:lnTo>
                    <a:pt x="819" y="1032"/>
                  </a:lnTo>
                  <a:lnTo>
                    <a:pt x="821" y="1029"/>
                  </a:lnTo>
                  <a:lnTo>
                    <a:pt x="826" y="1027"/>
                  </a:lnTo>
                  <a:lnTo>
                    <a:pt x="828" y="1022"/>
                  </a:lnTo>
                  <a:lnTo>
                    <a:pt x="833" y="1020"/>
                  </a:lnTo>
                  <a:lnTo>
                    <a:pt x="835" y="1017"/>
                  </a:lnTo>
                  <a:lnTo>
                    <a:pt x="838" y="1015"/>
                  </a:lnTo>
                  <a:lnTo>
                    <a:pt x="840" y="1013"/>
                  </a:lnTo>
                  <a:lnTo>
                    <a:pt x="845" y="1008"/>
                  </a:lnTo>
                  <a:lnTo>
                    <a:pt x="847" y="1006"/>
                  </a:lnTo>
                  <a:lnTo>
                    <a:pt x="852" y="1003"/>
                  </a:lnTo>
                  <a:lnTo>
                    <a:pt x="857" y="998"/>
                  </a:lnTo>
                  <a:lnTo>
                    <a:pt x="859" y="996"/>
                  </a:lnTo>
                  <a:lnTo>
                    <a:pt x="866" y="991"/>
                  </a:lnTo>
                  <a:lnTo>
                    <a:pt x="873" y="987"/>
                  </a:lnTo>
                  <a:lnTo>
                    <a:pt x="876" y="984"/>
                  </a:lnTo>
                  <a:lnTo>
                    <a:pt x="880" y="982"/>
                  </a:lnTo>
                  <a:lnTo>
                    <a:pt x="883" y="980"/>
                  </a:lnTo>
                  <a:lnTo>
                    <a:pt x="887" y="977"/>
                  </a:lnTo>
                  <a:lnTo>
                    <a:pt x="890" y="975"/>
                  </a:lnTo>
                  <a:lnTo>
                    <a:pt x="894" y="972"/>
                  </a:lnTo>
                  <a:lnTo>
                    <a:pt x="897" y="970"/>
                  </a:lnTo>
                  <a:lnTo>
                    <a:pt x="902" y="968"/>
                  </a:lnTo>
                  <a:lnTo>
                    <a:pt x="904" y="965"/>
                  </a:lnTo>
                  <a:lnTo>
                    <a:pt x="909" y="963"/>
                  </a:lnTo>
                  <a:lnTo>
                    <a:pt x="911" y="961"/>
                  </a:lnTo>
                  <a:lnTo>
                    <a:pt x="916" y="958"/>
                  </a:lnTo>
                  <a:lnTo>
                    <a:pt x="921" y="956"/>
                  </a:lnTo>
                  <a:lnTo>
                    <a:pt x="923" y="954"/>
                  </a:lnTo>
                  <a:lnTo>
                    <a:pt x="928" y="951"/>
                  </a:lnTo>
                  <a:lnTo>
                    <a:pt x="930" y="949"/>
                  </a:lnTo>
                  <a:lnTo>
                    <a:pt x="935" y="946"/>
                  </a:lnTo>
                  <a:lnTo>
                    <a:pt x="937" y="946"/>
                  </a:lnTo>
                  <a:lnTo>
                    <a:pt x="942" y="944"/>
                  </a:lnTo>
                  <a:lnTo>
                    <a:pt x="944" y="942"/>
                  </a:lnTo>
                  <a:lnTo>
                    <a:pt x="949" y="939"/>
                  </a:lnTo>
                  <a:lnTo>
                    <a:pt x="951" y="937"/>
                  </a:lnTo>
                  <a:lnTo>
                    <a:pt x="956" y="935"/>
                  </a:lnTo>
                  <a:lnTo>
                    <a:pt x="958" y="932"/>
                  </a:lnTo>
                  <a:lnTo>
                    <a:pt x="963" y="930"/>
                  </a:lnTo>
                  <a:lnTo>
                    <a:pt x="968" y="927"/>
                  </a:lnTo>
                  <a:lnTo>
                    <a:pt x="970" y="925"/>
                  </a:lnTo>
                  <a:lnTo>
                    <a:pt x="975" y="923"/>
                  </a:lnTo>
                  <a:lnTo>
                    <a:pt x="977" y="920"/>
                  </a:lnTo>
                  <a:lnTo>
                    <a:pt x="982" y="918"/>
                  </a:lnTo>
                  <a:lnTo>
                    <a:pt x="984" y="916"/>
                  </a:lnTo>
                  <a:lnTo>
                    <a:pt x="989" y="913"/>
                  </a:lnTo>
                  <a:lnTo>
                    <a:pt x="991" y="911"/>
                  </a:lnTo>
                  <a:lnTo>
                    <a:pt x="996" y="909"/>
                  </a:lnTo>
                  <a:lnTo>
                    <a:pt x="999" y="906"/>
                  </a:lnTo>
                  <a:lnTo>
                    <a:pt x="1003" y="904"/>
                  </a:lnTo>
                  <a:lnTo>
                    <a:pt x="1006" y="901"/>
                  </a:lnTo>
                  <a:lnTo>
                    <a:pt x="1010" y="899"/>
                  </a:lnTo>
                  <a:lnTo>
                    <a:pt x="1013" y="897"/>
                  </a:lnTo>
                  <a:lnTo>
                    <a:pt x="1018" y="894"/>
                  </a:lnTo>
                  <a:lnTo>
                    <a:pt x="1022" y="892"/>
                  </a:lnTo>
                  <a:lnTo>
                    <a:pt x="1025" y="890"/>
                  </a:lnTo>
                  <a:lnTo>
                    <a:pt x="1029" y="887"/>
                  </a:lnTo>
                  <a:lnTo>
                    <a:pt x="1032" y="885"/>
                  </a:lnTo>
                  <a:lnTo>
                    <a:pt x="1036" y="883"/>
                  </a:lnTo>
                  <a:lnTo>
                    <a:pt x="1039" y="880"/>
                  </a:lnTo>
                  <a:lnTo>
                    <a:pt x="1044" y="878"/>
                  </a:lnTo>
                  <a:lnTo>
                    <a:pt x="1046" y="875"/>
                  </a:lnTo>
                  <a:lnTo>
                    <a:pt x="1051" y="873"/>
                  </a:lnTo>
                  <a:lnTo>
                    <a:pt x="1053" y="871"/>
                  </a:lnTo>
                  <a:lnTo>
                    <a:pt x="1058" y="868"/>
                  </a:lnTo>
                  <a:lnTo>
                    <a:pt x="1060" y="866"/>
                  </a:lnTo>
                  <a:lnTo>
                    <a:pt x="1065" y="864"/>
                  </a:lnTo>
                  <a:lnTo>
                    <a:pt x="1070" y="861"/>
                  </a:lnTo>
                  <a:lnTo>
                    <a:pt x="1072" y="859"/>
                  </a:lnTo>
                  <a:lnTo>
                    <a:pt x="1077" y="856"/>
                  </a:lnTo>
                  <a:lnTo>
                    <a:pt x="1079" y="854"/>
                  </a:lnTo>
                  <a:lnTo>
                    <a:pt x="1084" y="854"/>
                  </a:lnTo>
                  <a:lnTo>
                    <a:pt x="1086" y="852"/>
                  </a:lnTo>
                  <a:lnTo>
                    <a:pt x="1091" y="849"/>
                  </a:lnTo>
                  <a:lnTo>
                    <a:pt x="1093" y="847"/>
                  </a:lnTo>
                  <a:lnTo>
                    <a:pt x="1098" y="845"/>
                  </a:lnTo>
                  <a:lnTo>
                    <a:pt x="1100" y="842"/>
                  </a:lnTo>
                  <a:lnTo>
                    <a:pt x="1105" y="840"/>
                  </a:lnTo>
                  <a:lnTo>
                    <a:pt x="1100" y="830"/>
                  </a:lnTo>
                  <a:close/>
                </a:path>
              </a:pathLst>
            </a:custGeom>
            <a:solidFill>
              <a:srgbClr val="004367"/>
            </a:solidFill>
            <a:ln w="4763" cap="flat">
              <a:solidFill>
                <a:schemeClr val="bg1">
                  <a:lumMod val="6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82" name="Image 81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BAA5ED41-3CE2-3C71-E355-F036192FB3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11" y="270631"/>
            <a:ext cx="1323628" cy="390029"/>
          </a:xfrm>
          <a:prstGeom prst="rect">
            <a:avLst/>
          </a:prstGeom>
        </p:spPr>
      </p:pic>
      <p:sp>
        <p:nvSpPr>
          <p:cNvPr id="2" name="Espace réservé du texte 20">
            <a:extLst>
              <a:ext uri="{FF2B5EF4-FFF2-40B4-BE49-F238E27FC236}">
                <a16:creationId xmlns:a16="http://schemas.microsoft.com/office/drawing/2014/main" id="{D8023A79-8291-7876-A0E3-1CBD446B4D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34472" y="1422019"/>
            <a:ext cx="2543175" cy="11287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fr-FR" err="1"/>
              <a:t>Africa</a:t>
            </a:r>
            <a:r>
              <a:rPr lang="fr-FR"/>
              <a:t> </a:t>
            </a:r>
            <a:r>
              <a:rPr lang="fr-FR" err="1"/>
              <a:t>Map</a:t>
            </a:r>
            <a:endParaRPr lang="fr-FR"/>
          </a:p>
        </p:txBody>
      </p:sp>
      <p:sp>
        <p:nvSpPr>
          <p:cNvPr id="3" name="Espace réservé du texte 22">
            <a:extLst>
              <a:ext uri="{FF2B5EF4-FFF2-40B4-BE49-F238E27FC236}">
                <a16:creationId xmlns:a16="http://schemas.microsoft.com/office/drawing/2014/main" id="{649F83BA-C7CA-8136-D994-445ED804C1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34472" y="4144313"/>
            <a:ext cx="3359150" cy="6588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1pPr>
            <a:lvl2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2pPr>
            <a:lvl3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3pPr>
            <a:lvl4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4pPr>
            <a:lvl5pPr>
              <a:defRPr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</a:defRPr>
            </a:lvl5pPr>
          </a:lstStyle>
          <a:p>
            <a:pPr>
              <a:lnSpc>
                <a:spcPts val="1500"/>
              </a:lnSpc>
            </a:pP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Lorem ipsum dolor sit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amet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consectetur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adipiscing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elit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, sed do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eiusmod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tempor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incididunt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ut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labore et dolore magna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aliqua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. Ut </a:t>
            </a:r>
            <a:r>
              <a:rPr lang="en-US" sz="1000" err="1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enim</a:t>
            </a:r>
            <a:r>
              <a:rPr lang="en-US" sz="1000">
                <a:solidFill>
                  <a:schemeClr val="bg2">
                    <a:lumMod val="25000"/>
                  </a:schemeClr>
                </a:solidFill>
                <a:latin typeface="DM Sans" pitchFamily="2" charset="0"/>
                <a:cs typeface="Segoe UI Light" panose="020B0502040204020203" pitchFamily="34" charset="0"/>
              </a:rPr>
              <a:t> add be ad</a:t>
            </a:r>
          </a:p>
        </p:txBody>
      </p:sp>
    </p:spTree>
    <p:extLst>
      <p:ext uri="{BB962C8B-B14F-4D97-AF65-F5344CB8AC3E}">
        <p14:creationId xmlns:p14="http://schemas.microsoft.com/office/powerpoint/2010/main" val="42635176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2298F5-0B7F-EFFE-9412-C55202576E53}"/>
              </a:ext>
            </a:extLst>
          </p:cNvPr>
          <p:cNvSpPr/>
          <p:nvPr userDrawn="1"/>
        </p:nvSpPr>
        <p:spPr>
          <a:xfrm>
            <a:off x="3029526" y="0"/>
            <a:ext cx="5994401" cy="6858000"/>
          </a:xfrm>
          <a:prstGeom prst="rect">
            <a:avLst/>
          </a:prstGeom>
          <a:solidFill>
            <a:srgbClr val="0043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TextBox 21">
            <a:extLst>
              <a:ext uri="{FF2B5EF4-FFF2-40B4-BE49-F238E27FC236}">
                <a16:creationId xmlns:a16="http://schemas.microsoft.com/office/drawing/2014/main" id="{B84C41D5-6D30-7AFC-E4B2-90F6B71C306B}"/>
              </a:ext>
            </a:extLst>
          </p:cNvPr>
          <p:cNvSpPr txBox="1"/>
          <p:nvPr userDrawn="1"/>
        </p:nvSpPr>
        <p:spPr>
          <a:xfrm>
            <a:off x="4309052" y="5818432"/>
            <a:ext cx="35738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400" spc="5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FOR</a:t>
            </a:r>
            <a:r>
              <a:rPr lang="en-US" sz="1400" spc="5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tr-TR" sz="1400" spc="5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</a:t>
            </a:r>
            <a:r>
              <a:rPr lang="en-US" sz="1400" spc="5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</a:t>
            </a:r>
            <a:r>
              <a:rPr lang="tr-TR" sz="1400" spc="5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STENING!</a:t>
            </a:r>
          </a:p>
        </p:txBody>
      </p:sp>
      <p:sp>
        <p:nvSpPr>
          <p:cNvPr id="5" name="Freeform: Shape 22">
            <a:extLst>
              <a:ext uri="{FF2B5EF4-FFF2-40B4-BE49-F238E27FC236}">
                <a16:creationId xmlns:a16="http://schemas.microsoft.com/office/drawing/2014/main" id="{D54EA88A-7DD3-5162-EF21-30AC11D7C5A7}"/>
              </a:ext>
            </a:extLst>
          </p:cNvPr>
          <p:cNvSpPr/>
          <p:nvPr userDrawn="1"/>
        </p:nvSpPr>
        <p:spPr>
          <a:xfrm>
            <a:off x="5857875" y="2599803"/>
            <a:ext cx="476250" cy="419770"/>
          </a:xfrm>
          <a:custGeom>
            <a:avLst/>
            <a:gdLst/>
            <a:ahLst/>
            <a:cxnLst/>
            <a:rect l="l" t="t" r="r" b="b"/>
            <a:pathLst>
              <a:path w="228584" h="195927">
                <a:moveTo>
                  <a:pt x="114292" y="16313"/>
                </a:moveTo>
                <a:cubicBezTo>
                  <a:pt x="100928" y="16376"/>
                  <a:pt x="88362" y="18116"/>
                  <a:pt x="76593" y="21532"/>
                </a:cubicBezTo>
                <a:cubicBezTo>
                  <a:pt x="64824" y="24948"/>
                  <a:pt x="54426" y="29662"/>
                  <a:pt x="45400" y="35674"/>
                </a:cubicBezTo>
                <a:cubicBezTo>
                  <a:pt x="36374" y="41685"/>
                  <a:pt x="29294" y="48616"/>
                  <a:pt x="24159" y="56466"/>
                </a:cubicBezTo>
                <a:cubicBezTo>
                  <a:pt x="19024" y="64315"/>
                  <a:pt x="16409" y="72705"/>
                  <a:pt x="16313" y="81635"/>
                </a:cubicBezTo>
                <a:cubicBezTo>
                  <a:pt x="16385" y="91239"/>
                  <a:pt x="19431" y="100324"/>
                  <a:pt x="25451" y="108890"/>
                </a:cubicBezTo>
                <a:cubicBezTo>
                  <a:pt x="31471" y="117457"/>
                  <a:pt x="40034" y="124915"/>
                  <a:pt x="51141" y="131265"/>
                </a:cubicBezTo>
                <a:lnTo>
                  <a:pt x="62240" y="137644"/>
                </a:lnTo>
                <a:lnTo>
                  <a:pt x="58796" y="149889"/>
                </a:lnTo>
                <a:cubicBezTo>
                  <a:pt x="57571" y="154395"/>
                  <a:pt x="56194" y="158447"/>
                  <a:pt x="54666" y="162046"/>
                </a:cubicBezTo>
                <a:cubicBezTo>
                  <a:pt x="53137" y="165645"/>
                  <a:pt x="51537" y="168902"/>
                  <a:pt x="49866" y="171817"/>
                </a:cubicBezTo>
                <a:cubicBezTo>
                  <a:pt x="56311" y="169138"/>
                  <a:pt x="62461" y="165982"/>
                  <a:pt x="68316" y="162349"/>
                </a:cubicBezTo>
                <a:cubicBezTo>
                  <a:pt x="74172" y="158715"/>
                  <a:pt x="79716" y="154604"/>
                  <a:pt x="84949" y="150016"/>
                </a:cubicBezTo>
                <a:lnTo>
                  <a:pt x="90435" y="145171"/>
                </a:lnTo>
                <a:lnTo>
                  <a:pt x="97707" y="145937"/>
                </a:lnTo>
                <a:cubicBezTo>
                  <a:pt x="100455" y="146258"/>
                  <a:pt x="103219" y="146508"/>
                  <a:pt x="105999" y="146687"/>
                </a:cubicBezTo>
                <a:cubicBezTo>
                  <a:pt x="108779" y="146865"/>
                  <a:pt x="111544" y="146955"/>
                  <a:pt x="114292" y="146958"/>
                </a:cubicBezTo>
                <a:cubicBezTo>
                  <a:pt x="127655" y="146895"/>
                  <a:pt x="140222" y="145155"/>
                  <a:pt x="151991" y="141739"/>
                </a:cubicBezTo>
                <a:cubicBezTo>
                  <a:pt x="163760" y="138323"/>
                  <a:pt x="174157" y="133609"/>
                  <a:pt x="183184" y="127597"/>
                </a:cubicBezTo>
                <a:cubicBezTo>
                  <a:pt x="192210" y="121585"/>
                  <a:pt x="199290" y="114655"/>
                  <a:pt x="204426" y="106805"/>
                </a:cubicBezTo>
                <a:cubicBezTo>
                  <a:pt x="209561" y="98955"/>
                  <a:pt x="212176" y="90565"/>
                  <a:pt x="212272" y="81635"/>
                </a:cubicBezTo>
                <a:cubicBezTo>
                  <a:pt x="212176" y="72705"/>
                  <a:pt x="209561" y="64315"/>
                  <a:pt x="204426" y="56466"/>
                </a:cubicBezTo>
                <a:cubicBezTo>
                  <a:pt x="199290" y="48616"/>
                  <a:pt x="192210" y="41685"/>
                  <a:pt x="183184" y="35674"/>
                </a:cubicBezTo>
                <a:cubicBezTo>
                  <a:pt x="174157" y="29662"/>
                  <a:pt x="163760" y="24948"/>
                  <a:pt x="151991" y="21532"/>
                </a:cubicBezTo>
                <a:cubicBezTo>
                  <a:pt x="140222" y="18116"/>
                  <a:pt x="127655" y="16376"/>
                  <a:pt x="114292" y="16313"/>
                </a:cubicBezTo>
                <a:close/>
                <a:moveTo>
                  <a:pt x="114292" y="0"/>
                </a:moveTo>
                <a:cubicBezTo>
                  <a:pt x="130181" y="73"/>
                  <a:pt x="145015" y="2208"/>
                  <a:pt x="158792" y="6405"/>
                </a:cubicBezTo>
                <a:cubicBezTo>
                  <a:pt x="172569" y="10602"/>
                  <a:pt x="184678" y="16427"/>
                  <a:pt x="195119" y="23881"/>
                </a:cubicBezTo>
                <a:cubicBezTo>
                  <a:pt x="205561" y="31335"/>
                  <a:pt x="213723" y="39984"/>
                  <a:pt x="219607" y="49826"/>
                </a:cubicBezTo>
                <a:cubicBezTo>
                  <a:pt x="225490" y="59669"/>
                  <a:pt x="228482" y="70272"/>
                  <a:pt x="228584" y="81635"/>
                </a:cubicBezTo>
                <a:cubicBezTo>
                  <a:pt x="228482" y="92999"/>
                  <a:pt x="225490" y="103602"/>
                  <a:pt x="219607" y="113444"/>
                </a:cubicBezTo>
                <a:cubicBezTo>
                  <a:pt x="213723" y="123287"/>
                  <a:pt x="205561" y="131935"/>
                  <a:pt x="195119" y="139389"/>
                </a:cubicBezTo>
                <a:cubicBezTo>
                  <a:pt x="184678" y="146843"/>
                  <a:pt x="172569" y="152669"/>
                  <a:pt x="158792" y="156866"/>
                </a:cubicBezTo>
                <a:cubicBezTo>
                  <a:pt x="145015" y="161063"/>
                  <a:pt x="130181" y="163198"/>
                  <a:pt x="114292" y="163270"/>
                </a:cubicBezTo>
                <a:cubicBezTo>
                  <a:pt x="111161" y="163268"/>
                  <a:pt x="108046" y="163177"/>
                  <a:pt x="104947" y="163000"/>
                </a:cubicBezTo>
                <a:cubicBezTo>
                  <a:pt x="101848" y="162822"/>
                  <a:pt x="98796" y="162572"/>
                  <a:pt x="95793" y="162251"/>
                </a:cubicBezTo>
                <a:cubicBezTo>
                  <a:pt x="87416" y="169660"/>
                  <a:pt x="78304" y="175953"/>
                  <a:pt x="68460" y="181130"/>
                </a:cubicBezTo>
                <a:cubicBezTo>
                  <a:pt x="58615" y="186307"/>
                  <a:pt x="48164" y="190304"/>
                  <a:pt x="37108" y="193121"/>
                </a:cubicBezTo>
                <a:cubicBezTo>
                  <a:pt x="34803" y="193756"/>
                  <a:pt x="32427" y="194303"/>
                  <a:pt x="29980" y="194763"/>
                </a:cubicBezTo>
                <a:cubicBezTo>
                  <a:pt x="27532" y="195223"/>
                  <a:pt x="25060" y="195611"/>
                  <a:pt x="22564" y="195927"/>
                </a:cubicBezTo>
                <a:cubicBezTo>
                  <a:pt x="22434" y="195927"/>
                  <a:pt x="22312" y="195927"/>
                  <a:pt x="22197" y="195927"/>
                </a:cubicBezTo>
                <a:cubicBezTo>
                  <a:pt x="22083" y="195927"/>
                  <a:pt x="21993" y="195927"/>
                  <a:pt x="21926" y="195927"/>
                </a:cubicBezTo>
                <a:cubicBezTo>
                  <a:pt x="20621" y="195901"/>
                  <a:pt x="19468" y="195444"/>
                  <a:pt x="18466" y="194556"/>
                </a:cubicBezTo>
                <a:cubicBezTo>
                  <a:pt x="17464" y="193668"/>
                  <a:pt x="16789" y="192510"/>
                  <a:pt x="16440" y="191080"/>
                </a:cubicBezTo>
                <a:cubicBezTo>
                  <a:pt x="16440" y="190973"/>
                  <a:pt x="16440" y="190931"/>
                  <a:pt x="16440" y="190952"/>
                </a:cubicBezTo>
                <a:cubicBezTo>
                  <a:pt x="16186" y="189392"/>
                  <a:pt x="16441" y="188047"/>
                  <a:pt x="17206" y="186918"/>
                </a:cubicBezTo>
                <a:cubicBezTo>
                  <a:pt x="17971" y="185788"/>
                  <a:pt x="18864" y="184667"/>
                  <a:pt x="19885" y="183554"/>
                </a:cubicBezTo>
                <a:cubicBezTo>
                  <a:pt x="22591" y="180627"/>
                  <a:pt x="25344" y="177578"/>
                  <a:pt x="28144" y="174407"/>
                </a:cubicBezTo>
                <a:cubicBezTo>
                  <a:pt x="30945" y="171236"/>
                  <a:pt x="33632" y="167385"/>
                  <a:pt x="36205" y="162854"/>
                </a:cubicBezTo>
                <a:cubicBezTo>
                  <a:pt x="38779" y="158324"/>
                  <a:pt x="41078" y="152557"/>
                  <a:pt x="43104" y="145554"/>
                </a:cubicBezTo>
                <a:cubicBezTo>
                  <a:pt x="29810" y="137979"/>
                  <a:pt x="19341" y="128697"/>
                  <a:pt x="11697" y="117709"/>
                </a:cubicBezTo>
                <a:cubicBezTo>
                  <a:pt x="4053" y="106721"/>
                  <a:pt x="154" y="94696"/>
                  <a:pt x="0" y="81635"/>
                </a:cubicBezTo>
                <a:cubicBezTo>
                  <a:pt x="102" y="70272"/>
                  <a:pt x="3095" y="59669"/>
                  <a:pt x="8978" y="49826"/>
                </a:cubicBezTo>
                <a:cubicBezTo>
                  <a:pt x="14861" y="39984"/>
                  <a:pt x="23023" y="31335"/>
                  <a:pt x="33465" y="23881"/>
                </a:cubicBezTo>
                <a:cubicBezTo>
                  <a:pt x="43906" y="16427"/>
                  <a:pt x="56015" y="10602"/>
                  <a:pt x="69792" y="6405"/>
                </a:cubicBezTo>
                <a:cubicBezTo>
                  <a:pt x="83569" y="2208"/>
                  <a:pt x="98402" y="73"/>
                  <a:pt x="11429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1800">
              <a:solidFill>
                <a:schemeClr val="bg1"/>
              </a:solidFill>
            </a:endParaRPr>
          </a:p>
        </p:txBody>
      </p:sp>
      <p:sp>
        <p:nvSpPr>
          <p:cNvPr id="6" name="TextBox 23">
            <a:extLst>
              <a:ext uri="{FF2B5EF4-FFF2-40B4-BE49-F238E27FC236}">
                <a16:creationId xmlns:a16="http://schemas.microsoft.com/office/drawing/2014/main" id="{081F34AB-DBD3-1B89-FD36-C400D00679FD}"/>
              </a:ext>
            </a:extLst>
          </p:cNvPr>
          <p:cNvSpPr txBox="1"/>
          <p:nvPr userDrawn="1"/>
        </p:nvSpPr>
        <p:spPr>
          <a:xfrm>
            <a:off x="3459680" y="3130588"/>
            <a:ext cx="5272639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5400" spc="-200">
                <a:solidFill>
                  <a:schemeClr val="bg1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thank you</a:t>
            </a:r>
          </a:p>
        </p:txBody>
      </p:sp>
      <p:pic>
        <p:nvPicPr>
          <p:cNvPr id="7" name="Image 6" descr="Une image contenant Police, Graphique,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AB6E0DC6-B801-E159-E975-294A57C4B2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411" y="270631"/>
            <a:ext cx="1323628" cy="39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0983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1859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49" r:id="rId4"/>
    <p:sldLayoutId id="2147483653" r:id="rId5"/>
    <p:sldLayoutId id="2147483654" r:id="rId6"/>
    <p:sldLayoutId id="2147483669" r:id="rId7"/>
    <p:sldLayoutId id="2147483655" r:id="rId8"/>
    <p:sldLayoutId id="2147483656" r:id="rId9"/>
    <p:sldLayoutId id="2147483683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5" r:id="rId16"/>
    <p:sldLayoutId id="2147483666" r:id="rId17"/>
    <p:sldLayoutId id="2147483676" r:id="rId18"/>
    <p:sldLayoutId id="2147483662" r:id="rId19"/>
    <p:sldLayoutId id="2147483663" r:id="rId20"/>
    <p:sldLayoutId id="2147483670" r:id="rId21"/>
    <p:sldLayoutId id="2147483664" r:id="rId22"/>
    <p:sldLayoutId id="2147483682" r:id="rId23"/>
    <p:sldLayoutId id="2147483677" r:id="rId24"/>
    <p:sldLayoutId id="2147483678" r:id="rId25"/>
    <p:sldLayoutId id="2147483679" r:id="rId2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DDE6FCAD-2A1B-36C4-E5ED-2BCF19F081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1B165E5-E230-596D-08FA-EC48887971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7648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ersonnalisé 11">
      <a:dk1>
        <a:srgbClr val="56A09A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rIns="0" rtlCol="0">
        <a:spAutoFit/>
      </a:bodyPr>
      <a:lstStyle>
        <a:defPPr algn="ctr">
          <a:lnSpc>
            <a:spcPct val="70000"/>
          </a:lnSpc>
          <a:defRPr sz="1200" dirty="0">
            <a:solidFill>
              <a:schemeClr val="tx1">
                <a:lumMod val="85000"/>
                <a:lumOff val="15000"/>
              </a:schemeClr>
            </a:solidFill>
            <a:latin typeface="Poppins Medium" panose="00000600000000000000" pitchFamily="2" charset="0"/>
            <a:cs typeface="Poppins Medium" panose="000006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 Template" id="{F773A072-7C85-4C28-87DF-E0D257BD3113}" vid="{8D18BBC0-5CD2-44E1-875A-65753737B3F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3662898-c938-4660-81ac-b081dcb62265}" enabled="0" method="" siteId="{23662898-c938-4660-81ac-b081dcb6226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SHiHab</dc:creator>
  <cp:lastModifiedBy>Raslen Barbouche</cp:lastModifiedBy>
  <cp:revision>5</cp:revision>
  <dcterms:created xsi:type="dcterms:W3CDTF">2024-01-22T06:07:16Z</dcterms:created>
  <dcterms:modified xsi:type="dcterms:W3CDTF">2026-04-10T16:17:20Z</dcterms:modified>
</cp:coreProperties>
</file>